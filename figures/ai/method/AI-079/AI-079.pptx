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b061d61bda4e16" /><Relationship Type="http://schemas.openxmlformats.org/officeDocument/2006/relationships/extended-properties" Target="/docProps/app.xml" Id="Ra8c976fe8b8f4bf1" /><Relationship Type="http://schemas.openxmlformats.org/officeDocument/2006/relationships/officeDocument" Target="/ppt/presentation.xml" Id="Rdf10d04b396b41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e04680d2a44a74"/>
  </p:sldMasterIdLst>
  <p:notesMasterIdLst>
    <p:notesMasterId xmlns:r="http://schemas.openxmlformats.org/officeDocument/2006/relationships" r:id="R9165da4091594d05"/>
  </p:notesMasterIdLst>
  <p:sldIdLst>
    <p:sldId xmlns:r="http://schemas.openxmlformats.org/officeDocument/2006/relationships" id="256" r:id="R43a8cfba87e64a95"/>
  </p:sldIdLst>
  <p:sldSz cx="13001625" cy="5572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4c69d1f83c48a4" /><Relationship Type="http://schemas.openxmlformats.org/officeDocument/2006/relationships/slideMaster" Target="/ppt/slideMasters/slideMaster1.xml" Id="Rf7e04680d2a44a74" /><Relationship Type="http://schemas.openxmlformats.org/officeDocument/2006/relationships/notesMaster" Target="/ppt/notesMasters/notesMaster1.xml" Id="R9165da4091594d05" /><Relationship Type="http://schemas.openxmlformats.org/officeDocument/2006/relationships/presProps" Target="/ppt/presProps.xml" Id="R0e0a6a76865441af" /><Relationship Type="http://schemas.openxmlformats.org/officeDocument/2006/relationships/tableStyles" Target="/ppt/tableStyles.xml" Id="R2d2f653a12284791" /><Relationship Type="http://schemas.openxmlformats.org/officeDocument/2006/relationships/slide" Target="/ppt/slides/slide1.xml" Id="R43a8cfba87e64a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9cd667b3594c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e6a23223524b18" /><Relationship Type="http://schemas.openxmlformats.org/officeDocument/2006/relationships/notesMaster" Target="/ppt/notesMasters/notesMaster1.xml" Id="Rbafaeb16bf904ca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素材ID：AI-079</ns1:t>
            </ns1:r>
          </ns1:p>
          <ns1:p>
            <ns1:r>
              <ns1:t>论文：Reliable Conflictive Multi-View Learning</ns1:t>
            </ns1:r>
          </ns1:p>
          <ns1:p>
            <ns1:r>
              <ns1:t>会议：AAAI 2024</ns1:t>
            </ns1:r>
          </ns1:p>
          <ns1:p>
            <ns1:r>
              <ns1:t>奖项：Outstanding Paper</ns1:t>
            </ns1:r>
          </ns1:p>
          <ns1:p>
            <ns1:r>
              <ns1:t>图号：Figure 2，PDF第3页</ns1:t>
            </ns1:r>
          </ns1:p>
          <ns1:p>
            <ns1:r>
              <ns1:t>类型：方法细节</ns1:t>
            </ns1:r>
          </ns1:p>
          <ns1:p>
            <ns1:r>
              <ns1:t>借鉴点：将文本和图像各自的证据向量映射为可信度单纯形，再解释两个高可信意见如何形成低可信聚合。</ns1:t>
            </ns1:r>
          </ns1:p>
          <ns1:p>
            <ns1:r>
              <ns1:t>论文URL：https://ojs.aaai.org/index.php/AAAI/article/view/29546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保留原有矢量底稿；三处单纯形主体由原生投影几何、等密度轮廓、红线/点和文字组成，公式与引文碎片转为原生源轮廓。仅汉堡示例照片保留位图。按可见几何复刻，不推测未印出的证据/不确定性数值。</ns1:t>
            </ns1:r>
          </ns1:p>
          <ns1:p>
            <ns1:r>
              <ns1:t>复刻方式：Hybrid reconstruction: preserve original native objects, replace mathematical text images by visible glyph outlines and simplex images by native geometric objects.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2271b09cc4b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44eb2a91894b8a" /><Relationship Type="http://schemas.openxmlformats.org/officeDocument/2006/relationships/slideLayout" Target="/ppt/slideLayouts/slideLayout1.xml" Id="Rd28a567023404f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8a567023404f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a26c7382e45b1" /><Relationship Type="http://schemas.openxmlformats.org/officeDocument/2006/relationships/image" Target="/ppt/media/image.png" Id="Rd2c25309043a46ad" /><Relationship Type="http://schemas.openxmlformats.org/officeDocument/2006/relationships/notesSlide" Target="/ppt/notesSlides/notesSlide1.xml" Id="Rffe72f22d82d40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0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EFF28BBD-7B06-4C52-ADBC-7195245F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679" y="2461613"/>
            <a:ext cx="255019" cy="203326"/>
          </a:xfrm>
          <a:custGeom xmlns:a="http://schemas.openxmlformats.org/drawingml/2006/main">
            <a:pathLst>
              <a:path w="255019" h="203326">
                <a:moveTo>
                  <a:pt x="0" y="0"/>
                </a:moveTo>
                <a:lnTo>
                  <a:pt x="255019" y="0"/>
                </a:lnTo>
                <a:lnTo>
                  <a:pt x="255019" y="203326"/>
                </a:lnTo>
                <a:lnTo>
                  <a:pt x="0" y="20332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2" name="Native source glyph inset-1.png">
            <a:extLst xmlns:a="http://schemas.openxmlformats.org/drawingml/2006/main">
              <a:ext uri="{FF2B5EF4-FFF2-40B4-BE49-F238E27FC236}">
                <a16:creationId xmlns:a16="http://schemas.microsoft.com/office/drawing/2014/main" id="{25EB07C4-9697-45DC-B629-A6DE1F1F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679" y="2485255"/>
            <a:ext cx="231406" cy="156041"/>
          </a:xfrm>
          <a:custGeom xmlns:a="http://schemas.openxmlformats.org/drawingml/2006/main">
            <a:pathLst>
              <a:path w="231406" h="156041">
                <a:moveTo>
                  <a:pt x="18890" y="9457"/>
                </a:moveTo>
                <a:lnTo>
                  <a:pt x="28335" y="9457"/>
                </a:lnTo>
                <a:lnTo>
                  <a:pt x="28335" y="4729"/>
                </a:lnTo>
                <a:lnTo>
                  <a:pt x="42503" y="4729"/>
                </a:lnTo>
                <a:lnTo>
                  <a:pt x="42503" y="0"/>
                </a:lnTo>
                <a:lnTo>
                  <a:pt x="51948" y="0"/>
                </a:lnTo>
                <a:lnTo>
                  <a:pt x="51948" y="4729"/>
                </a:lnTo>
                <a:lnTo>
                  <a:pt x="66116" y="4729"/>
                </a:lnTo>
                <a:lnTo>
                  <a:pt x="66116" y="9457"/>
                </a:lnTo>
                <a:lnTo>
                  <a:pt x="70838" y="9457"/>
                </a:lnTo>
                <a:lnTo>
                  <a:pt x="70838" y="14186"/>
                </a:lnTo>
                <a:lnTo>
                  <a:pt x="75561" y="14186"/>
                </a:lnTo>
                <a:lnTo>
                  <a:pt x="75561" y="18914"/>
                </a:lnTo>
                <a:lnTo>
                  <a:pt x="80284" y="18914"/>
                </a:lnTo>
                <a:lnTo>
                  <a:pt x="80284" y="47285"/>
                </a:lnTo>
                <a:lnTo>
                  <a:pt x="75561" y="47285"/>
                </a:lnTo>
                <a:lnTo>
                  <a:pt x="75561" y="61471"/>
                </a:lnTo>
                <a:lnTo>
                  <a:pt x="70838" y="61471"/>
                </a:lnTo>
                <a:lnTo>
                  <a:pt x="70838" y="75656"/>
                </a:lnTo>
                <a:lnTo>
                  <a:pt x="66116" y="75656"/>
                </a:lnTo>
                <a:lnTo>
                  <a:pt x="66116" y="89842"/>
                </a:lnTo>
                <a:lnTo>
                  <a:pt x="61393" y="89842"/>
                </a:lnTo>
                <a:lnTo>
                  <a:pt x="61393" y="118213"/>
                </a:lnTo>
                <a:lnTo>
                  <a:pt x="56671" y="118213"/>
                </a:lnTo>
                <a:lnTo>
                  <a:pt x="56671" y="122941"/>
                </a:lnTo>
                <a:lnTo>
                  <a:pt x="61393" y="122941"/>
                </a:lnTo>
                <a:lnTo>
                  <a:pt x="61393" y="137127"/>
                </a:lnTo>
                <a:lnTo>
                  <a:pt x="66116" y="137127"/>
                </a:lnTo>
                <a:lnTo>
                  <a:pt x="66116" y="141855"/>
                </a:lnTo>
                <a:lnTo>
                  <a:pt x="94451" y="141855"/>
                </a:lnTo>
                <a:lnTo>
                  <a:pt x="94451" y="137127"/>
                </a:lnTo>
                <a:lnTo>
                  <a:pt x="99174" y="137127"/>
                </a:lnTo>
                <a:lnTo>
                  <a:pt x="99174" y="127670"/>
                </a:lnTo>
                <a:lnTo>
                  <a:pt x="103896" y="127670"/>
                </a:lnTo>
                <a:lnTo>
                  <a:pt x="103896" y="104027"/>
                </a:lnTo>
                <a:lnTo>
                  <a:pt x="108619" y="104027"/>
                </a:lnTo>
                <a:lnTo>
                  <a:pt x="108619" y="80385"/>
                </a:lnTo>
                <a:lnTo>
                  <a:pt x="113342" y="80385"/>
                </a:lnTo>
                <a:lnTo>
                  <a:pt x="113342" y="61471"/>
                </a:lnTo>
                <a:lnTo>
                  <a:pt x="118064" y="61471"/>
                </a:lnTo>
                <a:lnTo>
                  <a:pt x="118064" y="42557"/>
                </a:lnTo>
                <a:lnTo>
                  <a:pt x="122787" y="42557"/>
                </a:lnTo>
                <a:lnTo>
                  <a:pt x="122787" y="23643"/>
                </a:lnTo>
                <a:lnTo>
                  <a:pt x="127509" y="23643"/>
                </a:lnTo>
                <a:lnTo>
                  <a:pt x="127509" y="14186"/>
                </a:lnTo>
                <a:lnTo>
                  <a:pt x="132232" y="14186"/>
                </a:lnTo>
                <a:lnTo>
                  <a:pt x="132232" y="9457"/>
                </a:lnTo>
                <a:lnTo>
                  <a:pt x="136954" y="9457"/>
                </a:lnTo>
                <a:lnTo>
                  <a:pt x="136954" y="4729"/>
                </a:lnTo>
                <a:lnTo>
                  <a:pt x="155845" y="4729"/>
                </a:lnTo>
                <a:lnTo>
                  <a:pt x="155845" y="9457"/>
                </a:lnTo>
                <a:lnTo>
                  <a:pt x="160567" y="9457"/>
                </a:lnTo>
                <a:lnTo>
                  <a:pt x="160567" y="18914"/>
                </a:lnTo>
                <a:lnTo>
                  <a:pt x="165290" y="18914"/>
                </a:lnTo>
                <a:lnTo>
                  <a:pt x="165290" y="23643"/>
                </a:lnTo>
                <a:lnTo>
                  <a:pt x="160567" y="23643"/>
                </a:lnTo>
                <a:lnTo>
                  <a:pt x="160567" y="42557"/>
                </a:lnTo>
                <a:lnTo>
                  <a:pt x="155845" y="42557"/>
                </a:lnTo>
                <a:lnTo>
                  <a:pt x="155845" y="61471"/>
                </a:lnTo>
                <a:lnTo>
                  <a:pt x="151122" y="61471"/>
                </a:lnTo>
                <a:lnTo>
                  <a:pt x="151122" y="80385"/>
                </a:lnTo>
                <a:lnTo>
                  <a:pt x="146400" y="80385"/>
                </a:lnTo>
                <a:lnTo>
                  <a:pt x="146400" y="104027"/>
                </a:lnTo>
                <a:lnTo>
                  <a:pt x="141677" y="104027"/>
                </a:lnTo>
                <a:lnTo>
                  <a:pt x="141677" y="132398"/>
                </a:lnTo>
                <a:lnTo>
                  <a:pt x="146400" y="132398"/>
                </a:lnTo>
                <a:lnTo>
                  <a:pt x="146400" y="137127"/>
                </a:lnTo>
                <a:lnTo>
                  <a:pt x="151122" y="137127"/>
                </a:lnTo>
                <a:lnTo>
                  <a:pt x="151122" y="141855"/>
                </a:lnTo>
                <a:lnTo>
                  <a:pt x="174735" y="141855"/>
                </a:lnTo>
                <a:lnTo>
                  <a:pt x="174735" y="137127"/>
                </a:lnTo>
                <a:lnTo>
                  <a:pt x="179457" y="137127"/>
                </a:lnTo>
                <a:lnTo>
                  <a:pt x="179457" y="132398"/>
                </a:lnTo>
                <a:lnTo>
                  <a:pt x="184180" y="132398"/>
                </a:lnTo>
                <a:lnTo>
                  <a:pt x="184180" y="127670"/>
                </a:lnTo>
                <a:lnTo>
                  <a:pt x="188903" y="127670"/>
                </a:lnTo>
                <a:lnTo>
                  <a:pt x="188903" y="118213"/>
                </a:lnTo>
                <a:lnTo>
                  <a:pt x="193625" y="118213"/>
                </a:lnTo>
                <a:lnTo>
                  <a:pt x="193625" y="104027"/>
                </a:lnTo>
                <a:lnTo>
                  <a:pt x="198348" y="104027"/>
                </a:lnTo>
                <a:lnTo>
                  <a:pt x="198348" y="89842"/>
                </a:lnTo>
                <a:lnTo>
                  <a:pt x="203070" y="89842"/>
                </a:lnTo>
                <a:lnTo>
                  <a:pt x="203070" y="70928"/>
                </a:lnTo>
                <a:lnTo>
                  <a:pt x="207793" y="70928"/>
                </a:lnTo>
                <a:lnTo>
                  <a:pt x="207793" y="56742"/>
                </a:lnTo>
                <a:lnTo>
                  <a:pt x="203070" y="56742"/>
                </a:lnTo>
                <a:lnTo>
                  <a:pt x="203070" y="47285"/>
                </a:lnTo>
                <a:lnTo>
                  <a:pt x="198348" y="47285"/>
                </a:lnTo>
                <a:lnTo>
                  <a:pt x="198348" y="42557"/>
                </a:lnTo>
                <a:lnTo>
                  <a:pt x="193625" y="42557"/>
                </a:lnTo>
                <a:lnTo>
                  <a:pt x="193625" y="37828"/>
                </a:lnTo>
                <a:lnTo>
                  <a:pt x="188903" y="37828"/>
                </a:lnTo>
                <a:lnTo>
                  <a:pt x="188903" y="33100"/>
                </a:lnTo>
                <a:lnTo>
                  <a:pt x="184180" y="33100"/>
                </a:lnTo>
                <a:lnTo>
                  <a:pt x="184180" y="23643"/>
                </a:lnTo>
                <a:lnTo>
                  <a:pt x="188903" y="23643"/>
                </a:lnTo>
                <a:lnTo>
                  <a:pt x="188903" y="14186"/>
                </a:lnTo>
                <a:lnTo>
                  <a:pt x="193625" y="14186"/>
                </a:lnTo>
                <a:lnTo>
                  <a:pt x="193625" y="9457"/>
                </a:lnTo>
                <a:lnTo>
                  <a:pt x="198348" y="9457"/>
                </a:lnTo>
                <a:lnTo>
                  <a:pt x="198348" y="4729"/>
                </a:lnTo>
                <a:lnTo>
                  <a:pt x="207793" y="4729"/>
                </a:lnTo>
                <a:lnTo>
                  <a:pt x="207793" y="0"/>
                </a:lnTo>
                <a:lnTo>
                  <a:pt x="217238" y="0"/>
                </a:lnTo>
                <a:lnTo>
                  <a:pt x="217238" y="4729"/>
                </a:lnTo>
                <a:lnTo>
                  <a:pt x="221961" y="4729"/>
                </a:lnTo>
                <a:lnTo>
                  <a:pt x="221961" y="9457"/>
                </a:lnTo>
                <a:lnTo>
                  <a:pt x="226683" y="9457"/>
                </a:lnTo>
                <a:lnTo>
                  <a:pt x="226683" y="14186"/>
                </a:lnTo>
                <a:lnTo>
                  <a:pt x="231406" y="14186"/>
                </a:lnTo>
                <a:lnTo>
                  <a:pt x="231406" y="61471"/>
                </a:lnTo>
                <a:lnTo>
                  <a:pt x="226683" y="61471"/>
                </a:lnTo>
                <a:lnTo>
                  <a:pt x="226683" y="80385"/>
                </a:lnTo>
                <a:lnTo>
                  <a:pt x="221961" y="80385"/>
                </a:lnTo>
                <a:lnTo>
                  <a:pt x="221961" y="94570"/>
                </a:lnTo>
                <a:lnTo>
                  <a:pt x="217238" y="94570"/>
                </a:lnTo>
                <a:lnTo>
                  <a:pt x="217238" y="108756"/>
                </a:lnTo>
                <a:lnTo>
                  <a:pt x="212515" y="108756"/>
                </a:lnTo>
                <a:lnTo>
                  <a:pt x="212515" y="118213"/>
                </a:lnTo>
                <a:lnTo>
                  <a:pt x="207793" y="118213"/>
                </a:lnTo>
                <a:lnTo>
                  <a:pt x="207793" y="127670"/>
                </a:lnTo>
                <a:lnTo>
                  <a:pt x="203070" y="127670"/>
                </a:lnTo>
                <a:lnTo>
                  <a:pt x="203070" y="132398"/>
                </a:lnTo>
                <a:lnTo>
                  <a:pt x="198348" y="132398"/>
                </a:lnTo>
                <a:lnTo>
                  <a:pt x="198348" y="141855"/>
                </a:lnTo>
                <a:lnTo>
                  <a:pt x="193625" y="141855"/>
                </a:lnTo>
                <a:lnTo>
                  <a:pt x="193625" y="146584"/>
                </a:lnTo>
                <a:lnTo>
                  <a:pt x="184180" y="146584"/>
                </a:lnTo>
                <a:lnTo>
                  <a:pt x="184180" y="151312"/>
                </a:lnTo>
                <a:lnTo>
                  <a:pt x="174735" y="151312"/>
                </a:lnTo>
                <a:lnTo>
                  <a:pt x="174735" y="156041"/>
                </a:lnTo>
                <a:lnTo>
                  <a:pt x="136954" y="156041"/>
                </a:lnTo>
                <a:lnTo>
                  <a:pt x="136954" y="151312"/>
                </a:lnTo>
                <a:lnTo>
                  <a:pt x="122787" y="151312"/>
                </a:lnTo>
                <a:lnTo>
                  <a:pt x="122787" y="146584"/>
                </a:lnTo>
                <a:lnTo>
                  <a:pt x="118064" y="146584"/>
                </a:lnTo>
                <a:lnTo>
                  <a:pt x="118064" y="141855"/>
                </a:lnTo>
                <a:lnTo>
                  <a:pt x="108619" y="141855"/>
                </a:lnTo>
                <a:lnTo>
                  <a:pt x="108619" y="146584"/>
                </a:lnTo>
                <a:lnTo>
                  <a:pt x="103896" y="146584"/>
                </a:lnTo>
                <a:lnTo>
                  <a:pt x="103896" y="151312"/>
                </a:lnTo>
                <a:lnTo>
                  <a:pt x="99174" y="151312"/>
                </a:lnTo>
                <a:lnTo>
                  <a:pt x="99174" y="156041"/>
                </a:lnTo>
                <a:lnTo>
                  <a:pt x="51948" y="156041"/>
                </a:lnTo>
                <a:lnTo>
                  <a:pt x="51948" y="151312"/>
                </a:lnTo>
                <a:lnTo>
                  <a:pt x="42503" y="151312"/>
                </a:lnTo>
                <a:lnTo>
                  <a:pt x="42503" y="146584"/>
                </a:lnTo>
                <a:lnTo>
                  <a:pt x="37781" y="146584"/>
                </a:lnTo>
                <a:lnTo>
                  <a:pt x="37781" y="141855"/>
                </a:lnTo>
                <a:lnTo>
                  <a:pt x="33058" y="141855"/>
                </a:lnTo>
                <a:lnTo>
                  <a:pt x="33058" y="137127"/>
                </a:lnTo>
                <a:lnTo>
                  <a:pt x="28335" y="137127"/>
                </a:lnTo>
                <a:lnTo>
                  <a:pt x="28335" y="132398"/>
                </a:lnTo>
                <a:lnTo>
                  <a:pt x="23613" y="132398"/>
                </a:lnTo>
                <a:lnTo>
                  <a:pt x="23613" y="89842"/>
                </a:lnTo>
                <a:lnTo>
                  <a:pt x="28335" y="89842"/>
                </a:lnTo>
                <a:lnTo>
                  <a:pt x="28335" y="75656"/>
                </a:lnTo>
                <a:lnTo>
                  <a:pt x="33058" y="75656"/>
                </a:lnTo>
                <a:lnTo>
                  <a:pt x="33058" y="61471"/>
                </a:lnTo>
                <a:lnTo>
                  <a:pt x="37781" y="61471"/>
                </a:lnTo>
                <a:lnTo>
                  <a:pt x="37781" y="47285"/>
                </a:lnTo>
                <a:lnTo>
                  <a:pt x="42503" y="47285"/>
                </a:lnTo>
                <a:lnTo>
                  <a:pt x="42503" y="33100"/>
                </a:lnTo>
                <a:lnTo>
                  <a:pt x="47226" y="33100"/>
                </a:lnTo>
                <a:lnTo>
                  <a:pt x="47226" y="18914"/>
                </a:lnTo>
                <a:lnTo>
                  <a:pt x="33058" y="18914"/>
                </a:lnTo>
                <a:lnTo>
                  <a:pt x="33058" y="23643"/>
                </a:lnTo>
                <a:lnTo>
                  <a:pt x="28335" y="23643"/>
                </a:lnTo>
                <a:lnTo>
                  <a:pt x="28335" y="28371"/>
                </a:lnTo>
                <a:lnTo>
                  <a:pt x="23613" y="28371"/>
                </a:lnTo>
                <a:lnTo>
                  <a:pt x="23613" y="37828"/>
                </a:lnTo>
                <a:lnTo>
                  <a:pt x="18890" y="37828"/>
                </a:lnTo>
                <a:lnTo>
                  <a:pt x="18890" y="52014"/>
                </a:lnTo>
                <a:lnTo>
                  <a:pt x="14168" y="52014"/>
                </a:lnTo>
                <a:lnTo>
                  <a:pt x="14168" y="61471"/>
                </a:lnTo>
                <a:lnTo>
                  <a:pt x="0" y="61471"/>
                </a:lnTo>
                <a:lnTo>
                  <a:pt x="0" y="33100"/>
                </a:lnTo>
                <a:lnTo>
                  <a:pt x="4723" y="33100"/>
                </a:lnTo>
                <a:lnTo>
                  <a:pt x="4723" y="28371"/>
                </a:lnTo>
                <a:lnTo>
                  <a:pt x="9445" y="28371"/>
                </a:lnTo>
                <a:lnTo>
                  <a:pt x="9445" y="18914"/>
                </a:lnTo>
                <a:lnTo>
                  <a:pt x="14168" y="18914"/>
                </a:lnTo>
                <a:lnTo>
                  <a:pt x="14168" y="14186"/>
                </a:lnTo>
                <a:lnTo>
                  <a:pt x="18890" y="14186"/>
                </a:lnTo>
                <a:lnTo>
                  <a:pt x="18890" y="945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5BAF01E1-3E16-4C52-A054-E0E86F92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781" y="4271992"/>
            <a:ext cx="514632" cy="192989"/>
          </a:xfrm>
          <a:custGeom xmlns:a="http://schemas.openxmlformats.org/drawingml/2006/main">
            <a:pathLst>
              <a:path w="514632" h="192989">
                <a:moveTo>
                  <a:pt x="0" y="0"/>
                </a:moveTo>
                <a:lnTo>
                  <a:pt x="514632" y="0"/>
                </a:lnTo>
                <a:lnTo>
                  <a:pt x="514632" y="192989"/>
                </a:lnTo>
                <a:lnTo>
                  <a:pt x="0" y="1929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4" name="Native source glyph inset-2.png">
            <a:extLst xmlns:a="http://schemas.openxmlformats.org/drawingml/2006/main">
              <a:ext uri="{FF2B5EF4-FFF2-40B4-BE49-F238E27FC236}">
                <a16:creationId xmlns:a16="http://schemas.microsoft.com/office/drawing/2014/main" id="{310BF900-A8F9-49F6-99DF-8031AF4E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560" y="4304941"/>
            <a:ext cx="168425" cy="160040"/>
          </a:xfrm>
          <a:custGeom xmlns:a="http://schemas.openxmlformats.org/drawingml/2006/main">
            <a:pathLst>
              <a:path w="168425" h="160040">
                <a:moveTo>
                  <a:pt x="14035" y="14121"/>
                </a:moveTo>
                <a:lnTo>
                  <a:pt x="14035" y="9414"/>
                </a:lnTo>
                <a:lnTo>
                  <a:pt x="0" y="9414"/>
                </a:lnTo>
                <a:lnTo>
                  <a:pt x="0" y="0"/>
                </a:lnTo>
                <a:lnTo>
                  <a:pt x="56142" y="0"/>
                </a:lnTo>
                <a:lnTo>
                  <a:pt x="56142" y="9414"/>
                </a:lnTo>
                <a:lnTo>
                  <a:pt x="42106" y="9414"/>
                </a:lnTo>
                <a:lnTo>
                  <a:pt x="42106" y="14121"/>
                </a:lnTo>
                <a:lnTo>
                  <a:pt x="37428" y="14121"/>
                </a:lnTo>
                <a:lnTo>
                  <a:pt x="37428" y="28242"/>
                </a:lnTo>
                <a:lnTo>
                  <a:pt x="42106" y="28242"/>
                </a:lnTo>
                <a:lnTo>
                  <a:pt x="42106" y="61192"/>
                </a:lnTo>
                <a:lnTo>
                  <a:pt x="46785" y="61192"/>
                </a:lnTo>
                <a:lnTo>
                  <a:pt x="46785" y="89434"/>
                </a:lnTo>
                <a:lnTo>
                  <a:pt x="51463" y="89434"/>
                </a:lnTo>
                <a:lnTo>
                  <a:pt x="51463" y="122383"/>
                </a:lnTo>
                <a:lnTo>
                  <a:pt x="56142" y="122383"/>
                </a:lnTo>
                <a:lnTo>
                  <a:pt x="56142" y="136504"/>
                </a:lnTo>
                <a:lnTo>
                  <a:pt x="60820" y="136504"/>
                </a:lnTo>
                <a:lnTo>
                  <a:pt x="60820" y="131797"/>
                </a:lnTo>
                <a:lnTo>
                  <a:pt x="65499" y="131797"/>
                </a:lnTo>
                <a:lnTo>
                  <a:pt x="65499" y="122383"/>
                </a:lnTo>
                <a:lnTo>
                  <a:pt x="70177" y="122383"/>
                </a:lnTo>
                <a:lnTo>
                  <a:pt x="70177" y="117676"/>
                </a:lnTo>
                <a:lnTo>
                  <a:pt x="74856" y="117676"/>
                </a:lnTo>
                <a:lnTo>
                  <a:pt x="74856" y="108262"/>
                </a:lnTo>
                <a:lnTo>
                  <a:pt x="79534" y="108262"/>
                </a:lnTo>
                <a:lnTo>
                  <a:pt x="79534" y="103555"/>
                </a:lnTo>
                <a:lnTo>
                  <a:pt x="84213" y="103555"/>
                </a:lnTo>
                <a:lnTo>
                  <a:pt x="84213" y="94141"/>
                </a:lnTo>
                <a:lnTo>
                  <a:pt x="88891" y="94141"/>
                </a:lnTo>
                <a:lnTo>
                  <a:pt x="88891" y="89434"/>
                </a:lnTo>
                <a:lnTo>
                  <a:pt x="93569" y="89434"/>
                </a:lnTo>
                <a:lnTo>
                  <a:pt x="93569" y="80020"/>
                </a:lnTo>
                <a:lnTo>
                  <a:pt x="98248" y="80020"/>
                </a:lnTo>
                <a:lnTo>
                  <a:pt x="98248" y="75313"/>
                </a:lnTo>
                <a:lnTo>
                  <a:pt x="102926" y="75313"/>
                </a:lnTo>
                <a:lnTo>
                  <a:pt x="102926" y="65899"/>
                </a:lnTo>
                <a:lnTo>
                  <a:pt x="107605" y="65899"/>
                </a:lnTo>
                <a:lnTo>
                  <a:pt x="107605" y="56485"/>
                </a:lnTo>
                <a:lnTo>
                  <a:pt x="112283" y="56485"/>
                </a:lnTo>
                <a:lnTo>
                  <a:pt x="112283" y="51778"/>
                </a:lnTo>
                <a:lnTo>
                  <a:pt x="116962" y="51778"/>
                </a:lnTo>
                <a:lnTo>
                  <a:pt x="116962" y="42363"/>
                </a:lnTo>
                <a:lnTo>
                  <a:pt x="121640" y="42363"/>
                </a:lnTo>
                <a:lnTo>
                  <a:pt x="121640" y="37656"/>
                </a:lnTo>
                <a:lnTo>
                  <a:pt x="126319" y="37656"/>
                </a:lnTo>
                <a:lnTo>
                  <a:pt x="126319" y="28242"/>
                </a:lnTo>
                <a:lnTo>
                  <a:pt x="130997" y="28242"/>
                </a:lnTo>
                <a:lnTo>
                  <a:pt x="130997" y="23535"/>
                </a:lnTo>
                <a:lnTo>
                  <a:pt x="135676" y="23535"/>
                </a:lnTo>
                <a:lnTo>
                  <a:pt x="135676" y="14121"/>
                </a:lnTo>
                <a:lnTo>
                  <a:pt x="130997" y="14121"/>
                </a:lnTo>
                <a:lnTo>
                  <a:pt x="130997" y="9414"/>
                </a:lnTo>
                <a:lnTo>
                  <a:pt x="126319" y="9414"/>
                </a:lnTo>
                <a:lnTo>
                  <a:pt x="126319" y="0"/>
                </a:lnTo>
                <a:lnTo>
                  <a:pt x="168425" y="0"/>
                </a:lnTo>
                <a:lnTo>
                  <a:pt x="168425" y="9414"/>
                </a:lnTo>
                <a:lnTo>
                  <a:pt x="159068" y="9414"/>
                </a:lnTo>
                <a:lnTo>
                  <a:pt x="159068" y="14121"/>
                </a:lnTo>
                <a:lnTo>
                  <a:pt x="149711" y="14121"/>
                </a:lnTo>
                <a:lnTo>
                  <a:pt x="149711" y="18828"/>
                </a:lnTo>
                <a:lnTo>
                  <a:pt x="145033" y="18828"/>
                </a:lnTo>
                <a:lnTo>
                  <a:pt x="145033" y="23535"/>
                </a:lnTo>
                <a:lnTo>
                  <a:pt x="140354" y="23535"/>
                </a:lnTo>
                <a:lnTo>
                  <a:pt x="140354" y="32949"/>
                </a:lnTo>
                <a:lnTo>
                  <a:pt x="135676" y="32949"/>
                </a:lnTo>
                <a:lnTo>
                  <a:pt x="135676" y="37656"/>
                </a:lnTo>
                <a:lnTo>
                  <a:pt x="130997" y="37656"/>
                </a:lnTo>
                <a:lnTo>
                  <a:pt x="130997" y="47070"/>
                </a:lnTo>
                <a:lnTo>
                  <a:pt x="126319" y="47070"/>
                </a:lnTo>
                <a:lnTo>
                  <a:pt x="126319" y="51778"/>
                </a:lnTo>
                <a:lnTo>
                  <a:pt x="121640" y="51778"/>
                </a:lnTo>
                <a:lnTo>
                  <a:pt x="121640" y="61192"/>
                </a:lnTo>
                <a:lnTo>
                  <a:pt x="116962" y="61192"/>
                </a:lnTo>
                <a:lnTo>
                  <a:pt x="116962" y="65899"/>
                </a:lnTo>
                <a:lnTo>
                  <a:pt x="112283" y="65899"/>
                </a:lnTo>
                <a:lnTo>
                  <a:pt x="112283" y="75313"/>
                </a:lnTo>
                <a:lnTo>
                  <a:pt x="107605" y="75313"/>
                </a:lnTo>
                <a:lnTo>
                  <a:pt x="107605" y="80020"/>
                </a:lnTo>
                <a:lnTo>
                  <a:pt x="102926" y="80020"/>
                </a:lnTo>
                <a:lnTo>
                  <a:pt x="102926" y="89434"/>
                </a:lnTo>
                <a:lnTo>
                  <a:pt x="98248" y="89434"/>
                </a:lnTo>
                <a:lnTo>
                  <a:pt x="98248" y="94141"/>
                </a:lnTo>
                <a:lnTo>
                  <a:pt x="93569" y="94141"/>
                </a:lnTo>
                <a:lnTo>
                  <a:pt x="93569" y="103555"/>
                </a:lnTo>
                <a:lnTo>
                  <a:pt x="88891" y="103555"/>
                </a:lnTo>
                <a:lnTo>
                  <a:pt x="88891" y="112969"/>
                </a:lnTo>
                <a:lnTo>
                  <a:pt x="84213" y="112969"/>
                </a:lnTo>
                <a:lnTo>
                  <a:pt x="84213" y="117676"/>
                </a:lnTo>
                <a:lnTo>
                  <a:pt x="79534" y="117676"/>
                </a:lnTo>
                <a:lnTo>
                  <a:pt x="79534" y="127090"/>
                </a:lnTo>
                <a:lnTo>
                  <a:pt x="74856" y="127090"/>
                </a:lnTo>
                <a:lnTo>
                  <a:pt x="74856" y="131797"/>
                </a:lnTo>
                <a:lnTo>
                  <a:pt x="70177" y="131797"/>
                </a:lnTo>
                <a:lnTo>
                  <a:pt x="70177" y="141211"/>
                </a:lnTo>
                <a:lnTo>
                  <a:pt x="65499" y="141211"/>
                </a:lnTo>
                <a:lnTo>
                  <a:pt x="65499" y="145918"/>
                </a:lnTo>
                <a:lnTo>
                  <a:pt x="60820" y="145918"/>
                </a:lnTo>
                <a:lnTo>
                  <a:pt x="60820" y="155333"/>
                </a:lnTo>
                <a:lnTo>
                  <a:pt x="56142" y="155333"/>
                </a:lnTo>
                <a:lnTo>
                  <a:pt x="56142" y="160040"/>
                </a:lnTo>
                <a:lnTo>
                  <a:pt x="37428" y="160040"/>
                </a:lnTo>
                <a:lnTo>
                  <a:pt x="37428" y="127090"/>
                </a:lnTo>
                <a:lnTo>
                  <a:pt x="32749" y="127090"/>
                </a:lnTo>
                <a:lnTo>
                  <a:pt x="32749" y="98848"/>
                </a:lnTo>
                <a:lnTo>
                  <a:pt x="28071" y="98848"/>
                </a:lnTo>
                <a:lnTo>
                  <a:pt x="28071" y="65899"/>
                </a:lnTo>
                <a:lnTo>
                  <a:pt x="23392" y="65899"/>
                </a:lnTo>
                <a:lnTo>
                  <a:pt x="23392" y="37656"/>
                </a:lnTo>
                <a:lnTo>
                  <a:pt x="18714" y="37656"/>
                </a:lnTo>
                <a:lnTo>
                  <a:pt x="18714" y="14121"/>
                </a:lnTo>
                <a:lnTo>
                  <a:pt x="14035" y="1412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5" name="Native source glyph inset-2.png">
            <a:extLst xmlns:a="http://schemas.openxmlformats.org/drawingml/2006/main">
              <a:ext uri="{FF2B5EF4-FFF2-40B4-BE49-F238E27FC236}">
                <a16:creationId xmlns:a16="http://schemas.microsoft.com/office/drawing/2014/main" id="{A9FF9911-6432-45E9-9FBE-F3631604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598" y="4450859"/>
            <a:ext cx="32749" cy="14121"/>
          </a:xfrm>
          <a:custGeom xmlns:a="http://schemas.openxmlformats.org/drawingml/2006/main">
            <a:pathLst>
              <a:path w="32749" h="14121">
                <a:moveTo>
                  <a:pt x="4678" y="4707"/>
                </a:moveTo>
                <a:lnTo>
                  <a:pt x="9357" y="4707"/>
                </a:lnTo>
                <a:lnTo>
                  <a:pt x="9357" y="0"/>
                </a:lnTo>
                <a:lnTo>
                  <a:pt x="18714" y="0"/>
                </a:lnTo>
                <a:lnTo>
                  <a:pt x="18714" y="4707"/>
                </a:lnTo>
                <a:lnTo>
                  <a:pt x="28071" y="4707"/>
                </a:lnTo>
                <a:lnTo>
                  <a:pt x="28071" y="9414"/>
                </a:lnTo>
                <a:lnTo>
                  <a:pt x="32749" y="9414"/>
                </a:lnTo>
                <a:lnTo>
                  <a:pt x="32749" y="14121"/>
                </a:lnTo>
                <a:lnTo>
                  <a:pt x="0" y="14121"/>
                </a:lnTo>
                <a:lnTo>
                  <a:pt x="0" y="9414"/>
                </a:lnTo>
                <a:lnTo>
                  <a:pt x="4678" y="9414"/>
                </a:lnTo>
                <a:lnTo>
                  <a:pt x="4678" y="470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6" name="Native source glyph inset-2.png">
            <a:extLst xmlns:a="http://schemas.openxmlformats.org/drawingml/2006/main">
              <a:ext uri="{FF2B5EF4-FFF2-40B4-BE49-F238E27FC236}">
                <a16:creationId xmlns:a16="http://schemas.microsoft.com/office/drawing/2014/main" id="{BE40652A-373B-428C-8FA3-C4B5B3C6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495" y="4450859"/>
            <a:ext cx="51463" cy="14121"/>
          </a:xfrm>
          <a:custGeom xmlns:a="http://schemas.openxmlformats.org/drawingml/2006/main">
            <a:pathLst>
              <a:path w="51463" h="14121">
                <a:moveTo>
                  <a:pt x="0" y="14121"/>
                </a:moveTo>
                <a:lnTo>
                  <a:pt x="0" y="9414"/>
                </a:lnTo>
                <a:lnTo>
                  <a:pt x="9357" y="9414"/>
                </a:lnTo>
                <a:lnTo>
                  <a:pt x="9357" y="4707"/>
                </a:lnTo>
                <a:lnTo>
                  <a:pt x="18714" y="4707"/>
                </a:lnTo>
                <a:lnTo>
                  <a:pt x="18714" y="0"/>
                </a:lnTo>
                <a:lnTo>
                  <a:pt x="32749" y="0"/>
                </a:lnTo>
                <a:lnTo>
                  <a:pt x="32749" y="4707"/>
                </a:lnTo>
                <a:lnTo>
                  <a:pt x="46785" y="4707"/>
                </a:lnTo>
                <a:lnTo>
                  <a:pt x="46785" y="9414"/>
                </a:lnTo>
                <a:lnTo>
                  <a:pt x="51463" y="9414"/>
                </a:lnTo>
                <a:lnTo>
                  <a:pt x="51463" y="14121"/>
                </a:lnTo>
                <a:lnTo>
                  <a:pt x="0" y="1412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7" name="Native source glyph inset-2.png">
            <a:extLst xmlns:a="http://schemas.openxmlformats.org/drawingml/2006/main">
              <a:ext uri="{FF2B5EF4-FFF2-40B4-BE49-F238E27FC236}">
                <a16:creationId xmlns:a16="http://schemas.microsoft.com/office/drawing/2014/main" id="{CA8A1120-81EB-4B1C-89D6-BC9238D0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778" y="4455567"/>
            <a:ext cx="28071" cy="9414"/>
          </a:xfrm>
          <a:custGeom xmlns:a="http://schemas.openxmlformats.org/drawingml/2006/main">
            <a:pathLst>
              <a:path w="28071" h="9414">
                <a:moveTo>
                  <a:pt x="0" y="4707"/>
                </a:moveTo>
                <a:lnTo>
                  <a:pt x="4678" y="4707"/>
                </a:lnTo>
                <a:lnTo>
                  <a:pt x="4678" y="0"/>
                </a:lnTo>
                <a:lnTo>
                  <a:pt x="23392" y="0"/>
                </a:lnTo>
                <a:lnTo>
                  <a:pt x="23392" y="4707"/>
                </a:lnTo>
                <a:lnTo>
                  <a:pt x="28071" y="4707"/>
                </a:lnTo>
                <a:lnTo>
                  <a:pt x="28071" y="9414"/>
                </a:lnTo>
                <a:lnTo>
                  <a:pt x="0" y="9414"/>
                </a:lnTo>
                <a:lnTo>
                  <a:pt x="0" y="470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8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2C261A3A-4F4E-4AE0-A0C1-CC7EA3C6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781" y="4464981"/>
            <a:ext cx="514632" cy="187245"/>
          </a:xfrm>
          <a:custGeom xmlns:a="http://schemas.openxmlformats.org/drawingml/2006/main">
            <a:pathLst>
              <a:path w="514632" h="187245">
                <a:moveTo>
                  <a:pt x="0" y="0"/>
                </a:moveTo>
                <a:lnTo>
                  <a:pt x="514632" y="0"/>
                </a:lnTo>
                <a:lnTo>
                  <a:pt x="514632" y="187245"/>
                </a:lnTo>
                <a:lnTo>
                  <a:pt x="0" y="1872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9" name="Native source glyph inset-3.png">
            <a:extLst xmlns:a="http://schemas.openxmlformats.org/drawingml/2006/main">
              <a:ext uri="{FF2B5EF4-FFF2-40B4-BE49-F238E27FC236}">
                <a16:creationId xmlns:a16="http://schemas.microsoft.com/office/drawing/2014/main" id="{1789E061-5236-4B06-B081-80B2117B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781" y="4464981"/>
            <a:ext cx="28071" cy="37449"/>
          </a:xfrm>
          <a:custGeom xmlns:a="http://schemas.openxmlformats.org/drawingml/2006/main">
            <a:pathLst>
              <a:path w="28071" h="37449">
                <a:moveTo>
                  <a:pt x="4678" y="9362"/>
                </a:moveTo>
                <a:lnTo>
                  <a:pt x="4678" y="4681"/>
                </a:lnTo>
                <a:lnTo>
                  <a:pt x="9357" y="4681"/>
                </a:lnTo>
                <a:lnTo>
                  <a:pt x="9357" y="0"/>
                </a:lnTo>
                <a:lnTo>
                  <a:pt x="28071" y="0"/>
                </a:lnTo>
                <a:lnTo>
                  <a:pt x="28071" y="4681"/>
                </a:lnTo>
                <a:lnTo>
                  <a:pt x="23392" y="4681"/>
                </a:lnTo>
                <a:lnTo>
                  <a:pt x="23392" y="14043"/>
                </a:lnTo>
                <a:lnTo>
                  <a:pt x="18714" y="14043"/>
                </a:lnTo>
                <a:lnTo>
                  <a:pt x="18714" y="23406"/>
                </a:lnTo>
                <a:lnTo>
                  <a:pt x="14035" y="23406"/>
                </a:lnTo>
                <a:lnTo>
                  <a:pt x="14035" y="37449"/>
                </a:lnTo>
                <a:lnTo>
                  <a:pt x="0" y="37449"/>
                </a:lnTo>
                <a:lnTo>
                  <a:pt x="0" y="9362"/>
                </a:lnTo>
                <a:lnTo>
                  <a:pt x="4678" y="936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0" name="Native source glyph inset-3.png">
            <a:extLst xmlns:a="http://schemas.openxmlformats.org/drawingml/2006/main">
              <a:ext uri="{FF2B5EF4-FFF2-40B4-BE49-F238E27FC236}">
                <a16:creationId xmlns:a16="http://schemas.microsoft.com/office/drawing/2014/main" id="{DAB04BDE-A74B-4507-B1CD-BBE339C0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73" y="4464981"/>
            <a:ext cx="205853" cy="135753"/>
          </a:xfrm>
          <a:custGeom xmlns:a="http://schemas.openxmlformats.org/drawingml/2006/main">
            <a:pathLst>
              <a:path w="205853" h="135753">
                <a:moveTo>
                  <a:pt x="0" y="65536"/>
                </a:moveTo>
                <a:lnTo>
                  <a:pt x="4678" y="65536"/>
                </a:lnTo>
                <a:lnTo>
                  <a:pt x="4678" y="51492"/>
                </a:lnTo>
                <a:lnTo>
                  <a:pt x="9357" y="51492"/>
                </a:lnTo>
                <a:lnTo>
                  <a:pt x="9357" y="37449"/>
                </a:lnTo>
                <a:lnTo>
                  <a:pt x="14035" y="37449"/>
                </a:lnTo>
                <a:lnTo>
                  <a:pt x="14035" y="23406"/>
                </a:lnTo>
                <a:lnTo>
                  <a:pt x="18714" y="23406"/>
                </a:lnTo>
                <a:lnTo>
                  <a:pt x="18714" y="9362"/>
                </a:lnTo>
                <a:lnTo>
                  <a:pt x="23392" y="9362"/>
                </a:lnTo>
                <a:lnTo>
                  <a:pt x="23392" y="0"/>
                </a:lnTo>
                <a:lnTo>
                  <a:pt x="56142" y="0"/>
                </a:lnTo>
                <a:lnTo>
                  <a:pt x="56142" y="23406"/>
                </a:lnTo>
                <a:lnTo>
                  <a:pt x="51463" y="23406"/>
                </a:lnTo>
                <a:lnTo>
                  <a:pt x="51463" y="37449"/>
                </a:lnTo>
                <a:lnTo>
                  <a:pt x="46785" y="37449"/>
                </a:lnTo>
                <a:lnTo>
                  <a:pt x="46785" y="51492"/>
                </a:lnTo>
                <a:lnTo>
                  <a:pt x="42106" y="51492"/>
                </a:lnTo>
                <a:lnTo>
                  <a:pt x="42106" y="65536"/>
                </a:lnTo>
                <a:lnTo>
                  <a:pt x="37428" y="65536"/>
                </a:lnTo>
                <a:lnTo>
                  <a:pt x="37428" y="84260"/>
                </a:lnTo>
                <a:lnTo>
                  <a:pt x="32749" y="84260"/>
                </a:lnTo>
                <a:lnTo>
                  <a:pt x="32749" y="107666"/>
                </a:lnTo>
                <a:lnTo>
                  <a:pt x="37428" y="107666"/>
                </a:lnTo>
                <a:lnTo>
                  <a:pt x="37428" y="117028"/>
                </a:lnTo>
                <a:lnTo>
                  <a:pt x="42106" y="117028"/>
                </a:lnTo>
                <a:lnTo>
                  <a:pt x="42106" y="121709"/>
                </a:lnTo>
                <a:lnTo>
                  <a:pt x="65499" y="121709"/>
                </a:lnTo>
                <a:lnTo>
                  <a:pt x="65499" y="117028"/>
                </a:lnTo>
                <a:lnTo>
                  <a:pt x="70177" y="117028"/>
                </a:lnTo>
                <a:lnTo>
                  <a:pt x="70177" y="112347"/>
                </a:lnTo>
                <a:lnTo>
                  <a:pt x="74856" y="112347"/>
                </a:lnTo>
                <a:lnTo>
                  <a:pt x="74856" y="107666"/>
                </a:lnTo>
                <a:lnTo>
                  <a:pt x="79534" y="107666"/>
                </a:lnTo>
                <a:lnTo>
                  <a:pt x="79534" y="74898"/>
                </a:lnTo>
                <a:lnTo>
                  <a:pt x="84213" y="74898"/>
                </a:lnTo>
                <a:lnTo>
                  <a:pt x="84213" y="56174"/>
                </a:lnTo>
                <a:lnTo>
                  <a:pt x="88891" y="56174"/>
                </a:lnTo>
                <a:lnTo>
                  <a:pt x="88891" y="37449"/>
                </a:lnTo>
                <a:lnTo>
                  <a:pt x="93569" y="37449"/>
                </a:lnTo>
                <a:lnTo>
                  <a:pt x="93569" y="18725"/>
                </a:lnTo>
                <a:lnTo>
                  <a:pt x="98248" y="18725"/>
                </a:lnTo>
                <a:lnTo>
                  <a:pt x="98248" y="0"/>
                </a:lnTo>
                <a:lnTo>
                  <a:pt x="135676" y="0"/>
                </a:lnTo>
                <a:lnTo>
                  <a:pt x="135676" y="18725"/>
                </a:lnTo>
                <a:lnTo>
                  <a:pt x="130997" y="18725"/>
                </a:lnTo>
                <a:lnTo>
                  <a:pt x="130997" y="37449"/>
                </a:lnTo>
                <a:lnTo>
                  <a:pt x="126319" y="37449"/>
                </a:lnTo>
                <a:lnTo>
                  <a:pt x="126319" y="56174"/>
                </a:lnTo>
                <a:lnTo>
                  <a:pt x="121640" y="56174"/>
                </a:lnTo>
                <a:lnTo>
                  <a:pt x="121640" y="74898"/>
                </a:lnTo>
                <a:lnTo>
                  <a:pt x="116962" y="74898"/>
                </a:lnTo>
                <a:lnTo>
                  <a:pt x="116962" y="112347"/>
                </a:lnTo>
                <a:lnTo>
                  <a:pt x="121640" y="112347"/>
                </a:lnTo>
                <a:lnTo>
                  <a:pt x="121640" y="117028"/>
                </a:lnTo>
                <a:lnTo>
                  <a:pt x="126319" y="117028"/>
                </a:lnTo>
                <a:lnTo>
                  <a:pt x="126319" y="121709"/>
                </a:lnTo>
                <a:lnTo>
                  <a:pt x="145033" y="121709"/>
                </a:lnTo>
                <a:lnTo>
                  <a:pt x="145033" y="117028"/>
                </a:lnTo>
                <a:lnTo>
                  <a:pt x="154390" y="117028"/>
                </a:lnTo>
                <a:lnTo>
                  <a:pt x="154390" y="112347"/>
                </a:lnTo>
                <a:lnTo>
                  <a:pt x="159068" y="112347"/>
                </a:lnTo>
                <a:lnTo>
                  <a:pt x="159068" y="102985"/>
                </a:lnTo>
                <a:lnTo>
                  <a:pt x="163747" y="102985"/>
                </a:lnTo>
                <a:lnTo>
                  <a:pt x="163747" y="93623"/>
                </a:lnTo>
                <a:lnTo>
                  <a:pt x="168425" y="93623"/>
                </a:lnTo>
                <a:lnTo>
                  <a:pt x="168425" y="79579"/>
                </a:lnTo>
                <a:lnTo>
                  <a:pt x="173103" y="79579"/>
                </a:lnTo>
                <a:lnTo>
                  <a:pt x="173103" y="60855"/>
                </a:lnTo>
                <a:lnTo>
                  <a:pt x="177782" y="60855"/>
                </a:lnTo>
                <a:lnTo>
                  <a:pt x="177782" y="42130"/>
                </a:lnTo>
                <a:lnTo>
                  <a:pt x="182460" y="42130"/>
                </a:lnTo>
                <a:lnTo>
                  <a:pt x="182460" y="37449"/>
                </a:lnTo>
                <a:lnTo>
                  <a:pt x="177782" y="37449"/>
                </a:lnTo>
                <a:lnTo>
                  <a:pt x="177782" y="28087"/>
                </a:lnTo>
                <a:lnTo>
                  <a:pt x="173103" y="28087"/>
                </a:lnTo>
                <a:lnTo>
                  <a:pt x="173103" y="23406"/>
                </a:lnTo>
                <a:lnTo>
                  <a:pt x="168425" y="23406"/>
                </a:lnTo>
                <a:lnTo>
                  <a:pt x="168425" y="18725"/>
                </a:lnTo>
                <a:lnTo>
                  <a:pt x="163747" y="18725"/>
                </a:lnTo>
                <a:lnTo>
                  <a:pt x="163747" y="9362"/>
                </a:lnTo>
                <a:lnTo>
                  <a:pt x="159068" y="9362"/>
                </a:lnTo>
                <a:lnTo>
                  <a:pt x="159068" y="0"/>
                </a:lnTo>
                <a:lnTo>
                  <a:pt x="205853" y="0"/>
                </a:lnTo>
                <a:lnTo>
                  <a:pt x="205853" y="32768"/>
                </a:lnTo>
                <a:lnTo>
                  <a:pt x="201174" y="32768"/>
                </a:lnTo>
                <a:lnTo>
                  <a:pt x="201174" y="51492"/>
                </a:lnTo>
                <a:lnTo>
                  <a:pt x="196496" y="51492"/>
                </a:lnTo>
                <a:lnTo>
                  <a:pt x="196496" y="70217"/>
                </a:lnTo>
                <a:lnTo>
                  <a:pt x="191817" y="70217"/>
                </a:lnTo>
                <a:lnTo>
                  <a:pt x="191817" y="84260"/>
                </a:lnTo>
                <a:lnTo>
                  <a:pt x="187139" y="84260"/>
                </a:lnTo>
                <a:lnTo>
                  <a:pt x="187139" y="93623"/>
                </a:lnTo>
                <a:lnTo>
                  <a:pt x="182460" y="93623"/>
                </a:lnTo>
                <a:lnTo>
                  <a:pt x="182460" y="102985"/>
                </a:lnTo>
                <a:lnTo>
                  <a:pt x="177782" y="102985"/>
                </a:lnTo>
                <a:lnTo>
                  <a:pt x="177782" y="112347"/>
                </a:lnTo>
                <a:lnTo>
                  <a:pt x="173103" y="112347"/>
                </a:lnTo>
                <a:lnTo>
                  <a:pt x="173103" y="117028"/>
                </a:lnTo>
                <a:lnTo>
                  <a:pt x="168425" y="117028"/>
                </a:lnTo>
                <a:lnTo>
                  <a:pt x="168425" y="121709"/>
                </a:lnTo>
                <a:lnTo>
                  <a:pt x="163747" y="121709"/>
                </a:lnTo>
                <a:lnTo>
                  <a:pt x="163747" y="126391"/>
                </a:lnTo>
                <a:lnTo>
                  <a:pt x="159068" y="126391"/>
                </a:lnTo>
                <a:lnTo>
                  <a:pt x="159068" y="131072"/>
                </a:lnTo>
                <a:lnTo>
                  <a:pt x="149711" y="131072"/>
                </a:lnTo>
                <a:lnTo>
                  <a:pt x="149711" y="135753"/>
                </a:lnTo>
                <a:lnTo>
                  <a:pt x="112283" y="135753"/>
                </a:lnTo>
                <a:lnTo>
                  <a:pt x="112283" y="131072"/>
                </a:lnTo>
                <a:lnTo>
                  <a:pt x="98248" y="131072"/>
                </a:lnTo>
                <a:lnTo>
                  <a:pt x="98248" y="126391"/>
                </a:lnTo>
                <a:lnTo>
                  <a:pt x="93569" y="126391"/>
                </a:lnTo>
                <a:lnTo>
                  <a:pt x="93569" y="121709"/>
                </a:lnTo>
                <a:lnTo>
                  <a:pt x="84213" y="121709"/>
                </a:lnTo>
                <a:lnTo>
                  <a:pt x="84213" y="126391"/>
                </a:lnTo>
                <a:lnTo>
                  <a:pt x="79534" y="126391"/>
                </a:lnTo>
                <a:lnTo>
                  <a:pt x="79534" y="131072"/>
                </a:lnTo>
                <a:lnTo>
                  <a:pt x="70177" y="131072"/>
                </a:lnTo>
                <a:lnTo>
                  <a:pt x="70177" y="135753"/>
                </a:lnTo>
                <a:lnTo>
                  <a:pt x="28071" y="135753"/>
                </a:lnTo>
                <a:lnTo>
                  <a:pt x="28071" y="131072"/>
                </a:lnTo>
                <a:lnTo>
                  <a:pt x="18714" y="131072"/>
                </a:lnTo>
                <a:lnTo>
                  <a:pt x="18714" y="126391"/>
                </a:lnTo>
                <a:lnTo>
                  <a:pt x="14035" y="126391"/>
                </a:lnTo>
                <a:lnTo>
                  <a:pt x="14035" y="121709"/>
                </a:lnTo>
                <a:lnTo>
                  <a:pt x="9357" y="121709"/>
                </a:lnTo>
                <a:lnTo>
                  <a:pt x="9357" y="117028"/>
                </a:lnTo>
                <a:lnTo>
                  <a:pt x="4678" y="117028"/>
                </a:lnTo>
                <a:lnTo>
                  <a:pt x="4678" y="112347"/>
                </a:lnTo>
                <a:lnTo>
                  <a:pt x="0" y="112347"/>
                </a:lnTo>
                <a:lnTo>
                  <a:pt x="0" y="6553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1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38FBBCF1-6FDC-4F2E-9EEA-07DD05D0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583" y="1086561"/>
            <a:ext cx="469831" cy="166566"/>
          </a:xfrm>
          <a:custGeom xmlns:a="http://schemas.openxmlformats.org/drawingml/2006/main">
            <a:pathLst>
              <a:path w="469831" h="166566">
                <a:moveTo>
                  <a:pt x="0" y="0"/>
                </a:moveTo>
                <a:lnTo>
                  <a:pt x="469831" y="0"/>
                </a:lnTo>
                <a:lnTo>
                  <a:pt x="469831" y="166566"/>
                </a:lnTo>
                <a:lnTo>
                  <a:pt x="0" y="1665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2" name="Native source glyph inset-4.png">
            <a:extLst xmlns:a="http://schemas.openxmlformats.org/drawingml/2006/main">
              <a:ext uri="{FF2B5EF4-FFF2-40B4-BE49-F238E27FC236}">
                <a16:creationId xmlns:a16="http://schemas.microsoft.com/office/drawing/2014/main" id="{99A7F68B-A00F-480E-9FAE-AD50A324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816" y="1095815"/>
            <a:ext cx="79081" cy="157312"/>
          </a:xfrm>
          <a:custGeom xmlns:a="http://schemas.openxmlformats.org/drawingml/2006/main">
            <a:pathLst>
              <a:path w="79081" h="157312">
                <a:moveTo>
                  <a:pt x="55822" y="37015"/>
                </a:moveTo>
                <a:lnTo>
                  <a:pt x="41866" y="37015"/>
                </a:lnTo>
                <a:lnTo>
                  <a:pt x="41866" y="41642"/>
                </a:lnTo>
                <a:lnTo>
                  <a:pt x="27911" y="41642"/>
                </a:lnTo>
                <a:lnTo>
                  <a:pt x="27911" y="37015"/>
                </a:lnTo>
                <a:lnTo>
                  <a:pt x="23259" y="37015"/>
                </a:lnTo>
                <a:lnTo>
                  <a:pt x="23259" y="32388"/>
                </a:lnTo>
                <a:lnTo>
                  <a:pt x="37214" y="32388"/>
                </a:lnTo>
                <a:lnTo>
                  <a:pt x="37214" y="27761"/>
                </a:lnTo>
                <a:lnTo>
                  <a:pt x="46518" y="27761"/>
                </a:lnTo>
                <a:lnTo>
                  <a:pt x="46518" y="23134"/>
                </a:lnTo>
                <a:lnTo>
                  <a:pt x="55822" y="23134"/>
                </a:lnTo>
                <a:lnTo>
                  <a:pt x="55822" y="18507"/>
                </a:lnTo>
                <a:lnTo>
                  <a:pt x="60473" y="18507"/>
                </a:lnTo>
                <a:lnTo>
                  <a:pt x="60473" y="13881"/>
                </a:lnTo>
                <a:lnTo>
                  <a:pt x="65125" y="13881"/>
                </a:lnTo>
                <a:lnTo>
                  <a:pt x="65125" y="9254"/>
                </a:lnTo>
                <a:lnTo>
                  <a:pt x="69777" y="9254"/>
                </a:lnTo>
                <a:lnTo>
                  <a:pt x="69777" y="4627"/>
                </a:lnTo>
                <a:lnTo>
                  <a:pt x="74429" y="4627"/>
                </a:lnTo>
                <a:lnTo>
                  <a:pt x="74429" y="0"/>
                </a:lnTo>
                <a:lnTo>
                  <a:pt x="79081" y="0"/>
                </a:lnTo>
                <a:lnTo>
                  <a:pt x="79081" y="18507"/>
                </a:lnTo>
                <a:lnTo>
                  <a:pt x="74429" y="18507"/>
                </a:lnTo>
                <a:lnTo>
                  <a:pt x="74429" y="37015"/>
                </a:lnTo>
                <a:lnTo>
                  <a:pt x="69777" y="37015"/>
                </a:lnTo>
                <a:lnTo>
                  <a:pt x="69777" y="55522"/>
                </a:lnTo>
                <a:lnTo>
                  <a:pt x="65125" y="55522"/>
                </a:lnTo>
                <a:lnTo>
                  <a:pt x="65125" y="74029"/>
                </a:lnTo>
                <a:lnTo>
                  <a:pt x="60473" y="74029"/>
                </a:lnTo>
                <a:lnTo>
                  <a:pt x="60473" y="97164"/>
                </a:lnTo>
                <a:lnTo>
                  <a:pt x="55822" y="97164"/>
                </a:lnTo>
                <a:lnTo>
                  <a:pt x="55822" y="115671"/>
                </a:lnTo>
                <a:lnTo>
                  <a:pt x="51170" y="115671"/>
                </a:lnTo>
                <a:lnTo>
                  <a:pt x="51170" y="134178"/>
                </a:lnTo>
                <a:lnTo>
                  <a:pt x="46518" y="134178"/>
                </a:lnTo>
                <a:lnTo>
                  <a:pt x="46518" y="148059"/>
                </a:lnTo>
                <a:lnTo>
                  <a:pt x="74429" y="148059"/>
                </a:lnTo>
                <a:lnTo>
                  <a:pt x="74429" y="157312"/>
                </a:lnTo>
                <a:lnTo>
                  <a:pt x="0" y="157312"/>
                </a:lnTo>
                <a:lnTo>
                  <a:pt x="0" y="148059"/>
                </a:lnTo>
                <a:lnTo>
                  <a:pt x="27911" y="148059"/>
                </a:lnTo>
                <a:lnTo>
                  <a:pt x="27911" y="138805"/>
                </a:lnTo>
                <a:lnTo>
                  <a:pt x="32563" y="138805"/>
                </a:lnTo>
                <a:lnTo>
                  <a:pt x="32563" y="124925"/>
                </a:lnTo>
                <a:lnTo>
                  <a:pt x="37214" y="124925"/>
                </a:lnTo>
                <a:lnTo>
                  <a:pt x="37214" y="106417"/>
                </a:lnTo>
                <a:lnTo>
                  <a:pt x="41866" y="106417"/>
                </a:lnTo>
                <a:lnTo>
                  <a:pt x="41866" y="87910"/>
                </a:lnTo>
                <a:lnTo>
                  <a:pt x="46518" y="87910"/>
                </a:lnTo>
                <a:lnTo>
                  <a:pt x="46518" y="64776"/>
                </a:lnTo>
                <a:lnTo>
                  <a:pt x="51170" y="64776"/>
                </a:lnTo>
                <a:lnTo>
                  <a:pt x="51170" y="46268"/>
                </a:lnTo>
                <a:lnTo>
                  <a:pt x="55822" y="46268"/>
                </a:lnTo>
                <a:lnTo>
                  <a:pt x="55822" y="3701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3" name="Native source glyph inset-4.png">
            <a:extLst xmlns:a="http://schemas.openxmlformats.org/drawingml/2006/main">
              <a:ext uri="{FF2B5EF4-FFF2-40B4-BE49-F238E27FC236}">
                <a16:creationId xmlns:a16="http://schemas.microsoft.com/office/drawing/2014/main" id="{DE1CD728-A03B-4B61-A837-0B6670E9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360" y="1239247"/>
            <a:ext cx="51170" cy="13881"/>
          </a:xfrm>
          <a:custGeom xmlns:a="http://schemas.openxmlformats.org/drawingml/2006/main">
            <a:pathLst>
              <a:path w="51170" h="13881">
                <a:moveTo>
                  <a:pt x="13955" y="4627"/>
                </a:moveTo>
                <a:lnTo>
                  <a:pt x="13955" y="0"/>
                </a:lnTo>
                <a:lnTo>
                  <a:pt x="37214" y="0"/>
                </a:lnTo>
                <a:lnTo>
                  <a:pt x="37214" y="4627"/>
                </a:lnTo>
                <a:lnTo>
                  <a:pt x="46518" y="4627"/>
                </a:lnTo>
                <a:lnTo>
                  <a:pt x="46518" y="9254"/>
                </a:lnTo>
                <a:lnTo>
                  <a:pt x="51170" y="9254"/>
                </a:lnTo>
                <a:lnTo>
                  <a:pt x="51170" y="13881"/>
                </a:lnTo>
                <a:lnTo>
                  <a:pt x="0" y="13881"/>
                </a:lnTo>
                <a:lnTo>
                  <a:pt x="0" y="9254"/>
                </a:lnTo>
                <a:lnTo>
                  <a:pt x="4652" y="9254"/>
                </a:lnTo>
                <a:lnTo>
                  <a:pt x="4652" y="4627"/>
                </a:lnTo>
                <a:lnTo>
                  <a:pt x="13955" y="462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" name="Native source glyph inset-4.png">
            <a:extLst xmlns:a="http://schemas.openxmlformats.org/drawingml/2006/main">
              <a:ext uri="{FF2B5EF4-FFF2-40B4-BE49-F238E27FC236}">
                <a16:creationId xmlns:a16="http://schemas.microsoft.com/office/drawing/2014/main" id="{F6B6862C-62CA-499C-BDB8-D295B0EA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824" y="1239247"/>
            <a:ext cx="37214" cy="13881"/>
          </a:xfrm>
          <a:custGeom xmlns:a="http://schemas.openxmlformats.org/drawingml/2006/main">
            <a:pathLst>
              <a:path w="37214" h="13881">
                <a:moveTo>
                  <a:pt x="0" y="9254"/>
                </a:moveTo>
                <a:lnTo>
                  <a:pt x="4652" y="9254"/>
                </a:lnTo>
                <a:lnTo>
                  <a:pt x="4652" y="4627"/>
                </a:lnTo>
                <a:lnTo>
                  <a:pt x="13955" y="4627"/>
                </a:lnTo>
                <a:lnTo>
                  <a:pt x="13955" y="0"/>
                </a:lnTo>
                <a:lnTo>
                  <a:pt x="27911" y="0"/>
                </a:lnTo>
                <a:lnTo>
                  <a:pt x="27911" y="4627"/>
                </a:lnTo>
                <a:lnTo>
                  <a:pt x="37214" y="4627"/>
                </a:lnTo>
                <a:lnTo>
                  <a:pt x="37214" y="13881"/>
                </a:lnTo>
                <a:lnTo>
                  <a:pt x="0" y="13881"/>
                </a:lnTo>
                <a:lnTo>
                  <a:pt x="0" y="9254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5" name="Native source glyph inset-4.png">
            <a:extLst xmlns:a="http://schemas.openxmlformats.org/drawingml/2006/main">
              <a:ext uri="{FF2B5EF4-FFF2-40B4-BE49-F238E27FC236}">
                <a16:creationId xmlns:a16="http://schemas.microsoft.com/office/drawing/2014/main" id="{445C01D0-B981-4C1B-982B-4812222F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351" y="1243874"/>
            <a:ext cx="32563" cy="9254"/>
          </a:xfrm>
          <a:custGeom xmlns:a="http://schemas.openxmlformats.org/drawingml/2006/main">
            <a:pathLst>
              <a:path w="32563" h="9254">
                <a:moveTo>
                  <a:pt x="4652" y="4627"/>
                </a:moveTo>
                <a:lnTo>
                  <a:pt x="4652" y="0"/>
                </a:lnTo>
                <a:lnTo>
                  <a:pt x="27911" y="0"/>
                </a:lnTo>
                <a:lnTo>
                  <a:pt x="27911" y="4627"/>
                </a:lnTo>
                <a:lnTo>
                  <a:pt x="32563" y="4627"/>
                </a:lnTo>
                <a:lnTo>
                  <a:pt x="32563" y="9254"/>
                </a:lnTo>
                <a:lnTo>
                  <a:pt x="0" y="9254"/>
                </a:lnTo>
                <a:lnTo>
                  <a:pt x="0" y="4627"/>
                </a:lnTo>
                <a:lnTo>
                  <a:pt x="4652" y="462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6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D0C23599-C153-46C5-AA55-674CEBF4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583" y="1253127"/>
            <a:ext cx="469831" cy="158525"/>
          </a:xfrm>
          <a:custGeom xmlns:a="http://schemas.openxmlformats.org/drawingml/2006/main">
            <a:pathLst>
              <a:path w="469831" h="158525">
                <a:moveTo>
                  <a:pt x="0" y="0"/>
                </a:moveTo>
                <a:lnTo>
                  <a:pt x="469831" y="0"/>
                </a:lnTo>
                <a:lnTo>
                  <a:pt x="469831" y="158525"/>
                </a:lnTo>
                <a:lnTo>
                  <a:pt x="0" y="158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" name="Native source glyph inset-5.png">
            <a:extLst xmlns:a="http://schemas.openxmlformats.org/drawingml/2006/main">
              <a:ext uri="{FF2B5EF4-FFF2-40B4-BE49-F238E27FC236}">
                <a16:creationId xmlns:a16="http://schemas.microsoft.com/office/drawing/2014/main" id="{5F47D074-6733-407C-9247-763B0311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9101" y="1253127"/>
            <a:ext cx="32563" cy="41963"/>
          </a:xfrm>
          <a:custGeom xmlns:a="http://schemas.openxmlformats.org/drawingml/2006/main">
            <a:pathLst>
              <a:path w="32563" h="41963">
                <a:moveTo>
                  <a:pt x="9304" y="9325"/>
                </a:moveTo>
                <a:lnTo>
                  <a:pt x="9304" y="4663"/>
                </a:lnTo>
                <a:lnTo>
                  <a:pt x="13955" y="4663"/>
                </a:lnTo>
                <a:lnTo>
                  <a:pt x="13955" y="0"/>
                </a:lnTo>
                <a:lnTo>
                  <a:pt x="32563" y="0"/>
                </a:lnTo>
                <a:lnTo>
                  <a:pt x="32563" y="4663"/>
                </a:lnTo>
                <a:lnTo>
                  <a:pt x="27911" y="4663"/>
                </a:lnTo>
                <a:lnTo>
                  <a:pt x="27911" y="13988"/>
                </a:lnTo>
                <a:lnTo>
                  <a:pt x="23259" y="13988"/>
                </a:lnTo>
                <a:lnTo>
                  <a:pt x="23259" y="27975"/>
                </a:lnTo>
                <a:lnTo>
                  <a:pt x="18607" y="27975"/>
                </a:lnTo>
                <a:lnTo>
                  <a:pt x="18607" y="37300"/>
                </a:lnTo>
                <a:lnTo>
                  <a:pt x="9304" y="37300"/>
                </a:lnTo>
                <a:lnTo>
                  <a:pt x="9304" y="41963"/>
                </a:lnTo>
                <a:lnTo>
                  <a:pt x="4652" y="41963"/>
                </a:lnTo>
                <a:lnTo>
                  <a:pt x="4652" y="37300"/>
                </a:lnTo>
                <a:lnTo>
                  <a:pt x="0" y="37300"/>
                </a:lnTo>
                <a:lnTo>
                  <a:pt x="0" y="18650"/>
                </a:lnTo>
                <a:lnTo>
                  <a:pt x="4652" y="18650"/>
                </a:lnTo>
                <a:lnTo>
                  <a:pt x="4652" y="9325"/>
                </a:lnTo>
                <a:lnTo>
                  <a:pt x="9304" y="93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" name="Native source glyph inset-5.png">
            <a:extLst xmlns:a="http://schemas.openxmlformats.org/drawingml/2006/main">
              <a:ext uri="{FF2B5EF4-FFF2-40B4-BE49-F238E27FC236}">
                <a16:creationId xmlns:a16="http://schemas.microsoft.com/office/drawing/2014/main" id="{D7BA9B49-389A-4253-933C-0E17CCF3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012" y="1253127"/>
            <a:ext cx="204679" cy="139875"/>
          </a:xfrm>
          <a:custGeom xmlns:a="http://schemas.openxmlformats.org/drawingml/2006/main">
            <a:pathLst>
              <a:path w="204679" h="139875">
                <a:moveTo>
                  <a:pt x="46518" y="51288"/>
                </a:moveTo>
                <a:lnTo>
                  <a:pt x="41866" y="51288"/>
                </a:lnTo>
                <a:lnTo>
                  <a:pt x="41866" y="65275"/>
                </a:lnTo>
                <a:lnTo>
                  <a:pt x="37214" y="65275"/>
                </a:lnTo>
                <a:lnTo>
                  <a:pt x="37214" y="88588"/>
                </a:lnTo>
                <a:lnTo>
                  <a:pt x="32563" y="88588"/>
                </a:lnTo>
                <a:lnTo>
                  <a:pt x="32563" y="107238"/>
                </a:lnTo>
                <a:lnTo>
                  <a:pt x="37214" y="107238"/>
                </a:lnTo>
                <a:lnTo>
                  <a:pt x="37214" y="116563"/>
                </a:lnTo>
                <a:lnTo>
                  <a:pt x="41866" y="116563"/>
                </a:lnTo>
                <a:lnTo>
                  <a:pt x="41866" y="121225"/>
                </a:lnTo>
                <a:lnTo>
                  <a:pt x="69777" y="121225"/>
                </a:lnTo>
                <a:lnTo>
                  <a:pt x="69777" y="116563"/>
                </a:lnTo>
                <a:lnTo>
                  <a:pt x="74429" y="116563"/>
                </a:lnTo>
                <a:lnTo>
                  <a:pt x="74429" y="107238"/>
                </a:lnTo>
                <a:lnTo>
                  <a:pt x="79081" y="107238"/>
                </a:lnTo>
                <a:lnTo>
                  <a:pt x="79081" y="79263"/>
                </a:lnTo>
                <a:lnTo>
                  <a:pt x="83732" y="79263"/>
                </a:lnTo>
                <a:lnTo>
                  <a:pt x="83732" y="55950"/>
                </a:lnTo>
                <a:lnTo>
                  <a:pt x="88384" y="55950"/>
                </a:lnTo>
                <a:lnTo>
                  <a:pt x="88384" y="37300"/>
                </a:lnTo>
                <a:lnTo>
                  <a:pt x="93036" y="37300"/>
                </a:lnTo>
                <a:lnTo>
                  <a:pt x="93036" y="18650"/>
                </a:lnTo>
                <a:lnTo>
                  <a:pt x="97688" y="18650"/>
                </a:lnTo>
                <a:lnTo>
                  <a:pt x="97688" y="0"/>
                </a:lnTo>
                <a:lnTo>
                  <a:pt x="134902" y="0"/>
                </a:lnTo>
                <a:lnTo>
                  <a:pt x="134902" y="18650"/>
                </a:lnTo>
                <a:lnTo>
                  <a:pt x="130250" y="18650"/>
                </a:lnTo>
                <a:lnTo>
                  <a:pt x="130250" y="37300"/>
                </a:lnTo>
                <a:lnTo>
                  <a:pt x="125599" y="37300"/>
                </a:lnTo>
                <a:lnTo>
                  <a:pt x="125599" y="55950"/>
                </a:lnTo>
                <a:lnTo>
                  <a:pt x="120947" y="55950"/>
                </a:lnTo>
                <a:lnTo>
                  <a:pt x="120947" y="79263"/>
                </a:lnTo>
                <a:lnTo>
                  <a:pt x="116295" y="79263"/>
                </a:lnTo>
                <a:lnTo>
                  <a:pt x="116295" y="116563"/>
                </a:lnTo>
                <a:lnTo>
                  <a:pt x="120947" y="116563"/>
                </a:lnTo>
                <a:lnTo>
                  <a:pt x="120947" y="121225"/>
                </a:lnTo>
                <a:lnTo>
                  <a:pt x="148857" y="121225"/>
                </a:lnTo>
                <a:lnTo>
                  <a:pt x="148857" y="116563"/>
                </a:lnTo>
                <a:lnTo>
                  <a:pt x="153509" y="116563"/>
                </a:lnTo>
                <a:lnTo>
                  <a:pt x="153509" y="111900"/>
                </a:lnTo>
                <a:lnTo>
                  <a:pt x="158161" y="111900"/>
                </a:lnTo>
                <a:lnTo>
                  <a:pt x="158161" y="102575"/>
                </a:lnTo>
                <a:lnTo>
                  <a:pt x="162813" y="102575"/>
                </a:lnTo>
                <a:lnTo>
                  <a:pt x="162813" y="93250"/>
                </a:lnTo>
                <a:lnTo>
                  <a:pt x="167465" y="93250"/>
                </a:lnTo>
                <a:lnTo>
                  <a:pt x="167465" y="79263"/>
                </a:lnTo>
                <a:lnTo>
                  <a:pt x="172116" y="79263"/>
                </a:lnTo>
                <a:lnTo>
                  <a:pt x="172116" y="65275"/>
                </a:lnTo>
                <a:lnTo>
                  <a:pt x="176768" y="65275"/>
                </a:lnTo>
                <a:lnTo>
                  <a:pt x="176768" y="46625"/>
                </a:lnTo>
                <a:lnTo>
                  <a:pt x="181420" y="46625"/>
                </a:lnTo>
                <a:lnTo>
                  <a:pt x="181420" y="37300"/>
                </a:lnTo>
                <a:lnTo>
                  <a:pt x="176768" y="37300"/>
                </a:lnTo>
                <a:lnTo>
                  <a:pt x="176768" y="27975"/>
                </a:lnTo>
                <a:lnTo>
                  <a:pt x="172116" y="27975"/>
                </a:lnTo>
                <a:lnTo>
                  <a:pt x="172116" y="23313"/>
                </a:lnTo>
                <a:lnTo>
                  <a:pt x="167465" y="23313"/>
                </a:lnTo>
                <a:lnTo>
                  <a:pt x="167465" y="18650"/>
                </a:lnTo>
                <a:lnTo>
                  <a:pt x="162813" y="18650"/>
                </a:lnTo>
                <a:lnTo>
                  <a:pt x="162813" y="9325"/>
                </a:lnTo>
                <a:lnTo>
                  <a:pt x="158161" y="9325"/>
                </a:lnTo>
                <a:lnTo>
                  <a:pt x="158161" y="0"/>
                </a:lnTo>
                <a:lnTo>
                  <a:pt x="204679" y="0"/>
                </a:lnTo>
                <a:lnTo>
                  <a:pt x="204679" y="37300"/>
                </a:lnTo>
                <a:lnTo>
                  <a:pt x="200027" y="37300"/>
                </a:lnTo>
                <a:lnTo>
                  <a:pt x="200027" y="55950"/>
                </a:lnTo>
                <a:lnTo>
                  <a:pt x="195375" y="55950"/>
                </a:lnTo>
                <a:lnTo>
                  <a:pt x="195375" y="69938"/>
                </a:lnTo>
                <a:lnTo>
                  <a:pt x="190724" y="69938"/>
                </a:lnTo>
                <a:lnTo>
                  <a:pt x="190724" y="83925"/>
                </a:lnTo>
                <a:lnTo>
                  <a:pt x="186072" y="83925"/>
                </a:lnTo>
                <a:lnTo>
                  <a:pt x="186072" y="97913"/>
                </a:lnTo>
                <a:lnTo>
                  <a:pt x="181420" y="97913"/>
                </a:lnTo>
                <a:lnTo>
                  <a:pt x="181420" y="107238"/>
                </a:lnTo>
                <a:lnTo>
                  <a:pt x="176768" y="107238"/>
                </a:lnTo>
                <a:lnTo>
                  <a:pt x="176768" y="111900"/>
                </a:lnTo>
                <a:lnTo>
                  <a:pt x="172116" y="111900"/>
                </a:lnTo>
                <a:lnTo>
                  <a:pt x="172116" y="121225"/>
                </a:lnTo>
                <a:lnTo>
                  <a:pt x="167465" y="121225"/>
                </a:lnTo>
                <a:lnTo>
                  <a:pt x="167465" y="125888"/>
                </a:lnTo>
                <a:lnTo>
                  <a:pt x="158161" y="125888"/>
                </a:lnTo>
                <a:lnTo>
                  <a:pt x="158161" y="130550"/>
                </a:lnTo>
                <a:lnTo>
                  <a:pt x="153509" y="130550"/>
                </a:lnTo>
                <a:lnTo>
                  <a:pt x="153509" y="135213"/>
                </a:lnTo>
                <a:lnTo>
                  <a:pt x="139554" y="135213"/>
                </a:lnTo>
                <a:lnTo>
                  <a:pt x="139554" y="139875"/>
                </a:lnTo>
                <a:lnTo>
                  <a:pt x="125599" y="139875"/>
                </a:lnTo>
                <a:lnTo>
                  <a:pt x="125599" y="135213"/>
                </a:lnTo>
                <a:lnTo>
                  <a:pt x="106991" y="135213"/>
                </a:lnTo>
                <a:lnTo>
                  <a:pt x="106991" y="130550"/>
                </a:lnTo>
                <a:lnTo>
                  <a:pt x="97688" y="130550"/>
                </a:lnTo>
                <a:lnTo>
                  <a:pt x="97688" y="125888"/>
                </a:lnTo>
                <a:lnTo>
                  <a:pt x="93036" y="125888"/>
                </a:lnTo>
                <a:lnTo>
                  <a:pt x="93036" y="121225"/>
                </a:lnTo>
                <a:lnTo>
                  <a:pt x="88384" y="121225"/>
                </a:lnTo>
                <a:lnTo>
                  <a:pt x="88384" y="125888"/>
                </a:lnTo>
                <a:lnTo>
                  <a:pt x="79081" y="125888"/>
                </a:lnTo>
                <a:lnTo>
                  <a:pt x="79081" y="130550"/>
                </a:lnTo>
                <a:lnTo>
                  <a:pt x="74429" y="130550"/>
                </a:lnTo>
                <a:lnTo>
                  <a:pt x="74429" y="135213"/>
                </a:lnTo>
                <a:lnTo>
                  <a:pt x="60473" y="135213"/>
                </a:lnTo>
                <a:lnTo>
                  <a:pt x="60473" y="139875"/>
                </a:lnTo>
                <a:lnTo>
                  <a:pt x="46518" y="139875"/>
                </a:lnTo>
                <a:lnTo>
                  <a:pt x="46518" y="135213"/>
                </a:lnTo>
                <a:lnTo>
                  <a:pt x="23259" y="135213"/>
                </a:lnTo>
                <a:lnTo>
                  <a:pt x="23259" y="130550"/>
                </a:lnTo>
                <a:lnTo>
                  <a:pt x="18607" y="130550"/>
                </a:lnTo>
                <a:lnTo>
                  <a:pt x="18607" y="125888"/>
                </a:lnTo>
                <a:lnTo>
                  <a:pt x="9304" y="125888"/>
                </a:lnTo>
                <a:lnTo>
                  <a:pt x="9304" y="121225"/>
                </a:lnTo>
                <a:lnTo>
                  <a:pt x="4652" y="121225"/>
                </a:lnTo>
                <a:lnTo>
                  <a:pt x="4652" y="111900"/>
                </a:lnTo>
                <a:lnTo>
                  <a:pt x="0" y="111900"/>
                </a:lnTo>
                <a:lnTo>
                  <a:pt x="0" y="65275"/>
                </a:lnTo>
                <a:lnTo>
                  <a:pt x="4652" y="65275"/>
                </a:lnTo>
                <a:lnTo>
                  <a:pt x="4652" y="51288"/>
                </a:lnTo>
                <a:lnTo>
                  <a:pt x="9304" y="51288"/>
                </a:lnTo>
                <a:lnTo>
                  <a:pt x="9304" y="37300"/>
                </a:lnTo>
                <a:lnTo>
                  <a:pt x="13955" y="37300"/>
                </a:lnTo>
                <a:lnTo>
                  <a:pt x="13955" y="23313"/>
                </a:lnTo>
                <a:lnTo>
                  <a:pt x="18607" y="23313"/>
                </a:lnTo>
                <a:lnTo>
                  <a:pt x="18607" y="9325"/>
                </a:lnTo>
                <a:lnTo>
                  <a:pt x="23259" y="9325"/>
                </a:lnTo>
                <a:lnTo>
                  <a:pt x="23259" y="0"/>
                </a:lnTo>
                <a:lnTo>
                  <a:pt x="55822" y="0"/>
                </a:lnTo>
                <a:lnTo>
                  <a:pt x="55822" y="23313"/>
                </a:lnTo>
                <a:lnTo>
                  <a:pt x="51170" y="23313"/>
                </a:lnTo>
                <a:lnTo>
                  <a:pt x="51170" y="37300"/>
                </a:lnTo>
                <a:lnTo>
                  <a:pt x="46518" y="37300"/>
                </a:lnTo>
                <a:lnTo>
                  <a:pt x="46518" y="5128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4A589-2187-48DA-8153-21D142F1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61" y="1884930"/>
            <a:ext cx="2284828" cy="197582"/>
          </a:xfrm>
          <a:custGeom xmlns:a="http://schemas.openxmlformats.org/drawingml/2006/main">
            <a:pathLst>
              <a:path w="2284828" h="197582">
                <a:moveTo>
                  <a:pt x="0" y="0"/>
                </a:moveTo>
                <a:lnTo>
                  <a:pt x="0" y="197582"/>
                </a:lnTo>
                <a:lnTo>
                  <a:pt x="2284828" y="197582"/>
                </a:lnTo>
                <a:lnTo>
                  <a:pt x="2284828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47A8A-D4AD-4CD3-81EA-47659F8E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3" y="1667819"/>
            <a:ext cx="2284828" cy="411246"/>
          </a:xfrm>
          <a:custGeom xmlns:a="http://schemas.openxmlformats.org/drawingml/2006/main">
            <a:pathLst>
              <a:path w="2284828" h="411246">
                <a:moveTo>
                  <a:pt x="205623" y="411246"/>
                </a:moveTo>
                <a:cubicBezTo>
                  <a:pt x="91899" y="411246"/>
                  <a:pt x="0" y="319348"/>
                  <a:pt x="0" y="205623"/>
                </a:cubicBezTo>
                <a:cubicBezTo>
                  <a:pt x="0" y="91899"/>
                  <a:pt x="91899" y="0"/>
                  <a:pt x="205623" y="0"/>
                </a:cubicBezTo>
                <a:lnTo>
                  <a:pt x="2079205" y="0"/>
                </a:lnTo>
                <a:cubicBezTo>
                  <a:pt x="2191781" y="0"/>
                  <a:pt x="2284828" y="91899"/>
                  <a:pt x="2284828" y="205623"/>
                </a:cubicBezTo>
                <a:cubicBezTo>
                  <a:pt x="2284828" y="319348"/>
                  <a:pt x="2191781" y="411246"/>
                  <a:pt x="2079205" y="411246"/>
                </a:cubicBezTo>
                <a:lnTo>
                  <a:pt x="205623" y="411246"/>
                </a:ln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8FF50-1B5A-42FE-BDBA-89376BD0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132" y="1766668"/>
            <a:ext cx="1771824" cy="212056"/>
          </a:xfrm>
          <a:custGeom xmlns:a="http://schemas.openxmlformats.org/drawingml/2006/main">
            <a:pathLst>
              <a:path w="1771824" h="212056">
                <a:moveTo>
                  <a:pt x="1733628" y="16637"/>
                </a:moveTo>
                <a:cubicBezTo>
                  <a:pt x="1727042" y="28699"/>
                  <a:pt x="1719327" y="39650"/>
                  <a:pt x="1710481" y="49415"/>
                </a:cubicBezTo>
                <a:cubicBezTo>
                  <a:pt x="1701655" y="59217"/>
                  <a:pt x="1690953" y="68541"/>
                  <a:pt x="1678374" y="77425"/>
                </a:cubicBezTo>
                <a:lnTo>
                  <a:pt x="1678374" y="82670"/>
                </a:lnTo>
                <a:lnTo>
                  <a:pt x="1696639" y="82670"/>
                </a:lnTo>
                <a:lnTo>
                  <a:pt x="1696639" y="158295"/>
                </a:lnTo>
                <a:cubicBezTo>
                  <a:pt x="1696639" y="173286"/>
                  <a:pt x="1697137" y="182457"/>
                  <a:pt x="1698132" y="185865"/>
                </a:cubicBezTo>
                <a:cubicBezTo>
                  <a:pt x="1699836" y="191953"/>
                  <a:pt x="1703742" y="197467"/>
                  <a:pt x="1709888" y="202407"/>
                </a:cubicBezTo>
                <a:cubicBezTo>
                  <a:pt x="1716034" y="207346"/>
                  <a:pt x="1723539" y="209816"/>
                  <a:pt x="1732422" y="209816"/>
                </a:cubicBezTo>
                <a:cubicBezTo>
                  <a:pt x="1750591" y="209816"/>
                  <a:pt x="1763725" y="200243"/>
                  <a:pt x="1771824" y="181059"/>
                </a:cubicBezTo>
                <a:lnTo>
                  <a:pt x="1767324" y="177766"/>
                </a:lnTo>
                <a:cubicBezTo>
                  <a:pt x="1761523" y="187645"/>
                  <a:pt x="1755397" y="192604"/>
                  <a:pt x="1748906" y="192604"/>
                </a:cubicBezTo>
                <a:cubicBezTo>
                  <a:pt x="1747298" y="192604"/>
                  <a:pt x="1745556" y="191877"/>
                  <a:pt x="1743661" y="190421"/>
                </a:cubicBezTo>
                <a:cubicBezTo>
                  <a:pt x="1741765" y="188986"/>
                  <a:pt x="1740444" y="187090"/>
                  <a:pt x="1739697" y="184735"/>
                </a:cubicBezTo>
                <a:cubicBezTo>
                  <a:pt x="1738951" y="182380"/>
                  <a:pt x="1738568" y="177173"/>
                  <a:pt x="1738568" y="169074"/>
                </a:cubicBezTo>
                <a:lnTo>
                  <a:pt x="1738568" y="82670"/>
                </a:lnTo>
                <a:lnTo>
                  <a:pt x="1771824" y="82670"/>
                </a:lnTo>
                <a:lnTo>
                  <a:pt x="1771824" y="67852"/>
                </a:lnTo>
                <a:lnTo>
                  <a:pt x="1738568" y="67852"/>
                </a:lnTo>
                <a:lnTo>
                  <a:pt x="1738568" y="16637"/>
                </a:lnTo>
                <a:lnTo>
                  <a:pt x="1733628" y="16637"/>
                </a:lnTo>
                <a:close/>
                <a:moveTo>
                  <a:pt x="1593751" y="67852"/>
                </a:moveTo>
                <a:lnTo>
                  <a:pt x="1593751" y="73385"/>
                </a:lnTo>
                <a:cubicBezTo>
                  <a:pt x="1600337" y="73787"/>
                  <a:pt x="1604779" y="75357"/>
                  <a:pt x="1607076" y="78095"/>
                </a:cubicBezTo>
                <a:cubicBezTo>
                  <a:pt x="1609374" y="80852"/>
                  <a:pt x="1610522" y="87170"/>
                  <a:pt x="1610522" y="97049"/>
                </a:cubicBezTo>
                <a:lnTo>
                  <a:pt x="1610522" y="178819"/>
                </a:lnTo>
                <a:cubicBezTo>
                  <a:pt x="1610522" y="188698"/>
                  <a:pt x="1609527" y="194787"/>
                  <a:pt x="1607536" y="197084"/>
                </a:cubicBezTo>
                <a:cubicBezTo>
                  <a:pt x="1604530" y="200492"/>
                  <a:pt x="1599935" y="202273"/>
                  <a:pt x="1593751" y="202483"/>
                </a:cubicBezTo>
                <a:lnTo>
                  <a:pt x="1593751" y="207863"/>
                </a:lnTo>
                <a:lnTo>
                  <a:pt x="1669376" y="207863"/>
                </a:lnTo>
                <a:lnTo>
                  <a:pt x="1669376" y="202483"/>
                </a:lnTo>
                <a:cubicBezTo>
                  <a:pt x="1662694" y="202081"/>
                  <a:pt x="1658195" y="200511"/>
                  <a:pt x="1655897" y="197754"/>
                </a:cubicBezTo>
                <a:cubicBezTo>
                  <a:pt x="1653600" y="195016"/>
                  <a:pt x="1652451" y="188698"/>
                  <a:pt x="1652451" y="178819"/>
                </a:cubicBezTo>
                <a:lnTo>
                  <a:pt x="1652451" y="67852"/>
                </a:lnTo>
                <a:lnTo>
                  <a:pt x="1593751" y="67852"/>
                </a:lnTo>
                <a:close/>
                <a:moveTo>
                  <a:pt x="1615175" y="6816"/>
                </a:moveTo>
                <a:cubicBezTo>
                  <a:pt x="1610676" y="11372"/>
                  <a:pt x="1608436" y="16829"/>
                  <a:pt x="1608436" y="23224"/>
                </a:cubicBezTo>
                <a:cubicBezTo>
                  <a:pt x="1608436" y="29599"/>
                  <a:pt x="1610676" y="35055"/>
                  <a:pt x="1615175" y="39536"/>
                </a:cubicBezTo>
                <a:cubicBezTo>
                  <a:pt x="1619655" y="44035"/>
                  <a:pt x="1625092" y="46275"/>
                  <a:pt x="1631487" y="46275"/>
                </a:cubicBezTo>
                <a:cubicBezTo>
                  <a:pt x="1637881" y="46275"/>
                  <a:pt x="1643338" y="44035"/>
                  <a:pt x="1647895" y="39536"/>
                </a:cubicBezTo>
                <a:cubicBezTo>
                  <a:pt x="1652432" y="35055"/>
                  <a:pt x="1654710" y="29599"/>
                  <a:pt x="1654710" y="23224"/>
                </a:cubicBezTo>
                <a:cubicBezTo>
                  <a:pt x="1654710" y="16829"/>
                  <a:pt x="1652451" y="11372"/>
                  <a:pt x="1647971" y="6816"/>
                </a:cubicBezTo>
                <a:cubicBezTo>
                  <a:pt x="1643472" y="2278"/>
                  <a:pt x="1637977" y="0"/>
                  <a:pt x="1631487" y="0"/>
                </a:cubicBezTo>
                <a:cubicBezTo>
                  <a:pt x="1625092" y="0"/>
                  <a:pt x="1619655" y="2278"/>
                  <a:pt x="1615175" y="6816"/>
                </a:cubicBezTo>
                <a:close/>
                <a:moveTo>
                  <a:pt x="1508687" y="4806"/>
                </a:moveTo>
                <a:lnTo>
                  <a:pt x="1508687" y="10339"/>
                </a:lnTo>
                <a:cubicBezTo>
                  <a:pt x="1515273" y="10741"/>
                  <a:pt x="1519715" y="12311"/>
                  <a:pt x="1522013" y="15048"/>
                </a:cubicBezTo>
                <a:cubicBezTo>
                  <a:pt x="1524310" y="17805"/>
                  <a:pt x="1525459" y="24066"/>
                  <a:pt x="1525459" y="33849"/>
                </a:cubicBezTo>
                <a:lnTo>
                  <a:pt x="1525459" y="178819"/>
                </a:lnTo>
                <a:cubicBezTo>
                  <a:pt x="1525459" y="188698"/>
                  <a:pt x="1524463" y="194787"/>
                  <a:pt x="1522472" y="197084"/>
                </a:cubicBezTo>
                <a:cubicBezTo>
                  <a:pt x="1519466" y="200492"/>
                  <a:pt x="1514871" y="202273"/>
                  <a:pt x="1508687" y="202483"/>
                </a:cubicBezTo>
                <a:lnTo>
                  <a:pt x="1508687" y="207863"/>
                </a:lnTo>
                <a:lnTo>
                  <a:pt x="1584312" y="207863"/>
                </a:lnTo>
                <a:lnTo>
                  <a:pt x="1584312" y="202483"/>
                </a:lnTo>
                <a:cubicBezTo>
                  <a:pt x="1577630" y="202081"/>
                  <a:pt x="1573131" y="200511"/>
                  <a:pt x="1570834" y="197754"/>
                </a:cubicBezTo>
                <a:cubicBezTo>
                  <a:pt x="1568536" y="195016"/>
                  <a:pt x="1567388" y="188698"/>
                  <a:pt x="1567388" y="178819"/>
                </a:cubicBezTo>
                <a:lnTo>
                  <a:pt x="1567388" y="4806"/>
                </a:lnTo>
                <a:lnTo>
                  <a:pt x="1508687" y="4806"/>
                </a:lnTo>
                <a:close/>
                <a:moveTo>
                  <a:pt x="1423317" y="67852"/>
                </a:moveTo>
                <a:lnTo>
                  <a:pt x="1423317" y="73385"/>
                </a:lnTo>
                <a:cubicBezTo>
                  <a:pt x="1429903" y="73787"/>
                  <a:pt x="1434345" y="75357"/>
                  <a:pt x="1436643" y="78095"/>
                </a:cubicBezTo>
                <a:cubicBezTo>
                  <a:pt x="1438940" y="80852"/>
                  <a:pt x="1440089" y="87170"/>
                  <a:pt x="1440089" y="97049"/>
                </a:cubicBezTo>
                <a:lnTo>
                  <a:pt x="1440089" y="178819"/>
                </a:lnTo>
                <a:cubicBezTo>
                  <a:pt x="1440089" y="188698"/>
                  <a:pt x="1439093" y="194787"/>
                  <a:pt x="1437102" y="197084"/>
                </a:cubicBezTo>
                <a:cubicBezTo>
                  <a:pt x="1434096" y="200492"/>
                  <a:pt x="1429521" y="202273"/>
                  <a:pt x="1423317" y="202483"/>
                </a:cubicBezTo>
                <a:lnTo>
                  <a:pt x="1423317" y="207863"/>
                </a:lnTo>
                <a:lnTo>
                  <a:pt x="1498961" y="207863"/>
                </a:lnTo>
                <a:lnTo>
                  <a:pt x="1498961" y="202483"/>
                </a:lnTo>
                <a:cubicBezTo>
                  <a:pt x="1492260" y="202081"/>
                  <a:pt x="1487761" y="200511"/>
                  <a:pt x="1485464" y="197754"/>
                </a:cubicBezTo>
                <a:cubicBezTo>
                  <a:pt x="1483166" y="195016"/>
                  <a:pt x="1482037" y="188698"/>
                  <a:pt x="1482037" y="178819"/>
                </a:cubicBezTo>
                <a:lnTo>
                  <a:pt x="1482037" y="67852"/>
                </a:lnTo>
                <a:lnTo>
                  <a:pt x="1423317" y="67852"/>
                </a:lnTo>
                <a:close/>
                <a:moveTo>
                  <a:pt x="1444741" y="6816"/>
                </a:moveTo>
                <a:cubicBezTo>
                  <a:pt x="1440242" y="11372"/>
                  <a:pt x="1438002" y="16829"/>
                  <a:pt x="1438002" y="23224"/>
                </a:cubicBezTo>
                <a:cubicBezTo>
                  <a:pt x="1438002" y="29599"/>
                  <a:pt x="1440242" y="35055"/>
                  <a:pt x="1444741" y="39536"/>
                </a:cubicBezTo>
                <a:cubicBezTo>
                  <a:pt x="1449221" y="44035"/>
                  <a:pt x="1454678" y="46275"/>
                  <a:pt x="1461053" y="46275"/>
                </a:cubicBezTo>
                <a:cubicBezTo>
                  <a:pt x="1467448" y="46275"/>
                  <a:pt x="1472924" y="44035"/>
                  <a:pt x="1477461" y="39536"/>
                </a:cubicBezTo>
                <a:cubicBezTo>
                  <a:pt x="1481998" y="35055"/>
                  <a:pt x="1484277" y="29599"/>
                  <a:pt x="1484277" y="23224"/>
                </a:cubicBezTo>
                <a:cubicBezTo>
                  <a:pt x="1484277" y="16829"/>
                  <a:pt x="1482037" y="11372"/>
                  <a:pt x="1477538" y="6816"/>
                </a:cubicBezTo>
                <a:cubicBezTo>
                  <a:pt x="1473038" y="2278"/>
                  <a:pt x="1467544" y="0"/>
                  <a:pt x="1461053" y="0"/>
                </a:cubicBezTo>
                <a:cubicBezTo>
                  <a:pt x="1454678" y="0"/>
                  <a:pt x="1449221" y="2278"/>
                  <a:pt x="1444741" y="6816"/>
                </a:cubicBezTo>
                <a:close/>
                <a:moveTo>
                  <a:pt x="1335707" y="80718"/>
                </a:moveTo>
                <a:cubicBezTo>
                  <a:pt x="1342294" y="80718"/>
                  <a:pt x="1347539" y="83628"/>
                  <a:pt x="1351445" y="89410"/>
                </a:cubicBezTo>
                <a:cubicBezTo>
                  <a:pt x="1356825" y="97393"/>
                  <a:pt x="1359524" y="112116"/>
                  <a:pt x="1359524" y="133598"/>
                </a:cubicBezTo>
                <a:cubicBezTo>
                  <a:pt x="1359524" y="155960"/>
                  <a:pt x="1358299" y="171429"/>
                  <a:pt x="1355849" y="180025"/>
                </a:cubicBezTo>
                <a:cubicBezTo>
                  <a:pt x="1353398" y="188603"/>
                  <a:pt x="1350354" y="194346"/>
                  <a:pt x="1346716" y="197237"/>
                </a:cubicBezTo>
                <a:cubicBezTo>
                  <a:pt x="1343078" y="200128"/>
                  <a:pt x="1338713" y="201583"/>
                  <a:pt x="1333621" y="201583"/>
                </a:cubicBezTo>
                <a:cubicBezTo>
                  <a:pt x="1327724" y="201583"/>
                  <a:pt x="1322880" y="199765"/>
                  <a:pt x="1319089" y="196108"/>
                </a:cubicBezTo>
                <a:cubicBezTo>
                  <a:pt x="1315298" y="192470"/>
                  <a:pt x="1312905" y="187703"/>
                  <a:pt x="1311910" y="181806"/>
                </a:cubicBezTo>
                <a:cubicBezTo>
                  <a:pt x="1311297" y="178322"/>
                  <a:pt x="1311010" y="170242"/>
                  <a:pt x="1311010" y="157549"/>
                </a:cubicBezTo>
                <a:lnTo>
                  <a:pt x="1311010" y="95249"/>
                </a:lnTo>
                <a:cubicBezTo>
                  <a:pt x="1318879" y="85561"/>
                  <a:pt x="1327130" y="80718"/>
                  <a:pt x="1335707" y="80718"/>
                </a:cubicBezTo>
                <a:close/>
                <a:moveTo>
                  <a:pt x="1252903" y="4806"/>
                </a:moveTo>
                <a:lnTo>
                  <a:pt x="1252903" y="10339"/>
                </a:lnTo>
                <a:cubicBezTo>
                  <a:pt x="1257977" y="10530"/>
                  <a:pt x="1261595" y="11315"/>
                  <a:pt x="1263759" y="12655"/>
                </a:cubicBezTo>
                <a:cubicBezTo>
                  <a:pt x="1265903" y="13995"/>
                  <a:pt x="1267473" y="16082"/>
                  <a:pt x="1268468" y="18877"/>
                </a:cubicBezTo>
                <a:cubicBezTo>
                  <a:pt x="1269158" y="20773"/>
                  <a:pt x="1269521" y="25770"/>
                  <a:pt x="1269521" y="33849"/>
                </a:cubicBezTo>
                <a:lnTo>
                  <a:pt x="1269521" y="211922"/>
                </a:lnTo>
                <a:lnTo>
                  <a:pt x="1274614" y="211922"/>
                </a:lnTo>
                <a:lnTo>
                  <a:pt x="1297818" y="196797"/>
                </a:lnTo>
                <a:cubicBezTo>
                  <a:pt x="1303505" y="202177"/>
                  <a:pt x="1309306" y="206083"/>
                  <a:pt x="1315203" y="208476"/>
                </a:cubicBezTo>
                <a:cubicBezTo>
                  <a:pt x="1321080" y="210869"/>
                  <a:pt x="1327819" y="212056"/>
                  <a:pt x="1335420" y="212056"/>
                </a:cubicBezTo>
                <a:cubicBezTo>
                  <a:pt x="1348497" y="212056"/>
                  <a:pt x="1360118" y="208801"/>
                  <a:pt x="1370303" y="202253"/>
                </a:cubicBezTo>
                <a:cubicBezTo>
                  <a:pt x="1380489" y="195725"/>
                  <a:pt x="1388626" y="186209"/>
                  <a:pt x="1394714" y="173727"/>
                </a:cubicBezTo>
                <a:cubicBezTo>
                  <a:pt x="1400802" y="161244"/>
                  <a:pt x="1403846" y="147363"/>
                  <a:pt x="1403846" y="132085"/>
                </a:cubicBezTo>
                <a:cubicBezTo>
                  <a:pt x="1403846" y="118511"/>
                  <a:pt x="1401453" y="106526"/>
                  <a:pt x="1396667" y="96149"/>
                </a:cubicBezTo>
                <a:cubicBezTo>
                  <a:pt x="1391880" y="85753"/>
                  <a:pt x="1385237" y="77750"/>
                  <a:pt x="1376755" y="72121"/>
                </a:cubicBezTo>
                <a:cubicBezTo>
                  <a:pt x="1368255" y="66473"/>
                  <a:pt x="1359218" y="63640"/>
                  <a:pt x="1349645" y="63640"/>
                </a:cubicBezTo>
                <a:cubicBezTo>
                  <a:pt x="1335669" y="63640"/>
                  <a:pt x="1322784" y="69747"/>
                  <a:pt x="1311010" y="81924"/>
                </a:cubicBezTo>
                <a:lnTo>
                  <a:pt x="1311010" y="4806"/>
                </a:lnTo>
                <a:lnTo>
                  <a:pt x="1252903" y="4806"/>
                </a:lnTo>
                <a:close/>
                <a:moveTo>
                  <a:pt x="1163340" y="184659"/>
                </a:moveTo>
                <a:cubicBezTo>
                  <a:pt x="1158841" y="184659"/>
                  <a:pt x="1155357" y="183299"/>
                  <a:pt x="1152848" y="180619"/>
                </a:cubicBezTo>
                <a:cubicBezTo>
                  <a:pt x="1149555" y="177115"/>
                  <a:pt x="1147909" y="173076"/>
                  <a:pt x="1147909" y="168481"/>
                </a:cubicBezTo>
                <a:cubicBezTo>
                  <a:pt x="1147909" y="162986"/>
                  <a:pt x="1149862" y="157549"/>
                  <a:pt x="1153748" y="152150"/>
                </a:cubicBezTo>
                <a:cubicBezTo>
                  <a:pt x="1159645" y="144070"/>
                  <a:pt x="1168624" y="136489"/>
                  <a:pt x="1180705" y="129386"/>
                </a:cubicBezTo>
                <a:lnTo>
                  <a:pt x="1180705" y="176273"/>
                </a:lnTo>
                <a:cubicBezTo>
                  <a:pt x="1174119" y="181863"/>
                  <a:pt x="1168318" y="184659"/>
                  <a:pt x="1163340" y="184659"/>
                </a:cubicBezTo>
                <a:close/>
                <a:moveTo>
                  <a:pt x="1188938" y="204206"/>
                </a:moveTo>
                <a:cubicBezTo>
                  <a:pt x="1193437" y="207940"/>
                  <a:pt x="1199678" y="209816"/>
                  <a:pt x="1207662" y="209816"/>
                </a:cubicBezTo>
                <a:cubicBezTo>
                  <a:pt x="1214459" y="209816"/>
                  <a:pt x="1220528" y="208150"/>
                  <a:pt x="1225870" y="204800"/>
                </a:cubicBezTo>
                <a:cubicBezTo>
                  <a:pt x="1231211" y="201449"/>
                  <a:pt x="1236361" y="196089"/>
                  <a:pt x="1241358" y="188698"/>
                </a:cubicBezTo>
                <a:lnTo>
                  <a:pt x="1236878" y="185118"/>
                </a:lnTo>
                <a:cubicBezTo>
                  <a:pt x="1234179" y="188794"/>
                  <a:pt x="1231537" y="190651"/>
                  <a:pt x="1228933" y="190651"/>
                </a:cubicBezTo>
                <a:cubicBezTo>
                  <a:pt x="1227631" y="190651"/>
                  <a:pt x="1226482" y="190249"/>
                  <a:pt x="1225487" y="189445"/>
                </a:cubicBezTo>
                <a:cubicBezTo>
                  <a:pt x="1224491" y="188660"/>
                  <a:pt x="1223744" y="187435"/>
                  <a:pt x="1223247" y="185788"/>
                </a:cubicBezTo>
                <a:cubicBezTo>
                  <a:pt x="1222749" y="184142"/>
                  <a:pt x="1222500" y="180121"/>
                  <a:pt x="1222500" y="173727"/>
                </a:cubicBezTo>
                <a:lnTo>
                  <a:pt x="1222500" y="119372"/>
                </a:lnTo>
                <a:cubicBezTo>
                  <a:pt x="1222500" y="104286"/>
                  <a:pt x="1221792" y="94656"/>
                  <a:pt x="1220394" y="90463"/>
                </a:cubicBezTo>
                <a:cubicBezTo>
                  <a:pt x="1218096" y="83877"/>
                  <a:pt x="1213080" y="77750"/>
                  <a:pt x="1205345" y="72121"/>
                </a:cubicBezTo>
                <a:cubicBezTo>
                  <a:pt x="1197611" y="66473"/>
                  <a:pt x="1187100" y="63640"/>
                  <a:pt x="1173813" y="63640"/>
                </a:cubicBezTo>
                <a:cubicBezTo>
                  <a:pt x="1162842" y="63640"/>
                  <a:pt x="1152255" y="65401"/>
                  <a:pt x="1142069" y="68886"/>
                </a:cubicBezTo>
                <a:cubicBezTo>
                  <a:pt x="1131884" y="72389"/>
                  <a:pt x="1123958" y="77405"/>
                  <a:pt x="1118252" y="83953"/>
                </a:cubicBezTo>
                <a:cubicBezTo>
                  <a:pt x="1112566" y="90482"/>
                  <a:pt x="1109714" y="97355"/>
                  <a:pt x="1109714" y="104535"/>
                </a:cubicBezTo>
                <a:cubicBezTo>
                  <a:pt x="1109714" y="109627"/>
                  <a:pt x="1111839" y="114069"/>
                  <a:pt x="1116089" y="117860"/>
                </a:cubicBezTo>
                <a:cubicBezTo>
                  <a:pt x="1120320" y="121651"/>
                  <a:pt x="1125604" y="123546"/>
                  <a:pt x="1131884" y="123546"/>
                </a:cubicBezTo>
                <a:cubicBezTo>
                  <a:pt x="1137781" y="123546"/>
                  <a:pt x="1142548" y="121823"/>
                  <a:pt x="1146186" y="118377"/>
                </a:cubicBezTo>
                <a:cubicBezTo>
                  <a:pt x="1149823" y="114950"/>
                  <a:pt x="1151661" y="110776"/>
                  <a:pt x="1151661" y="105894"/>
                </a:cubicBezTo>
                <a:cubicBezTo>
                  <a:pt x="1151661" y="101893"/>
                  <a:pt x="1149766" y="97757"/>
                  <a:pt x="1145956" y="93449"/>
                </a:cubicBezTo>
                <a:cubicBezTo>
                  <a:pt x="1143161" y="90367"/>
                  <a:pt x="1141763" y="87763"/>
                  <a:pt x="1141763" y="85657"/>
                </a:cubicBezTo>
                <a:cubicBezTo>
                  <a:pt x="1141763" y="83264"/>
                  <a:pt x="1143065" y="81177"/>
                  <a:pt x="1145669" y="79377"/>
                </a:cubicBezTo>
                <a:cubicBezTo>
                  <a:pt x="1149862" y="76486"/>
                  <a:pt x="1155203" y="75031"/>
                  <a:pt x="1161694" y="75031"/>
                </a:cubicBezTo>
                <a:cubicBezTo>
                  <a:pt x="1165676" y="75031"/>
                  <a:pt x="1169275" y="76065"/>
                  <a:pt x="1172473" y="78095"/>
                </a:cubicBezTo>
                <a:cubicBezTo>
                  <a:pt x="1175670" y="80162"/>
                  <a:pt x="1177833" y="82556"/>
                  <a:pt x="1178982" y="85293"/>
                </a:cubicBezTo>
                <a:cubicBezTo>
                  <a:pt x="1180131" y="88031"/>
                  <a:pt x="1180705" y="94694"/>
                  <a:pt x="1180705" y="105281"/>
                </a:cubicBezTo>
                <a:lnTo>
                  <a:pt x="1180705" y="119372"/>
                </a:lnTo>
                <a:cubicBezTo>
                  <a:pt x="1149862" y="133540"/>
                  <a:pt x="1129836" y="144893"/>
                  <a:pt x="1120646" y="153432"/>
                </a:cubicBezTo>
                <a:cubicBezTo>
                  <a:pt x="1111475" y="161971"/>
                  <a:pt x="1106880" y="171582"/>
                  <a:pt x="1106880" y="182266"/>
                </a:cubicBezTo>
                <a:cubicBezTo>
                  <a:pt x="1106880" y="190153"/>
                  <a:pt x="1109522" y="196720"/>
                  <a:pt x="1114806" y="201947"/>
                </a:cubicBezTo>
                <a:cubicBezTo>
                  <a:pt x="1120110" y="207193"/>
                  <a:pt x="1126734" y="209816"/>
                  <a:pt x="1134737" y="209816"/>
                </a:cubicBezTo>
                <a:cubicBezTo>
                  <a:pt x="1148311" y="209816"/>
                  <a:pt x="1163627" y="202273"/>
                  <a:pt x="1180705" y="187205"/>
                </a:cubicBezTo>
                <a:cubicBezTo>
                  <a:pt x="1181701" y="194787"/>
                  <a:pt x="1184458" y="200454"/>
                  <a:pt x="1188938" y="204206"/>
                </a:cubicBezTo>
                <a:close/>
                <a:moveTo>
                  <a:pt x="1014177" y="67852"/>
                </a:moveTo>
                <a:lnTo>
                  <a:pt x="1014177" y="73385"/>
                </a:lnTo>
                <a:cubicBezTo>
                  <a:pt x="1020763" y="73787"/>
                  <a:pt x="1025205" y="75357"/>
                  <a:pt x="1027503" y="78095"/>
                </a:cubicBezTo>
                <a:cubicBezTo>
                  <a:pt x="1029800" y="80852"/>
                  <a:pt x="1030949" y="87170"/>
                  <a:pt x="1030949" y="97049"/>
                </a:cubicBezTo>
                <a:lnTo>
                  <a:pt x="1030949" y="178819"/>
                </a:lnTo>
                <a:cubicBezTo>
                  <a:pt x="1030949" y="188698"/>
                  <a:pt x="1029953" y="194787"/>
                  <a:pt x="1027943" y="197084"/>
                </a:cubicBezTo>
                <a:cubicBezTo>
                  <a:pt x="1024956" y="200492"/>
                  <a:pt x="1020361" y="202273"/>
                  <a:pt x="1014177" y="202483"/>
                </a:cubicBezTo>
                <a:lnTo>
                  <a:pt x="1014177" y="207863"/>
                </a:lnTo>
                <a:lnTo>
                  <a:pt x="1089802" y="207863"/>
                </a:lnTo>
                <a:lnTo>
                  <a:pt x="1089802" y="202483"/>
                </a:lnTo>
                <a:cubicBezTo>
                  <a:pt x="1083120" y="202081"/>
                  <a:pt x="1078621" y="200511"/>
                  <a:pt x="1076324" y="197754"/>
                </a:cubicBezTo>
                <a:cubicBezTo>
                  <a:pt x="1074026" y="195016"/>
                  <a:pt x="1072878" y="188698"/>
                  <a:pt x="1072878" y="178819"/>
                </a:cubicBezTo>
                <a:lnTo>
                  <a:pt x="1072878" y="67852"/>
                </a:lnTo>
                <a:lnTo>
                  <a:pt x="1014177" y="67852"/>
                </a:lnTo>
                <a:close/>
                <a:moveTo>
                  <a:pt x="1035582" y="6816"/>
                </a:moveTo>
                <a:cubicBezTo>
                  <a:pt x="1031102" y="11372"/>
                  <a:pt x="1028843" y="16829"/>
                  <a:pt x="1028843" y="23224"/>
                </a:cubicBezTo>
                <a:cubicBezTo>
                  <a:pt x="1028843" y="29599"/>
                  <a:pt x="1031102" y="35055"/>
                  <a:pt x="1035582" y="39536"/>
                </a:cubicBezTo>
                <a:cubicBezTo>
                  <a:pt x="1040081" y="44035"/>
                  <a:pt x="1045519" y="46275"/>
                  <a:pt x="1051913" y="46275"/>
                </a:cubicBezTo>
                <a:cubicBezTo>
                  <a:pt x="1058308" y="46275"/>
                  <a:pt x="1063764" y="44035"/>
                  <a:pt x="1068321" y="39536"/>
                </a:cubicBezTo>
                <a:cubicBezTo>
                  <a:pt x="1072858" y="35055"/>
                  <a:pt x="1075137" y="29599"/>
                  <a:pt x="1075137" y="23224"/>
                </a:cubicBezTo>
                <a:cubicBezTo>
                  <a:pt x="1075137" y="16829"/>
                  <a:pt x="1072878" y="11372"/>
                  <a:pt x="1068397" y="6816"/>
                </a:cubicBezTo>
                <a:cubicBezTo>
                  <a:pt x="1063898" y="2278"/>
                  <a:pt x="1058404" y="0"/>
                  <a:pt x="1051913" y="0"/>
                </a:cubicBezTo>
                <a:cubicBezTo>
                  <a:pt x="1045519" y="0"/>
                  <a:pt x="1040081" y="2278"/>
                  <a:pt x="1035582" y="6816"/>
                </a:cubicBezTo>
                <a:close/>
                <a:moveTo>
                  <a:pt x="929114" y="4806"/>
                </a:moveTo>
                <a:lnTo>
                  <a:pt x="929114" y="10339"/>
                </a:lnTo>
                <a:cubicBezTo>
                  <a:pt x="935700" y="10741"/>
                  <a:pt x="940142" y="12311"/>
                  <a:pt x="942439" y="15048"/>
                </a:cubicBezTo>
                <a:cubicBezTo>
                  <a:pt x="944736" y="17805"/>
                  <a:pt x="945885" y="24066"/>
                  <a:pt x="945885" y="33849"/>
                </a:cubicBezTo>
                <a:lnTo>
                  <a:pt x="945885" y="178819"/>
                </a:lnTo>
                <a:cubicBezTo>
                  <a:pt x="945885" y="188698"/>
                  <a:pt x="944890" y="194787"/>
                  <a:pt x="942879" y="197084"/>
                </a:cubicBezTo>
                <a:cubicBezTo>
                  <a:pt x="939893" y="200492"/>
                  <a:pt x="935298" y="202273"/>
                  <a:pt x="929114" y="202483"/>
                </a:cubicBezTo>
                <a:lnTo>
                  <a:pt x="929114" y="207863"/>
                </a:lnTo>
                <a:lnTo>
                  <a:pt x="1004739" y="207863"/>
                </a:lnTo>
                <a:lnTo>
                  <a:pt x="1004739" y="202483"/>
                </a:lnTo>
                <a:cubicBezTo>
                  <a:pt x="998057" y="202081"/>
                  <a:pt x="993558" y="200511"/>
                  <a:pt x="991260" y="197754"/>
                </a:cubicBezTo>
                <a:cubicBezTo>
                  <a:pt x="988963" y="195016"/>
                  <a:pt x="987814" y="188698"/>
                  <a:pt x="987814" y="178819"/>
                </a:cubicBezTo>
                <a:lnTo>
                  <a:pt x="987814" y="4806"/>
                </a:lnTo>
                <a:lnTo>
                  <a:pt x="929114" y="4806"/>
                </a:lnTo>
                <a:close/>
                <a:moveTo>
                  <a:pt x="837904" y="122799"/>
                </a:moveTo>
                <a:lnTo>
                  <a:pt x="837904" y="117554"/>
                </a:lnTo>
                <a:cubicBezTo>
                  <a:pt x="837904" y="102084"/>
                  <a:pt x="840853" y="89907"/>
                  <a:pt x="846750" y="81024"/>
                </a:cubicBezTo>
                <a:cubicBezTo>
                  <a:pt x="850043" y="75931"/>
                  <a:pt x="854274" y="73385"/>
                  <a:pt x="859462" y="73385"/>
                </a:cubicBezTo>
                <a:cubicBezTo>
                  <a:pt x="862966" y="73385"/>
                  <a:pt x="865761" y="74285"/>
                  <a:pt x="867867" y="76084"/>
                </a:cubicBezTo>
                <a:cubicBezTo>
                  <a:pt x="871543" y="79186"/>
                  <a:pt x="874262" y="83723"/>
                  <a:pt x="876023" y="89716"/>
                </a:cubicBezTo>
                <a:cubicBezTo>
                  <a:pt x="877765" y="95709"/>
                  <a:pt x="878646" y="106736"/>
                  <a:pt x="878646" y="122799"/>
                </a:cubicBezTo>
                <a:lnTo>
                  <a:pt x="837904" y="122799"/>
                </a:lnTo>
                <a:close/>
                <a:moveTo>
                  <a:pt x="898634" y="81100"/>
                </a:moveTo>
                <a:cubicBezTo>
                  <a:pt x="888200" y="69460"/>
                  <a:pt x="875889" y="63640"/>
                  <a:pt x="861721" y="63640"/>
                </a:cubicBezTo>
                <a:cubicBezTo>
                  <a:pt x="844739" y="63640"/>
                  <a:pt x="829940" y="70570"/>
                  <a:pt x="817323" y="84394"/>
                </a:cubicBezTo>
                <a:cubicBezTo>
                  <a:pt x="804687" y="98217"/>
                  <a:pt x="798369" y="116807"/>
                  <a:pt x="798369" y="140184"/>
                </a:cubicBezTo>
                <a:cubicBezTo>
                  <a:pt x="798369" y="159253"/>
                  <a:pt x="802657" y="175220"/>
                  <a:pt x="811254" y="188105"/>
                </a:cubicBezTo>
                <a:cubicBezTo>
                  <a:pt x="821937" y="204072"/>
                  <a:pt x="837655" y="212056"/>
                  <a:pt x="858428" y="212056"/>
                </a:cubicBezTo>
                <a:cubicBezTo>
                  <a:pt x="870509" y="212056"/>
                  <a:pt x="881135" y="208840"/>
                  <a:pt x="890325" y="202407"/>
                </a:cubicBezTo>
                <a:cubicBezTo>
                  <a:pt x="899515" y="195974"/>
                  <a:pt x="907900" y="185003"/>
                  <a:pt x="915482" y="169534"/>
                </a:cubicBezTo>
                <a:lnTo>
                  <a:pt x="910389" y="166241"/>
                </a:lnTo>
                <a:cubicBezTo>
                  <a:pt x="904799" y="174933"/>
                  <a:pt x="899553" y="180944"/>
                  <a:pt x="894671" y="184295"/>
                </a:cubicBezTo>
                <a:cubicBezTo>
                  <a:pt x="889770" y="187626"/>
                  <a:pt x="884332" y="189311"/>
                  <a:pt x="878340" y="189311"/>
                </a:cubicBezTo>
                <a:cubicBezTo>
                  <a:pt x="868652" y="189311"/>
                  <a:pt x="860362" y="185156"/>
                  <a:pt x="853489" y="176866"/>
                </a:cubicBezTo>
                <a:cubicBezTo>
                  <a:pt x="844490" y="166088"/>
                  <a:pt x="839551" y="151403"/>
                  <a:pt x="838651" y="132832"/>
                </a:cubicBezTo>
                <a:lnTo>
                  <a:pt x="915482" y="132832"/>
                </a:lnTo>
                <a:cubicBezTo>
                  <a:pt x="914678" y="109972"/>
                  <a:pt x="909068" y="92741"/>
                  <a:pt x="898634" y="81100"/>
                </a:cubicBezTo>
                <a:close/>
                <a:moveTo>
                  <a:pt x="661631" y="67852"/>
                </a:moveTo>
                <a:lnTo>
                  <a:pt x="661631" y="73385"/>
                </a:lnTo>
                <a:cubicBezTo>
                  <a:pt x="666437" y="73883"/>
                  <a:pt x="669768" y="74782"/>
                  <a:pt x="671664" y="76084"/>
                </a:cubicBezTo>
                <a:cubicBezTo>
                  <a:pt x="673559" y="77386"/>
                  <a:pt x="675014" y="79435"/>
                  <a:pt x="676010" y="82230"/>
                </a:cubicBezTo>
                <a:cubicBezTo>
                  <a:pt x="676814" y="84432"/>
                  <a:pt x="677216" y="89505"/>
                  <a:pt x="677216" y="97489"/>
                </a:cubicBezTo>
                <a:lnTo>
                  <a:pt x="677216" y="174933"/>
                </a:lnTo>
                <a:cubicBezTo>
                  <a:pt x="677216" y="187109"/>
                  <a:pt x="676144" y="194614"/>
                  <a:pt x="673999" y="197467"/>
                </a:cubicBezTo>
                <a:cubicBezTo>
                  <a:pt x="671836" y="200301"/>
                  <a:pt x="667720" y="201985"/>
                  <a:pt x="661631" y="202483"/>
                </a:cubicBezTo>
                <a:lnTo>
                  <a:pt x="661631" y="207863"/>
                </a:lnTo>
                <a:lnTo>
                  <a:pt x="737256" y="207863"/>
                </a:lnTo>
                <a:lnTo>
                  <a:pt x="737256" y="202483"/>
                </a:lnTo>
                <a:cubicBezTo>
                  <a:pt x="731666" y="202177"/>
                  <a:pt x="727703" y="201411"/>
                  <a:pt x="725367" y="200167"/>
                </a:cubicBezTo>
                <a:cubicBezTo>
                  <a:pt x="723012" y="198903"/>
                  <a:pt x="721231" y="196931"/>
                  <a:pt x="720044" y="194251"/>
                </a:cubicBezTo>
                <a:cubicBezTo>
                  <a:pt x="719336" y="192642"/>
                  <a:pt x="718991" y="189005"/>
                  <a:pt x="718991" y="183299"/>
                </a:cubicBezTo>
                <a:lnTo>
                  <a:pt x="718838" y="174933"/>
                </a:lnTo>
                <a:lnTo>
                  <a:pt x="718838" y="142730"/>
                </a:lnTo>
                <a:cubicBezTo>
                  <a:pt x="718838" y="131051"/>
                  <a:pt x="720447" y="120368"/>
                  <a:pt x="723644" y="110680"/>
                </a:cubicBezTo>
                <a:cubicBezTo>
                  <a:pt x="725731" y="104381"/>
                  <a:pt x="728832" y="99538"/>
                  <a:pt x="732929" y="96149"/>
                </a:cubicBezTo>
                <a:cubicBezTo>
                  <a:pt x="735514" y="93947"/>
                  <a:pt x="738271" y="92856"/>
                  <a:pt x="741162" y="92856"/>
                </a:cubicBezTo>
                <a:cubicBezTo>
                  <a:pt x="742464" y="92856"/>
                  <a:pt x="743613" y="93143"/>
                  <a:pt x="744608" y="93756"/>
                </a:cubicBezTo>
                <a:cubicBezTo>
                  <a:pt x="745297" y="94158"/>
                  <a:pt x="747595" y="96053"/>
                  <a:pt x="751501" y="99442"/>
                </a:cubicBezTo>
                <a:cubicBezTo>
                  <a:pt x="755387" y="102831"/>
                  <a:pt x="759982" y="104535"/>
                  <a:pt x="765266" y="104535"/>
                </a:cubicBezTo>
                <a:cubicBezTo>
                  <a:pt x="769861" y="104535"/>
                  <a:pt x="773786" y="102678"/>
                  <a:pt x="777022" y="99002"/>
                </a:cubicBezTo>
                <a:cubicBezTo>
                  <a:pt x="780276" y="95306"/>
                  <a:pt x="781904" y="90099"/>
                  <a:pt x="781904" y="83417"/>
                </a:cubicBezTo>
                <a:cubicBezTo>
                  <a:pt x="781904" y="77137"/>
                  <a:pt x="780219" y="72255"/>
                  <a:pt x="776888" y="68809"/>
                </a:cubicBezTo>
                <a:cubicBezTo>
                  <a:pt x="773537" y="65382"/>
                  <a:pt x="769057" y="63640"/>
                  <a:pt x="763467" y="63640"/>
                </a:cubicBezTo>
                <a:cubicBezTo>
                  <a:pt x="756976" y="63640"/>
                  <a:pt x="750237" y="66033"/>
                  <a:pt x="743249" y="70762"/>
                </a:cubicBezTo>
                <a:cubicBezTo>
                  <a:pt x="736261" y="75510"/>
                  <a:pt x="728124" y="85121"/>
                  <a:pt x="718838" y="99595"/>
                </a:cubicBezTo>
                <a:lnTo>
                  <a:pt x="718838" y="67852"/>
                </a:lnTo>
                <a:lnTo>
                  <a:pt x="661631" y="67852"/>
                </a:lnTo>
                <a:close/>
                <a:moveTo>
                  <a:pt x="509922" y="212056"/>
                </a:moveTo>
                <a:lnTo>
                  <a:pt x="549171" y="100801"/>
                </a:lnTo>
                <a:cubicBezTo>
                  <a:pt x="553459" y="88414"/>
                  <a:pt x="556963" y="80909"/>
                  <a:pt x="559643" y="78248"/>
                </a:cubicBezTo>
                <a:cubicBezTo>
                  <a:pt x="562343" y="75606"/>
                  <a:pt x="565980" y="73978"/>
                  <a:pt x="570575" y="73385"/>
                </a:cubicBezTo>
                <a:lnTo>
                  <a:pt x="570575" y="67852"/>
                </a:lnTo>
                <a:lnTo>
                  <a:pt x="529106" y="67852"/>
                </a:lnTo>
                <a:lnTo>
                  <a:pt x="529106" y="73385"/>
                </a:lnTo>
                <a:cubicBezTo>
                  <a:pt x="534582" y="73787"/>
                  <a:pt x="538277" y="74878"/>
                  <a:pt x="540172" y="76678"/>
                </a:cubicBezTo>
                <a:cubicBezTo>
                  <a:pt x="542068" y="78478"/>
                  <a:pt x="543025" y="81311"/>
                  <a:pt x="543025" y="85217"/>
                </a:cubicBezTo>
                <a:cubicBezTo>
                  <a:pt x="543025" y="87821"/>
                  <a:pt x="541723" y="92703"/>
                  <a:pt x="539138" y="99901"/>
                </a:cubicBezTo>
                <a:lnTo>
                  <a:pt x="521161" y="150216"/>
                </a:lnTo>
                <a:lnTo>
                  <a:pt x="501383" y="95555"/>
                </a:lnTo>
                <a:cubicBezTo>
                  <a:pt x="498492" y="88050"/>
                  <a:pt x="497056" y="83226"/>
                  <a:pt x="497056" y="81024"/>
                </a:cubicBezTo>
                <a:cubicBezTo>
                  <a:pt x="497056" y="78726"/>
                  <a:pt x="497803" y="76965"/>
                  <a:pt x="499296" y="75701"/>
                </a:cubicBezTo>
                <a:cubicBezTo>
                  <a:pt x="500790" y="74457"/>
                  <a:pt x="504332" y="73691"/>
                  <a:pt x="509922" y="73385"/>
                </a:cubicBezTo>
                <a:lnTo>
                  <a:pt x="509922" y="67852"/>
                </a:lnTo>
                <a:lnTo>
                  <a:pt x="438184" y="67852"/>
                </a:lnTo>
                <a:lnTo>
                  <a:pt x="438184" y="73385"/>
                </a:lnTo>
                <a:cubicBezTo>
                  <a:pt x="442875" y="74189"/>
                  <a:pt x="446359" y="75606"/>
                  <a:pt x="448599" y="77654"/>
                </a:cubicBezTo>
                <a:cubicBezTo>
                  <a:pt x="450839" y="79703"/>
                  <a:pt x="453462" y="84470"/>
                  <a:pt x="456468" y="91956"/>
                </a:cubicBezTo>
                <a:lnTo>
                  <a:pt x="457961" y="95555"/>
                </a:lnTo>
                <a:lnTo>
                  <a:pt x="438184" y="150216"/>
                </a:lnTo>
                <a:lnTo>
                  <a:pt x="417679" y="95555"/>
                </a:lnTo>
                <a:cubicBezTo>
                  <a:pt x="414482" y="87055"/>
                  <a:pt x="412873" y="81962"/>
                  <a:pt x="412873" y="80277"/>
                </a:cubicBezTo>
                <a:cubicBezTo>
                  <a:pt x="412873" y="78478"/>
                  <a:pt x="413773" y="76888"/>
                  <a:pt x="415573" y="75472"/>
                </a:cubicBezTo>
                <a:cubicBezTo>
                  <a:pt x="417373" y="74093"/>
                  <a:pt x="420666" y="73385"/>
                  <a:pt x="425471" y="73385"/>
                </a:cubicBezTo>
                <a:lnTo>
                  <a:pt x="425471" y="67852"/>
                </a:lnTo>
                <a:lnTo>
                  <a:pt x="354767" y="67852"/>
                </a:lnTo>
                <a:lnTo>
                  <a:pt x="354767" y="73385"/>
                </a:lnTo>
                <a:cubicBezTo>
                  <a:pt x="359859" y="74782"/>
                  <a:pt x="363669" y="77080"/>
                  <a:pt x="366158" y="80277"/>
                </a:cubicBezTo>
                <a:cubicBezTo>
                  <a:pt x="370045" y="84968"/>
                  <a:pt x="374793" y="95058"/>
                  <a:pt x="380384" y="110527"/>
                </a:cubicBezTo>
                <a:lnTo>
                  <a:pt x="417679" y="212056"/>
                </a:lnTo>
                <a:lnTo>
                  <a:pt x="425471" y="212056"/>
                </a:lnTo>
                <a:lnTo>
                  <a:pt x="463054" y="109321"/>
                </a:lnTo>
                <a:lnTo>
                  <a:pt x="501383" y="212056"/>
                </a:lnTo>
                <a:lnTo>
                  <a:pt x="509922" y="212056"/>
                </a:lnTo>
                <a:close/>
                <a:moveTo>
                  <a:pt x="286034" y="77425"/>
                </a:moveTo>
                <a:cubicBezTo>
                  <a:pt x="289729" y="80335"/>
                  <a:pt x="292525" y="84949"/>
                  <a:pt x="294420" y="91286"/>
                </a:cubicBezTo>
                <a:cubicBezTo>
                  <a:pt x="296315" y="97623"/>
                  <a:pt x="297273" y="109283"/>
                  <a:pt x="297273" y="126246"/>
                </a:cubicBezTo>
                <a:cubicBezTo>
                  <a:pt x="297273" y="155098"/>
                  <a:pt x="296277" y="174282"/>
                  <a:pt x="294267" y="183759"/>
                </a:cubicBezTo>
                <a:cubicBezTo>
                  <a:pt x="292965" y="189847"/>
                  <a:pt x="290380" y="194595"/>
                  <a:pt x="286475" y="197984"/>
                </a:cubicBezTo>
                <a:cubicBezTo>
                  <a:pt x="283488" y="200492"/>
                  <a:pt x="279755" y="201737"/>
                  <a:pt x="275255" y="201737"/>
                </a:cubicBezTo>
                <a:cubicBezTo>
                  <a:pt x="270660" y="201737"/>
                  <a:pt x="266563" y="199879"/>
                  <a:pt x="262964" y="196184"/>
                </a:cubicBezTo>
                <a:cubicBezTo>
                  <a:pt x="259384" y="192489"/>
                  <a:pt x="257029" y="187109"/>
                  <a:pt x="255938" y="180025"/>
                </a:cubicBezTo>
                <a:cubicBezTo>
                  <a:pt x="254540" y="170721"/>
                  <a:pt x="253832" y="160746"/>
                  <a:pt x="253832" y="150063"/>
                </a:cubicBezTo>
                <a:cubicBezTo>
                  <a:pt x="253832" y="129902"/>
                  <a:pt x="254406" y="114146"/>
                  <a:pt x="255555" y="102812"/>
                </a:cubicBezTo>
                <a:cubicBezTo>
                  <a:pt x="256703" y="91477"/>
                  <a:pt x="259097" y="83896"/>
                  <a:pt x="262753" y="80047"/>
                </a:cubicBezTo>
                <a:cubicBezTo>
                  <a:pt x="266391" y="76218"/>
                  <a:pt x="270756" y="74285"/>
                  <a:pt x="275849" y="74285"/>
                </a:cubicBezTo>
                <a:cubicBezTo>
                  <a:pt x="280042" y="74285"/>
                  <a:pt x="283431" y="75338"/>
                  <a:pt x="286034" y="77425"/>
                </a:cubicBezTo>
                <a:close/>
                <a:moveTo>
                  <a:pt x="227411" y="86040"/>
                </a:moveTo>
                <a:cubicBezTo>
                  <a:pt x="215770" y="100974"/>
                  <a:pt x="209950" y="118473"/>
                  <a:pt x="209950" y="138537"/>
                </a:cubicBezTo>
                <a:cubicBezTo>
                  <a:pt x="209950" y="158008"/>
                  <a:pt x="215655" y="175124"/>
                  <a:pt x="227028" y="189905"/>
                </a:cubicBezTo>
                <a:cubicBezTo>
                  <a:pt x="238419" y="204685"/>
                  <a:pt x="254636" y="212056"/>
                  <a:pt x="275696" y="212056"/>
                </a:cubicBezTo>
                <a:cubicBezTo>
                  <a:pt x="297158" y="212056"/>
                  <a:pt x="313987" y="203977"/>
                  <a:pt x="326163" y="187799"/>
                </a:cubicBezTo>
                <a:cubicBezTo>
                  <a:pt x="336253" y="174416"/>
                  <a:pt x="341288" y="157798"/>
                  <a:pt x="341288" y="137924"/>
                </a:cubicBezTo>
                <a:cubicBezTo>
                  <a:pt x="341288" y="124159"/>
                  <a:pt x="338570" y="111465"/>
                  <a:pt x="333132" y="99901"/>
                </a:cubicBezTo>
                <a:cubicBezTo>
                  <a:pt x="327695" y="88318"/>
                  <a:pt x="319730" y="79377"/>
                  <a:pt x="309258" y="73079"/>
                </a:cubicBezTo>
                <a:cubicBezTo>
                  <a:pt x="298766" y="66799"/>
                  <a:pt x="287432" y="63640"/>
                  <a:pt x="275255" y="63640"/>
                </a:cubicBezTo>
                <a:cubicBezTo>
                  <a:pt x="254980" y="63640"/>
                  <a:pt x="239032" y="71126"/>
                  <a:pt x="227411" y="86040"/>
                </a:cubicBezTo>
                <a:close/>
                <a:moveTo>
                  <a:pt x="181806" y="136584"/>
                </a:moveTo>
                <a:cubicBezTo>
                  <a:pt x="177115" y="152571"/>
                  <a:pt x="172138" y="164632"/>
                  <a:pt x="166892" y="172827"/>
                </a:cubicBezTo>
                <a:cubicBezTo>
                  <a:pt x="161665" y="181002"/>
                  <a:pt x="155443" y="187014"/>
                  <a:pt x="148263" y="190804"/>
                </a:cubicBezTo>
                <a:cubicBezTo>
                  <a:pt x="141064" y="194595"/>
                  <a:pt x="132085" y="196491"/>
                  <a:pt x="121306" y="196491"/>
                </a:cubicBezTo>
                <a:lnTo>
                  <a:pt x="104381" y="196491"/>
                </a:lnTo>
                <a:cubicBezTo>
                  <a:pt x="94790" y="196491"/>
                  <a:pt x="88740" y="196031"/>
                  <a:pt x="86251" y="195150"/>
                </a:cubicBezTo>
                <a:cubicBezTo>
                  <a:pt x="82766" y="193753"/>
                  <a:pt x="80411" y="191628"/>
                  <a:pt x="79224" y="188775"/>
                </a:cubicBezTo>
                <a:cubicBezTo>
                  <a:pt x="78018" y="185941"/>
                  <a:pt x="77425" y="179317"/>
                  <a:pt x="77425" y="168940"/>
                </a:cubicBezTo>
                <a:lnTo>
                  <a:pt x="77425" y="39536"/>
                </a:lnTo>
                <a:cubicBezTo>
                  <a:pt x="77425" y="29350"/>
                  <a:pt x="77961" y="23070"/>
                  <a:pt x="79071" y="20658"/>
                </a:cubicBezTo>
                <a:cubicBezTo>
                  <a:pt x="80564" y="17288"/>
                  <a:pt x="82613" y="14876"/>
                  <a:pt x="85198" y="13478"/>
                </a:cubicBezTo>
                <a:cubicBezTo>
                  <a:pt x="88797" y="11392"/>
                  <a:pt x="93545" y="10339"/>
                  <a:pt x="99442" y="10339"/>
                </a:cubicBezTo>
                <a:lnTo>
                  <a:pt x="108268" y="10339"/>
                </a:lnTo>
                <a:lnTo>
                  <a:pt x="108268" y="4806"/>
                </a:lnTo>
                <a:lnTo>
                  <a:pt x="0" y="4806"/>
                </a:lnTo>
                <a:lnTo>
                  <a:pt x="0" y="10339"/>
                </a:lnTo>
                <a:lnTo>
                  <a:pt x="6720" y="10339"/>
                </a:lnTo>
                <a:cubicBezTo>
                  <a:pt x="12425" y="10339"/>
                  <a:pt x="16944" y="11315"/>
                  <a:pt x="20275" y="13249"/>
                </a:cubicBezTo>
                <a:cubicBezTo>
                  <a:pt x="23626" y="15202"/>
                  <a:pt x="25846" y="17480"/>
                  <a:pt x="26957" y="20065"/>
                </a:cubicBezTo>
                <a:cubicBezTo>
                  <a:pt x="28048" y="22668"/>
                  <a:pt x="28603" y="29159"/>
                  <a:pt x="28603" y="39536"/>
                </a:cubicBezTo>
                <a:lnTo>
                  <a:pt x="28603" y="173133"/>
                </a:lnTo>
                <a:cubicBezTo>
                  <a:pt x="28603" y="183299"/>
                  <a:pt x="28048" y="189598"/>
                  <a:pt x="26957" y="191991"/>
                </a:cubicBezTo>
                <a:cubicBezTo>
                  <a:pt x="25540" y="195399"/>
                  <a:pt x="23549" y="197793"/>
                  <a:pt x="20964" y="199190"/>
                </a:cubicBezTo>
                <a:cubicBezTo>
                  <a:pt x="17365" y="201277"/>
                  <a:pt x="12617" y="202330"/>
                  <a:pt x="6720" y="202330"/>
                </a:cubicBezTo>
                <a:lnTo>
                  <a:pt x="0" y="202330"/>
                </a:lnTo>
                <a:lnTo>
                  <a:pt x="0" y="207863"/>
                </a:lnTo>
                <a:lnTo>
                  <a:pt x="180313" y="207863"/>
                </a:lnTo>
                <a:lnTo>
                  <a:pt x="187933" y="136584"/>
                </a:lnTo>
                <a:lnTo>
                  <a:pt x="181806" y="136584"/>
                </a:lnTo>
              </a:path>
            </a:pathLst>
          </a:custGeom>
          <a:solidFill xmlns:a="http://schemas.openxmlformats.org/drawingml/2006/main">
            <a:srgbClr val="ED1F2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EB845-EE57-44CD-B21E-2122FAF2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688" y="1834520"/>
            <a:ext cx="147957" cy="206217"/>
          </a:xfrm>
          <a:custGeom xmlns:a="http://schemas.openxmlformats.org/drawingml/2006/main">
            <a:pathLst>
              <a:path w="147957" h="206217">
                <a:moveTo>
                  <a:pt x="67699" y="157395"/>
                </a:moveTo>
                <a:cubicBezTo>
                  <a:pt x="62300" y="172367"/>
                  <a:pt x="57609" y="181959"/>
                  <a:pt x="53608" y="186152"/>
                </a:cubicBezTo>
                <a:cubicBezTo>
                  <a:pt x="50927" y="189043"/>
                  <a:pt x="48381" y="190498"/>
                  <a:pt x="45988" y="190498"/>
                </a:cubicBezTo>
                <a:cubicBezTo>
                  <a:pt x="44475" y="190498"/>
                  <a:pt x="43326" y="189943"/>
                  <a:pt x="42541" y="188832"/>
                </a:cubicBezTo>
                <a:cubicBezTo>
                  <a:pt x="41737" y="187741"/>
                  <a:pt x="41278" y="185290"/>
                  <a:pt x="41182" y="181500"/>
                </a:cubicBezTo>
                <a:cubicBezTo>
                  <a:pt x="41086" y="174818"/>
                  <a:pt x="39516" y="169878"/>
                  <a:pt x="36472" y="166681"/>
                </a:cubicBezTo>
                <a:cubicBezTo>
                  <a:pt x="33428" y="163484"/>
                  <a:pt x="29408" y="161895"/>
                  <a:pt x="24411" y="161895"/>
                </a:cubicBezTo>
                <a:cubicBezTo>
                  <a:pt x="19222" y="161895"/>
                  <a:pt x="14857" y="163790"/>
                  <a:pt x="11315" y="167581"/>
                </a:cubicBezTo>
                <a:cubicBezTo>
                  <a:pt x="7773" y="171372"/>
                  <a:pt x="5993" y="176158"/>
                  <a:pt x="5993" y="181959"/>
                </a:cubicBezTo>
                <a:cubicBezTo>
                  <a:pt x="5993" y="188641"/>
                  <a:pt x="8558" y="194365"/>
                  <a:pt x="13708" y="199094"/>
                </a:cubicBezTo>
                <a:cubicBezTo>
                  <a:pt x="18839" y="203843"/>
                  <a:pt x="25559" y="206217"/>
                  <a:pt x="33849" y="206217"/>
                </a:cubicBezTo>
                <a:cubicBezTo>
                  <a:pt x="44226" y="206217"/>
                  <a:pt x="52861" y="202024"/>
                  <a:pt x="59753" y="193638"/>
                </a:cubicBezTo>
                <a:cubicBezTo>
                  <a:pt x="64654" y="187645"/>
                  <a:pt x="72140" y="171659"/>
                  <a:pt x="82230" y="145717"/>
                </a:cubicBezTo>
                <a:lnTo>
                  <a:pt x="122206" y="41929"/>
                </a:lnTo>
                <a:cubicBezTo>
                  <a:pt x="129003" y="24257"/>
                  <a:pt x="133846" y="13900"/>
                  <a:pt x="136737" y="10856"/>
                </a:cubicBezTo>
                <a:cubicBezTo>
                  <a:pt x="139628" y="7811"/>
                  <a:pt x="143381" y="6031"/>
                  <a:pt x="147957" y="5533"/>
                </a:cubicBezTo>
                <a:lnTo>
                  <a:pt x="147957" y="0"/>
                </a:lnTo>
                <a:lnTo>
                  <a:pt x="101088" y="0"/>
                </a:lnTo>
                <a:lnTo>
                  <a:pt x="101088" y="5533"/>
                </a:lnTo>
                <a:cubicBezTo>
                  <a:pt x="107272" y="5744"/>
                  <a:pt x="111599" y="6931"/>
                  <a:pt x="114050" y="9132"/>
                </a:cubicBezTo>
                <a:cubicBezTo>
                  <a:pt x="116501" y="11334"/>
                  <a:pt x="117707" y="14263"/>
                  <a:pt x="117707" y="17959"/>
                </a:cubicBezTo>
                <a:cubicBezTo>
                  <a:pt x="117707" y="23855"/>
                  <a:pt x="114777" y="34347"/>
                  <a:pt x="108881" y="49415"/>
                </a:cubicBezTo>
                <a:lnTo>
                  <a:pt x="92550" y="91803"/>
                </a:lnTo>
                <a:lnTo>
                  <a:pt x="68598" y="36989"/>
                </a:lnTo>
                <a:cubicBezTo>
                  <a:pt x="63601" y="25808"/>
                  <a:pt x="61113" y="18322"/>
                  <a:pt x="61113" y="14531"/>
                </a:cubicBezTo>
                <a:cubicBezTo>
                  <a:pt x="61113" y="12119"/>
                  <a:pt x="62108" y="10090"/>
                  <a:pt x="64099" y="8386"/>
                </a:cubicBezTo>
                <a:cubicBezTo>
                  <a:pt x="66090" y="6682"/>
                  <a:pt x="69537" y="5744"/>
                  <a:pt x="74438" y="5533"/>
                </a:cubicBezTo>
                <a:lnTo>
                  <a:pt x="74438" y="0"/>
                </a:lnTo>
                <a:lnTo>
                  <a:pt x="0" y="0"/>
                </a:lnTo>
                <a:lnTo>
                  <a:pt x="0" y="5533"/>
                </a:lnTo>
                <a:cubicBezTo>
                  <a:pt x="4595" y="6931"/>
                  <a:pt x="8520" y="9439"/>
                  <a:pt x="11755" y="13019"/>
                </a:cubicBezTo>
                <a:cubicBezTo>
                  <a:pt x="15010" y="16618"/>
                  <a:pt x="20026" y="26249"/>
                  <a:pt x="26804" y="41929"/>
                </a:cubicBezTo>
                <a:lnTo>
                  <a:pt x="72045" y="145717"/>
                </a:lnTo>
                <a:lnTo>
                  <a:pt x="67699" y="157395"/>
                </a:lnTo>
              </a:path>
            </a:pathLst>
          </a:custGeom>
          <a:solidFill xmlns:a="http://schemas.openxmlformats.org/drawingml/2006/main">
            <a:srgbClr val="ED1F2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B019E-498D-4156-856C-836BA11D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472" y="3446057"/>
            <a:ext cx="2284828" cy="201028"/>
          </a:xfrm>
          <a:custGeom xmlns:a="http://schemas.openxmlformats.org/drawingml/2006/main">
            <a:pathLst>
              <a:path w="2284828" h="201028">
                <a:moveTo>
                  <a:pt x="0" y="0"/>
                </a:moveTo>
                <a:lnTo>
                  <a:pt x="0" y="201028"/>
                </a:lnTo>
                <a:lnTo>
                  <a:pt x="2284828" y="201028"/>
                </a:lnTo>
                <a:lnTo>
                  <a:pt x="2284828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EEC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E4F1C-6EFD-4456-8831-EDD7BF87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473" y="3225500"/>
            <a:ext cx="2284828" cy="419289"/>
          </a:xfrm>
          <a:custGeom xmlns:a="http://schemas.openxmlformats.org/drawingml/2006/main">
            <a:pathLst>
              <a:path w="2284828" h="419289">
                <a:moveTo>
                  <a:pt x="209069" y="419289"/>
                </a:moveTo>
                <a:cubicBezTo>
                  <a:pt x="94196" y="419289"/>
                  <a:pt x="0" y="325091"/>
                  <a:pt x="0" y="210218"/>
                </a:cubicBezTo>
                <a:cubicBezTo>
                  <a:pt x="0" y="94196"/>
                  <a:pt x="94196" y="0"/>
                  <a:pt x="209069" y="0"/>
                </a:cubicBezTo>
                <a:lnTo>
                  <a:pt x="2074610" y="0"/>
                </a:lnTo>
                <a:cubicBezTo>
                  <a:pt x="2190632" y="0"/>
                  <a:pt x="2284828" y="94196"/>
                  <a:pt x="2284828" y="210218"/>
                </a:cubicBezTo>
                <a:cubicBezTo>
                  <a:pt x="2284828" y="325091"/>
                  <a:pt x="2190632" y="419289"/>
                  <a:pt x="2074610" y="419289"/>
                </a:cubicBezTo>
                <a:lnTo>
                  <a:pt x="209069" y="419289"/>
                </a:lnTo>
                <a:close/>
              </a:path>
            </a:pathLst>
          </a:custGeom>
          <a:solidFill xmlns:a="http://schemas.openxmlformats.org/drawingml/2006/main">
            <a:srgbClr val="DEEC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EC4C3-503D-4B25-B2CE-A2643D22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472" y="280151"/>
            <a:ext cx="2284828" cy="233193"/>
          </a:xfrm>
          <a:custGeom xmlns:a="http://schemas.openxmlformats.org/drawingml/2006/main">
            <a:pathLst>
              <a:path w="2284828" h="233193">
                <a:moveTo>
                  <a:pt x="0" y="0"/>
                </a:moveTo>
                <a:lnTo>
                  <a:pt x="0" y="233193"/>
                </a:lnTo>
                <a:lnTo>
                  <a:pt x="2284828" y="233193"/>
                </a:lnTo>
                <a:lnTo>
                  <a:pt x="2284828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2E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73F15-35C1-4B19-9ABD-00639FB8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473" y="74528"/>
            <a:ext cx="2284828" cy="438816"/>
          </a:xfrm>
          <a:custGeom xmlns:a="http://schemas.openxmlformats.org/drawingml/2006/main">
            <a:pathLst>
              <a:path w="2284828" h="438816">
                <a:moveTo>
                  <a:pt x="219408" y="438816"/>
                </a:moveTo>
                <a:cubicBezTo>
                  <a:pt x="98791" y="438816"/>
                  <a:pt x="0" y="341173"/>
                  <a:pt x="0" y="219408"/>
                </a:cubicBezTo>
                <a:cubicBezTo>
                  <a:pt x="0" y="97642"/>
                  <a:pt x="98791" y="0"/>
                  <a:pt x="219408" y="0"/>
                </a:cubicBezTo>
                <a:lnTo>
                  <a:pt x="2064272" y="0"/>
                </a:lnTo>
                <a:cubicBezTo>
                  <a:pt x="2186037" y="0"/>
                  <a:pt x="2284828" y="97642"/>
                  <a:pt x="2284828" y="219408"/>
                </a:cubicBezTo>
                <a:cubicBezTo>
                  <a:pt x="2284828" y="341173"/>
                  <a:pt x="2186037" y="438816"/>
                  <a:pt x="2064272" y="438816"/>
                </a:cubicBezTo>
                <a:lnTo>
                  <a:pt x="219408" y="438816"/>
                </a:lnTo>
                <a:close/>
              </a:path>
            </a:pathLst>
          </a:custGeom>
          <a:solidFill xmlns:a="http://schemas.openxmlformats.org/drawingml/2006/main">
            <a:srgbClr val="E2E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953A3-BECC-4047-98BE-D00BDB75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02" y="1390535"/>
            <a:ext cx="1707437" cy="278548"/>
          </a:xfrm>
          <a:custGeom xmlns:a="http://schemas.openxmlformats.org/drawingml/2006/main">
            <a:pathLst>
              <a:path w="1707437" h="278548">
                <a:moveTo>
                  <a:pt x="251071" y="5930"/>
                </a:moveTo>
                <a:lnTo>
                  <a:pt x="250774" y="6328"/>
                </a:lnTo>
                <a:lnTo>
                  <a:pt x="250491" y="6733"/>
                </a:lnTo>
                <a:lnTo>
                  <a:pt x="250223" y="7144"/>
                </a:lnTo>
                <a:lnTo>
                  <a:pt x="249971" y="7562"/>
                </a:lnTo>
                <a:lnTo>
                  <a:pt x="249734" y="7986"/>
                </a:lnTo>
                <a:lnTo>
                  <a:pt x="249512" y="8417"/>
                </a:lnTo>
                <a:lnTo>
                  <a:pt x="249306" y="8854"/>
                </a:lnTo>
                <a:lnTo>
                  <a:pt x="249115" y="9298"/>
                </a:lnTo>
                <a:lnTo>
                  <a:pt x="248938" y="9748"/>
                </a:lnTo>
                <a:lnTo>
                  <a:pt x="248778" y="10204"/>
                </a:lnTo>
                <a:lnTo>
                  <a:pt x="248632" y="10667"/>
                </a:lnTo>
                <a:lnTo>
                  <a:pt x="248502" y="11137"/>
                </a:lnTo>
                <a:lnTo>
                  <a:pt x="248387" y="11613"/>
                </a:lnTo>
                <a:lnTo>
                  <a:pt x="248287" y="12095"/>
                </a:lnTo>
                <a:lnTo>
                  <a:pt x="248203" y="12584"/>
                </a:lnTo>
                <a:lnTo>
                  <a:pt x="248134" y="13080"/>
                </a:lnTo>
                <a:lnTo>
                  <a:pt x="248080" y="13581"/>
                </a:lnTo>
                <a:lnTo>
                  <a:pt x="248042" y="14090"/>
                </a:lnTo>
                <a:lnTo>
                  <a:pt x="248019" y="14604"/>
                </a:lnTo>
                <a:lnTo>
                  <a:pt x="248011" y="15125"/>
                </a:lnTo>
                <a:lnTo>
                  <a:pt x="248019" y="15646"/>
                </a:lnTo>
                <a:lnTo>
                  <a:pt x="248042" y="16160"/>
                </a:lnTo>
                <a:lnTo>
                  <a:pt x="248081" y="16669"/>
                </a:lnTo>
                <a:lnTo>
                  <a:pt x="248136" y="17171"/>
                </a:lnTo>
                <a:lnTo>
                  <a:pt x="248206" y="17666"/>
                </a:lnTo>
                <a:lnTo>
                  <a:pt x="248291" y="18155"/>
                </a:lnTo>
                <a:lnTo>
                  <a:pt x="248392" y="18638"/>
                </a:lnTo>
                <a:lnTo>
                  <a:pt x="248509" y="19115"/>
                </a:lnTo>
                <a:lnTo>
                  <a:pt x="248641" y="19586"/>
                </a:lnTo>
                <a:lnTo>
                  <a:pt x="248789" y="20050"/>
                </a:lnTo>
                <a:lnTo>
                  <a:pt x="248952" y="20508"/>
                </a:lnTo>
                <a:lnTo>
                  <a:pt x="249131" y="20960"/>
                </a:lnTo>
                <a:lnTo>
                  <a:pt x="249326" y="21405"/>
                </a:lnTo>
                <a:lnTo>
                  <a:pt x="249536" y="21845"/>
                </a:lnTo>
                <a:lnTo>
                  <a:pt x="249761" y="22278"/>
                </a:lnTo>
                <a:lnTo>
                  <a:pt x="250002" y="22705"/>
                </a:lnTo>
                <a:lnTo>
                  <a:pt x="250259" y="23126"/>
                </a:lnTo>
                <a:lnTo>
                  <a:pt x="250531" y="23541"/>
                </a:lnTo>
                <a:lnTo>
                  <a:pt x="250819" y="23950"/>
                </a:lnTo>
                <a:lnTo>
                  <a:pt x="251122" y="24353"/>
                </a:lnTo>
                <a:lnTo>
                  <a:pt x="251441" y="24750"/>
                </a:lnTo>
                <a:lnTo>
                  <a:pt x="251776" y="25140"/>
                </a:lnTo>
                <a:lnTo>
                  <a:pt x="252126" y="25525"/>
                </a:lnTo>
                <a:lnTo>
                  <a:pt x="252491" y="25904"/>
                </a:lnTo>
                <a:lnTo>
                  <a:pt x="252870" y="26270"/>
                </a:lnTo>
                <a:lnTo>
                  <a:pt x="253255" y="26620"/>
                </a:lnTo>
                <a:lnTo>
                  <a:pt x="253646" y="26955"/>
                </a:lnTo>
                <a:lnTo>
                  <a:pt x="254044" y="27274"/>
                </a:lnTo>
                <a:lnTo>
                  <a:pt x="254447" y="27578"/>
                </a:lnTo>
                <a:lnTo>
                  <a:pt x="254857" y="27867"/>
                </a:lnTo>
                <a:lnTo>
                  <a:pt x="255273" y="28140"/>
                </a:lnTo>
                <a:lnTo>
                  <a:pt x="255695" y="28398"/>
                </a:lnTo>
                <a:lnTo>
                  <a:pt x="256123" y="28640"/>
                </a:lnTo>
                <a:lnTo>
                  <a:pt x="256558" y="28867"/>
                </a:lnTo>
                <a:lnTo>
                  <a:pt x="256998" y="29078"/>
                </a:lnTo>
                <a:lnTo>
                  <a:pt x="257445" y="29274"/>
                </a:lnTo>
                <a:lnTo>
                  <a:pt x="257898" y="29454"/>
                </a:lnTo>
                <a:lnTo>
                  <a:pt x="258357" y="29618"/>
                </a:lnTo>
                <a:lnTo>
                  <a:pt x="258823" y="29767"/>
                </a:lnTo>
                <a:lnTo>
                  <a:pt x="259294" y="29900"/>
                </a:lnTo>
                <a:lnTo>
                  <a:pt x="259772" y="30018"/>
                </a:lnTo>
                <a:lnTo>
                  <a:pt x="260256" y="30120"/>
                </a:lnTo>
                <a:lnTo>
                  <a:pt x="260746" y="30207"/>
                </a:lnTo>
                <a:lnTo>
                  <a:pt x="261242" y="30277"/>
                </a:lnTo>
                <a:lnTo>
                  <a:pt x="261745" y="30332"/>
                </a:lnTo>
                <a:lnTo>
                  <a:pt x="262254" y="30372"/>
                </a:lnTo>
                <a:lnTo>
                  <a:pt x="262768" y="30395"/>
                </a:lnTo>
                <a:lnTo>
                  <a:pt x="263289" y="30403"/>
                </a:lnTo>
                <a:lnTo>
                  <a:pt x="263810" y="30395"/>
                </a:lnTo>
                <a:lnTo>
                  <a:pt x="264324" y="30372"/>
                </a:lnTo>
                <a:lnTo>
                  <a:pt x="264832" y="30332"/>
                </a:lnTo>
                <a:lnTo>
                  <a:pt x="265333" y="30277"/>
                </a:lnTo>
                <a:lnTo>
                  <a:pt x="265828" y="30207"/>
                </a:lnTo>
                <a:lnTo>
                  <a:pt x="266316" y="30120"/>
                </a:lnTo>
                <a:lnTo>
                  <a:pt x="266797" y="30018"/>
                </a:lnTo>
                <a:lnTo>
                  <a:pt x="267272" y="29900"/>
                </a:lnTo>
                <a:lnTo>
                  <a:pt x="267741" y="29767"/>
                </a:lnTo>
                <a:lnTo>
                  <a:pt x="268203" y="29618"/>
                </a:lnTo>
                <a:lnTo>
                  <a:pt x="268658" y="29454"/>
                </a:lnTo>
                <a:lnTo>
                  <a:pt x="269107" y="29274"/>
                </a:lnTo>
                <a:lnTo>
                  <a:pt x="269550" y="29078"/>
                </a:lnTo>
                <a:lnTo>
                  <a:pt x="269986" y="28867"/>
                </a:lnTo>
                <a:lnTo>
                  <a:pt x="270415" y="28640"/>
                </a:lnTo>
                <a:lnTo>
                  <a:pt x="270838" y="28398"/>
                </a:lnTo>
                <a:lnTo>
                  <a:pt x="271255" y="28140"/>
                </a:lnTo>
                <a:lnTo>
                  <a:pt x="271665" y="27867"/>
                </a:lnTo>
                <a:lnTo>
                  <a:pt x="272069" y="27578"/>
                </a:lnTo>
                <a:lnTo>
                  <a:pt x="272466" y="27274"/>
                </a:lnTo>
                <a:lnTo>
                  <a:pt x="272857" y="26955"/>
                </a:lnTo>
                <a:lnTo>
                  <a:pt x="273242" y="26620"/>
                </a:lnTo>
                <a:lnTo>
                  <a:pt x="273620" y="26270"/>
                </a:lnTo>
                <a:lnTo>
                  <a:pt x="273992" y="25904"/>
                </a:lnTo>
                <a:lnTo>
                  <a:pt x="274353" y="25525"/>
                </a:lnTo>
                <a:lnTo>
                  <a:pt x="274698" y="25140"/>
                </a:lnTo>
                <a:lnTo>
                  <a:pt x="275028" y="24750"/>
                </a:lnTo>
                <a:lnTo>
                  <a:pt x="275343" y="24353"/>
                </a:lnTo>
                <a:lnTo>
                  <a:pt x="275643" y="23950"/>
                </a:lnTo>
                <a:lnTo>
                  <a:pt x="275927" y="23541"/>
                </a:lnTo>
                <a:lnTo>
                  <a:pt x="276195" y="23126"/>
                </a:lnTo>
                <a:lnTo>
                  <a:pt x="276449" y="22705"/>
                </a:lnTo>
                <a:lnTo>
                  <a:pt x="276687" y="22278"/>
                </a:lnTo>
                <a:lnTo>
                  <a:pt x="276909" y="21845"/>
                </a:lnTo>
                <a:lnTo>
                  <a:pt x="277117" y="21405"/>
                </a:lnTo>
                <a:lnTo>
                  <a:pt x="277309" y="20960"/>
                </a:lnTo>
                <a:lnTo>
                  <a:pt x="277485" y="20508"/>
                </a:lnTo>
                <a:lnTo>
                  <a:pt x="277647" y="20050"/>
                </a:lnTo>
                <a:lnTo>
                  <a:pt x="277792" y="19586"/>
                </a:lnTo>
                <a:lnTo>
                  <a:pt x="277923" y="19115"/>
                </a:lnTo>
                <a:lnTo>
                  <a:pt x="278038" y="18638"/>
                </a:lnTo>
                <a:lnTo>
                  <a:pt x="278138" y="18155"/>
                </a:lnTo>
                <a:lnTo>
                  <a:pt x="278222" y="17666"/>
                </a:lnTo>
                <a:lnTo>
                  <a:pt x="278292" y="17171"/>
                </a:lnTo>
                <a:lnTo>
                  <a:pt x="278345" y="16669"/>
                </a:lnTo>
                <a:lnTo>
                  <a:pt x="278384" y="16160"/>
                </a:lnTo>
                <a:lnTo>
                  <a:pt x="278407" y="15646"/>
                </a:lnTo>
                <a:lnTo>
                  <a:pt x="278414" y="15125"/>
                </a:lnTo>
                <a:lnTo>
                  <a:pt x="278407" y="14604"/>
                </a:lnTo>
                <a:lnTo>
                  <a:pt x="278384" y="14090"/>
                </a:lnTo>
                <a:lnTo>
                  <a:pt x="278345" y="13581"/>
                </a:lnTo>
                <a:lnTo>
                  <a:pt x="278292" y="13080"/>
                </a:lnTo>
                <a:lnTo>
                  <a:pt x="278222" y="12584"/>
                </a:lnTo>
                <a:lnTo>
                  <a:pt x="278138" y="12095"/>
                </a:lnTo>
                <a:lnTo>
                  <a:pt x="278038" y="11613"/>
                </a:lnTo>
                <a:lnTo>
                  <a:pt x="277923" y="11137"/>
                </a:lnTo>
                <a:lnTo>
                  <a:pt x="277792" y="10667"/>
                </a:lnTo>
                <a:lnTo>
                  <a:pt x="277647" y="10204"/>
                </a:lnTo>
                <a:lnTo>
                  <a:pt x="277485" y="9748"/>
                </a:lnTo>
                <a:lnTo>
                  <a:pt x="277309" y="9298"/>
                </a:lnTo>
                <a:lnTo>
                  <a:pt x="277117" y="8854"/>
                </a:lnTo>
                <a:lnTo>
                  <a:pt x="276909" y="8417"/>
                </a:lnTo>
                <a:lnTo>
                  <a:pt x="276687" y="7986"/>
                </a:lnTo>
                <a:lnTo>
                  <a:pt x="276449" y="7562"/>
                </a:lnTo>
                <a:lnTo>
                  <a:pt x="276195" y="7144"/>
                </a:lnTo>
                <a:lnTo>
                  <a:pt x="275927" y="6733"/>
                </a:lnTo>
                <a:lnTo>
                  <a:pt x="275643" y="6328"/>
                </a:lnTo>
                <a:lnTo>
                  <a:pt x="275343" y="5930"/>
                </a:lnTo>
                <a:lnTo>
                  <a:pt x="275028" y="5539"/>
                </a:lnTo>
                <a:lnTo>
                  <a:pt x="274698" y="5154"/>
                </a:lnTo>
                <a:lnTo>
                  <a:pt x="274353" y="4775"/>
                </a:lnTo>
                <a:lnTo>
                  <a:pt x="273992" y="4403"/>
                </a:lnTo>
                <a:lnTo>
                  <a:pt x="273620" y="4045"/>
                </a:lnTo>
                <a:lnTo>
                  <a:pt x="273242" y="3701"/>
                </a:lnTo>
                <a:lnTo>
                  <a:pt x="272857" y="3373"/>
                </a:lnTo>
                <a:lnTo>
                  <a:pt x="272466" y="3060"/>
                </a:lnTo>
                <a:lnTo>
                  <a:pt x="272069" y="2762"/>
                </a:lnTo>
                <a:lnTo>
                  <a:pt x="271665" y="2480"/>
                </a:lnTo>
                <a:lnTo>
                  <a:pt x="271255" y="2212"/>
                </a:lnTo>
                <a:lnTo>
                  <a:pt x="270838" y="1960"/>
                </a:lnTo>
                <a:lnTo>
                  <a:pt x="270415" y="1723"/>
                </a:lnTo>
                <a:lnTo>
                  <a:pt x="269986" y="1501"/>
                </a:lnTo>
                <a:lnTo>
                  <a:pt x="269550" y="1295"/>
                </a:lnTo>
                <a:lnTo>
                  <a:pt x="269107" y="1103"/>
                </a:lnTo>
                <a:lnTo>
                  <a:pt x="268658" y="927"/>
                </a:lnTo>
                <a:lnTo>
                  <a:pt x="268203" y="766"/>
                </a:lnTo>
                <a:lnTo>
                  <a:pt x="267741" y="621"/>
                </a:lnTo>
                <a:lnTo>
                  <a:pt x="267272" y="491"/>
                </a:lnTo>
                <a:lnTo>
                  <a:pt x="266797" y="376"/>
                </a:lnTo>
                <a:lnTo>
                  <a:pt x="266316" y="276"/>
                </a:lnTo>
                <a:lnTo>
                  <a:pt x="265828" y="192"/>
                </a:lnTo>
                <a:lnTo>
                  <a:pt x="265333" y="123"/>
                </a:lnTo>
                <a:lnTo>
                  <a:pt x="264832" y="69"/>
                </a:lnTo>
                <a:lnTo>
                  <a:pt x="264324" y="31"/>
                </a:lnTo>
                <a:lnTo>
                  <a:pt x="263810" y="8"/>
                </a:lnTo>
                <a:lnTo>
                  <a:pt x="263289" y="0"/>
                </a:lnTo>
                <a:lnTo>
                  <a:pt x="262755" y="8"/>
                </a:lnTo>
                <a:lnTo>
                  <a:pt x="262227" y="31"/>
                </a:lnTo>
                <a:lnTo>
                  <a:pt x="261706" y="69"/>
                </a:lnTo>
                <a:lnTo>
                  <a:pt x="261193" y="123"/>
                </a:lnTo>
                <a:lnTo>
                  <a:pt x="260687" y="192"/>
                </a:lnTo>
                <a:lnTo>
                  <a:pt x="260188" y="276"/>
                </a:lnTo>
                <a:lnTo>
                  <a:pt x="259696" y="376"/>
                </a:lnTo>
                <a:lnTo>
                  <a:pt x="259211" y="491"/>
                </a:lnTo>
                <a:lnTo>
                  <a:pt x="258733" y="621"/>
                </a:lnTo>
                <a:lnTo>
                  <a:pt x="258262" y="766"/>
                </a:lnTo>
                <a:lnTo>
                  <a:pt x="257799" y="927"/>
                </a:lnTo>
                <a:lnTo>
                  <a:pt x="257342" y="1103"/>
                </a:lnTo>
                <a:lnTo>
                  <a:pt x="256893" y="1295"/>
                </a:lnTo>
                <a:lnTo>
                  <a:pt x="256451" y="1501"/>
                </a:lnTo>
                <a:lnTo>
                  <a:pt x="256015" y="1723"/>
                </a:lnTo>
                <a:lnTo>
                  <a:pt x="255587" y="1960"/>
                </a:lnTo>
                <a:lnTo>
                  <a:pt x="255166" y="2212"/>
                </a:lnTo>
                <a:lnTo>
                  <a:pt x="254752" y="2480"/>
                </a:lnTo>
                <a:lnTo>
                  <a:pt x="254345" y="2762"/>
                </a:lnTo>
                <a:lnTo>
                  <a:pt x="253945" y="3060"/>
                </a:lnTo>
                <a:lnTo>
                  <a:pt x="253552" y="3373"/>
                </a:lnTo>
                <a:lnTo>
                  <a:pt x="253166" y="3701"/>
                </a:lnTo>
                <a:lnTo>
                  <a:pt x="252787" y="4045"/>
                </a:lnTo>
                <a:lnTo>
                  <a:pt x="252415" y="4403"/>
                </a:lnTo>
                <a:lnTo>
                  <a:pt x="252056" y="4775"/>
                </a:lnTo>
                <a:lnTo>
                  <a:pt x="251713" y="5154"/>
                </a:lnTo>
                <a:lnTo>
                  <a:pt x="251385" y="5539"/>
                </a:lnTo>
                <a:lnTo>
                  <a:pt x="251071" y="5930"/>
                </a:lnTo>
                <a:close/>
                <a:moveTo>
                  <a:pt x="152891" y="15488"/>
                </a:moveTo>
                <a:lnTo>
                  <a:pt x="153029" y="15513"/>
                </a:lnTo>
                <a:lnTo>
                  <a:pt x="153163" y="15536"/>
                </a:lnTo>
                <a:lnTo>
                  <a:pt x="153293" y="15559"/>
                </a:lnTo>
                <a:lnTo>
                  <a:pt x="153419" y="15582"/>
                </a:lnTo>
                <a:lnTo>
                  <a:pt x="153542" y="15604"/>
                </a:lnTo>
                <a:lnTo>
                  <a:pt x="153660" y="15625"/>
                </a:lnTo>
                <a:lnTo>
                  <a:pt x="153776" y="15645"/>
                </a:lnTo>
                <a:lnTo>
                  <a:pt x="153887" y="15666"/>
                </a:lnTo>
                <a:lnTo>
                  <a:pt x="153995" y="15685"/>
                </a:lnTo>
                <a:lnTo>
                  <a:pt x="154099" y="15704"/>
                </a:lnTo>
                <a:lnTo>
                  <a:pt x="154199" y="15722"/>
                </a:lnTo>
                <a:lnTo>
                  <a:pt x="154296" y="15740"/>
                </a:lnTo>
                <a:lnTo>
                  <a:pt x="154389" y="15757"/>
                </a:lnTo>
                <a:lnTo>
                  <a:pt x="154478" y="15773"/>
                </a:lnTo>
                <a:lnTo>
                  <a:pt x="154564" y="15789"/>
                </a:lnTo>
                <a:lnTo>
                  <a:pt x="154646" y="15804"/>
                </a:lnTo>
                <a:lnTo>
                  <a:pt x="154725" y="15819"/>
                </a:lnTo>
                <a:lnTo>
                  <a:pt x="154799" y="15833"/>
                </a:lnTo>
                <a:lnTo>
                  <a:pt x="154871" y="15847"/>
                </a:lnTo>
                <a:lnTo>
                  <a:pt x="154938" y="15859"/>
                </a:lnTo>
                <a:lnTo>
                  <a:pt x="155002" y="15872"/>
                </a:lnTo>
                <a:lnTo>
                  <a:pt x="155853" y="16012"/>
                </a:lnTo>
                <a:lnTo>
                  <a:pt x="156683" y="16161"/>
                </a:lnTo>
                <a:lnTo>
                  <a:pt x="157493" y="16318"/>
                </a:lnTo>
                <a:lnTo>
                  <a:pt x="158281" y="16483"/>
                </a:lnTo>
                <a:lnTo>
                  <a:pt x="159049" y="16656"/>
                </a:lnTo>
                <a:lnTo>
                  <a:pt x="159795" y="16837"/>
                </a:lnTo>
                <a:lnTo>
                  <a:pt x="160521" y="17026"/>
                </a:lnTo>
                <a:lnTo>
                  <a:pt x="161226" y="17224"/>
                </a:lnTo>
                <a:lnTo>
                  <a:pt x="161910" y="17430"/>
                </a:lnTo>
                <a:lnTo>
                  <a:pt x="162573" y="17643"/>
                </a:lnTo>
                <a:lnTo>
                  <a:pt x="163216" y="17865"/>
                </a:lnTo>
                <a:lnTo>
                  <a:pt x="163838" y="18095"/>
                </a:lnTo>
                <a:lnTo>
                  <a:pt x="164439" y="18333"/>
                </a:lnTo>
                <a:lnTo>
                  <a:pt x="165019" y="18579"/>
                </a:lnTo>
                <a:lnTo>
                  <a:pt x="165579" y="18833"/>
                </a:lnTo>
                <a:lnTo>
                  <a:pt x="166118" y="19095"/>
                </a:lnTo>
                <a:lnTo>
                  <a:pt x="166636" y="19365"/>
                </a:lnTo>
                <a:lnTo>
                  <a:pt x="167134" y="19644"/>
                </a:lnTo>
                <a:lnTo>
                  <a:pt x="167611" y="19930"/>
                </a:lnTo>
                <a:lnTo>
                  <a:pt x="168067" y="20224"/>
                </a:lnTo>
                <a:lnTo>
                  <a:pt x="168503" y="20526"/>
                </a:lnTo>
                <a:lnTo>
                  <a:pt x="168918" y="20837"/>
                </a:lnTo>
                <a:lnTo>
                  <a:pt x="169313" y="21155"/>
                </a:lnTo>
                <a:lnTo>
                  <a:pt x="169687" y="21481"/>
                </a:lnTo>
                <a:lnTo>
                  <a:pt x="170041" y="21812"/>
                </a:lnTo>
                <a:lnTo>
                  <a:pt x="170379" y="22145"/>
                </a:lnTo>
                <a:lnTo>
                  <a:pt x="170703" y="22478"/>
                </a:lnTo>
                <a:lnTo>
                  <a:pt x="171011" y="22813"/>
                </a:lnTo>
                <a:lnTo>
                  <a:pt x="171304" y="23150"/>
                </a:lnTo>
                <a:lnTo>
                  <a:pt x="171583" y="23488"/>
                </a:lnTo>
                <a:lnTo>
                  <a:pt x="171846" y="23827"/>
                </a:lnTo>
                <a:lnTo>
                  <a:pt x="172094" y="24167"/>
                </a:lnTo>
                <a:lnTo>
                  <a:pt x="172326" y="24509"/>
                </a:lnTo>
                <a:lnTo>
                  <a:pt x="172544" y="24852"/>
                </a:lnTo>
                <a:lnTo>
                  <a:pt x="172747" y="25197"/>
                </a:lnTo>
                <a:lnTo>
                  <a:pt x="172934" y="25543"/>
                </a:lnTo>
                <a:lnTo>
                  <a:pt x="173107" y="25890"/>
                </a:lnTo>
                <a:lnTo>
                  <a:pt x="173265" y="26238"/>
                </a:lnTo>
                <a:lnTo>
                  <a:pt x="173407" y="26588"/>
                </a:lnTo>
                <a:lnTo>
                  <a:pt x="173534" y="26938"/>
                </a:lnTo>
                <a:lnTo>
                  <a:pt x="173647" y="27291"/>
                </a:lnTo>
                <a:lnTo>
                  <a:pt x="173744" y="27644"/>
                </a:lnTo>
                <a:lnTo>
                  <a:pt x="173827" y="27999"/>
                </a:lnTo>
                <a:lnTo>
                  <a:pt x="173894" y="28355"/>
                </a:lnTo>
                <a:lnTo>
                  <a:pt x="173946" y="28712"/>
                </a:lnTo>
                <a:lnTo>
                  <a:pt x="173984" y="29070"/>
                </a:lnTo>
                <a:lnTo>
                  <a:pt x="174006" y="29430"/>
                </a:lnTo>
                <a:lnTo>
                  <a:pt x="174014" y="29790"/>
                </a:lnTo>
                <a:lnTo>
                  <a:pt x="174002" y="30371"/>
                </a:lnTo>
                <a:lnTo>
                  <a:pt x="173965" y="30989"/>
                </a:lnTo>
                <a:lnTo>
                  <a:pt x="173904" y="31644"/>
                </a:lnTo>
                <a:lnTo>
                  <a:pt x="173819" y="32335"/>
                </a:lnTo>
                <a:lnTo>
                  <a:pt x="173709" y="33064"/>
                </a:lnTo>
                <a:lnTo>
                  <a:pt x="173576" y="33829"/>
                </a:lnTo>
                <a:lnTo>
                  <a:pt x="173417" y="34631"/>
                </a:lnTo>
                <a:lnTo>
                  <a:pt x="173234" y="35470"/>
                </a:lnTo>
                <a:lnTo>
                  <a:pt x="173027" y="36346"/>
                </a:lnTo>
                <a:lnTo>
                  <a:pt x="172796" y="37259"/>
                </a:lnTo>
                <a:lnTo>
                  <a:pt x="172540" y="38209"/>
                </a:lnTo>
                <a:lnTo>
                  <a:pt x="172260" y="39196"/>
                </a:lnTo>
                <a:lnTo>
                  <a:pt x="171955" y="40219"/>
                </a:lnTo>
                <a:lnTo>
                  <a:pt x="171626" y="41280"/>
                </a:lnTo>
                <a:lnTo>
                  <a:pt x="171272" y="42377"/>
                </a:lnTo>
                <a:lnTo>
                  <a:pt x="170894" y="43511"/>
                </a:lnTo>
                <a:lnTo>
                  <a:pt x="170491" y="44683"/>
                </a:lnTo>
                <a:lnTo>
                  <a:pt x="170064" y="45891"/>
                </a:lnTo>
                <a:lnTo>
                  <a:pt x="169613" y="47136"/>
                </a:lnTo>
                <a:lnTo>
                  <a:pt x="169137" y="48417"/>
                </a:lnTo>
                <a:lnTo>
                  <a:pt x="168636" y="49736"/>
                </a:lnTo>
                <a:lnTo>
                  <a:pt x="168111" y="51092"/>
                </a:lnTo>
                <a:lnTo>
                  <a:pt x="167561" y="52484"/>
                </a:lnTo>
                <a:lnTo>
                  <a:pt x="166987" y="53914"/>
                </a:lnTo>
                <a:lnTo>
                  <a:pt x="119066" y="171467"/>
                </a:lnTo>
                <a:lnTo>
                  <a:pt x="67392" y="52401"/>
                </a:lnTo>
                <a:lnTo>
                  <a:pt x="66830" y="51095"/>
                </a:lnTo>
                <a:lnTo>
                  <a:pt x="66291" y="49817"/>
                </a:lnTo>
                <a:lnTo>
                  <a:pt x="65777" y="48568"/>
                </a:lnTo>
                <a:lnTo>
                  <a:pt x="65286" y="47349"/>
                </a:lnTo>
                <a:lnTo>
                  <a:pt x="64820" y="46158"/>
                </a:lnTo>
                <a:lnTo>
                  <a:pt x="64377" y="44996"/>
                </a:lnTo>
                <a:lnTo>
                  <a:pt x="63958" y="43863"/>
                </a:lnTo>
                <a:lnTo>
                  <a:pt x="63563" y="42759"/>
                </a:lnTo>
                <a:lnTo>
                  <a:pt x="63192" y="41684"/>
                </a:lnTo>
                <a:lnTo>
                  <a:pt x="62845" y="40638"/>
                </a:lnTo>
                <a:lnTo>
                  <a:pt x="62522" y="39621"/>
                </a:lnTo>
                <a:lnTo>
                  <a:pt x="62223" y="38633"/>
                </a:lnTo>
                <a:lnTo>
                  <a:pt x="61948" y="37674"/>
                </a:lnTo>
                <a:lnTo>
                  <a:pt x="61696" y="36744"/>
                </a:lnTo>
                <a:lnTo>
                  <a:pt x="61469" y="35844"/>
                </a:lnTo>
                <a:lnTo>
                  <a:pt x="61266" y="34972"/>
                </a:lnTo>
                <a:lnTo>
                  <a:pt x="61086" y="34129"/>
                </a:lnTo>
                <a:lnTo>
                  <a:pt x="60931" y="33315"/>
                </a:lnTo>
                <a:lnTo>
                  <a:pt x="60799" y="32531"/>
                </a:lnTo>
                <a:lnTo>
                  <a:pt x="60691" y="31775"/>
                </a:lnTo>
                <a:lnTo>
                  <a:pt x="60608" y="31049"/>
                </a:lnTo>
                <a:lnTo>
                  <a:pt x="60548" y="30351"/>
                </a:lnTo>
                <a:lnTo>
                  <a:pt x="60512" y="29683"/>
                </a:lnTo>
                <a:lnTo>
                  <a:pt x="60500" y="29044"/>
                </a:lnTo>
                <a:lnTo>
                  <a:pt x="60507" y="28597"/>
                </a:lnTo>
                <a:lnTo>
                  <a:pt x="60529" y="28158"/>
                </a:lnTo>
                <a:lnTo>
                  <a:pt x="60565" y="27725"/>
                </a:lnTo>
                <a:lnTo>
                  <a:pt x="60616" y="27298"/>
                </a:lnTo>
                <a:lnTo>
                  <a:pt x="60682" y="26879"/>
                </a:lnTo>
                <a:lnTo>
                  <a:pt x="60762" y="26467"/>
                </a:lnTo>
                <a:lnTo>
                  <a:pt x="60857" y="26061"/>
                </a:lnTo>
                <a:lnTo>
                  <a:pt x="60966" y="25662"/>
                </a:lnTo>
                <a:lnTo>
                  <a:pt x="61090" y="25270"/>
                </a:lnTo>
                <a:lnTo>
                  <a:pt x="61228" y="24885"/>
                </a:lnTo>
                <a:lnTo>
                  <a:pt x="61381" y="24507"/>
                </a:lnTo>
                <a:lnTo>
                  <a:pt x="61548" y="24135"/>
                </a:lnTo>
                <a:lnTo>
                  <a:pt x="61730" y="23771"/>
                </a:lnTo>
                <a:lnTo>
                  <a:pt x="61927" y="23413"/>
                </a:lnTo>
                <a:lnTo>
                  <a:pt x="62138" y="23062"/>
                </a:lnTo>
                <a:lnTo>
                  <a:pt x="62363" y="22719"/>
                </a:lnTo>
                <a:lnTo>
                  <a:pt x="62604" y="22382"/>
                </a:lnTo>
                <a:lnTo>
                  <a:pt x="62858" y="22052"/>
                </a:lnTo>
                <a:lnTo>
                  <a:pt x="63128" y="21729"/>
                </a:lnTo>
                <a:lnTo>
                  <a:pt x="63412" y="21413"/>
                </a:lnTo>
                <a:lnTo>
                  <a:pt x="63710" y="21103"/>
                </a:lnTo>
                <a:lnTo>
                  <a:pt x="64023" y="20801"/>
                </a:lnTo>
                <a:lnTo>
                  <a:pt x="64351" y="20506"/>
                </a:lnTo>
                <a:lnTo>
                  <a:pt x="64693" y="20218"/>
                </a:lnTo>
                <a:lnTo>
                  <a:pt x="65059" y="19934"/>
                </a:lnTo>
                <a:lnTo>
                  <a:pt x="65460" y="19658"/>
                </a:lnTo>
                <a:lnTo>
                  <a:pt x="65895" y="19388"/>
                </a:lnTo>
                <a:lnTo>
                  <a:pt x="66365" y="19126"/>
                </a:lnTo>
                <a:lnTo>
                  <a:pt x="66869" y="18872"/>
                </a:lnTo>
                <a:lnTo>
                  <a:pt x="67407" y="18624"/>
                </a:lnTo>
                <a:lnTo>
                  <a:pt x="67979" y="18384"/>
                </a:lnTo>
                <a:lnTo>
                  <a:pt x="68586" y="18151"/>
                </a:lnTo>
                <a:lnTo>
                  <a:pt x="69228" y="17925"/>
                </a:lnTo>
                <a:lnTo>
                  <a:pt x="69903" y="17706"/>
                </a:lnTo>
                <a:lnTo>
                  <a:pt x="70613" y="17495"/>
                </a:lnTo>
                <a:lnTo>
                  <a:pt x="71358" y="17291"/>
                </a:lnTo>
                <a:lnTo>
                  <a:pt x="72137" y="17094"/>
                </a:lnTo>
                <a:lnTo>
                  <a:pt x="72950" y="16905"/>
                </a:lnTo>
                <a:lnTo>
                  <a:pt x="73798" y="16722"/>
                </a:lnTo>
                <a:lnTo>
                  <a:pt x="74680" y="16547"/>
                </a:lnTo>
                <a:lnTo>
                  <a:pt x="75596" y="16380"/>
                </a:lnTo>
                <a:lnTo>
                  <a:pt x="76547" y="16220"/>
                </a:lnTo>
                <a:lnTo>
                  <a:pt x="77533" y="16067"/>
                </a:lnTo>
                <a:lnTo>
                  <a:pt x="78552" y="15921"/>
                </a:lnTo>
                <a:lnTo>
                  <a:pt x="79607" y="15783"/>
                </a:lnTo>
                <a:lnTo>
                  <a:pt x="80696" y="15652"/>
                </a:lnTo>
                <a:lnTo>
                  <a:pt x="81819" y="15528"/>
                </a:lnTo>
                <a:lnTo>
                  <a:pt x="82977" y="15412"/>
                </a:lnTo>
                <a:lnTo>
                  <a:pt x="82977" y="9879"/>
                </a:lnTo>
                <a:lnTo>
                  <a:pt x="0" y="9879"/>
                </a:lnTo>
                <a:lnTo>
                  <a:pt x="0" y="15412"/>
                </a:lnTo>
                <a:lnTo>
                  <a:pt x="766" y="15478"/>
                </a:lnTo>
                <a:lnTo>
                  <a:pt x="1520" y="15550"/>
                </a:lnTo>
                <a:lnTo>
                  <a:pt x="2260" y="15628"/>
                </a:lnTo>
                <a:lnTo>
                  <a:pt x="2987" y="15714"/>
                </a:lnTo>
                <a:lnTo>
                  <a:pt x="3700" y="15805"/>
                </a:lnTo>
                <a:lnTo>
                  <a:pt x="4401" y="15904"/>
                </a:lnTo>
                <a:lnTo>
                  <a:pt x="5089" y="16008"/>
                </a:lnTo>
                <a:lnTo>
                  <a:pt x="5763" y="16120"/>
                </a:lnTo>
                <a:lnTo>
                  <a:pt x="6424" y="16238"/>
                </a:lnTo>
                <a:lnTo>
                  <a:pt x="7072" y="16362"/>
                </a:lnTo>
                <a:lnTo>
                  <a:pt x="7707" y="16493"/>
                </a:lnTo>
                <a:lnTo>
                  <a:pt x="8328" y="16630"/>
                </a:lnTo>
                <a:lnTo>
                  <a:pt x="8937" y="16774"/>
                </a:lnTo>
                <a:lnTo>
                  <a:pt x="9532" y="16924"/>
                </a:lnTo>
                <a:lnTo>
                  <a:pt x="10114" y="17081"/>
                </a:lnTo>
                <a:lnTo>
                  <a:pt x="10683" y="17244"/>
                </a:lnTo>
                <a:lnTo>
                  <a:pt x="11239" y="17414"/>
                </a:lnTo>
                <a:lnTo>
                  <a:pt x="11782" y="17590"/>
                </a:lnTo>
                <a:lnTo>
                  <a:pt x="12311" y="17773"/>
                </a:lnTo>
                <a:lnTo>
                  <a:pt x="12828" y="17962"/>
                </a:lnTo>
                <a:lnTo>
                  <a:pt x="13331" y="18157"/>
                </a:lnTo>
                <a:lnTo>
                  <a:pt x="13821" y="18359"/>
                </a:lnTo>
                <a:lnTo>
                  <a:pt x="14298" y="18567"/>
                </a:lnTo>
                <a:lnTo>
                  <a:pt x="14761" y="18782"/>
                </a:lnTo>
                <a:lnTo>
                  <a:pt x="15213" y="19005"/>
                </a:lnTo>
                <a:lnTo>
                  <a:pt x="15659" y="19236"/>
                </a:lnTo>
                <a:lnTo>
                  <a:pt x="16098" y="19473"/>
                </a:lnTo>
                <a:lnTo>
                  <a:pt x="16532" y="19717"/>
                </a:lnTo>
                <a:lnTo>
                  <a:pt x="16960" y="19968"/>
                </a:lnTo>
                <a:lnTo>
                  <a:pt x="17382" y="20225"/>
                </a:lnTo>
                <a:lnTo>
                  <a:pt x="17798" y="20490"/>
                </a:lnTo>
                <a:lnTo>
                  <a:pt x="18208" y="20762"/>
                </a:lnTo>
                <a:lnTo>
                  <a:pt x="18612" y="21040"/>
                </a:lnTo>
                <a:lnTo>
                  <a:pt x="19011" y="21325"/>
                </a:lnTo>
                <a:lnTo>
                  <a:pt x="19403" y="21618"/>
                </a:lnTo>
                <a:lnTo>
                  <a:pt x="19789" y="21917"/>
                </a:lnTo>
                <a:lnTo>
                  <a:pt x="20170" y="22223"/>
                </a:lnTo>
                <a:lnTo>
                  <a:pt x="20545" y="22536"/>
                </a:lnTo>
                <a:lnTo>
                  <a:pt x="20913" y="22857"/>
                </a:lnTo>
                <a:lnTo>
                  <a:pt x="21276" y="23184"/>
                </a:lnTo>
                <a:lnTo>
                  <a:pt x="21633" y="23518"/>
                </a:lnTo>
                <a:lnTo>
                  <a:pt x="21985" y="23860"/>
                </a:lnTo>
                <a:lnTo>
                  <a:pt x="22330" y="24208"/>
                </a:lnTo>
                <a:lnTo>
                  <a:pt x="22670" y="24564"/>
                </a:lnTo>
                <a:lnTo>
                  <a:pt x="23004" y="24926"/>
                </a:lnTo>
                <a:lnTo>
                  <a:pt x="23332" y="25296"/>
                </a:lnTo>
                <a:lnTo>
                  <a:pt x="23654" y="25673"/>
                </a:lnTo>
                <a:lnTo>
                  <a:pt x="23970" y="26057"/>
                </a:lnTo>
                <a:lnTo>
                  <a:pt x="24175" y="26324"/>
                </a:lnTo>
                <a:lnTo>
                  <a:pt x="24391" y="26628"/>
                </a:lnTo>
                <a:lnTo>
                  <a:pt x="24620" y="26968"/>
                </a:lnTo>
                <a:lnTo>
                  <a:pt x="24861" y="27345"/>
                </a:lnTo>
                <a:lnTo>
                  <a:pt x="25113" y="27758"/>
                </a:lnTo>
                <a:lnTo>
                  <a:pt x="25378" y="28207"/>
                </a:lnTo>
                <a:lnTo>
                  <a:pt x="25654" y="28693"/>
                </a:lnTo>
                <a:lnTo>
                  <a:pt x="25943" y="29215"/>
                </a:lnTo>
                <a:lnTo>
                  <a:pt x="26244" y="29774"/>
                </a:lnTo>
                <a:lnTo>
                  <a:pt x="26556" y="30369"/>
                </a:lnTo>
                <a:lnTo>
                  <a:pt x="26881" y="31001"/>
                </a:lnTo>
                <a:lnTo>
                  <a:pt x="27218" y="31669"/>
                </a:lnTo>
                <a:lnTo>
                  <a:pt x="27567" y="32374"/>
                </a:lnTo>
                <a:lnTo>
                  <a:pt x="27928" y="33114"/>
                </a:lnTo>
                <a:lnTo>
                  <a:pt x="28301" y="33892"/>
                </a:lnTo>
                <a:lnTo>
                  <a:pt x="28686" y="34705"/>
                </a:lnTo>
                <a:lnTo>
                  <a:pt x="29083" y="35555"/>
                </a:lnTo>
                <a:lnTo>
                  <a:pt x="29492" y="36441"/>
                </a:lnTo>
                <a:lnTo>
                  <a:pt x="29914" y="37364"/>
                </a:lnTo>
                <a:lnTo>
                  <a:pt x="30347" y="38323"/>
                </a:lnTo>
                <a:lnTo>
                  <a:pt x="30793" y="39318"/>
                </a:lnTo>
                <a:lnTo>
                  <a:pt x="31251" y="40350"/>
                </a:lnTo>
                <a:lnTo>
                  <a:pt x="31721" y="41418"/>
                </a:lnTo>
                <a:lnTo>
                  <a:pt x="32203" y="42522"/>
                </a:lnTo>
                <a:lnTo>
                  <a:pt x="108287" y="217589"/>
                </a:lnTo>
                <a:lnTo>
                  <a:pt x="113820" y="217589"/>
                </a:lnTo>
                <a:lnTo>
                  <a:pt x="184659" y="44762"/>
                </a:lnTo>
                <a:lnTo>
                  <a:pt x="185174" y="43517"/>
                </a:lnTo>
                <a:lnTo>
                  <a:pt x="185695" y="42298"/>
                </a:lnTo>
                <a:lnTo>
                  <a:pt x="186223" y="41107"/>
                </a:lnTo>
                <a:lnTo>
                  <a:pt x="186757" y="39942"/>
                </a:lnTo>
                <a:lnTo>
                  <a:pt x="187297" y="38805"/>
                </a:lnTo>
                <a:lnTo>
                  <a:pt x="187843" y="37694"/>
                </a:lnTo>
                <a:lnTo>
                  <a:pt x="188395" y="36610"/>
                </a:lnTo>
                <a:lnTo>
                  <a:pt x="188954" y="35553"/>
                </a:lnTo>
                <a:lnTo>
                  <a:pt x="189518" y="34523"/>
                </a:lnTo>
                <a:lnTo>
                  <a:pt x="190089" y="33520"/>
                </a:lnTo>
                <a:lnTo>
                  <a:pt x="190666" y="32544"/>
                </a:lnTo>
                <a:lnTo>
                  <a:pt x="191250" y="31595"/>
                </a:lnTo>
                <a:lnTo>
                  <a:pt x="191839" y="30673"/>
                </a:lnTo>
                <a:lnTo>
                  <a:pt x="192435" y="29777"/>
                </a:lnTo>
                <a:lnTo>
                  <a:pt x="193036" y="28909"/>
                </a:lnTo>
                <a:lnTo>
                  <a:pt x="193644" y="28067"/>
                </a:lnTo>
                <a:lnTo>
                  <a:pt x="194258" y="27253"/>
                </a:lnTo>
                <a:lnTo>
                  <a:pt x="194879" y="26465"/>
                </a:lnTo>
                <a:lnTo>
                  <a:pt x="195505" y="25704"/>
                </a:lnTo>
                <a:lnTo>
                  <a:pt x="196138" y="24971"/>
                </a:lnTo>
                <a:lnTo>
                  <a:pt x="196777" y="24264"/>
                </a:lnTo>
                <a:lnTo>
                  <a:pt x="197422" y="23584"/>
                </a:lnTo>
                <a:lnTo>
                  <a:pt x="198073" y="22931"/>
                </a:lnTo>
                <a:lnTo>
                  <a:pt x="198731" y="22305"/>
                </a:lnTo>
                <a:lnTo>
                  <a:pt x="199202" y="21898"/>
                </a:lnTo>
                <a:lnTo>
                  <a:pt x="199691" y="21502"/>
                </a:lnTo>
                <a:lnTo>
                  <a:pt x="200198" y="21116"/>
                </a:lnTo>
                <a:lnTo>
                  <a:pt x="200723" y="20741"/>
                </a:lnTo>
                <a:lnTo>
                  <a:pt x="201267" y="20376"/>
                </a:lnTo>
                <a:lnTo>
                  <a:pt x="201829" y="20021"/>
                </a:lnTo>
                <a:lnTo>
                  <a:pt x="202409" y="19677"/>
                </a:lnTo>
                <a:lnTo>
                  <a:pt x="203007" y="19343"/>
                </a:lnTo>
                <a:lnTo>
                  <a:pt x="203624" y="19020"/>
                </a:lnTo>
                <a:lnTo>
                  <a:pt x="204258" y="18707"/>
                </a:lnTo>
                <a:lnTo>
                  <a:pt x="204911" y="18404"/>
                </a:lnTo>
                <a:lnTo>
                  <a:pt x="205582" y="18112"/>
                </a:lnTo>
                <a:lnTo>
                  <a:pt x="206272" y="17830"/>
                </a:lnTo>
                <a:lnTo>
                  <a:pt x="206979" y="17558"/>
                </a:lnTo>
                <a:lnTo>
                  <a:pt x="207705" y="17297"/>
                </a:lnTo>
                <a:lnTo>
                  <a:pt x="208450" y="17046"/>
                </a:lnTo>
                <a:lnTo>
                  <a:pt x="209212" y="16805"/>
                </a:lnTo>
                <a:lnTo>
                  <a:pt x="209993" y="16575"/>
                </a:lnTo>
                <a:lnTo>
                  <a:pt x="210792" y="16355"/>
                </a:lnTo>
                <a:lnTo>
                  <a:pt x="211609" y="16146"/>
                </a:lnTo>
                <a:lnTo>
                  <a:pt x="212445" y="15947"/>
                </a:lnTo>
                <a:lnTo>
                  <a:pt x="213299" y="15758"/>
                </a:lnTo>
                <a:lnTo>
                  <a:pt x="214171" y="15580"/>
                </a:lnTo>
                <a:lnTo>
                  <a:pt x="215062" y="15412"/>
                </a:lnTo>
                <a:lnTo>
                  <a:pt x="215062" y="9879"/>
                </a:lnTo>
                <a:lnTo>
                  <a:pt x="152456" y="9879"/>
                </a:lnTo>
                <a:lnTo>
                  <a:pt x="152456" y="15412"/>
                </a:lnTo>
                <a:lnTo>
                  <a:pt x="152605" y="15438"/>
                </a:lnTo>
                <a:lnTo>
                  <a:pt x="152750" y="15464"/>
                </a:lnTo>
                <a:lnTo>
                  <a:pt x="152891" y="15488"/>
                </a:lnTo>
                <a:close/>
                <a:moveTo>
                  <a:pt x="230868" y="93532"/>
                </a:moveTo>
                <a:lnTo>
                  <a:pt x="231352" y="93365"/>
                </a:lnTo>
                <a:lnTo>
                  <a:pt x="231830" y="93205"/>
                </a:lnTo>
                <a:lnTo>
                  <a:pt x="232302" y="93054"/>
                </a:lnTo>
                <a:lnTo>
                  <a:pt x="232767" y="92910"/>
                </a:lnTo>
                <a:lnTo>
                  <a:pt x="233226" y="92774"/>
                </a:lnTo>
                <a:lnTo>
                  <a:pt x="233678" y="92645"/>
                </a:lnTo>
                <a:lnTo>
                  <a:pt x="234125" y="92525"/>
                </a:lnTo>
                <a:lnTo>
                  <a:pt x="234565" y="92412"/>
                </a:lnTo>
                <a:lnTo>
                  <a:pt x="234998" y="92307"/>
                </a:lnTo>
                <a:lnTo>
                  <a:pt x="235425" y="92210"/>
                </a:lnTo>
                <a:lnTo>
                  <a:pt x="235847" y="92120"/>
                </a:lnTo>
                <a:lnTo>
                  <a:pt x="236261" y="92039"/>
                </a:lnTo>
                <a:lnTo>
                  <a:pt x="236670" y="91965"/>
                </a:lnTo>
                <a:lnTo>
                  <a:pt x="237072" y="91899"/>
                </a:lnTo>
                <a:lnTo>
                  <a:pt x="237468" y="91840"/>
                </a:lnTo>
                <a:lnTo>
                  <a:pt x="237858" y="91790"/>
                </a:lnTo>
                <a:lnTo>
                  <a:pt x="238241" y="91747"/>
                </a:lnTo>
                <a:lnTo>
                  <a:pt x="238619" y="91712"/>
                </a:lnTo>
                <a:lnTo>
                  <a:pt x="238990" y="91685"/>
                </a:lnTo>
                <a:lnTo>
                  <a:pt x="239355" y="91665"/>
                </a:lnTo>
                <a:lnTo>
                  <a:pt x="239713" y="91654"/>
                </a:lnTo>
                <a:lnTo>
                  <a:pt x="240066" y="91650"/>
                </a:lnTo>
                <a:lnTo>
                  <a:pt x="240388" y="91653"/>
                </a:lnTo>
                <a:lnTo>
                  <a:pt x="240705" y="91663"/>
                </a:lnTo>
                <a:lnTo>
                  <a:pt x="241016" y="91679"/>
                </a:lnTo>
                <a:lnTo>
                  <a:pt x="241322" y="91702"/>
                </a:lnTo>
                <a:lnTo>
                  <a:pt x="241621" y="91732"/>
                </a:lnTo>
                <a:lnTo>
                  <a:pt x="241915" y="91768"/>
                </a:lnTo>
                <a:lnTo>
                  <a:pt x="242202" y="91810"/>
                </a:lnTo>
                <a:lnTo>
                  <a:pt x="242485" y="91859"/>
                </a:lnTo>
                <a:lnTo>
                  <a:pt x="242761" y="91914"/>
                </a:lnTo>
                <a:lnTo>
                  <a:pt x="243031" y="91976"/>
                </a:lnTo>
                <a:lnTo>
                  <a:pt x="243296" y="92044"/>
                </a:lnTo>
                <a:lnTo>
                  <a:pt x="243555" y="92119"/>
                </a:lnTo>
                <a:lnTo>
                  <a:pt x="243808" y="92200"/>
                </a:lnTo>
                <a:lnTo>
                  <a:pt x="244056" y="92287"/>
                </a:lnTo>
                <a:lnTo>
                  <a:pt x="244297" y="92381"/>
                </a:lnTo>
                <a:lnTo>
                  <a:pt x="244533" y="92481"/>
                </a:lnTo>
                <a:lnTo>
                  <a:pt x="244763" y="92587"/>
                </a:lnTo>
                <a:lnTo>
                  <a:pt x="244987" y="92700"/>
                </a:lnTo>
                <a:lnTo>
                  <a:pt x="245206" y="92819"/>
                </a:lnTo>
                <a:lnTo>
                  <a:pt x="245419" y="92944"/>
                </a:lnTo>
                <a:lnTo>
                  <a:pt x="245626" y="93075"/>
                </a:lnTo>
                <a:lnTo>
                  <a:pt x="245827" y="93213"/>
                </a:lnTo>
                <a:lnTo>
                  <a:pt x="246022" y="93357"/>
                </a:lnTo>
                <a:lnTo>
                  <a:pt x="246212" y="93507"/>
                </a:lnTo>
                <a:lnTo>
                  <a:pt x="246396" y="93670"/>
                </a:lnTo>
                <a:lnTo>
                  <a:pt x="246577" y="93843"/>
                </a:lnTo>
                <a:lnTo>
                  <a:pt x="246753" y="94026"/>
                </a:lnTo>
                <a:lnTo>
                  <a:pt x="246925" y="94218"/>
                </a:lnTo>
                <a:lnTo>
                  <a:pt x="247093" y="94421"/>
                </a:lnTo>
                <a:lnTo>
                  <a:pt x="247257" y="94634"/>
                </a:lnTo>
                <a:lnTo>
                  <a:pt x="247416" y="94857"/>
                </a:lnTo>
                <a:lnTo>
                  <a:pt x="247572" y="95090"/>
                </a:lnTo>
                <a:lnTo>
                  <a:pt x="247723" y="95333"/>
                </a:lnTo>
                <a:lnTo>
                  <a:pt x="247870" y="95586"/>
                </a:lnTo>
                <a:lnTo>
                  <a:pt x="248013" y="95849"/>
                </a:lnTo>
                <a:lnTo>
                  <a:pt x="248152" y="96123"/>
                </a:lnTo>
                <a:lnTo>
                  <a:pt x="248287" y="96406"/>
                </a:lnTo>
                <a:lnTo>
                  <a:pt x="248418" y="96699"/>
                </a:lnTo>
                <a:lnTo>
                  <a:pt x="248545" y="97003"/>
                </a:lnTo>
                <a:lnTo>
                  <a:pt x="248668" y="97316"/>
                </a:lnTo>
                <a:lnTo>
                  <a:pt x="248787" y="97640"/>
                </a:lnTo>
                <a:lnTo>
                  <a:pt x="248901" y="97973"/>
                </a:lnTo>
                <a:lnTo>
                  <a:pt x="249012" y="98317"/>
                </a:lnTo>
                <a:lnTo>
                  <a:pt x="249118" y="98671"/>
                </a:lnTo>
                <a:lnTo>
                  <a:pt x="249221" y="99035"/>
                </a:lnTo>
                <a:lnTo>
                  <a:pt x="249320" y="99410"/>
                </a:lnTo>
                <a:lnTo>
                  <a:pt x="249414" y="99794"/>
                </a:lnTo>
                <a:lnTo>
                  <a:pt x="249505" y="100189"/>
                </a:lnTo>
                <a:lnTo>
                  <a:pt x="249615" y="100764"/>
                </a:lnTo>
                <a:lnTo>
                  <a:pt x="249720" y="101394"/>
                </a:lnTo>
                <a:lnTo>
                  <a:pt x="249821" y="102079"/>
                </a:lnTo>
                <a:lnTo>
                  <a:pt x="249916" y="102818"/>
                </a:lnTo>
                <a:lnTo>
                  <a:pt x="250007" y="103612"/>
                </a:lnTo>
                <a:lnTo>
                  <a:pt x="250094" y="104460"/>
                </a:lnTo>
                <a:lnTo>
                  <a:pt x="250175" y="105364"/>
                </a:lnTo>
                <a:lnTo>
                  <a:pt x="250252" y="106322"/>
                </a:lnTo>
                <a:lnTo>
                  <a:pt x="250324" y="107334"/>
                </a:lnTo>
                <a:lnTo>
                  <a:pt x="250391" y="108401"/>
                </a:lnTo>
                <a:lnTo>
                  <a:pt x="250454" y="109523"/>
                </a:lnTo>
                <a:lnTo>
                  <a:pt x="250512" y="110699"/>
                </a:lnTo>
                <a:lnTo>
                  <a:pt x="250565" y="111931"/>
                </a:lnTo>
                <a:lnTo>
                  <a:pt x="250614" y="113216"/>
                </a:lnTo>
                <a:lnTo>
                  <a:pt x="250658" y="114557"/>
                </a:lnTo>
                <a:lnTo>
                  <a:pt x="250697" y="115952"/>
                </a:lnTo>
                <a:lnTo>
                  <a:pt x="250732" y="117401"/>
                </a:lnTo>
                <a:lnTo>
                  <a:pt x="250762" y="118906"/>
                </a:lnTo>
                <a:lnTo>
                  <a:pt x="250787" y="120465"/>
                </a:lnTo>
                <a:lnTo>
                  <a:pt x="250808" y="122078"/>
                </a:lnTo>
                <a:lnTo>
                  <a:pt x="250824" y="123747"/>
                </a:lnTo>
                <a:lnTo>
                  <a:pt x="250836" y="125469"/>
                </a:lnTo>
                <a:lnTo>
                  <a:pt x="250843" y="127247"/>
                </a:lnTo>
                <a:lnTo>
                  <a:pt x="250845" y="129079"/>
                </a:lnTo>
                <a:lnTo>
                  <a:pt x="250845" y="181959"/>
                </a:lnTo>
                <a:lnTo>
                  <a:pt x="250841" y="183005"/>
                </a:lnTo>
                <a:lnTo>
                  <a:pt x="250831" y="184022"/>
                </a:lnTo>
                <a:lnTo>
                  <a:pt x="250813" y="185011"/>
                </a:lnTo>
                <a:lnTo>
                  <a:pt x="250789" y="185972"/>
                </a:lnTo>
                <a:lnTo>
                  <a:pt x="250758" y="186903"/>
                </a:lnTo>
                <a:lnTo>
                  <a:pt x="250719" y="187807"/>
                </a:lnTo>
                <a:lnTo>
                  <a:pt x="250674" y="188681"/>
                </a:lnTo>
                <a:lnTo>
                  <a:pt x="250621" y="189527"/>
                </a:lnTo>
                <a:lnTo>
                  <a:pt x="250562" y="190345"/>
                </a:lnTo>
                <a:lnTo>
                  <a:pt x="250496" y="191134"/>
                </a:lnTo>
                <a:lnTo>
                  <a:pt x="250423" y="191894"/>
                </a:lnTo>
                <a:lnTo>
                  <a:pt x="250342" y="192626"/>
                </a:lnTo>
                <a:lnTo>
                  <a:pt x="250255" y="193329"/>
                </a:lnTo>
                <a:lnTo>
                  <a:pt x="250161" y="194003"/>
                </a:lnTo>
                <a:lnTo>
                  <a:pt x="250060" y="194649"/>
                </a:lnTo>
                <a:lnTo>
                  <a:pt x="249951" y="195266"/>
                </a:lnTo>
                <a:lnTo>
                  <a:pt x="249836" y="195855"/>
                </a:lnTo>
                <a:lnTo>
                  <a:pt x="249714" y="196414"/>
                </a:lnTo>
                <a:lnTo>
                  <a:pt x="249585" y="196946"/>
                </a:lnTo>
                <a:lnTo>
                  <a:pt x="249449" y="197448"/>
                </a:lnTo>
                <a:lnTo>
                  <a:pt x="249306" y="197922"/>
                </a:lnTo>
                <a:lnTo>
                  <a:pt x="249156" y="198367"/>
                </a:lnTo>
                <a:lnTo>
                  <a:pt x="248999" y="198783"/>
                </a:lnTo>
                <a:lnTo>
                  <a:pt x="248835" y="199171"/>
                </a:lnTo>
                <a:lnTo>
                  <a:pt x="248662" y="199540"/>
                </a:lnTo>
                <a:lnTo>
                  <a:pt x="248485" y="199901"/>
                </a:lnTo>
                <a:lnTo>
                  <a:pt x="248303" y="200252"/>
                </a:lnTo>
                <a:lnTo>
                  <a:pt x="248116" y="200596"/>
                </a:lnTo>
                <a:lnTo>
                  <a:pt x="247925" y="200930"/>
                </a:lnTo>
                <a:lnTo>
                  <a:pt x="247729" y="201256"/>
                </a:lnTo>
                <a:lnTo>
                  <a:pt x="247527" y="201573"/>
                </a:lnTo>
                <a:lnTo>
                  <a:pt x="247321" y="201882"/>
                </a:lnTo>
                <a:lnTo>
                  <a:pt x="247110" y="202182"/>
                </a:lnTo>
                <a:lnTo>
                  <a:pt x="246895" y="202473"/>
                </a:lnTo>
                <a:lnTo>
                  <a:pt x="246674" y="202755"/>
                </a:lnTo>
                <a:lnTo>
                  <a:pt x="246449" y="203029"/>
                </a:lnTo>
                <a:lnTo>
                  <a:pt x="246218" y="203294"/>
                </a:lnTo>
                <a:lnTo>
                  <a:pt x="245983" y="203550"/>
                </a:lnTo>
                <a:lnTo>
                  <a:pt x="245743" y="203797"/>
                </a:lnTo>
                <a:lnTo>
                  <a:pt x="245498" y="204035"/>
                </a:lnTo>
                <a:lnTo>
                  <a:pt x="245248" y="204265"/>
                </a:lnTo>
                <a:lnTo>
                  <a:pt x="244993" y="204486"/>
                </a:lnTo>
                <a:lnTo>
                  <a:pt x="244733" y="204698"/>
                </a:lnTo>
                <a:lnTo>
                  <a:pt x="244468" y="204900"/>
                </a:lnTo>
                <a:lnTo>
                  <a:pt x="244198" y="205095"/>
                </a:lnTo>
                <a:lnTo>
                  <a:pt x="243923" y="205280"/>
                </a:lnTo>
                <a:lnTo>
                  <a:pt x="243644" y="205456"/>
                </a:lnTo>
                <a:lnTo>
                  <a:pt x="243359" y="205623"/>
                </a:lnTo>
                <a:lnTo>
                  <a:pt x="243060" y="205782"/>
                </a:lnTo>
                <a:lnTo>
                  <a:pt x="242739" y="205935"/>
                </a:lnTo>
                <a:lnTo>
                  <a:pt x="242394" y="206080"/>
                </a:lnTo>
                <a:lnTo>
                  <a:pt x="242027" y="206218"/>
                </a:lnTo>
                <a:lnTo>
                  <a:pt x="241636" y="206350"/>
                </a:lnTo>
                <a:lnTo>
                  <a:pt x="241223" y="206474"/>
                </a:lnTo>
                <a:lnTo>
                  <a:pt x="240787" y="206592"/>
                </a:lnTo>
                <a:lnTo>
                  <a:pt x="240328" y="206703"/>
                </a:lnTo>
                <a:lnTo>
                  <a:pt x="239846" y="206807"/>
                </a:lnTo>
                <a:lnTo>
                  <a:pt x="239342" y="206904"/>
                </a:lnTo>
                <a:lnTo>
                  <a:pt x="238814" y="206995"/>
                </a:lnTo>
                <a:lnTo>
                  <a:pt x="238264" y="207078"/>
                </a:lnTo>
                <a:lnTo>
                  <a:pt x="237691" y="207155"/>
                </a:lnTo>
                <a:lnTo>
                  <a:pt x="237095" y="207225"/>
                </a:lnTo>
                <a:lnTo>
                  <a:pt x="236476" y="207288"/>
                </a:lnTo>
                <a:lnTo>
                  <a:pt x="235834" y="207345"/>
                </a:lnTo>
                <a:lnTo>
                  <a:pt x="235170" y="207395"/>
                </a:lnTo>
                <a:lnTo>
                  <a:pt x="234482" y="207438"/>
                </a:lnTo>
                <a:lnTo>
                  <a:pt x="233772" y="207474"/>
                </a:lnTo>
                <a:lnTo>
                  <a:pt x="233039" y="207504"/>
                </a:lnTo>
                <a:lnTo>
                  <a:pt x="232284" y="207527"/>
                </a:lnTo>
                <a:lnTo>
                  <a:pt x="231505" y="207544"/>
                </a:lnTo>
                <a:lnTo>
                  <a:pt x="230704" y="207553"/>
                </a:lnTo>
                <a:lnTo>
                  <a:pt x="229880" y="207557"/>
                </a:lnTo>
                <a:lnTo>
                  <a:pt x="229880" y="212956"/>
                </a:lnTo>
                <a:lnTo>
                  <a:pt x="296526" y="212956"/>
                </a:lnTo>
                <a:lnTo>
                  <a:pt x="296526" y="207557"/>
                </a:lnTo>
                <a:lnTo>
                  <a:pt x="295725" y="207553"/>
                </a:lnTo>
                <a:lnTo>
                  <a:pt x="294946" y="207542"/>
                </a:lnTo>
                <a:lnTo>
                  <a:pt x="294187" y="207524"/>
                </a:lnTo>
                <a:lnTo>
                  <a:pt x="293450" y="207499"/>
                </a:lnTo>
                <a:lnTo>
                  <a:pt x="292734" y="207467"/>
                </a:lnTo>
                <a:lnTo>
                  <a:pt x="292039" y="207427"/>
                </a:lnTo>
                <a:lnTo>
                  <a:pt x="291364" y="207380"/>
                </a:lnTo>
                <a:lnTo>
                  <a:pt x="290711" y="207326"/>
                </a:lnTo>
                <a:lnTo>
                  <a:pt x="290080" y="207265"/>
                </a:lnTo>
                <a:lnTo>
                  <a:pt x="289469" y="207196"/>
                </a:lnTo>
                <a:lnTo>
                  <a:pt x="288879" y="207121"/>
                </a:lnTo>
                <a:lnTo>
                  <a:pt x="288310" y="207037"/>
                </a:lnTo>
                <a:lnTo>
                  <a:pt x="287763" y="206947"/>
                </a:lnTo>
                <a:lnTo>
                  <a:pt x="287236" y="206849"/>
                </a:lnTo>
                <a:lnTo>
                  <a:pt x="286730" y="206744"/>
                </a:lnTo>
                <a:lnTo>
                  <a:pt x="286246" y="206632"/>
                </a:lnTo>
                <a:lnTo>
                  <a:pt x="285782" y="206513"/>
                </a:lnTo>
                <a:lnTo>
                  <a:pt x="285339" y="206386"/>
                </a:lnTo>
                <a:lnTo>
                  <a:pt x="284918" y="206251"/>
                </a:lnTo>
                <a:lnTo>
                  <a:pt x="284517" y="206110"/>
                </a:lnTo>
                <a:lnTo>
                  <a:pt x="284137" y="205961"/>
                </a:lnTo>
                <a:lnTo>
                  <a:pt x="283779" y="205805"/>
                </a:lnTo>
                <a:lnTo>
                  <a:pt x="283441" y="205641"/>
                </a:lnTo>
                <a:lnTo>
                  <a:pt x="283124" y="205470"/>
                </a:lnTo>
                <a:lnTo>
                  <a:pt x="282821" y="205291"/>
                </a:lnTo>
                <a:lnTo>
                  <a:pt x="282524" y="205105"/>
                </a:lnTo>
                <a:lnTo>
                  <a:pt x="282234" y="204912"/>
                </a:lnTo>
                <a:lnTo>
                  <a:pt x="281950" y="204710"/>
                </a:lnTo>
                <a:lnTo>
                  <a:pt x="281672" y="204502"/>
                </a:lnTo>
                <a:lnTo>
                  <a:pt x="281401" y="204285"/>
                </a:lnTo>
                <a:lnTo>
                  <a:pt x="281136" y="204061"/>
                </a:lnTo>
                <a:lnTo>
                  <a:pt x="280877" y="203830"/>
                </a:lnTo>
                <a:lnTo>
                  <a:pt x="280625" y="203591"/>
                </a:lnTo>
                <a:lnTo>
                  <a:pt x="280379" y="203344"/>
                </a:lnTo>
                <a:lnTo>
                  <a:pt x="280139" y="203090"/>
                </a:lnTo>
                <a:lnTo>
                  <a:pt x="279905" y="202828"/>
                </a:lnTo>
                <a:lnTo>
                  <a:pt x="279678" y="202558"/>
                </a:lnTo>
                <a:lnTo>
                  <a:pt x="279457" y="202281"/>
                </a:lnTo>
                <a:lnTo>
                  <a:pt x="279243" y="201997"/>
                </a:lnTo>
                <a:lnTo>
                  <a:pt x="279034" y="201705"/>
                </a:lnTo>
                <a:lnTo>
                  <a:pt x="278832" y="201405"/>
                </a:lnTo>
                <a:lnTo>
                  <a:pt x="278636" y="201098"/>
                </a:lnTo>
                <a:lnTo>
                  <a:pt x="278446" y="200783"/>
                </a:lnTo>
                <a:lnTo>
                  <a:pt x="278263" y="200460"/>
                </a:lnTo>
                <a:lnTo>
                  <a:pt x="278086" y="200130"/>
                </a:lnTo>
                <a:lnTo>
                  <a:pt x="277915" y="199792"/>
                </a:lnTo>
                <a:lnTo>
                  <a:pt x="277750" y="199447"/>
                </a:lnTo>
                <a:lnTo>
                  <a:pt x="277591" y="199094"/>
                </a:lnTo>
                <a:lnTo>
                  <a:pt x="277437" y="198723"/>
                </a:lnTo>
                <a:lnTo>
                  <a:pt x="277289" y="198322"/>
                </a:lnTo>
                <a:lnTo>
                  <a:pt x="277148" y="197891"/>
                </a:lnTo>
                <a:lnTo>
                  <a:pt x="277013" y="197430"/>
                </a:lnTo>
                <a:lnTo>
                  <a:pt x="276886" y="196940"/>
                </a:lnTo>
                <a:lnTo>
                  <a:pt x="276765" y="196420"/>
                </a:lnTo>
                <a:lnTo>
                  <a:pt x="276651" y="195870"/>
                </a:lnTo>
                <a:lnTo>
                  <a:pt x="276543" y="195290"/>
                </a:lnTo>
                <a:lnTo>
                  <a:pt x="276442" y="194681"/>
                </a:lnTo>
                <a:lnTo>
                  <a:pt x="276348" y="194041"/>
                </a:lnTo>
                <a:lnTo>
                  <a:pt x="276260" y="193372"/>
                </a:lnTo>
                <a:lnTo>
                  <a:pt x="276179" y="192673"/>
                </a:lnTo>
                <a:lnTo>
                  <a:pt x="276105" y="191945"/>
                </a:lnTo>
                <a:lnTo>
                  <a:pt x="276037" y="191186"/>
                </a:lnTo>
                <a:lnTo>
                  <a:pt x="275975" y="190398"/>
                </a:lnTo>
                <a:lnTo>
                  <a:pt x="275920" y="189580"/>
                </a:lnTo>
                <a:lnTo>
                  <a:pt x="275872" y="188732"/>
                </a:lnTo>
                <a:lnTo>
                  <a:pt x="275830" y="187854"/>
                </a:lnTo>
                <a:lnTo>
                  <a:pt x="275795" y="186946"/>
                </a:lnTo>
                <a:lnTo>
                  <a:pt x="275766" y="186009"/>
                </a:lnTo>
                <a:lnTo>
                  <a:pt x="275744" y="185041"/>
                </a:lnTo>
                <a:lnTo>
                  <a:pt x="275728" y="184044"/>
                </a:lnTo>
                <a:lnTo>
                  <a:pt x="275718" y="183016"/>
                </a:lnTo>
                <a:lnTo>
                  <a:pt x="275715" y="181959"/>
                </a:lnTo>
                <a:lnTo>
                  <a:pt x="275715" y="71738"/>
                </a:lnTo>
                <a:lnTo>
                  <a:pt x="269129" y="71738"/>
                </a:lnTo>
                <a:lnTo>
                  <a:pt x="227794" y="88510"/>
                </a:lnTo>
                <a:lnTo>
                  <a:pt x="229880" y="93890"/>
                </a:lnTo>
                <a:lnTo>
                  <a:pt x="230377" y="93707"/>
                </a:lnTo>
                <a:lnTo>
                  <a:pt x="230868" y="93532"/>
                </a:lnTo>
                <a:close/>
                <a:moveTo>
                  <a:pt x="674076" y="155443"/>
                </a:moveTo>
                <a:lnTo>
                  <a:pt x="751501" y="155443"/>
                </a:lnTo>
                <a:lnTo>
                  <a:pt x="751501" y="132832"/>
                </a:lnTo>
                <a:lnTo>
                  <a:pt x="674076" y="132832"/>
                </a:lnTo>
                <a:lnTo>
                  <a:pt x="674076" y="155443"/>
                </a:lnTo>
                <a:close/>
                <a:moveTo>
                  <a:pt x="431052" y="119235"/>
                </a:moveTo>
                <a:lnTo>
                  <a:pt x="430821" y="117275"/>
                </a:lnTo>
                <a:lnTo>
                  <a:pt x="430538" y="115350"/>
                </a:lnTo>
                <a:lnTo>
                  <a:pt x="430203" y="113460"/>
                </a:lnTo>
                <a:lnTo>
                  <a:pt x="429817" y="111606"/>
                </a:lnTo>
                <a:lnTo>
                  <a:pt x="429380" y="109788"/>
                </a:lnTo>
                <a:lnTo>
                  <a:pt x="428891" y="108005"/>
                </a:lnTo>
                <a:lnTo>
                  <a:pt x="428351" y="106258"/>
                </a:lnTo>
                <a:lnTo>
                  <a:pt x="427759" y="104547"/>
                </a:lnTo>
                <a:lnTo>
                  <a:pt x="427116" y="102871"/>
                </a:lnTo>
                <a:lnTo>
                  <a:pt x="426421" y="101230"/>
                </a:lnTo>
                <a:lnTo>
                  <a:pt x="425675" y="99625"/>
                </a:lnTo>
                <a:lnTo>
                  <a:pt x="424878" y="98056"/>
                </a:lnTo>
                <a:lnTo>
                  <a:pt x="424029" y="96523"/>
                </a:lnTo>
                <a:lnTo>
                  <a:pt x="423128" y="95025"/>
                </a:lnTo>
                <a:lnTo>
                  <a:pt x="422176" y="93563"/>
                </a:lnTo>
                <a:lnTo>
                  <a:pt x="421173" y="92136"/>
                </a:lnTo>
                <a:lnTo>
                  <a:pt x="420118" y="90745"/>
                </a:lnTo>
                <a:lnTo>
                  <a:pt x="419012" y="89390"/>
                </a:lnTo>
                <a:lnTo>
                  <a:pt x="417854" y="88071"/>
                </a:lnTo>
                <a:lnTo>
                  <a:pt x="416645" y="86787"/>
                </a:lnTo>
                <a:lnTo>
                  <a:pt x="415394" y="85545"/>
                </a:lnTo>
                <a:lnTo>
                  <a:pt x="414114" y="84356"/>
                </a:lnTo>
                <a:lnTo>
                  <a:pt x="412806" y="83220"/>
                </a:lnTo>
                <a:lnTo>
                  <a:pt x="411469" y="82137"/>
                </a:lnTo>
                <a:lnTo>
                  <a:pt x="410104" y="81108"/>
                </a:lnTo>
                <a:lnTo>
                  <a:pt x="408711" y="80131"/>
                </a:lnTo>
                <a:lnTo>
                  <a:pt x="407289" y="79207"/>
                </a:lnTo>
                <a:lnTo>
                  <a:pt x="405839" y="78336"/>
                </a:lnTo>
                <a:lnTo>
                  <a:pt x="404361" y="77518"/>
                </a:lnTo>
                <a:lnTo>
                  <a:pt x="402854" y="76752"/>
                </a:lnTo>
                <a:lnTo>
                  <a:pt x="401318" y="76040"/>
                </a:lnTo>
                <a:lnTo>
                  <a:pt x="399754" y="75381"/>
                </a:lnTo>
                <a:lnTo>
                  <a:pt x="398161" y="74774"/>
                </a:lnTo>
                <a:lnTo>
                  <a:pt x="396540" y="74220"/>
                </a:lnTo>
                <a:lnTo>
                  <a:pt x="394891" y="73720"/>
                </a:lnTo>
                <a:lnTo>
                  <a:pt x="393212" y="73271"/>
                </a:lnTo>
                <a:lnTo>
                  <a:pt x="391506" y="72876"/>
                </a:lnTo>
                <a:lnTo>
                  <a:pt x="389770" y="72533"/>
                </a:lnTo>
                <a:lnTo>
                  <a:pt x="388006" y="72244"/>
                </a:lnTo>
                <a:lnTo>
                  <a:pt x="386213" y="72007"/>
                </a:lnTo>
                <a:lnTo>
                  <a:pt x="384392" y="71822"/>
                </a:lnTo>
                <a:lnTo>
                  <a:pt x="382542" y="71690"/>
                </a:lnTo>
                <a:lnTo>
                  <a:pt x="380664" y="71611"/>
                </a:lnTo>
                <a:lnTo>
                  <a:pt x="378756" y="71585"/>
                </a:lnTo>
                <a:lnTo>
                  <a:pt x="376499" y="71619"/>
                </a:lnTo>
                <a:lnTo>
                  <a:pt x="374274" y="71722"/>
                </a:lnTo>
                <a:lnTo>
                  <a:pt x="372081" y="71893"/>
                </a:lnTo>
                <a:lnTo>
                  <a:pt x="369920" y="72132"/>
                </a:lnTo>
                <a:lnTo>
                  <a:pt x="367792" y="72440"/>
                </a:lnTo>
                <a:lnTo>
                  <a:pt x="365696" y="72816"/>
                </a:lnTo>
                <a:lnTo>
                  <a:pt x="363632" y="73261"/>
                </a:lnTo>
                <a:lnTo>
                  <a:pt x="361600" y="73773"/>
                </a:lnTo>
                <a:lnTo>
                  <a:pt x="359600" y="74355"/>
                </a:lnTo>
                <a:lnTo>
                  <a:pt x="357632" y="75004"/>
                </a:lnTo>
                <a:lnTo>
                  <a:pt x="355696" y="75722"/>
                </a:lnTo>
                <a:lnTo>
                  <a:pt x="353793" y="76508"/>
                </a:lnTo>
                <a:lnTo>
                  <a:pt x="351921" y="77362"/>
                </a:lnTo>
                <a:lnTo>
                  <a:pt x="350081" y="78285"/>
                </a:lnTo>
                <a:lnTo>
                  <a:pt x="348274" y="79276"/>
                </a:lnTo>
                <a:lnTo>
                  <a:pt x="346498" y="80335"/>
                </a:lnTo>
                <a:lnTo>
                  <a:pt x="344754" y="81463"/>
                </a:lnTo>
                <a:lnTo>
                  <a:pt x="343042" y="82659"/>
                </a:lnTo>
                <a:lnTo>
                  <a:pt x="341362" y="83923"/>
                </a:lnTo>
                <a:lnTo>
                  <a:pt x="339714" y="85255"/>
                </a:lnTo>
                <a:lnTo>
                  <a:pt x="338097" y="86656"/>
                </a:lnTo>
                <a:lnTo>
                  <a:pt x="336513" y="88125"/>
                </a:lnTo>
                <a:lnTo>
                  <a:pt x="334960" y="89662"/>
                </a:lnTo>
                <a:lnTo>
                  <a:pt x="333439" y="91267"/>
                </a:lnTo>
                <a:lnTo>
                  <a:pt x="331967" y="92935"/>
                </a:lnTo>
                <a:lnTo>
                  <a:pt x="330558" y="94658"/>
                </a:lnTo>
                <a:lnTo>
                  <a:pt x="329212" y="96434"/>
                </a:lnTo>
                <a:lnTo>
                  <a:pt x="327928" y="98264"/>
                </a:lnTo>
                <a:lnTo>
                  <a:pt x="326707" y="100148"/>
                </a:lnTo>
                <a:lnTo>
                  <a:pt x="325548" y="102086"/>
                </a:lnTo>
                <a:lnTo>
                  <a:pt x="324452" y="104078"/>
                </a:lnTo>
                <a:lnTo>
                  <a:pt x="323419" y="106123"/>
                </a:lnTo>
                <a:lnTo>
                  <a:pt x="322449" y="108222"/>
                </a:lnTo>
                <a:lnTo>
                  <a:pt x="321540" y="110375"/>
                </a:lnTo>
                <a:lnTo>
                  <a:pt x="320695" y="112582"/>
                </a:lnTo>
                <a:lnTo>
                  <a:pt x="319912" y="114842"/>
                </a:lnTo>
                <a:lnTo>
                  <a:pt x="319192" y="117156"/>
                </a:lnTo>
                <a:lnTo>
                  <a:pt x="318535" y="119524"/>
                </a:lnTo>
                <a:lnTo>
                  <a:pt x="317940" y="121946"/>
                </a:lnTo>
                <a:lnTo>
                  <a:pt x="317407" y="124421"/>
                </a:lnTo>
                <a:lnTo>
                  <a:pt x="316938" y="126950"/>
                </a:lnTo>
                <a:lnTo>
                  <a:pt x="316531" y="129533"/>
                </a:lnTo>
                <a:lnTo>
                  <a:pt x="316186" y="132169"/>
                </a:lnTo>
                <a:lnTo>
                  <a:pt x="315905" y="134860"/>
                </a:lnTo>
                <a:lnTo>
                  <a:pt x="315685" y="137603"/>
                </a:lnTo>
                <a:lnTo>
                  <a:pt x="315529" y="140401"/>
                </a:lnTo>
                <a:lnTo>
                  <a:pt x="315435" y="143252"/>
                </a:lnTo>
                <a:lnTo>
                  <a:pt x="315404" y="146157"/>
                </a:lnTo>
                <a:lnTo>
                  <a:pt x="315434" y="148843"/>
                </a:lnTo>
                <a:lnTo>
                  <a:pt x="315526" y="151483"/>
                </a:lnTo>
                <a:lnTo>
                  <a:pt x="315678" y="154077"/>
                </a:lnTo>
                <a:lnTo>
                  <a:pt x="315892" y="156625"/>
                </a:lnTo>
                <a:lnTo>
                  <a:pt x="316167" y="159127"/>
                </a:lnTo>
                <a:lnTo>
                  <a:pt x="316502" y="161582"/>
                </a:lnTo>
                <a:lnTo>
                  <a:pt x="316899" y="163992"/>
                </a:lnTo>
                <a:lnTo>
                  <a:pt x="317357" y="166356"/>
                </a:lnTo>
                <a:lnTo>
                  <a:pt x="317876" y="168673"/>
                </a:lnTo>
                <a:lnTo>
                  <a:pt x="318456" y="170945"/>
                </a:lnTo>
                <a:lnTo>
                  <a:pt x="319097" y="173170"/>
                </a:lnTo>
                <a:lnTo>
                  <a:pt x="319800" y="175349"/>
                </a:lnTo>
                <a:lnTo>
                  <a:pt x="320563" y="177482"/>
                </a:lnTo>
                <a:lnTo>
                  <a:pt x="321388" y="179570"/>
                </a:lnTo>
                <a:lnTo>
                  <a:pt x="322274" y="181611"/>
                </a:lnTo>
                <a:lnTo>
                  <a:pt x="323221" y="183606"/>
                </a:lnTo>
                <a:lnTo>
                  <a:pt x="324229" y="185555"/>
                </a:lnTo>
                <a:lnTo>
                  <a:pt x="325298" y="187458"/>
                </a:lnTo>
                <a:lnTo>
                  <a:pt x="326428" y="189314"/>
                </a:lnTo>
                <a:lnTo>
                  <a:pt x="327620" y="191125"/>
                </a:lnTo>
                <a:lnTo>
                  <a:pt x="328873" y="192890"/>
                </a:lnTo>
                <a:lnTo>
                  <a:pt x="330187" y="194608"/>
                </a:lnTo>
                <a:lnTo>
                  <a:pt x="331562" y="196281"/>
                </a:lnTo>
                <a:lnTo>
                  <a:pt x="332998" y="197907"/>
                </a:lnTo>
                <a:lnTo>
                  <a:pt x="334478" y="199477"/>
                </a:lnTo>
                <a:lnTo>
                  <a:pt x="335981" y="200981"/>
                </a:lnTo>
                <a:lnTo>
                  <a:pt x="337510" y="202417"/>
                </a:lnTo>
                <a:lnTo>
                  <a:pt x="339063" y="203787"/>
                </a:lnTo>
                <a:lnTo>
                  <a:pt x="340640" y="205089"/>
                </a:lnTo>
                <a:lnTo>
                  <a:pt x="342243" y="206325"/>
                </a:lnTo>
                <a:lnTo>
                  <a:pt x="343869" y="207495"/>
                </a:lnTo>
                <a:lnTo>
                  <a:pt x="345521" y="208597"/>
                </a:lnTo>
                <a:lnTo>
                  <a:pt x="347197" y="209633"/>
                </a:lnTo>
                <a:lnTo>
                  <a:pt x="348898" y="210601"/>
                </a:lnTo>
                <a:lnTo>
                  <a:pt x="350623" y="211503"/>
                </a:lnTo>
                <a:lnTo>
                  <a:pt x="352374" y="212338"/>
                </a:lnTo>
                <a:lnTo>
                  <a:pt x="354149" y="213107"/>
                </a:lnTo>
                <a:lnTo>
                  <a:pt x="355948" y="213808"/>
                </a:lnTo>
                <a:lnTo>
                  <a:pt x="357773" y="214443"/>
                </a:lnTo>
                <a:lnTo>
                  <a:pt x="359622" y="215011"/>
                </a:lnTo>
                <a:lnTo>
                  <a:pt x="361496" y="215512"/>
                </a:lnTo>
                <a:lnTo>
                  <a:pt x="363395" y="215946"/>
                </a:lnTo>
                <a:lnTo>
                  <a:pt x="365319" y="216314"/>
                </a:lnTo>
                <a:lnTo>
                  <a:pt x="367267" y="216614"/>
                </a:lnTo>
                <a:lnTo>
                  <a:pt x="369240" y="216848"/>
                </a:lnTo>
                <a:lnTo>
                  <a:pt x="371239" y="217015"/>
                </a:lnTo>
                <a:lnTo>
                  <a:pt x="373262" y="217115"/>
                </a:lnTo>
                <a:lnTo>
                  <a:pt x="375310" y="217149"/>
                </a:lnTo>
                <a:lnTo>
                  <a:pt x="377192" y="217119"/>
                </a:lnTo>
                <a:lnTo>
                  <a:pt x="379048" y="217032"/>
                </a:lnTo>
                <a:lnTo>
                  <a:pt x="380878" y="216886"/>
                </a:lnTo>
                <a:lnTo>
                  <a:pt x="382681" y="216681"/>
                </a:lnTo>
                <a:lnTo>
                  <a:pt x="384458" y="216418"/>
                </a:lnTo>
                <a:lnTo>
                  <a:pt x="386208" y="216097"/>
                </a:lnTo>
                <a:lnTo>
                  <a:pt x="387932" y="215717"/>
                </a:lnTo>
                <a:lnTo>
                  <a:pt x="389630" y="215278"/>
                </a:lnTo>
                <a:lnTo>
                  <a:pt x="391301" y="214781"/>
                </a:lnTo>
                <a:lnTo>
                  <a:pt x="392946" y="214226"/>
                </a:lnTo>
                <a:lnTo>
                  <a:pt x="394565" y="213612"/>
                </a:lnTo>
                <a:lnTo>
                  <a:pt x="396157" y="212939"/>
                </a:lnTo>
                <a:lnTo>
                  <a:pt x="397723" y="212208"/>
                </a:lnTo>
                <a:lnTo>
                  <a:pt x="399262" y="211418"/>
                </a:lnTo>
                <a:lnTo>
                  <a:pt x="400775" y="210570"/>
                </a:lnTo>
                <a:lnTo>
                  <a:pt x="402261" y="209663"/>
                </a:lnTo>
                <a:lnTo>
                  <a:pt x="403721" y="208698"/>
                </a:lnTo>
                <a:lnTo>
                  <a:pt x="405155" y="207674"/>
                </a:lnTo>
                <a:lnTo>
                  <a:pt x="406562" y="206592"/>
                </a:lnTo>
                <a:lnTo>
                  <a:pt x="407942" y="205451"/>
                </a:lnTo>
                <a:lnTo>
                  <a:pt x="409296" y="204251"/>
                </a:lnTo>
                <a:lnTo>
                  <a:pt x="410623" y="202993"/>
                </a:lnTo>
                <a:lnTo>
                  <a:pt x="411924" y="201676"/>
                </a:lnTo>
                <a:lnTo>
                  <a:pt x="413199" y="200301"/>
                </a:lnTo>
                <a:lnTo>
                  <a:pt x="414437" y="198890"/>
                </a:lnTo>
                <a:lnTo>
                  <a:pt x="415634" y="197466"/>
                </a:lnTo>
                <a:lnTo>
                  <a:pt x="416789" y="196030"/>
                </a:lnTo>
                <a:lnTo>
                  <a:pt x="417902" y="194581"/>
                </a:lnTo>
                <a:lnTo>
                  <a:pt x="418975" y="193119"/>
                </a:lnTo>
                <a:lnTo>
                  <a:pt x="420005" y="191645"/>
                </a:lnTo>
                <a:lnTo>
                  <a:pt x="420994" y="190158"/>
                </a:lnTo>
                <a:lnTo>
                  <a:pt x="421942" y="188659"/>
                </a:lnTo>
                <a:lnTo>
                  <a:pt x="422848" y="187146"/>
                </a:lnTo>
                <a:lnTo>
                  <a:pt x="423713" y="185622"/>
                </a:lnTo>
                <a:lnTo>
                  <a:pt x="424536" y="184084"/>
                </a:lnTo>
                <a:lnTo>
                  <a:pt x="425318" y="182534"/>
                </a:lnTo>
                <a:lnTo>
                  <a:pt x="426058" y="180970"/>
                </a:lnTo>
                <a:lnTo>
                  <a:pt x="426757" y="179394"/>
                </a:lnTo>
                <a:lnTo>
                  <a:pt x="427415" y="177806"/>
                </a:lnTo>
                <a:lnTo>
                  <a:pt x="428030" y="176204"/>
                </a:lnTo>
                <a:lnTo>
                  <a:pt x="428605" y="174590"/>
                </a:lnTo>
                <a:lnTo>
                  <a:pt x="429138" y="172963"/>
                </a:lnTo>
                <a:lnTo>
                  <a:pt x="429629" y="171322"/>
                </a:lnTo>
                <a:lnTo>
                  <a:pt x="430079" y="169670"/>
                </a:lnTo>
                <a:lnTo>
                  <a:pt x="430487" y="168004"/>
                </a:lnTo>
                <a:lnTo>
                  <a:pt x="430854" y="166325"/>
                </a:lnTo>
                <a:lnTo>
                  <a:pt x="431180" y="164633"/>
                </a:lnTo>
                <a:lnTo>
                  <a:pt x="431464" y="162929"/>
                </a:lnTo>
                <a:lnTo>
                  <a:pt x="426811" y="159942"/>
                </a:lnTo>
                <a:lnTo>
                  <a:pt x="426246" y="161419"/>
                </a:lnTo>
                <a:lnTo>
                  <a:pt x="425669" y="162861"/>
                </a:lnTo>
                <a:lnTo>
                  <a:pt x="425080" y="164266"/>
                </a:lnTo>
                <a:lnTo>
                  <a:pt x="424481" y="165634"/>
                </a:lnTo>
                <a:lnTo>
                  <a:pt x="423869" y="166966"/>
                </a:lnTo>
                <a:lnTo>
                  <a:pt x="423247" y="168262"/>
                </a:lnTo>
                <a:lnTo>
                  <a:pt x="422613" y="169521"/>
                </a:lnTo>
                <a:lnTo>
                  <a:pt x="421968" y="170744"/>
                </a:lnTo>
                <a:lnTo>
                  <a:pt x="421312" y="171930"/>
                </a:lnTo>
                <a:lnTo>
                  <a:pt x="420644" y="173080"/>
                </a:lnTo>
                <a:lnTo>
                  <a:pt x="419965" y="174194"/>
                </a:lnTo>
                <a:lnTo>
                  <a:pt x="419275" y="175270"/>
                </a:lnTo>
                <a:lnTo>
                  <a:pt x="418574" y="176310"/>
                </a:lnTo>
                <a:lnTo>
                  <a:pt x="417861" y="177314"/>
                </a:lnTo>
                <a:lnTo>
                  <a:pt x="417137" y="178281"/>
                </a:lnTo>
                <a:lnTo>
                  <a:pt x="416402" y="179211"/>
                </a:lnTo>
                <a:lnTo>
                  <a:pt x="415655" y="180104"/>
                </a:lnTo>
                <a:lnTo>
                  <a:pt x="414898" y="180961"/>
                </a:lnTo>
                <a:lnTo>
                  <a:pt x="414129" y="181781"/>
                </a:lnTo>
                <a:lnTo>
                  <a:pt x="413349" y="182564"/>
                </a:lnTo>
                <a:lnTo>
                  <a:pt x="412558" y="183311"/>
                </a:lnTo>
                <a:lnTo>
                  <a:pt x="411755" y="184020"/>
                </a:lnTo>
                <a:lnTo>
                  <a:pt x="410941" y="184693"/>
                </a:lnTo>
                <a:lnTo>
                  <a:pt x="410117" y="185329"/>
                </a:lnTo>
                <a:lnTo>
                  <a:pt x="409280" y="185933"/>
                </a:lnTo>
                <a:lnTo>
                  <a:pt x="408431" y="186512"/>
                </a:lnTo>
                <a:lnTo>
                  <a:pt x="407570" y="187065"/>
                </a:lnTo>
                <a:lnTo>
                  <a:pt x="406697" y="187593"/>
                </a:lnTo>
                <a:lnTo>
                  <a:pt x="405812" y="188094"/>
                </a:lnTo>
                <a:lnTo>
                  <a:pt x="404915" y="188570"/>
                </a:lnTo>
                <a:lnTo>
                  <a:pt x="404005" y="189021"/>
                </a:lnTo>
                <a:lnTo>
                  <a:pt x="403084" y="189445"/>
                </a:lnTo>
                <a:lnTo>
                  <a:pt x="402150" y="189844"/>
                </a:lnTo>
                <a:lnTo>
                  <a:pt x="401204" y="190217"/>
                </a:lnTo>
                <a:lnTo>
                  <a:pt x="400246" y="190564"/>
                </a:lnTo>
                <a:lnTo>
                  <a:pt x="399275" y="190886"/>
                </a:lnTo>
                <a:lnTo>
                  <a:pt x="398293" y="191182"/>
                </a:lnTo>
                <a:lnTo>
                  <a:pt x="397298" y="191452"/>
                </a:lnTo>
                <a:lnTo>
                  <a:pt x="396291" y="191696"/>
                </a:lnTo>
                <a:lnTo>
                  <a:pt x="395272" y="191915"/>
                </a:lnTo>
                <a:lnTo>
                  <a:pt x="394241" y="192108"/>
                </a:lnTo>
                <a:lnTo>
                  <a:pt x="393198" y="192275"/>
                </a:lnTo>
                <a:lnTo>
                  <a:pt x="392142" y="192417"/>
                </a:lnTo>
                <a:lnTo>
                  <a:pt x="391075" y="192532"/>
                </a:lnTo>
                <a:lnTo>
                  <a:pt x="389995" y="192622"/>
                </a:lnTo>
                <a:lnTo>
                  <a:pt x="388903" y="192687"/>
                </a:lnTo>
                <a:lnTo>
                  <a:pt x="387799" y="192725"/>
                </a:lnTo>
                <a:lnTo>
                  <a:pt x="386682" y="192738"/>
                </a:lnTo>
                <a:lnTo>
                  <a:pt x="385007" y="192708"/>
                </a:lnTo>
                <a:lnTo>
                  <a:pt x="383349" y="192618"/>
                </a:lnTo>
                <a:lnTo>
                  <a:pt x="381710" y="192467"/>
                </a:lnTo>
                <a:lnTo>
                  <a:pt x="380088" y="192256"/>
                </a:lnTo>
                <a:lnTo>
                  <a:pt x="378485" y="191985"/>
                </a:lnTo>
                <a:lnTo>
                  <a:pt x="376901" y="191653"/>
                </a:lnTo>
                <a:lnTo>
                  <a:pt x="375334" y="191262"/>
                </a:lnTo>
                <a:lnTo>
                  <a:pt x="373785" y="190809"/>
                </a:lnTo>
                <a:lnTo>
                  <a:pt x="372255" y="190297"/>
                </a:lnTo>
                <a:lnTo>
                  <a:pt x="370743" y="189724"/>
                </a:lnTo>
                <a:lnTo>
                  <a:pt x="369249" y="189091"/>
                </a:lnTo>
                <a:lnTo>
                  <a:pt x="367774" y="188397"/>
                </a:lnTo>
                <a:lnTo>
                  <a:pt x="366316" y="187643"/>
                </a:lnTo>
                <a:lnTo>
                  <a:pt x="364877" y="186828"/>
                </a:lnTo>
                <a:lnTo>
                  <a:pt x="363457" y="185953"/>
                </a:lnTo>
                <a:lnTo>
                  <a:pt x="362054" y="185017"/>
                </a:lnTo>
                <a:lnTo>
                  <a:pt x="360670" y="184021"/>
                </a:lnTo>
                <a:lnTo>
                  <a:pt x="359304" y="182965"/>
                </a:lnTo>
                <a:lnTo>
                  <a:pt x="357956" y="181848"/>
                </a:lnTo>
                <a:lnTo>
                  <a:pt x="356627" y="180670"/>
                </a:lnTo>
                <a:lnTo>
                  <a:pt x="355316" y="179432"/>
                </a:lnTo>
                <a:lnTo>
                  <a:pt x="354023" y="178133"/>
                </a:lnTo>
                <a:lnTo>
                  <a:pt x="352749" y="176774"/>
                </a:lnTo>
                <a:lnTo>
                  <a:pt x="351493" y="175354"/>
                </a:lnTo>
                <a:lnTo>
                  <a:pt x="350270" y="173883"/>
                </a:lnTo>
                <a:lnTo>
                  <a:pt x="349100" y="172367"/>
                </a:lnTo>
                <a:lnTo>
                  <a:pt x="347982" y="170805"/>
                </a:lnTo>
                <a:lnTo>
                  <a:pt x="346917" y="169197"/>
                </a:lnTo>
                <a:lnTo>
                  <a:pt x="345905" y="167544"/>
                </a:lnTo>
                <a:lnTo>
                  <a:pt x="344945" y="165844"/>
                </a:lnTo>
                <a:lnTo>
                  <a:pt x="344038" y="164099"/>
                </a:lnTo>
                <a:lnTo>
                  <a:pt x="343183" y="162309"/>
                </a:lnTo>
                <a:lnTo>
                  <a:pt x="342381" y="160472"/>
                </a:lnTo>
                <a:lnTo>
                  <a:pt x="341632" y="158590"/>
                </a:lnTo>
                <a:lnTo>
                  <a:pt x="340935" y="156662"/>
                </a:lnTo>
                <a:lnTo>
                  <a:pt x="340290" y="154689"/>
                </a:lnTo>
                <a:lnTo>
                  <a:pt x="339699" y="152669"/>
                </a:lnTo>
                <a:lnTo>
                  <a:pt x="339159" y="150604"/>
                </a:lnTo>
                <a:lnTo>
                  <a:pt x="338673" y="148493"/>
                </a:lnTo>
                <a:lnTo>
                  <a:pt x="338239" y="146336"/>
                </a:lnTo>
                <a:lnTo>
                  <a:pt x="337857" y="144134"/>
                </a:lnTo>
                <a:lnTo>
                  <a:pt x="337528" y="141885"/>
                </a:lnTo>
                <a:lnTo>
                  <a:pt x="337251" y="139591"/>
                </a:lnTo>
                <a:lnTo>
                  <a:pt x="337027" y="137251"/>
                </a:lnTo>
                <a:lnTo>
                  <a:pt x="336855" y="134865"/>
                </a:lnTo>
                <a:lnTo>
                  <a:pt x="336736" y="132434"/>
                </a:lnTo>
                <a:lnTo>
                  <a:pt x="336669" y="129956"/>
                </a:lnTo>
                <a:lnTo>
                  <a:pt x="336655" y="127433"/>
                </a:lnTo>
                <a:lnTo>
                  <a:pt x="431464" y="127433"/>
                </a:lnTo>
                <a:lnTo>
                  <a:pt x="431438" y="125330"/>
                </a:lnTo>
                <a:lnTo>
                  <a:pt x="431361" y="123263"/>
                </a:lnTo>
                <a:lnTo>
                  <a:pt x="431232" y="121231"/>
                </a:lnTo>
                <a:lnTo>
                  <a:pt x="431052" y="119235"/>
                </a:lnTo>
                <a:close/>
                <a:moveTo>
                  <a:pt x="351462" y="88923"/>
                </a:moveTo>
                <a:lnTo>
                  <a:pt x="352320" y="88268"/>
                </a:lnTo>
                <a:lnTo>
                  <a:pt x="353188" y="87647"/>
                </a:lnTo>
                <a:lnTo>
                  <a:pt x="354064" y="87059"/>
                </a:lnTo>
                <a:lnTo>
                  <a:pt x="354950" y="86505"/>
                </a:lnTo>
                <a:lnTo>
                  <a:pt x="355845" y="85985"/>
                </a:lnTo>
                <a:lnTo>
                  <a:pt x="356749" y="85498"/>
                </a:lnTo>
                <a:lnTo>
                  <a:pt x="357662" y="85045"/>
                </a:lnTo>
                <a:lnTo>
                  <a:pt x="358584" y="84626"/>
                </a:lnTo>
                <a:lnTo>
                  <a:pt x="359515" y="84240"/>
                </a:lnTo>
                <a:lnTo>
                  <a:pt x="360456" y="83888"/>
                </a:lnTo>
                <a:lnTo>
                  <a:pt x="361405" y="83569"/>
                </a:lnTo>
                <a:lnTo>
                  <a:pt x="362363" y="83284"/>
                </a:lnTo>
                <a:lnTo>
                  <a:pt x="363331" y="83032"/>
                </a:lnTo>
                <a:lnTo>
                  <a:pt x="364307" y="82814"/>
                </a:lnTo>
                <a:lnTo>
                  <a:pt x="365292" y="82630"/>
                </a:lnTo>
                <a:lnTo>
                  <a:pt x="366286" y="82479"/>
                </a:lnTo>
                <a:lnTo>
                  <a:pt x="367289" y="82362"/>
                </a:lnTo>
                <a:lnTo>
                  <a:pt x="368301" y="82278"/>
                </a:lnTo>
                <a:lnTo>
                  <a:pt x="369322" y="82228"/>
                </a:lnTo>
                <a:lnTo>
                  <a:pt x="370351" y="82211"/>
                </a:lnTo>
                <a:lnTo>
                  <a:pt x="371025" y="82219"/>
                </a:lnTo>
                <a:lnTo>
                  <a:pt x="371696" y="82244"/>
                </a:lnTo>
                <a:lnTo>
                  <a:pt x="372365" y="82285"/>
                </a:lnTo>
                <a:lnTo>
                  <a:pt x="373032" y="82343"/>
                </a:lnTo>
                <a:lnTo>
                  <a:pt x="373696" y="82418"/>
                </a:lnTo>
                <a:lnTo>
                  <a:pt x="374357" y="82509"/>
                </a:lnTo>
                <a:lnTo>
                  <a:pt x="375017" y="82617"/>
                </a:lnTo>
                <a:lnTo>
                  <a:pt x="375674" y="82741"/>
                </a:lnTo>
                <a:lnTo>
                  <a:pt x="376328" y="82882"/>
                </a:lnTo>
                <a:lnTo>
                  <a:pt x="376980" y="83040"/>
                </a:lnTo>
                <a:lnTo>
                  <a:pt x="377630" y="83214"/>
                </a:lnTo>
                <a:lnTo>
                  <a:pt x="378277" y="83405"/>
                </a:lnTo>
                <a:lnTo>
                  <a:pt x="378922" y="83613"/>
                </a:lnTo>
                <a:lnTo>
                  <a:pt x="379565" y="83837"/>
                </a:lnTo>
                <a:lnTo>
                  <a:pt x="380205" y="84078"/>
                </a:lnTo>
                <a:lnTo>
                  <a:pt x="380843" y="84335"/>
                </a:lnTo>
                <a:lnTo>
                  <a:pt x="381478" y="84610"/>
                </a:lnTo>
                <a:lnTo>
                  <a:pt x="382111" y="84901"/>
                </a:lnTo>
                <a:lnTo>
                  <a:pt x="382742" y="85208"/>
                </a:lnTo>
                <a:lnTo>
                  <a:pt x="383370" y="85533"/>
                </a:lnTo>
                <a:lnTo>
                  <a:pt x="383996" y="85874"/>
                </a:lnTo>
                <a:lnTo>
                  <a:pt x="384619" y="86231"/>
                </a:lnTo>
                <a:lnTo>
                  <a:pt x="385240" y="86606"/>
                </a:lnTo>
                <a:lnTo>
                  <a:pt x="385859" y="86997"/>
                </a:lnTo>
                <a:lnTo>
                  <a:pt x="386470" y="87403"/>
                </a:lnTo>
                <a:lnTo>
                  <a:pt x="387068" y="87822"/>
                </a:lnTo>
                <a:lnTo>
                  <a:pt x="387654" y="88253"/>
                </a:lnTo>
                <a:lnTo>
                  <a:pt x="388227" y="88696"/>
                </a:lnTo>
                <a:lnTo>
                  <a:pt x="388787" y="89153"/>
                </a:lnTo>
                <a:lnTo>
                  <a:pt x="389334" y="89621"/>
                </a:lnTo>
                <a:lnTo>
                  <a:pt x="389869" y="90102"/>
                </a:lnTo>
                <a:lnTo>
                  <a:pt x="390391" y="90596"/>
                </a:lnTo>
                <a:lnTo>
                  <a:pt x="390900" y="91102"/>
                </a:lnTo>
                <a:lnTo>
                  <a:pt x="391397" y="91621"/>
                </a:lnTo>
                <a:lnTo>
                  <a:pt x="391881" y="92152"/>
                </a:lnTo>
                <a:lnTo>
                  <a:pt x="392352" y="92696"/>
                </a:lnTo>
                <a:lnTo>
                  <a:pt x="392810" y="93252"/>
                </a:lnTo>
                <a:lnTo>
                  <a:pt x="393256" y="93820"/>
                </a:lnTo>
                <a:lnTo>
                  <a:pt x="393690" y="94401"/>
                </a:lnTo>
                <a:lnTo>
                  <a:pt x="394110" y="94994"/>
                </a:lnTo>
                <a:lnTo>
                  <a:pt x="394518" y="95600"/>
                </a:lnTo>
                <a:lnTo>
                  <a:pt x="394913" y="96219"/>
                </a:lnTo>
                <a:lnTo>
                  <a:pt x="395296" y="96849"/>
                </a:lnTo>
                <a:lnTo>
                  <a:pt x="395666" y="97492"/>
                </a:lnTo>
                <a:lnTo>
                  <a:pt x="396024" y="98148"/>
                </a:lnTo>
                <a:lnTo>
                  <a:pt x="396369" y="98816"/>
                </a:lnTo>
                <a:lnTo>
                  <a:pt x="396701" y="99496"/>
                </a:lnTo>
                <a:lnTo>
                  <a:pt x="397021" y="100189"/>
                </a:lnTo>
                <a:lnTo>
                  <a:pt x="397217" y="100650"/>
                </a:lnTo>
                <a:lnTo>
                  <a:pt x="397407" y="101138"/>
                </a:lnTo>
                <a:lnTo>
                  <a:pt x="397592" y="101654"/>
                </a:lnTo>
                <a:lnTo>
                  <a:pt x="397771" y="102197"/>
                </a:lnTo>
                <a:lnTo>
                  <a:pt x="397944" y="102767"/>
                </a:lnTo>
                <a:lnTo>
                  <a:pt x="398112" y="103365"/>
                </a:lnTo>
                <a:lnTo>
                  <a:pt x="398274" y="103990"/>
                </a:lnTo>
                <a:lnTo>
                  <a:pt x="398431" y="104642"/>
                </a:lnTo>
                <a:lnTo>
                  <a:pt x="398582" y="105321"/>
                </a:lnTo>
                <a:lnTo>
                  <a:pt x="398727" y="106027"/>
                </a:lnTo>
                <a:lnTo>
                  <a:pt x="398866" y="106761"/>
                </a:lnTo>
                <a:lnTo>
                  <a:pt x="399000" y="107521"/>
                </a:lnTo>
                <a:lnTo>
                  <a:pt x="399128" y="108309"/>
                </a:lnTo>
                <a:lnTo>
                  <a:pt x="399251" y="109124"/>
                </a:lnTo>
                <a:lnTo>
                  <a:pt x="399368" y="109966"/>
                </a:lnTo>
                <a:lnTo>
                  <a:pt x="399479" y="110835"/>
                </a:lnTo>
                <a:lnTo>
                  <a:pt x="399584" y="111731"/>
                </a:lnTo>
                <a:lnTo>
                  <a:pt x="399684" y="112654"/>
                </a:lnTo>
                <a:lnTo>
                  <a:pt x="399778" y="113604"/>
                </a:lnTo>
                <a:lnTo>
                  <a:pt x="399866" y="114581"/>
                </a:lnTo>
                <a:lnTo>
                  <a:pt x="399948" y="115586"/>
                </a:lnTo>
                <a:lnTo>
                  <a:pt x="400025" y="116617"/>
                </a:lnTo>
                <a:lnTo>
                  <a:pt x="400096" y="117675"/>
                </a:lnTo>
                <a:lnTo>
                  <a:pt x="400161" y="118760"/>
                </a:lnTo>
                <a:lnTo>
                  <a:pt x="336655" y="118760"/>
                </a:lnTo>
                <a:lnTo>
                  <a:pt x="336808" y="117337"/>
                </a:lnTo>
                <a:lnTo>
                  <a:pt x="336989" y="115941"/>
                </a:lnTo>
                <a:lnTo>
                  <a:pt x="337198" y="114570"/>
                </a:lnTo>
                <a:lnTo>
                  <a:pt x="337435" y="113227"/>
                </a:lnTo>
                <a:lnTo>
                  <a:pt x="337701" y="111909"/>
                </a:lnTo>
                <a:lnTo>
                  <a:pt x="337995" y="110618"/>
                </a:lnTo>
                <a:lnTo>
                  <a:pt x="338317" y="109353"/>
                </a:lnTo>
                <a:lnTo>
                  <a:pt x="338667" y="108115"/>
                </a:lnTo>
                <a:lnTo>
                  <a:pt x="339045" y="106903"/>
                </a:lnTo>
                <a:lnTo>
                  <a:pt x="339452" y="105717"/>
                </a:lnTo>
                <a:lnTo>
                  <a:pt x="339887" y="104557"/>
                </a:lnTo>
                <a:lnTo>
                  <a:pt x="340350" y="103424"/>
                </a:lnTo>
                <a:lnTo>
                  <a:pt x="340842" y="102317"/>
                </a:lnTo>
                <a:lnTo>
                  <a:pt x="341362" y="101237"/>
                </a:lnTo>
                <a:lnTo>
                  <a:pt x="341910" y="100183"/>
                </a:lnTo>
                <a:lnTo>
                  <a:pt x="342487" y="99155"/>
                </a:lnTo>
                <a:lnTo>
                  <a:pt x="343092" y="98153"/>
                </a:lnTo>
                <a:lnTo>
                  <a:pt x="343725" y="97178"/>
                </a:lnTo>
                <a:lnTo>
                  <a:pt x="344387" y="96229"/>
                </a:lnTo>
                <a:lnTo>
                  <a:pt x="345077" y="95306"/>
                </a:lnTo>
                <a:lnTo>
                  <a:pt x="345796" y="94410"/>
                </a:lnTo>
                <a:lnTo>
                  <a:pt x="346543" y="93540"/>
                </a:lnTo>
                <a:lnTo>
                  <a:pt x="347319" y="92697"/>
                </a:lnTo>
                <a:lnTo>
                  <a:pt x="348123" y="91879"/>
                </a:lnTo>
                <a:lnTo>
                  <a:pt x="348944" y="91090"/>
                </a:lnTo>
                <a:lnTo>
                  <a:pt x="349774" y="90334"/>
                </a:lnTo>
                <a:lnTo>
                  <a:pt x="350614" y="89612"/>
                </a:lnTo>
                <a:lnTo>
                  <a:pt x="351462" y="88923"/>
                </a:lnTo>
                <a:close/>
                <a:moveTo>
                  <a:pt x="1163540" y="119235"/>
                </a:moveTo>
                <a:lnTo>
                  <a:pt x="1163308" y="117275"/>
                </a:lnTo>
                <a:lnTo>
                  <a:pt x="1163024" y="115350"/>
                </a:lnTo>
                <a:lnTo>
                  <a:pt x="1162688" y="113460"/>
                </a:lnTo>
                <a:lnTo>
                  <a:pt x="1162301" y="111606"/>
                </a:lnTo>
                <a:lnTo>
                  <a:pt x="1161863" y="109788"/>
                </a:lnTo>
                <a:lnTo>
                  <a:pt x="1161373" y="108005"/>
                </a:lnTo>
                <a:lnTo>
                  <a:pt x="1160832" y="106258"/>
                </a:lnTo>
                <a:lnTo>
                  <a:pt x="1160239" y="104547"/>
                </a:lnTo>
                <a:lnTo>
                  <a:pt x="1159594" y="102871"/>
                </a:lnTo>
                <a:lnTo>
                  <a:pt x="1158898" y="101230"/>
                </a:lnTo>
                <a:lnTo>
                  <a:pt x="1158151" y="99625"/>
                </a:lnTo>
                <a:lnTo>
                  <a:pt x="1157353" y="98056"/>
                </a:lnTo>
                <a:lnTo>
                  <a:pt x="1156503" y="96523"/>
                </a:lnTo>
                <a:lnTo>
                  <a:pt x="1155601" y="95025"/>
                </a:lnTo>
                <a:lnTo>
                  <a:pt x="1154648" y="93563"/>
                </a:lnTo>
                <a:lnTo>
                  <a:pt x="1153644" y="92136"/>
                </a:lnTo>
                <a:lnTo>
                  <a:pt x="1152589" y="90745"/>
                </a:lnTo>
                <a:lnTo>
                  <a:pt x="1151482" y="89390"/>
                </a:lnTo>
                <a:lnTo>
                  <a:pt x="1150324" y="88071"/>
                </a:lnTo>
                <a:lnTo>
                  <a:pt x="1149115" y="86787"/>
                </a:lnTo>
                <a:lnTo>
                  <a:pt x="1147866" y="85545"/>
                </a:lnTo>
                <a:lnTo>
                  <a:pt x="1146588" y="84356"/>
                </a:lnTo>
                <a:lnTo>
                  <a:pt x="1145281" y="83220"/>
                </a:lnTo>
                <a:lnTo>
                  <a:pt x="1143946" y="82137"/>
                </a:lnTo>
                <a:lnTo>
                  <a:pt x="1142582" y="81108"/>
                </a:lnTo>
                <a:lnTo>
                  <a:pt x="1141189" y="80131"/>
                </a:lnTo>
                <a:lnTo>
                  <a:pt x="1139768" y="79207"/>
                </a:lnTo>
                <a:lnTo>
                  <a:pt x="1138318" y="78336"/>
                </a:lnTo>
                <a:lnTo>
                  <a:pt x="1136839" y="77518"/>
                </a:lnTo>
                <a:lnTo>
                  <a:pt x="1135332" y="76752"/>
                </a:lnTo>
                <a:lnTo>
                  <a:pt x="1133796" y="76040"/>
                </a:lnTo>
                <a:lnTo>
                  <a:pt x="1132231" y="75381"/>
                </a:lnTo>
                <a:lnTo>
                  <a:pt x="1130638" y="74774"/>
                </a:lnTo>
                <a:lnTo>
                  <a:pt x="1129016" y="74220"/>
                </a:lnTo>
                <a:lnTo>
                  <a:pt x="1127366" y="73720"/>
                </a:lnTo>
                <a:lnTo>
                  <a:pt x="1125687" y="73271"/>
                </a:lnTo>
                <a:lnTo>
                  <a:pt x="1123979" y="72876"/>
                </a:lnTo>
                <a:lnTo>
                  <a:pt x="1122243" y="72533"/>
                </a:lnTo>
                <a:lnTo>
                  <a:pt x="1120478" y="72244"/>
                </a:lnTo>
                <a:lnTo>
                  <a:pt x="1118685" y="72007"/>
                </a:lnTo>
                <a:lnTo>
                  <a:pt x="1116863" y="71822"/>
                </a:lnTo>
                <a:lnTo>
                  <a:pt x="1115012" y="71690"/>
                </a:lnTo>
                <a:lnTo>
                  <a:pt x="1113134" y="71611"/>
                </a:lnTo>
                <a:lnTo>
                  <a:pt x="1111226" y="71585"/>
                </a:lnTo>
                <a:lnTo>
                  <a:pt x="1108971" y="71619"/>
                </a:lnTo>
                <a:lnTo>
                  <a:pt x="1106748" y="71722"/>
                </a:lnTo>
                <a:lnTo>
                  <a:pt x="1104556" y="71893"/>
                </a:lnTo>
                <a:lnTo>
                  <a:pt x="1102397" y="72132"/>
                </a:lnTo>
                <a:lnTo>
                  <a:pt x="1100269" y="72440"/>
                </a:lnTo>
                <a:lnTo>
                  <a:pt x="1098174" y="72816"/>
                </a:lnTo>
                <a:lnTo>
                  <a:pt x="1096110" y="73261"/>
                </a:lnTo>
                <a:lnTo>
                  <a:pt x="1094079" y="73773"/>
                </a:lnTo>
                <a:lnTo>
                  <a:pt x="1092079" y="74355"/>
                </a:lnTo>
                <a:lnTo>
                  <a:pt x="1090111" y="75004"/>
                </a:lnTo>
                <a:lnTo>
                  <a:pt x="1088176" y="75722"/>
                </a:lnTo>
                <a:lnTo>
                  <a:pt x="1086272" y="76508"/>
                </a:lnTo>
                <a:lnTo>
                  <a:pt x="1084401" y="77362"/>
                </a:lnTo>
                <a:lnTo>
                  <a:pt x="1082561" y="78285"/>
                </a:lnTo>
                <a:lnTo>
                  <a:pt x="1080753" y="79276"/>
                </a:lnTo>
                <a:lnTo>
                  <a:pt x="1078978" y="80335"/>
                </a:lnTo>
                <a:lnTo>
                  <a:pt x="1077234" y="81463"/>
                </a:lnTo>
                <a:lnTo>
                  <a:pt x="1075523" y="82659"/>
                </a:lnTo>
                <a:lnTo>
                  <a:pt x="1073844" y="83923"/>
                </a:lnTo>
                <a:lnTo>
                  <a:pt x="1072196" y="85255"/>
                </a:lnTo>
                <a:lnTo>
                  <a:pt x="1070581" y="86656"/>
                </a:lnTo>
                <a:lnTo>
                  <a:pt x="1068998" y="88125"/>
                </a:lnTo>
                <a:lnTo>
                  <a:pt x="1067447" y="89662"/>
                </a:lnTo>
                <a:lnTo>
                  <a:pt x="1065928" y="91267"/>
                </a:lnTo>
                <a:lnTo>
                  <a:pt x="1064454" y="92935"/>
                </a:lnTo>
                <a:lnTo>
                  <a:pt x="1063043" y="94658"/>
                </a:lnTo>
                <a:lnTo>
                  <a:pt x="1061694" y="96434"/>
                </a:lnTo>
                <a:lnTo>
                  <a:pt x="1060409" y="98264"/>
                </a:lnTo>
                <a:lnTo>
                  <a:pt x="1059186" y="100148"/>
                </a:lnTo>
                <a:lnTo>
                  <a:pt x="1058026" y="102086"/>
                </a:lnTo>
                <a:lnTo>
                  <a:pt x="1056929" y="104078"/>
                </a:lnTo>
                <a:lnTo>
                  <a:pt x="1055895" y="106123"/>
                </a:lnTo>
                <a:lnTo>
                  <a:pt x="1054923" y="108222"/>
                </a:lnTo>
                <a:lnTo>
                  <a:pt x="1054014" y="110375"/>
                </a:lnTo>
                <a:lnTo>
                  <a:pt x="1053168" y="112582"/>
                </a:lnTo>
                <a:lnTo>
                  <a:pt x="1052385" y="114842"/>
                </a:lnTo>
                <a:lnTo>
                  <a:pt x="1051664" y="117156"/>
                </a:lnTo>
                <a:lnTo>
                  <a:pt x="1051006" y="119524"/>
                </a:lnTo>
                <a:lnTo>
                  <a:pt x="1050411" y="121946"/>
                </a:lnTo>
                <a:lnTo>
                  <a:pt x="1049878" y="124421"/>
                </a:lnTo>
                <a:lnTo>
                  <a:pt x="1049408" y="126950"/>
                </a:lnTo>
                <a:lnTo>
                  <a:pt x="1049001" y="129533"/>
                </a:lnTo>
                <a:lnTo>
                  <a:pt x="1048656" y="132169"/>
                </a:lnTo>
                <a:lnTo>
                  <a:pt x="1048375" y="134860"/>
                </a:lnTo>
                <a:lnTo>
                  <a:pt x="1048155" y="137603"/>
                </a:lnTo>
                <a:lnTo>
                  <a:pt x="1047999" y="140401"/>
                </a:lnTo>
                <a:lnTo>
                  <a:pt x="1047905" y="143252"/>
                </a:lnTo>
                <a:lnTo>
                  <a:pt x="1047873" y="146157"/>
                </a:lnTo>
                <a:lnTo>
                  <a:pt x="1047904" y="148843"/>
                </a:lnTo>
                <a:lnTo>
                  <a:pt x="1047996" y="151483"/>
                </a:lnTo>
                <a:lnTo>
                  <a:pt x="1048149" y="154077"/>
                </a:lnTo>
                <a:lnTo>
                  <a:pt x="1048363" y="156625"/>
                </a:lnTo>
                <a:lnTo>
                  <a:pt x="1048638" y="159127"/>
                </a:lnTo>
                <a:lnTo>
                  <a:pt x="1048975" y="161582"/>
                </a:lnTo>
                <a:lnTo>
                  <a:pt x="1049373" y="163992"/>
                </a:lnTo>
                <a:lnTo>
                  <a:pt x="1049831" y="166356"/>
                </a:lnTo>
                <a:lnTo>
                  <a:pt x="1050351" y="168673"/>
                </a:lnTo>
                <a:lnTo>
                  <a:pt x="1050932" y="170945"/>
                </a:lnTo>
                <a:lnTo>
                  <a:pt x="1051574" y="173170"/>
                </a:lnTo>
                <a:lnTo>
                  <a:pt x="1052277" y="175349"/>
                </a:lnTo>
                <a:lnTo>
                  <a:pt x="1053041" y="177482"/>
                </a:lnTo>
                <a:lnTo>
                  <a:pt x="1053866" y="179570"/>
                </a:lnTo>
                <a:lnTo>
                  <a:pt x="1054752" y="181611"/>
                </a:lnTo>
                <a:lnTo>
                  <a:pt x="1055699" y="183606"/>
                </a:lnTo>
                <a:lnTo>
                  <a:pt x="1056707" y="185555"/>
                </a:lnTo>
                <a:lnTo>
                  <a:pt x="1057776" y="187458"/>
                </a:lnTo>
                <a:lnTo>
                  <a:pt x="1058906" y="189314"/>
                </a:lnTo>
                <a:lnTo>
                  <a:pt x="1060096" y="191125"/>
                </a:lnTo>
                <a:lnTo>
                  <a:pt x="1061348" y="192890"/>
                </a:lnTo>
                <a:lnTo>
                  <a:pt x="1062661" y="194608"/>
                </a:lnTo>
                <a:lnTo>
                  <a:pt x="1064034" y="196281"/>
                </a:lnTo>
                <a:lnTo>
                  <a:pt x="1065468" y="197907"/>
                </a:lnTo>
                <a:lnTo>
                  <a:pt x="1066948" y="199477"/>
                </a:lnTo>
                <a:lnTo>
                  <a:pt x="1068452" y="200981"/>
                </a:lnTo>
                <a:lnTo>
                  <a:pt x="1069981" y="202417"/>
                </a:lnTo>
                <a:lnTo>
                  <a:pt x="1071534" y="203787"/>
                </a:lnTo>
                <a:lnTo>
                  <a:pt x="1073112" y="205089"/>
                </a:lnTo>
                <a:lnTo>
                  <a:pt x="1074715" y="206325"/>
                </a:lnTo>
                <a:lnTo>
                  <a:pt x="1076343" y="207495"/>
                </a:lnTo>
                <a:lnTo>
                  <a:pt x="1077995" y="208597"/>
                </a:lnTo>
                <a:lnTo>
                  <a:pt x="1079672" y="209633"/>
                </a:lnTo>
                <a:lnTo>
                  <a:pt x="1081374" y="210601"/>
                </a:lnTo>
                <a:lnTo>
                  <a:pt x="1083100" y="211503"/>
                </a:lnTo>
                <a:lnTo>
                  <a:pt x="1084851" y="212338"/>
                </a:lnTo>
                <a:lnTo>
                  <a:pt x="1086626" y="213107"/>
                </a:lnTo>
                <a:lnTo>
                  <a:pt x="1088426" y="213808"/>
                </a:lnTo>
                <a:lnTo>
                  <a:pt x="1090251" y="214443"/>
                </a:lnTo>
                <a:lnTo>
                  <a:pt x="1092100" y="215011"/>
                </a:lnTo>
                <a:lnTo>
                  <a:pt x="1093974" y="215512"/>
                </a:lnTo>
                <a:lnTo>
                  <a:pt x="1095873" y="215946"/>
                </a:lnTo>
                <a:lnTo>
                  <a:pt x="1097796" y="216314"/>
                </a:lnTo>
                <a:lnTo>
                  <a:pt x="1099744" y="216614"/>
                </a:lnTo>
                <a:lnTo>
                  <a:pt x="1101716" y="216848"/>
                </a:lnTo>
                <a:lnTo>
                  <a:pt x="1103713" y="217015"/>
                </a:lnTo>
                <a:lnTo>
                  <a:pt x="1105734" y="217115"/>
                </a:lnTo>
                <a:lnTo>
                  <a:pt x="1107780" y="217149"/>
                </a:lnTo>
                <a:lnTo>
                  <a:pt x="1109664" y="217119"/>
                </a:lnTo>
                <a:lnTo>
                  <a:pt x="1111522" y="217032"/>
                </a:lnTo>
                <a:lnTo>
                  <a:pt x="1113354" y="216886"/>
                </a:lnTo>
                <a:lnTo>
                  <a:pt x="1115159" y="216681"/>
                </a:lnTo>
                <a:lnTo>
                  <a:pt x="1116937" y="216418"/>
                </a:lnTo>
                <a:lnTo>
                  <a:pt x="1118689" y="216097"/>
                </a:lnTo>
                <a:lnTo>
                  <a:pt x="1120414" y="215717"/>
                </a:lnTo>
                <a:lnTo>
                  <a:pt x="1122113" y="215278"/>
                </a:lnTo>
                <a:lnTo>
                  <a:pt x="1123785" y="214781"/>
                </a:lnTo>
                <a:lnTo>
                  <a:pt x="1125430" y="214226"/>
                </a:lnTo>
                <a:lnTo>
                  <a:pt x="1127049" y="213612"/>
                </a:lnTo>
                <a:lnTo>
                  <a:pt x="1128641" y="212939"/>
                </a:lnTo>
                <a:lnTo>
                  <a:pt x="1130207" y="212208"/>
                </a:lnTo>
                <a:lnTo>
                  <a:pt x="1131746" y="211418"/>
                </a:lnTo>
                <a:lnTo>
                  <a:pt x="1133258" y="210570"/>
                </a:lnTo>
                <a:lnTo>
                  <a:pt x="1134744" y="209663"/>
                </a:lnTo>
                <a:lnTo>
                  <a:pt x="1136203" y="208698"/>
                </a:lnTo>
                <a:lnTo>
                  <a:pt x="1137635" y="207674"/>
                </a:lnTo>
                <a:lnTo>
                  <a:pt x="1139041" y="206592"/>
                </a:lnTo>
                <a:lnTo>
                  <a:pt x="1140420" y="205451"/>
                </a:lnTo>
                <a:lnTo>
                  <a:pt x="1141772" y="204251"/>
                </a:lnTo>
                <a:lnTo>
                  <a:pt x="1143098" y="202993"/>
                </a:lnTo>
                <a:lnTo>
                  <a:pt x="1144397" y="201676"/>
                </a:lnTo>
                <a:lnTo>
                  <a:pt x="1145669" y="200301"/>
                </a:lnTo>
                <a:lnTo>
                  <a:pt x="1146909" y="198890"/>
                </a:lnTo>
                <a:lnTo>
                  <a:pt x="1148108" y="197466"/>
                </a:lnTo>
                <a:lnTo>
                  <a:pt x="1149265" y="196030"/>
                </a:lnTo>
                <a:lnTo>
                  <a:pt x="1150380" y="194581"/>
                </a:lnTo>
                <a:lnTo>
                  <a:pt x="1151454" y="193119"/>
                </a:lnTo>
                <a:lnTo>
                  <a:pt x="1152486" y="191645"/>
                </a:lnTo>
                <a:lnTo>
                  <a:pt x="1153477" y="190158"/>
                </a:lnTo>
                <a:lnTo>
                  <a:pt x="1154425" y="188659"/>
                </a:lnTo>
                <a:lnTo>
                  <a:pt x="1155333" y="187146"/>
                </a:lnTo>
                <a:lnTo>
                  <a:pt x="1156198" y="185622"/>
                </a:lnTo>
                <a:lnTo>
                  <a:pt x="1157022" y="184084"/>
                </a:lnTo>
                <a:lnTo>
                  <a:pt x="1157805" y="182534"/>
                </a:lnTo>
                <a:lnTo>
                  <a:pt x="1158546" y="180970"/>
                </a:lnTo>
                <a:lnTo>
                  <a:pt x="1159245" y="179394"/>
                </a:lnTo>
                <a:lnTo>
                  <a:pt x="1159903" y="177806"/>
                </a:lnTo>
                <a:lnTo>
                  <a:pt x="1160519" y="176204"/>
                </a:lnTo>
                <a:lnTo>
                  <a:pt x="1161093" y="174590"/>
                </a:lnTo>
                <a:lnTo>
                  <a:pt x="1161626" y="172963"/>
                </a:lnTo>
                <a:lnTo>
                  <a:pt x="1162118" y="171322"/>
                </a:lnTo>
                <a:lnTo>
                  <a:pt x="1162568" y="169670"/>
                </a:lnTo>
                <a:lnTo>
                  <a:pt x="1162976" y="168004"/>
                </a:lnTo>
                <a:lnTo>
                  <a:pt x="1163343" y="166325"/>
                </a:lnTo>
                <a:lnTo>
                  <a:pt x="1163669" y="164633"/>
                </a:lnTo>
                <a:lnTo>
                  <a:pt x="1163953" y="162929"/>
                </a:lnTo>
                <a:lnTo>
                  <a:pt x="1159300" y="159942"/>
                </a:lnTo>
                <a:lnTo>
                  <a:pt x="1158733" y="161419"/>
                </a:lnTo>
                <a:lnTo>
                  <a:pt x="1158154" y="162861"/>
                </a:lnTo>
                <a:lnTo>
                  <a:pt x="1157564" y="164266"/>
                </a:lnTo>
                <a:lnTo>
                  <a:pt x="1156963" y="165634"/>
                </a:lnTo>
                <a:lnTo>
                  <a:pt x="1156351" y="166966"/>
                </a:lnTo>
                <a:lnTo>
                  <a:pt x="1155728" y="168262"/>
                </a:lnTo>
                <a:lnTo>
                  <a:pt x="1155094" y="169521"/>
                </a:lnTo>
                <a:lnTo>
                  <a:pt x="1154449" y="170744"/>
                </a:lnTo>
                <a:lnTo>
                  <a:pt x="1153793" y="171930"/>
                </a:lnTo>
                <a:lnTo>
                  <a:pt x="1153125" y="173080"/>
                </a:lnTo>
                <a:lnTo>
                  <a:pt x="1152447" y="174194"/>
                </a:lnTo>
                <a:lnTo>
                  <a:pt x="1151757" y="175270"/>
                </a:lnTo>
                <a:lnTo>
                  <a:pt x="1151056" y="176310"/>
                </a:lnTo>
                <a:lnTo>
                  <a:pt x="1150344" y="177314"/>
                </a:lnTo>
                <a:lnTo>
                  <a:pt x="1149621" y="178281"/>
                </a:lnTo>
                <a:lnTo>
                  <a:pt x="1148887" y="179211"/>
                </a:lnTo>
                <a:lnTo>
                  <a:pt x="1148141" y="180104"/>
                </a:lnTo>
                <a:lnTo>
                  <a:pt x="1147384" y="180961"/>
                </a:lnTo>
                <a:lnTo>
                  <a:pt x="1146616" y="181781"/>
                </a:lnTo>
                <a:lnTo>
                  <a:pt x="1145837" y="182564"/>
                </a:lnTo>
                <a:lnTo>
                  <a:pt x="1145046" y="183311"/>
                </a:lnTo>
                <a:lnTo>
                  <a:pt x="1144244" y="184020"/>
                </a:lnTo>
                <a:lnTo>
                  <a:pt x="1143430" y="184693"/>
                </a:lnTo>
                <a:lnTo>
                  <a:pt x="1142606" y="185329"/>
                </a:lnTo>
                <a:lnTo>
                  <a:pt x="1141769" y="185933"/>
                </a:lnTo>
                <a:lnTo>
                  <a:pt x="1140920" y="186512"/>
                </a:lnTo>
                <a:lnTo>
                  <a:pt x="1140060" y="187065"/>
                </a:lnTo>
                <a:lnTo>
                  <a:pt x="1139186" y="187593"/>
                </a:lnTo>
                <a:lnTo>
                  <a:pt x="1138301" y="188094"/>
                </a:lnTo>
                <a:lnTo>
                  <a:pt x="1137404" y="188570"/>
                </a:lnTo>
                <a:lnTo>
                  <a:pt x="1136494" y="189021"/>
                </a:lnTo>
                <a:lnTo>
                  <a:pt x="1135573" y="189445"/>
                </a:lnTo>
                <a:lnTo>
                  <a:pt x="1134639" y="189844"/>
                </a:lnTo>
                <a:lnTo>
                  <a:pt x="1133693" y="190217"/>
                </a:lnTo>
                <a:lnTo>
                  <a:pt x="1132735" y="190564"/>
                </a:lnTo>
                <a:lnTo>
                  <a:pt x="1131764" y="190886"/>
                </a:lnTo>
                <a:lnTo>
                  <a:pt x="1130782" y="191182"/>
                </a:lnTo>
                <a:lnTo>
                  <a:pt x="1129787" y="191452"/>
                </a:lnTo>
                <a:lnTo>
                  <a:pt x="1128780" y="191696"/>
                </a:lnTo>
                <a:lnTo>
                  <a:pt x="1127761" y="191915"/>
                </a:lnTo>
                <a:lnTo>
                  <a:pt x="1126730" y="192108"/>
                </a:lnTo>
                <a:lnTo>
                  <a:pt x="1125687" y="192275"/>
                </a:lnTo>
                <a:lnTo>
                  <a:pt x="1124631" y="192417"/>
                </a:lnTo>
                <a:lnTo>
                  <a:pt x="1123564" y="192532"/>
                </a:lnTo>
                <a:lnTo>
                  <a:pt x="1122484" y="192622"/>
                </a:lnTo>
                <a:lnTo>
                  <a:pt x="1121392" y="192687"/>
                </a:lnTo>
                <a:lnTo>
                  <a:pt x="1120288" y="192725"/>
                </a:lnTo>
                <a:lnTo>
                  <a:pt x="1119171" y="192738"/>
                </a:lnTo>
                <a:lnTo>
                  <a:pt x="1117496" y="192708"/>
                </a:lnTo>
                <a:lnTo>
                  <a:pt x="1115838" y="192618"/>
                </a:lnTo>
                <a:lnTo>
                  <a:pt x="1114199" y="192467"/>
                </a:lnTo>
                <a:lnTo>
                  <a:pt x="1112577" y="192256"/>
                </a:lnTo>
                <a:lnTo>
                  <a:pt x="1110974" y="191985"/>
                </a:lnTo>
                <a:lnTo>
                  <a:pt x="1109390" y="191653"/>
                </a:lnTo>
                <a:lnTo>
                  <a:pt x="1107823" y="191262"/>
                </a:lnTo>
                <a:lnTo>
                  <a:pt x="1106274" y="190809"/>
                </a:lnTo>
                <a:lnTo>
                  <a:pt x="1104744" y="190297"/>
                </a:lnTo>
                <a:lnTo>
                  <a:pt x="1103232" y="189724"/>
                </a:lnTo>
                <a:lnTo>
                  <a:pt x="1101738" y="189091"/>
                </a:lnTo>
                <a:lnTo>
                  <a:pt x="1100263" y="188397"/>
                </a:lnTo>
                <a:lnTo>
                  <a:pt x="1098806" y="187643"/>
                </a:lnTo>
                <a:lnTo>
                  <a:pt x="1097366" y="186828"/>
                </a:lnTo>
                <a:lnTo>
                  <a:pt x="1095946" y="185953"/>
                </a:lnTo>
                <a:lnTo>
                  <a:pt x="1094543" y="185017"/>
                </a:lnTo>
                <a:lnTo>
                  <a:pt x="1093159" y="184021"/>
                </a:lnTo>
                <a:lnTo>
                  <a:pt x="1091793" y="182965"/>
                </a:lnTo>
                <a:lnTo>
                  <a:pt x="1090445" y="181848"/>
                </a:lnTo>
                <a:lnTo>
                  <a:pt x="1089116" y="180670"/>
                </a:lnTo>
                <a:lnTo>
                  <a:pt x="1087805" y="179432"/>
                </a:lnTo>
                <a:lnTo>
                  <a:pt x="1086512" y="178133"/>
                </a:lnTo>
                <a:lnTo>
                  <a:pt x="1085238" y="176774"/>
                </a:lnTo>
                <a:lnTo>
                  <a:pt x="1083982" y="175354"/>
                </a:lnTo>
                <a:lnTo>
                  <a:pt x="1082759" y="173883"/>
                </a:lnTo>
                <a:lnTo>
                  <a:pt x="1081589" y="172367"/>
                </a:lnTo>
                <a:lnTo>
                  <a:pt x="1080471" y="170805"/>
                </a:lnTo>
                <a:lnTo>
                  <a:pt x="1079406" y="169197"/>
                </a:lnTo>
                <a:lnTo>
                  <a:pt x="1078394" y="167544"/>
                </a:lnTo>
                <a:lnTo>
                  <a:pt x="1077434" y="165844"/>
                </a:lnTo>
                <a:lnTo>
                  <a:pt x="1076527" y="164099"/>
                </a:lnTo>
                <a:lnTo>
                  <a:pt x="1075672" y="162309"/>
                </a:lnTo>
                <a:lnTo>
                  <a:pt x="1074870" y="160472"/>
                </a:lnTo>
                <a:lnTo>
                  <a:pt x="1074121" y="158590"/>
                </a:lnTo>
                <a:lnTo>
                  <a:pt x="1073424" y="156662"/>
                </a:lnTo>
                <a:lnTo>
                  <a:pt x="1072779" y="154689"/>
                </a:lnTo>
                <a:lnTo>
                  <a:pt x="1072188" y="152669"/>
                </a:lnTo>
                <a:lnTo>
                  <a:pt x="1071648" y="150604"/>
                </a:lnTo>
                <a:lnTo>
                  <a:pt x="1071162" y="148493"/>
                </a:lnTo>
                <a:lnTo>
                  <a:pt x="1070728" y="146336"/>
                </a:lnTo>
                <a:lnTo>
                  <a:pt x="1070346" y="144134"/>
                </a:lnTo>
                <a:lnTo>
                  <a:pt x="1070017" y="141885"/>
                </a:lnTo>
                <a:lnTo>
                  <a:pt x="1069740" y="139591"/>
                </a:lnTo>
                <a:lnTo>
                  <a:pt x="1069516" y="137251"/>
                </a:lnTo>
                <a:lnTo>
                  <a:pt x="1069344" y="134865"/>
                </a:lnTo>
                <a:lnTo>
                  <a:pt x="1069225" y="132434"/>
                </a:lnTo>
                <a:lnTo>
                  <a:pt x="1069158" y="129956"/>
                </a:lnTo>
                <a:lnTo>
                  <a:pt x="1069144" y="127433"/>
                </a:lnTo>
                <a:lnTo>
                  <a:pt x="1163953" y="127433"/>
                </a:lnTo>
                <a:lnTo>
                  <a:pt x="1163927" y="125330"/>
                </a:lnTo>
                <a:lnTo>
                  <a:pt x="1163850" y="123263"/>
                </a:lnTo>
                <a:lnTo>
                  <a:pt x="1163720" y="121231"/>
                </a:lnTo>
                <a:lnTo>
                  <a:pt x="1163540" y="119235"/>
                </a:lnTo>
                <a:close/>
                <a:moveTo>
                  <a:pt x="1083950" y="88923"/>
                </a:moveTo>
                <a:lnTo>
                  <a:pt x="1084807" y="88268"/>
                </a:lnTo>
                <a:lnTo>
                  <a:pt x="1085674" y="87647"/>
                </a:lnTo>
                <a:lnTo>
                  <a:pt x="1086550" y="87059"/>
                </a:lnTo>
                <a:lnTo>
                  <a:pt x="1087435" y="86505"/>
                </a:lnTo>
                <a:lnTo>
                  <a:pt x="1088329" y="85985"/>
                </a:lnTo>
                <a:lnTo>
                  <a:pt x="1089232" y="85498"/>
                </a:lnTo>
                <a:lnTo>
                  <a:pt x="1090144" y="85045"/>
                </a:lnTo>
                <a:lnTo>
                  <a:pt x="1091066" y="84626"/>
                </a:lnTo>
                <a:lnTo>
                  <a:pt x="1091997" y="84240"/>
                </a:lnTo>
                <a:lnTo>
                  <a:pt x="1092936" y="83888"/>
                </a:lnTo>
                <a:lnTo>
                  <a:pt x="1093886" y="83569"/>
                </a:lnTo>
                <a:lnTo>
                  <a:pt x="1094844" y="83284"/>
                </a:lnTo>
                <a:lnTo>
                  <a:pt x="1095811" y="83032"/>
                </a:lnTo>
                <a:lnTo>
                  <a:pt x="1096788" y="82814"/>
                </a:lnTo>
                <a:lnTo>
                  <a:pt x="1097774" y="82630"/>
                </a:lnTo>
                <a:lnTo>
                  <a:pt x="1098769" y="82479"/>
                </a:lnTo>
                <a:lnTo>
                  <a:pt x="1099773" y="82362"/>
                </a:lnTo>
                <a:lnTo>
                  <a:pt x="1100786" y="82278"/>
                </a:lnTo>
                <a:lnTo>
                  <a:pt x="1101809" y="82228"/>
                </a:lnTo>
                <a:lnTo>
                  <a:pt x="1102840" y="82211"/>
                </a:lnTo>
                <a:lnTo>
                  <a:pt x="1103514" y="82219"/>
                </a:lnTo>
                <a:lnTo>
                  <a:pt x="1104185" y="82244"/>
                </a:lnTo>
                <a:lnTo>
                  <a:pt x="1104854" y="82285"/>
                </a:lnTo>
                <a:lnTo>
                  <a:pt x="1105521" y="82343"/>
                </a:lnTo>
                <a:lnTo>
                  <a:pt x="1106185" y="82418"/>
                </a:lnTo>
                <a:lnTo>
                  <a:pt x="1106846" y="82509"/>
                </a:lnTo>
                <a:lnTo>
                  <a:pt x="1107506" y="82617"/>
                </a:lnTo>
                <a:lnTo>
                  <a:pt x="1108163" y="82741"/>
                </a:lnTo>
                <a:lnTo>
                  <a:pt x="1108817" y="82882"/>
                </a:lnTo>
                <a:lnTo>
                  <a:pt x="1109469" y="83040"/>
                </a:lnTo>
                <a:lnTo>
                  <a:pt x="1110119" y="83214"/>
                </a:lnTo>
                <a:lnTo>
                  <a:pt x="1110767" y="83405"/>
                </a:lnTo>
                <a:lnTo>
                  <a:pt x="1111412" y="83613"/>
                </a:lnTo>
                <a:lnTo>
                  <a:pt x="1112054" y="83837"/>
                </a:lnTo>
                <a:lnTo>
                  <a:pt x="1112694" y="84078"/>
                </a:lnTo>
                <a:lnTo>
                  <a:pt x="1113332" y="84335"/>
                </a:lnTo>
                <a:lnTo>
                  <a:pt x="1113967" y="84610"/>
                </a:lnTo>
                <a:lnTo>
                  <a:pt x="1114600" y="84901"/>
                </a:lnTo>
                <a:lnTo>
                  <a:pt x="1115231" y="85208"/>
                </a:lnTo>
                <a:lnTo>
                  <a:pt x="1115859" y="85533"/>
                </a:lnTo>
                <a:lnTo>
                  <a:pt x="1116485" y="85874"/>
                </a:lnTo>
                <a:lnTo>
                  <a:pt x="1117109" y="86231"/>
                </a:lnTo>
                <a:lnTo>
                  <a:pt x="1117730" y="86606"/>
                </a:lnTo>
                <a:lnTo>
                  <a:pt x="1118348" y="86997"/>
                </a:lnTo>
                <a:lnTo>
                  <a:pt x="1118959" y="87403"/>
                </a:lnTo>
                <a:lnTo>
                  <a:pt x="1119558" y="87822"/>
                </a:lnTo>
                <a:lnTo>
                  <a:pt x="1120143" y="88253"/>
                </a:lnTo>
                <a:lnTo>
                  <a:pt x="1120716" y="88696"/>
                </a:lnTo>
                <a:lnTo>
                  <a:pt x="1121276" y="89153"/>
                </a:lnTo>
                <a:lnTo>
                  <a:pt x="1121823" y="89621"/>
                </a:lnTo>
                <a:lnTo>
                  <a:pt x="1122358" y="90102"/>
                </a:lnTo>
                <a:lnTo>
                  <a:pt x="1122879" y="90596"/>
                </a:lnTo>
                <a:lnTo>
                  <a:pt x="1123388" y="91102"/>
                </a:lnTo>
                <a:lnTo>
                  <a:pt x="1123884" y="91621"/>
                </a:lnTo>
                <a:lnTo>
                  <a:pt x="1124368" y="92152"/>
                </a:lnTo>
                <a:lnTo>
                  <a:pt x="1124839" y="92696"/>
                </a:lnTo>
                <a:lnTo>
                  <a:pt x="1125296" y="93252"/>
                </a:lnTo>
                <a:lnTo>
                  <a:pt x="1125742" y="93820"/>
                </a:lnTo>
                <a:lnTo>
                  <a:pt x="1126174" y="94401"/>
                </a:lnTo>
                <a:lnTo>
                  <a:pt x="1126594" y="94994"/>
                </a:lnTo>
                <a:lnTo>
                  <a:pt x="1127000" y="95600"/>
                </a:lnTo>
                <a:lnTo>
                  <a:pt x="1127394" y="96219"/>
                </a:lnTo>
                <a:lnTo>
                  <a:pt x="1127776" y="96849"/>
                </a:lnTo>
                <a:lnTo>
                  <a:pt x="1128144" y="97492"/>
                </a:lnTo>
                <a:lnTo>
                  <a:pt x="1128500" y="98148"/>
                </a:lnTo>
                <a:lnTo>
                  <a:pt x="1128843" y="98816"/>
                </a:lnTo>
                <a:lnTo>
                  <a:pt x="1129173" y="99496"/>
                </a:lnTo>
                <a:lnTo>
                  <a:pt x="1129491" y="100189"/>
                </a:lnTo>
                <a:lnTo>
                  <a:pt x="1129689" y="100650"/>
                </a:lnTo>
                <a:lnTo>
                  <a:pt x="1129881" y="101138"/>
                </a:lnTo>
                <a:lnTo>
                  <a:pt x="1130068" y="101654"/>
                </a:lnTo>
                <a:lnTo>
                  <a:pt x="1130249" y="102197"/>
                </a:lnTo>
                <a:lnTo>
                  <a:pt x="1130424" y="102767"/>
                </a:lnTo>
                <a:lnTo>
                  <a:pt x="1130593" y="103365"/>
                </a:lnTo>
                <a:lnTo>
                  <a:pt x="1130756" y="103990"/>
                </a:lnTo>
                <a:lnTo>
                  <a:pt x="1130914" y="104642"/>
                </a:lnTo>
                <a:lnTo>
                  <a:pt x="1131066" y="105321"/>
                </a:lnTo>
                <a:lnTo>
                  <a:pt x="1131212" y="106027"/>
                </a:lnTo>
                <a:lnTo>
                  <a:pt x="1131352" y="106761"/>
                </a:lnTo>
                <a:lnTo>
                  <a:pt x="1131487" y="107521"/>
                </a:lnTo>
                <a:lnTo>
                  <a:pt x="1131616" y="108309"/>
                </a:lnTo>
                <a:lnTo>
                  <a:pt x="1131738" y="109124"/>
                </a:lnTo>
                <a:lnTo>
                  <a:pt x="1131856" y="109966"/>
                </a:lnTo>
                <a:lnTo>
                  <a:pt x="1131967" y="110835"/>
                </a:lnTo>
                <a:lnTo>
                  <a:pt x="1132073" y="111731"/>
                </a:lnTo>
                <a:lnTo>
                  <a:pt x="1132172" y="112654"/>
                </a:lnTo>
                <a:lnTo>
                  <a:pt x="1132266" y="113604"/>
                </a:lnTo>
                <a:lnTo>
                  <a:pt x="1132355" y="114581"/>
                </a:lnTo>
                <a:lnTo>
                  <a:pt x="1132437" y="115586"/>
                </a:lnTo>
                <a:lnTo>
                  <a:pt x="1132514" y="116617"/>
                </a:lnTo>
                <a:lnTo>
                  <a:pt x="1132585" y="117675"/>
                </a:lnTo>
                <a:lnTo>
                  <a:pt x="1132650" y="118760"/>
                </a:lnTo>
                <a:lnTo>
                  <a:pt x="1069144" y="118760"/>
                </a:lnTo>
                <a:lnTo>
                  <a:pt x="1069295" y="117337"/>
                </a:lnTo>
                <a:lnTo>
                  <a:pt x="1069474" y="115941"/>
                </a:lnTo>
                <a:lnTo>
                  <a:pt x="1069682" y="114570"/>
                </a:lnTo>
                <a:lnTo>
                  <a:pt x="1069918" y="113227"/>
                </a:lnTo>
                <a:lnTo>
                  <a:pt x="1070183" y="111909"/>
                </a:lnTo>
                <a:lnTo>
                  <a:pt x="1070476" y="110618"/>
                </a:lnTo>
                <a:lnTo>
                  <a:pt x="1070797" y="109353"/>
                </a:lnTo>
                <a:lnTo>
                  <a:pt x="1071147" y="108115"/>
                </a:lnTo>
                <a:lnTo>
                  <a:pt x="1071526" y="106903"/>
                </a:lnTo>
                <a:lnTo>
                  <a:pt x="1071933" y="105717"/>
                </a:lnTo>
                <a:lnTo>
                  <a:pt x="1072368" y="104557"/>
                </a:lnTo>
                <a:lnTo>
                  <a:pt x="1072832" y="103424"/>
                </a:lnTo>
                <a:lnTo>
                  <a:pt x="1073324" y="102317"/>
                </a:lnTo>
                <a:lnTo>
                  <a:pt x="1073845" y="101237"/>
                </a:lnTo>
                <a:lnTo>
                  <a:pt x="1074394" y="100183"/>
                </a:lnTo>
                <a:lnTo>
                  <a:pt x="1074971" y="99155"/>
                </a:lnTo>
                <a:lnTo>
                  <a:pt x="1075577" y="98153"/>
                </a:lnTo>
                <a:lnTo>
                  <a:pt x="1076212" y="97178"/>
                </a:lnTo>
                <a:lnTo>
                  <a:pt x="1076874" y="96229"/>
                </a:lnTo>
                <a:lnTo>
                  <a:pt x="1077565" y="95306"/>
                </a:lnTo>
                <a:lnTo>
                  <a:pt x="1078284" y="94410"/>
                </a:lnTo>
                <a:lnTo>
                  <a:pt x="1079032" y="93540"/>
                </a:lnTo>
                <a:lnTo>
                  <a:pt x="1079808" y="92697"/>
                </a:lnTo>
                <a:lnTo>
                  <a:pt x="1080612" y="91879"/>
                </a:lnTo>
                <a:lnTo>
                  <a:pt x="1081433" y="91090"/>
                </a:lnTo>
                <a:lnTo>
                  <a:pt x="1082263" y="90334"/>
                </a:lnTo>
                <a:lnTo>
                  <a:pt x="1083102" y="89612"/>
                </a:lnTo>
                <a:lnTo>
                  <a:pt x="1083950" y="88923"/>
                </a:lnTo>
                <a:close/>
                <a:moveTo>
                  <a:pt x="856498" y="72863"/>
                </a:moveTo>
                <a:lnTo>
                  <a:pt x="856354" y="73122"/>
                </a:lnTo>
                <a:lnTo>
                  <a:pt x="856213" y="73372"/>
                </a:lnTo>
                <a:lnTo>
                  <a:pt x="856072" y="73613"/>
                </a:lnTo>
                <a:lnTo>
                  <a:pt x="855934" y="73846"/>
                </a:lnTo>
                <a:lnTo>
                  <a:pt x="855797" y="74069"/>
                </a:lnTo>
                <a:lnTo>
                  <a:pt x="855662" y="74284"/>
                </a:lnTo>
                <a:lnTo>
                  <a:pt x="855528" y="74490"/>
                </a:lnTo>
                <a:lnTo>
                  <a:pt x="855396" y="74687"/>
                </a:lnTo>
                <a:lnTo>
                  <a:pt x="855266" y="74875"/>
                </a:lnTo>
                <a:lnTo>
                  <a:pt x="855138" y="75055"/>
                </a:lnTo>
                <a:lnTo>
                  <a:pt x="855011" y="75225"/>
                </a:lnTo>
                <a:lnTo>
                  <a:pt x="854886" y="75387"/>
                </a:lnTo>
                <a:lnTo>
                  <a:pt x="854762" y="75541"/>
                </a:lnTo>
                <a:lnTo>
                  <a:pt x="854641" y="75685"/>
                </a:lnTo>
                <a:lnTo>
                  <a:pt x="854521" y="75821"/>
                </a:lnTo>
                <a:lnTo>
                  <a:pt x="854403" y="75949"/>
                </a:lnTo>
                <a:lnTo>
                  <a:pt x="854287" y="76067"/>
                </a:lnTo>
                <a:lnTo>
                  <a:pt x="854172" y="76177"/>
                </a:lnTo>
                <a:lnTo>
                  <a:pt x="854059" y="76279"/>
                </a:lnTo>
                <a:lnTo>
                  <a:pt x="853948" y="76372"/>
                </a:lnTo>
                <a:lnTo>
                  <a:pt x="853834" y="76456"/>
                </a:lnTo>
                <a:lnTo>
                  <a:pt x="853716" y="76537"/>
                </a:lnTo>
                <a:lnTo>
                  <a:pt x="853594" y="76615"/>
                </a:lnTo>
                <a:lnTo>
                  <a:pt x="853468" y="76689"/>
                </a:lnTo>
                <a:lnTo>
                  <a:pt x="853339" y="76760"/>
                </a:lnTo>
                <a:lnTo>
                  <a:pt x="853206" y="76827"/>
                </a:lnTo>
                <a:lnTo>
                  <a:pt x="853069" y="76891"/>
                </a:lnTo>
                <a:lnTo>
                  <a:pt x="852929" y="76951"/>
                </a:lnTo>
                <a:lnTo>
                  <a:pt x="852785" y="77008"/>
                </a:lnTo>
                <a:lnTo>
                  <a:pt x="852637" y="77061"/>
                </a:lnTo>
                <a:lnTo>
                  <a:pt x="852485" y="77110"/>
                </a:lnTo>
                <a:lnTo>
                  <a:pt x="852331" y="77157"/>
                </a:lnTo>
                <a:lnTo>
                  <a:pt x="852172" y="77199"/>
                </a:lnTo>
                <a:lnTo>
                  <a:pt x="852010" y="77238"/>
                </a:lnTo>
                <a:lnTo>
                  <a:pt x="851844" y="77273"/>
                </a:lnTo>
                <a:lnTo>
                  <a:pt x="851675" y="77305"/>
                </a:lnTo>
                <a:lnTo>
                  <a:pt x="851502" y="77333"/>
                </a:lnTo>
                <a:lnTo>
                  <a:pt x="851326" y="77357"/>
                </a:lnTo>
                <a:lnTo>
                  <a:pt x="851146" y="77378"/>
                </a:lnTo>
                <a:lnTo>
                  <a:pt x="850963" y="77394"/>
                </a:lnTo>
                <a:lnTo>
                  <a:pt x="850776" y="77408"/>
                </a:lnTo>
                <a:lnTo>
                  <a:pt x="850586" y="77417"/>
                </a:lnTo>
                <a:lnTo>
                  <a:pt x="850393" y="77423"/>
                </a:lnTo>
                <a:lnTo>
                  <a:pt x="850196" y="77425"/>
                </a:lnTo>
                <a:lnTo>
                  <a:pt x="849974" y="77421"/>
                </a:lnTo>
                <a:lnTo>
                  <a:pt x="849735" y="77409"/>
                </a:lnTo>
                <a:lnTo>
                  <a:pt x="849478" y="77389"/>
                </a:lnTo>
                <a:lnTo>
                  <a:pt x="849203" y="77361"/>
                </a:lnTo>
                <a:lnTo>
                  <a:pt x="848911" y="77325"/>
                </a:lnTo>
                <a:lnTo>
                  <a:pt x="848602" y="77282"/>
                </a:lnTo>
                <a:lnTo>
                  <a:pt x="848274" y="77230"/>
                </a:lnTo>
                <a:lnTo>
                  <a:pt x="847930" y="77171"/>
                </a:lnTo>
                <a:lnTo>
                  <a:pt x="847567" y="77103"/>
                </a:lnTo>
                <a:lnTo>
                  <a:pt x="847187" y="77028"/>
                </a:lnTo>
                <a:lnTo>
                  <a:pt x="846789" y="76946"/>
                </a:lnTo>
                <a:lnTo>
                  <a:pt x="846374" y="76855"/>
                </a:lnTo>
                <a:lnTo>
                  <a:pt x="845941" y="76757"/>
                </a:lnTo>
                <a:lnTo>
                  <a:pt x="845490" y="76650"/>
                </a:lnTo>
                <a:lnTo>
                  <a:pt x="845022" y="76536"/>
                </a:lnTo>
                <a:lnTo>
                  <a:pt x="844536" y="76415"/>
                </a:lnTo>
                <a:lnTo>
                  <a:pt x="844032" y="76285"/>
                </a:lnTo>
                <a:lnTo>
                  <a:pt x="843511" y="76148"/>
                </a:lnTo>
                <a:lnTo>
                  <a:pt x="842972" y="76004"/>
                </a:lnTo>
                <a:lnTo>
                  <a:pt x="842415" y="75851"/>
                </a:lnTo>
                <a:lnTo>
                  <a:pt x="841840" y="75691"/>
                </a:lnTo>
                <a:lnTo>
                  <a:pt x="841248" y="75524"/>
                </a:lnTo>
                <a:lnTo>
                  <a:pt x="840638" y="75348"/>
                </a:lnTo>
                <a:lnTo>
                  <a:pt x="840010" y="75165"/>
                </a:lnTo>
                <a:lnTo>
                  <a:pt x="839054" y="74884"/>
                </a:lnTo>
                <a:lnTo>
                  <a:pt x="838111" y="74615"/>
                </a:lnTo>
                <a:lnTo>
                  <a:pt x="837179" y="74358"/>
                </a:lnTo>
                <a:lnTo>
                  <a:pt x="836259" y="74114"/>
                </a:lnTo>
                <a:lnTo>
                  <a:pt x="835352" y="73881"/>
                </a:lnTo>
                <a:lnTo>
                  <a:pt x="834456" y="73661"/>
                </a:lnTo>
                <a:lnTo>
                  <a:pt x="833573" y="73452"/>
                </a:lnTo>
                <a:lnTo>
                  <a:pt x="832702" y="73256"/>
                </a:lnTo>
                <a:lnTo>
                  <a:pt x="831842" y="73071"/>
                </a:lnTo>
                <a:lnTo>
                  <a:pt x="830995" y="72899"/>
                </a:lnTo>
                <a:lnTo>
                  <a:pt x="830160" y="72739"/>
                </a:lnTo>
                <a:lnTo>
                  <a:pt x="829337" y="72590"/>
                </a:lnTo>
                <a:lnTo>
                  <a:pt x="828525" y="72454"/>
                </a:lnTo>
                <a:lnTo>
                  <a:pt x="827726" y="72329"/>
                </a:lnTo>
                <a:lnTo>
                  <a:pt x="826939" y="72217"/>
                </a:lnTo>
                <a:lnTo>
                  <a:pt x="826163" y="72116"/>
                </a:lnTo>
                <a:lnTo>
                  <a:pt x="825400" y="72028"/>
                </a:lnTo>
                <a:lnTo>
                  <a:pt x="824648" y="71951"/>
                </a:lnTo>
                <a:lnTo>
                  <a:pt x="823908" y="71886"/>
                </a:lnTo>
                <a:lnTo>
                  <a:pt x="823180" y="71833"/>
                </a:lnTo>
                <a:lnTo>
                  <a:pt x="822464" y="71791"/>
                </a:lnTo>
                <a:lnTo>
                  <a:pt x="821760" y="71762"/>
                </a:lnTo>
                <a:lnTo>
                  <a:pt x="821067" y="71744"/>
                </a:lnTo>
                <a:lnTo>
                  <a:pt x="820386" y="71738"/>
                </a:lnTo>
                <a:lnTo>
                  <a:pt x="818864" y="71758"/>
                </a:lnTo>
                <a:lnTo>
                  <a:pt x="817365" y="71817"/>
                </a:lnTo>
                <a:lnTo>
                  <a:pt x="815890" y="71916"/>
                </a:lnTo>
                <a:lnTo>
                  <a:pt x="814438" y="72054"/>
                </a:lnTo>
                <a:lnTo>
                  <a:pt x="813010" y="72232"/>
                </a:lnTo>
                <a:lnTo>
                  <a:pt x="811606" y="72449"/>
                </a:lnTo>
                <a:lnTo>
                  <a:pt x="810225" y="72706"/>
                </a:lnTo>
                <a:lnTo>
                  <a:pt x="808868" y="73002"/>
                </a:lnTo>
                <a:lnTo>
                  <a:pt x="807534" y="73338"/>
                </a:lnTo>
                <a:lnTo>
                  <a:pt x="806224" y="73713"/>
                </a:lnTo>
                <a:lnTo>
                  <a:pt x="804937" y="74127"/>
                </a:lnTo>
                <a:lnTo>
                  <a:pt x="803675" y="74581"/>
                </a:lnTo>
                <a:lnTo>
                  <a:pt x="802435" y="75075"/>
                </a:lnTo>
                <a:lnTo>
                  <a:pt x="801220" y="75608"/>
                </a:lnTo>
                <a:lnTo>
                  <a:pt x="800028" y="76181"/>
                </a:lnTo>
                <a:lnTo>
                  <a:pt x="798860" y="76793"/>
                </a:lnTo>
                <a:lnTo>
                  <a:pt x="797715" y="77444"/>
                </a:lnTo>
                <a:lnTo>
                  <a:pt x="796594" y="78135"/>
                </a:lnTo>
                <a:lnTo>
                  <a:pt x="795497" y="78866"/>
                </a:lnTo>
                <a:lnTo>
                  <a:pt x="794423" y="79636"/>
                </a:lnTo>
                <a:lnTo>
                  <a:pt x="793373" y="80445"/>
                </a:lnTo>
                <a:lnTo>
                  <a:pt x="792347" y="81294"/>
                </a:lnTo>
                <a:lnTo>
                  <a:pt x="791345" y="82183"/>
                </a:lnTo>
                <a:lnTo>
                  <a:pt x="790366" y="83111"/>
                </a:lnTo>
                <a:lnTo>
                  <a:pt x="789419" y="84068"/>
                </a:lnTo>
                <a:lnTo>
                  <a:pt x="788513" y="85045"/>
                </a:lnTo>
                <a:lnTo>
                  <a:pt x="787647" y="86041"/>
                </a:lnTo>
                <a:lnTo>
                  <a:pt x="786821" y="87056"/>
                </a:lnTo>
                <a:lnTo>
                  <a:pt x="786035" y="88091"/>
                </a:lnTo>
                <a:lnTo>
                  <a:pt x="785290" y="89145"/>
                </a:lnTo>
                <a:lnTo>
                  <a:pt x="784585" y="90218"/>
                </a:lnTo>
                <a:lnTo>
                  <a:pt x="783920" y="91311"/>
                </a:lnTo>
                <a:lnTo>
                  <a:pt x="783296" y="92423"/>
                </a:lnTo>
                <a:lnTo>
                  <a:pt x="782712" y="93554"/>
                </a:lnTo>
                <a:lnTo>
                  <a:pt x="782168" y="94704"/>
                </a:lnTo>
                <a:lnTo>
                  <a:pt x="781664" y="95874"/>
                </a:lnTo>
                <a:lnTo>
                  <a:pt x="781201" y="97063"/>
                </a:lnTo>
                <a:lnTo>
                  <a:pt x="780778" y="98271"/>
                </a:lnTo>
                <a:lnTo>
                  <a:pt x="780395" y="99498"/>
                </a:lnTo>
                <a:lnTo>
                  <a:pt x="780053" y="100745"/>
                </a:lnTo>
                <a:lnTo>
                  <a:pt x="779751" y="102010"/>
                </a:lnTo>
                <a:lnTo>
                  <a:pt x="779489" y="103295"/>
                </a:lnTo>
                <a:lnTo>
                  <a:pt x="779267" y="104599"/>
                </a:lnTo>
                <a:lnTo>
                  <a:pt x="779086" y="105923"/>
                </a:lnTo>
                <a:lnTo>
                  <a:pt x="778945" y="107265"/>
                </a:lnTo>
                <a:lnTo>
                  <a:pt x="778844" y="108627"/>
                </a:lnTo>
                <a:lnTo>
                  <a:pt x="778784" y="110008"/>
                </a:lnTo>
                <a:lnTo>
                  <a:pt x="778764" y="111408"/>
                </a:lnTo>
                <a:lnTo>
                  <a:pt x="778775" y="112487"/>
                </a:lnTo>
                <a:lnTo>
                  <a:pt x="778810" y="113550"/>
                </a:lnTo>
                <a:lnTo>
                  <a:pt x="778869" y="114597"/>
                </a:lnTo>
                <a:lnTo>
                  <a:pt x="778951" y="115629"/>
                </a:lnTo>
                <a:lnTo>
                  <a:pt x="779056" y="116646"/>
                </a:lnTo>
                <a:lnTo>
                  <a:pt x="779184" y="117647"/>
                </a:lnTo>
                <a:lnTo>
                  <a:pt x="779336" y="118632"/>
                </a:lnTo>
                <a:lnTo>
                  <a:pt x="779511" y="119601"/>
                </a:lnTo>
                <a:lnTo>
                  <a:pt x="779710" y="120555"/>
                </a:lnTo>
                <a:lnTo>
                  <a:pt x="779932" y="121494"/>
                </a:lnTo>
                <a:lnTo>
                  <a:pt x="780177" y="122417"/>
                </a:lnTo>
                <a:lnTo>
                  <a:pt x="780446" y="123324"/>
                </a:lnTo>
                <a:lnTo>
                  <a:pt x="780739" y="124215"/>
                </a:lnTo>
                <a:lnTo>
                  <a:pt x="781054" y="125091"/>
                </a:lnTo>
                <a:lnTo>
                  <a:pt x="781394" y="125951"/>
                </a:lnTo>
                <a:lnTo>
                  <a:pt x="781756" y="126795"/>
                </a:lnTo>
                <a:lnTo>
                  <a:pt x="782142" y="127624"/>
                </a:lnTo>
                <a:lnTo>
                  <a:pt x="782552" y="128437"/>
                </a:lnTo>
                <a:lnTo>
                  <a:pt x="782985" y="129234"/>
                </a:lnTo>
                <a:lnTo>
                  <a:pt x="783442" y="130016"/>
                </a:lnTo>
                <a:lnTo>
                  <a:pt x="783922" y="130782"/>
                </a:lnTo>
                <a:lnTo>
                  <a:pt x="784425" y="131532"/>
                </a:lnTo>
                <a:lnTo>
                  <a:pt x="784952" y="132266"/>
                </a:lnTo>
                <a:lnTo>
                  <a:pt x="785503" y="132985"/>
                </a:lnTo>
                <a:lnTo>
                  <a:pt x="786089" y="133711"/>
                </a:lnTo>
                <a:lnTo>
                  <a:pt x="786728" y="134445"/>
                </a:lnTo>
                <a:lnTo>
                  <a:pt x="787418" y="135186"/>
                </a:lnTo>
                <a:lnTo>
                  <a:pt x="788161" y="135935"/>
                </a:lnTo>
                <a:lnTo>
                  <a:pt x="788956" y="136691"/>
                </a:lnTo>
                <a:lnTo>
                  <a:pt x="789803" y="137454"/>
                </a:lnTo>
                <a:lnTo>
                  <a:pt x="790702" y="138225"/>
                </a:lnTo>
                <a:lnTo>
                  <a:pt x="791654" y="139003"/>
                </a:lnTo>
                <a:lnTo>
                  <a:pt x="792657" y="139788"/>
                </a:lnTo>
                <a:lnTo>
                  <a:pt x="793713" y="140581"/>
                </a:lnTo>
                <a:lnTo>
                  <a:pt x="794821" y="141382"/>
                </a:lnTo>
                <a:lnTo>
                  <a:pt x="795980" y="142189"/>
                </a:lnTo>
                <a:lnTo>
                  <a:pt x="797192" y="143004"/>
                </a:lnTo>
                <a:lnTo>
                  <a:pt x="798456" y="143826"/>
                </a:lnTo>
                <a:lnTo>
                  <a:pt x="799772" y="144656"/>
                </a:lnTo>
                <a:lnTo>
                  <a:pt x="801140" y="145493"/>
                </a:lnTo>
                <a:lnTo>
                  <a:pt x="802560" y="146338"/>
                </a:lnTo>
                <a:lnTo>
                  <a:pt x="804032" y="147190"/>
                </a:lnTo>
                <a:lnTo>
                  <a:pt x="805556" y="148049"/>
                </a:lnTo>
                <a:lnTo>
                  <a:pt x="807131" y="148916"/>
                </a:lnTo>
                <a:lnTo>
                  <a:pt x="808759" y="149790"/>
                </a:lnTo>
                <a:lnTo>
                  <a:pt x="810439" y="150671"/>
                </a:lnTo>
                <a:lnTo>
                  <a:pt x="812170" y="151560"/>
                </a:lnTo>
                <a:lnTo>
                  <a:pt x="813953" y="152456"/>
                </a:lnTo>
                <a:lnTo>
                  <a:pt x="815738" y="153347"/>
                </a:lnTo>
                <a:lnTo>
                  <a:pt x="817472" y="154225"/>
                </a:lnTo>
                <a:lnTo>
                  <a:pt x="819156" y="155091"/>
                </a:lnTo>
                <a:lnTo>
                  <a:pt x="820790" y="155943"/>
                </a:lnTo>
                <a:lnTo>
                  <a:pt x="822374" y="156783"/>
                </a:lnTo>
                <a:lnTo>
                  <a:pt x="823907" y="157610"/>
                </a:lnTo>
                <a:lnTo>
                  <a:pt x="825391" y="158424"/>
                </a:lnTo>
                <a:lnTo>
                  <a:pt x="826825" y="159225"/>
                </a:lnTo>
                <a:lnTo>
                  <a:pt x="828208" y="160013"/>
                </a:lnTo>
                <a:lnTo>
                  <a:pt x="829542" y="160788"/>
                </a:lnTo>
                <a:lnTo>
                  <a:pt x="830825" y="161550"/>
                </a:lnTo>
                <a:lnTo>
                  <a:pt x="832058" y="162299"/>
                </a:lnTo>
                <a:lnTo>
                  <a:pt x="833241" y="163035"/>
                </a:lnTo>
                <a:lnTo>
                  <a:pt x="834373" y="163758"/>
                </a:lnTo>
                <a:lnTo>
                  <a:pt x="835456" y="164468"/>
                </a:lnTo>
                <a:lnTo>
                  <a:pt x="836488" y="165164"/>
                </a:lnTo>
                <a:lnTo>
                  <a:pt x="837470" y="165848"/>
                </a:lnTo>
                <a:lnTo>
                  <a:pt x="838402" y="166518"/>
                </a:lnTo>
                <a:lnTo>
                  <a:pt x="839284" y="167175"/>
                </a:lnTo>
                <a:lnTo>
                  <a:pt x="840116" y="167819"/>
                </a:lnTo>
                <a:lnTo>
                  <a:pt x="840897" y="168449"/>
                </a:lnTo>
                <a:lnTo>
                  <a:pt x="841628" y="169067"/>
                </a:lnTo>
                <a:lnTo>
                  <a:pt x="842309" y="169671"/>
                </a:lnTo>
                <a:lnTo>
                  <a:pt x="842940" y="170261"/>
                </a:lnTo>
                <a:lnTo>
                  <a:pt x="843530" y="170856"/>
                </a:lnTo>
                <a:lnTo>
                  <a:pt x="844096" y="171461"/>
                </a:lnTo>
                <a:lnTo>
                  <a:pt x="844637" y="172078"/>
                </a:lnTo>
                <a:lnTo>
                  <a:pt x="845152" y="172706"/>
                </a:lnTo>
                <a:lnTo>
                  <a:pt x="845643" y="173345"/>
                </a:lnTo>
                <a:lnTo>
                  <a:pt x="846109" y="173995"/>
                </a:lnTo>
                <a:lnTo>
                  <a:pt x="846550" y="174657"/>
                </a:lnTo>
                <a:lnTo>
                  <a:pt x="846965" y="175330"/>
                </a:lnTo>
                <a:lnTo>
                  <a:pt x="847356" y="176014"/>
                </a:lnTo>
                <a:lnTo>
                  <a:pt x="847721" y="176710"/>
                </a:lnTo>
                <a:lnTo>
                  <a:pt x="848062" y="177417"/>
                </a:lnTo>
                <a:lnTo>
                  <a:pt x="848377" y="178135"/>
                </a:lnTo>
                <a:lnTo>
                  <a:pt x="848667" y="178864"/>
                </a:lnTo>
                <a:lnTo>
                  <a:pt x="848932" y="179605"/>
                </a:lnTo>
                <a:lnTo>
                  <a:pt x="849172" y="180358"/>
                </a:lnTo>
                <a:lnTo>
                  <a:pt x="849387" y="181122"/>
                </a:lnTo>
                <a:lnTo>
                  <a:pt x="849576" y="181897"/>
                </a:lnTo>
                <a:lnTo>
                  <a:pt x="849741" y="182684"/>
                </a:lnTo>
                <a:lnTo>
                  <a:pt x="849880" y="183482"/>
                </a:lnTo>
                <a:lnTo>
                  <a:pt x="849993" y="184292"/>
                </a:lnTo>
                <a:lnTo>
                  <a:pt x="850082" y="185113"/>
                </a:lnTo>
                <a:lnTo>
                  <a:pt x="850145" y="185945"/>
                </a:lnTo>
                <a:lnTo>
                  <a:pt x="850183" y="186790"/>
                </a:lnTo>
                <a:lnTo>
                  <a:pt x="850196" y="187645"/>
                </a:lnTo>
                <a:lnTo>
                  <a:pt x="850185" y="188352"/>
                </a:lnTo>
                <a:lnTo>
                  <a:pt x="850151" y="189050"/>
                </a:lnTo>
                <a:lnTo>
                  <a:pt x="850094" y="189739"/>
                </a:lnTo>
                <a:lnTo>
                  <a:pt x="850015" y="190420"/>
                </a:lnTo>
                <a:lnTo>
                  <a:pt x="849914" y="191092"/>
                </a:lnTo>
                <a:lnTo>
                  <a:pt x="849790" y="191756"/>
                </a:lnTo>
                <a:lnTo>
                  <a:pt x="849643" y="192411"/>
                </a:lnTo>
                <a:lnTo>
                  <a:pt x="849474" y="193057"/>
                </a:lnTo>
                <a:lnTo>
                  <a:pt x="849282" y="193695"/>
                </a:lnTo>
                <a:lnTo>
                  <a:pt x="849068" y="194324"/>
                </a:lnTo>
                <a:lnTo>
                  <a:pt x="848831" y="194945"/>
                </a:lnTo>
                <a:lnTo>
                  <a:pt x="848571" y="195557"/>
                </a:lnTo>
                <a:lnTo>
                  <a:pt x="848288" y="196161"/>
                </a:lnTo>
                <a:lnTo>
                  <a:pt x="847983" y="196756"/>
                </a:lnTo>
                <a:lnTo>
                  <a:pt x="847656" y="197342"/>
                </a:lnTo>
                <a:lnTo>
                  <a:pt x="847306" y="197920"/>
                </a:lnTo>
                <a:lnTo>
                  <a:pt x="846933" y="198489"/>
                </a:lnTo>
                <a:lnTo>
                  <a:pt x="846537" y="199050"/>
                </a:lnTo>
                <a:lnTo>
                  <a:pt x="846119" y="199602"/>
                </a:lnTo>
                <a:lnTo>
                  <a:pt x="845678" y="200146"/>
                </a:lnTo>
                <a:lnTo>
                  <a:pt x="845214" y="200681"/>
                </a:lnTo>
                <a:lnTo>
                  <a:pt x="844727" y="201207"/>
                </a:lnTo>
                <a:lnTo>
                  <a:pt x="844218" y="201725"/>
                </a:lnTo>
                <a:lnTo>
                  <a:pt x="843686" y="202234"/>
                </a:lnTo>
                <a:lnTo>
                  <a:pt x="843136" y="202731"/>
                </a:lnTo>
                <a:lnTo>
                  <a:pt x="842573" y="203206"/>
                </a:lnTo>
                <a:lnTo>
                  <a:pt x="841997" y="203660"/>
                </a:lnTo>
                <a:lnTo>
                  <a:pt x="841408" y="204093"/>
                </a:lnTo>
                <a:lnTo>
                  <a:pt x="840805" y="204505"/>
                </a:lnTo>
                <a:lnTo>
                  <a:pt x="840190" y="204895"/>
                </a:lnTo>
                <a:lnTo>
                  <a:pt x="839561" y="205264"/>
                </a:lnTo>
                <a:lnTo>
                  <a:pt x="838918" y="205612"/>
                </a:lnTo>
                <a:lnTo>
                  <a:pt x="838263" y="205938"/>
                </a:lnTo>
                <a:lnTo>
                  <a:pt x="837594" y="206244"/>
                </a:lnTo>
                <a:lnTo>
                  <a:pt x="836912" y="206528"/>
                </a:lnTo>
                <a:lnTo>
                  <a:pt x="836217" y="206791"/>
                </a:lnTo>
                <a:lnTo>
                  <a:pt x="835509" y="207033"/>
                </a:lnTo>
                <a:lnTo>
                  <a:pt x="834787" y="207254"/>
                </a:lnTo>
                <a:lnTo>
                  <a:pt x="834052" y="207453"/>
                </a:lnTo>
                <a:lnTo>
                  <a:pt x="833304" y="207632"/>
                </a:lnTo>
                <a:lnTo>
                  <a:pt x="832542" y="207789"/>
                </a:lnTo>
                <a:lnTo>
                  <a:pt x="831767" y="207926"/>
                </a:lnTo>
                <a:lnTo>
                  <a:pt x="830979" y="208041"/>
                </a:lnTo>
                <a:lnTo>
                  <a:pt x="830178" y="208136"/>
                </a:lnTo>
                <a:lnTo>
                  <a:pt x="829363" y="208209"/>
                </a:lnTo>
                <a:lnTo>
                  <a:pt x="828535" y="208262"/>
                </a:lnTo>
                <a:lnTo>
                  <a:pt x="827693" y="208293"/>
                </a:lnTo>
                <a:lnTo>
                  <a:pt x="826838" y="208303"/>
                </a:lnTo>
                <a:lnTo>
                  <a:pt x="825620" y="208285"/>
                </a:lnTo>
                <a:lnTo>
                  <a:pt x="824412" y="208230"/>
                </a:lnTo>
                <a:lnTo>
                  <a:pt x="823214" y="208137"/>
                </a:lnTo>
                <a:lnTo>
                  <a:pt x="822025" y="208008"/>
                </a:lnTo>
                <a:lnTo>
                  <a:pt x="820846" y="207842"/>
                </a:lnTo>
                <a:lnTo>
                  <a:pt x="819677" y="207639"/>
                </a:lnTo>
                <a:lnTo>
                  <a:pt x="818518" y="207400"/>
                </a:lnTo>
                <a:lnTo>
                  <a:pt x="817368" y="207123"/>
                </a:lnTo>
                <a:lnTo>
                  <a:pt x="816229" y="206809"/>
                </a:lnTo>
                <a:lnTo>
                  <a:pt x="815099" y="206459"/>
                </a:lnTo>
                <a:lnTo>
                  <a:pt x="813979" y="206071"/>
                </a:lnTo>
                <a:lnTo>
                  <a:pt x="812869" y="205647"/>
                </a:lnTo>
                <a:lnTo>
                  <a:pt x="811769" y="205186"/>
                </a:lnTo>
                <a:lnTo>
                  <a:pt x="810679" y="204688"/>
                </a:lnTo>
                <a:lnTo>
                  <a:pt x="809598" y="204153"/>
                </a:lnTo>
                <a:lnTo>
                  <a:pt x="808528" y="203581"/>
                </a:lnTo>
                <a:lnTo>
                  <a:pt x="807467" y="202972"/>
                </a:lnTo>
                <a:lnTo>
                  <a:pt x="806417" y="202326"/>
                </a:lnTo>
                <a:lnTo>
                  <a:pt x="805376" y="201644"/>
                </a:lnTo>
                <a:lnTo>
                  <a:pt x="804345" y="200924"/>
                </a:lnTo>
                <a:lnTo>
                  <a:pt x="803325" y="200168"/>
                </a:lnTo>
                <a:lnTo>
                  <a:pt x="802314" y="199375"/>
                </a:lnTo>
                <a:lnTo>
                  <a:pt x="801313" y="198545"/>
                </a:lnTo>
                <a:lnTo>
                  <a:pt x="800322" y="197678"/>
                </a:lnTo>
                <a:lnTo>
                  <a:pt x="799349" y="196774"/>
                </a:lnTo>
                <a:lnTo>
                  <a:pt x="798403" y="195835"/>
                </a:lnTo>
                <a:lnTo>
                  <a:pt x="797483" y="194860"/>
                </a:lnTo>
                <a:lnTo>
                  <a:pt x="796590" y="193848"/>
                </a:lnTo>
                <a:lnTo>
                  <a:pt x="795723" y="192801"/>
                </a:lnTo>
                <a:lnTo>
                  <a:pt x="794883" y="191718"/>
                </a:lnTo>
                <a:lnTo>
                  <a:pt x="794070" y="190599"/>
                </a:lnTo>
                <a:lnTo>
                  <a:pt x="793283" y="189444"/>
                </a:lnTo>
                <a:lnTo>
                  <a:pt x="792522" y="188253"/>
                </a:lnTo>
                <a:lnTo>
                  <a:pt x="791788" y="187027"/>
                </a:lnTo>
                <a:lnTo>
                  <a:pt x="791080" y="185764"/>
                </a:lnTo>
                <a:lnTo>
                  <a:pt x="790400" y="184465"/>
                </a:lnTo>
                <a:lnTo>
                  <a:pt x="789745" y="183130"/>
                </a:lnTo>
                <a:lnTo>
                  <a:pt x="789117" y="181759"/>
                </a:lnTo>
                <a:lnTo>
                  <a:pt x="788516" y="180352"/>
                </a:lnTo>
                <a:lnTo>
                  <a:pt x="787941" y="178909"/>
                </a:lnTo>
                <a:lnTo>
                  <a:pt x="787393" y="177430"/>
                </a:lnTo>
                <a:lnTo>
                  <a:pt x="786871" y="175915"/>
                </a:lnTo>
                <a:lnTo>
                  <a:pt x="786375" y="174364"/>
                </a:lnTo>
                <a:lnTo>
                  <a:pt x="785907" y="172777"/>
                </a:lnTo>
                <a:lnTo>
                  <a:pt x="785464" y="171154"/>
                </a:lnTo>
                <a:lnTo>
                  <a:pt x="785049" y="169495"/>
                </a:lnTo>
                <a:lnTo>
                  <a:pt x="784660" y="167800"/>
                </a:lnTo>
                <a:lnTo>
                  <a:pt x="784297" y="166068"/>
                </a:lnTo>
                <a:lnTo>
                  <a:pt x="779357" y="166068"/>
                </a:lnTo>
                <a:lnTo>
                  <a:pt x="779357" y="215062"/>
                </a:lnTo>
                <a:lnTo>
                  <a:pt x="784297" y="215062"/>
                </a:lnTo>
                <a:lnTo>
                  <a:pt x="784462" y="214743"/>
                </a:lnTo>
                <a:lnTo>
                  <a:pt x="784633" y="214438"/>
                </a:lnTo>
                <a:lnTo>
                  <a:pt x="784808" y="214146"/>
                </a:lnTo>
                <a:lnTo>
                  <a:pt x="784989" y="213868"/>
                </a:lnTo>
                <a:lnTo>
                  <a:pt x="785175" y="213604"/>
                </a:lnTo>
                <a:lnTo>
                  <a:pt x="785367" y="213353"/>
                </a:lnTo>
                <a:lnTo>
                  <a:pt x="785563" y="213116"/>
                </a:lnTo>
                <a:lnTo>
                  <a:pt x="785765" y="212892"/>
                </a:lnTo>
                <a:lnTo>
                  <a:pt x="785972" y="212682"/>
                </a:lnTo>
                <a:lnTo>
                  <a:pt x="786184" y="212485"/>
                </a:lnTo>
                <a:lnTo>
                  <a:pt x="786401" y="212302"/>
                </a:lnTo>
                <a:lnTo>
                  <a:pt x="786623" y="212133"/>
                </a:lnTo>
                <a:lnTo>
                  <a:pt x="786851" y="211977"/>
                </a:lnTo>
                <a:lnTo>
                  <a:pt x="787083" y="211834"/>
                </a:lnTo>
                <a:lnTo>
                  <a:pt x="787321" y="211705"/>
                </a:lnTo>
                <a:lnTo>
                  <a:pt x="787564" y="211590"/>
                </a:lnTo>
                <a:lnTo>
                  <a:pt x="787813" y="211488"/>
                </a:lnTo>
                <a:lnTo>
                  <a:pt x="788066" y="211400"/>
                </a:lnTo>
                <a:lnTo>
                  <a:pt x="788325" y="211326"/>
                </a:lnTo>
                <a:lnTo>
                  <a:pt x="788589" y="211265"/>
                </a:lnTo>
                <a:lnTo>
                  <a:pt x="788858" y="211217"/>
                </a:lnTo>
                <a:lnTo>
                  <a:pt x="789132" y="211183"/>
                </a:lnTo>
                <a:lnTo>
                  <a:pt x="789411" y="211163"/>
                </a:lnTo>
                <a:lnTo>
                  <a:pt x="789696" y="211156"/>
                </a:lnTo>
                <a:lnTo>
                  <a:pt x="789960" y="211159"/>
                </a:lnTo>
                <a:lnTo>
                  <a:pt x="790230" y="211166"/>
                </a:lnTo>
                <a:lnTo>
                  <a:pt x="790507" y="211179"/>
                </a:lnTo>
                <a:lnTo>
                  <a:pt x="790790" y="211198"/>
                </a:lnTo>
                <a:lnTo>
                  <a:pt x="791080" y="211221"/>
                </a:lnTo>
                <a:lnTo>
                  <a:pt x="791376" y="211249"/>
                </a:lnTo>
                <a:lnTo>
                  <a:pt x="791678" y="211283"/>
                </a:lnTo>
                <a:lnTo>
                  <a:pt x="791986" y="211322"/>
                </a:lnTo>
                <a:lnTo>
                  <a:pt x="792301" y="211366"/>
                </a:lnTo>
                <a:lnTo>
                  <a:pt x="792622" y="211415"/>
                </a:lnTo>
                <a:lnTo>
                  <a:pt x="792950" y="211470"/>
                </a:lnTo>
                <a:lnTo>
                  <a:pt x="793283" y="211529"/>
                </a:lnTo>
                <a:lnTo>
                  <a:pt x="793623" y="211594"/>
                </a:lnTo>
                <a:lnTo>
                  <a:pt x="793970" y="211664"/>
                </a:lnTo>
                <a:lnTo>
                  <a:pt x="794322" y="211739"/>
                </a:lnTo>
                <a:lnTo>
                  <a:pt x="794681" y="211820"/>
                </a:lnTo>
                <a:lnTo>
                  <a:pt x="795046" y="211905"/>
                </a:lnTo>
                <a:lnTo>
                  <a:pt x="795417" y="211996"/>
                </a:lnTo>
                <a:lnTo>
                  <a:pt x="795795" y="212092"/>
                </a:lnTo>
                <a:lnTo>
                  <a:pt x="796178" y="212193"/>
                </a:lnTo>
                <a:lnTo>
                  <a:pt x="796568" y="212299"/>
                </a:lnTo>
                <a:lnTo>
                  <a:pt x="796964" y="212411"/>
                </a:lnTo>
                <a:lnTo>
                  <a:pt x="797367" y="212528"/>
                </a:lnTo>
                <a:lnTo>
                  <a:pt x="797775" y="212649"/>
                </a:lnTo>
                <a:lnTo>
                  <a:pt x="799117" y="213017"/>
                </a:lnTo>
                <a:lnTo>
                  <a:pt x="800445" y="213369"/>
                </a:lnTo>
                <a:lnTo>
                  <a:pt x="801762" y="213706"/>
                </a:lnTo>
                <a:lnTo>
                  <a:pt x="803066" y="214026"/>
                </a:lnTo>
                <a:lnTo>
                  <a:pt x="804357" y="214331"/>
                </a:lnTo>
                <a:lnTo>
                  <a:pt x="805637" y="214621"/>
                </a:lnTo>
                <a:lnTo>
                  <a:pt x="806903" y="214894"/>
                </a:lnTo>
                <a:lnTo>
                  <a:pt x="808158" y="215152"/>
                </a:lnTo>
                <a:lnTo>
                  <a:pt x="809400" y="215394"/>
                </a:lnTo>
                <a:lnTo>
                  <a:pt x="810629" y="215620"/>
                </a:lnTo>
                <a:lnTo>
                  <a:pt x="811846" y="215831"/>
                </a:lnTo>
                <a:lnTo>
                  <a:pt x="813051" y="216026"/>
                </a:lnTo>
                <a:lnTo>
                  <a:pt x="814243" y="216206"/>
                </a:lnTo>
                <a:lnTo>
                  <a:pt x="815423" y="216369"/>
                </a:lnTo>
                <a:lnTo>
                  <a:pt x="816590" y="216518"/>
                </a:lnTo>
                <a:lnTo>
                  <a:pt x="817745" y="216650"/>
                </a:lnTo>
                <a:lnTo>
                  <a:pt x="818887" y="216767"/>
                </a:lnTo>
                <a:lnTo>
                  <a:pt x="820017" y="216868"/>
                </a:lnTo>
                <a:lnTo>
                  <a:pt x="821134" y="216954"/>
                </a:lnTo>
                <a:lnTo>
                  <a:pt x="822239" y="217024"/>
                </a:lnTo>
                <a:lnTo>
                  <a:pt x="823331" y="217079"/>
                </a:lnTo>
                <a:lnTo>
                  <a:pt x="824410" y="217118"/>
                </a:lnTo>
                <a:lnTo>
                  <a:pt x="825477" y="217141"/>
                </a:lnTo>
                <a:lnTo>
                  <a:pt x="826532" y="217149"/>
                </a:lnTo>
                <a:lnTo>
                  <a:pt x="827986" y="217129"/>
                </a:lnTo>
                <a:lnTo>
                  <a:pt x="829428" y="217069"/>
                </a:lnTo>
                <a:lnTo>
                  <a:pt x="830859" y="216969"/>
                </a:lnTo>
                <a:lnTo>
                  <a:pt x="832279" y="216830"/>
                </a:lnTo>
                <a:lnTo>
                  <a:pt x="833686" y="216650"/>
                </a:lnTo>
                <a:lnTo>
                  <a:pt x="835082" y="216431"/>
                </a:lnTo>
                <a:lnTo>
                  <a:pt x="836467" y="216172"/>
                </a:lnTo>
                <a:lnTo>
                  <a:pt x="837839" y="215873"/>
                </a:lnTo>
                <a:lnTo>
                  <a:pt x="839200" y="215534"/>
                </a:lnTo>
                <a:lnTo>
                  <a:pt x="840549" y="215156"/>
                </a:lnTo>
                <a:lnTo>
                  <a:pt x="841887" y="214737"/>
                </a:lnTo>
                <a:lnTo>
                  <a:pt x="843212" y="214279"/>
                </a:lnTo>
                <a:lnTo>
                  <a:pt x="844526" y="213781"/>
                </a:lnTo>
                <a:lnTo>
                  <a:pt x="845829" y="213244"/>
                </a:lnTo>
                <a:lnTo>
                  <a:pt x="847119" y="212666"/>
                </a:lnTo>
                <a:lnTo>
                  <a:pt x="848398" y="212049"/>
                </a:lnTo>
                <a:lnTo>
                  <a:pt x="849664" y="211392"/>
                </a:lnTo>
                <a:lnTo>
                  <a:pt x="850919" y="210695"/>
                </a:lnTo>
                <a:lnTo>
                  <a:pt x="852162" y="209959"/>
                </a:lnTo>
                <a:lnTo>
                  <a:pt x="853393" y="209182"/>
                </a:lnTo>
                <a:lnTo>
                  <a:pt x="854613" y="208367"/>
                </a:lnTo>
                <a:lnTo>
                  <a:pt x="855820" y="207511"/>
                </a:lnTo>
                <a:lnTo>
                  <a:pt x="857015" y="206616"/>
                </a:lnTo>
                <a:lnTo>
                  <a:pt x="858199" y="205680"/>
                </a:lnTo>
                <a:lnTo>
                  <a:pt x="859354" y="204715"/>
                </a:lnTo>
                <a:lnTo>
                  <a:pt x="860460" y="203724"/>
                </a:lnTo>
                <a:lnTo>
                  <a:pt x="861517" y="202708"/>
                </a:lnTo>
                <a:lnTo>
                  <a:pt x="862525" y="201666"/>
                </a:lnTo>
                <a:lnTo>
                  <a:pt x="863484" y="200599"/>
                </a:lnTo>
                <a:lnTo>
                  <a:pt x="864394" y="199507"/>
                </a:lnTo>
                <a:lnTo>
                  <a:pt x="865255" y="198389"/>
                </a:lnTo>
                <a:lnTo>
                  <a:pt x="866067" y="197245"/>
                </a:lnTo>
                <a:lnTo>
                  <a:pt x="866829" y="196076"/>
                </a:lnTo>
                <a:lnTo>
                  <a:pt x="867543" y="194882"/>
                </a:lnTo>
                <a:lnTo>
                  <a:pt x="868207" y="193662"/>
                </a:lnTo>
                <a:lnTo>
                  <a:pt x="868822" y="192417"/>
                </a:lnTo>
                <a:lnTo>
                  <a:pt x="869388" y="191147"/>
                </a:lnTo>
                <a:lnTo>
                  <a:pt x="869905" y="189852"/>
                </a:lnTo>
                <a:lnTo>
                  <a:pt x="870372" y="188531"/>
                </a:lnTo>
                <a:lnTo>
                  <a:pt x="870791" y="187184"/>
                </a:lnTo>
                <a:lnTo>
                  <a:pt x="871160" y="185813"/>
                </a:lnTo>
                <a:lnTo>
                  <a:pt x="871480" y="184416"/>
                </a:lnTo>
                <a:lnTo>
                  <a:pt x="871751" y="182994"/>
                </a:lnTo>
                <a:lnTo>
                  <a:pt x="871972" y="181547"/>
                </a:lnTo>
                <a:lnTo>
                  <a:pt x="872145" y="180075"/>
                </a:lnTo>
                <a:lnTo>
                  <a:pt x="872268" y="178578"/>
                </a:lnTo>
                <a:lnTo>
                  <a:pt x="872342" y="177055"/>
                </a:lnTo>
                <a:lnTo>
                  <a:pt x="872366" y="175507"/>
                </a:lnTo>
                <a:lnTo>
                  <a:pt x="872313" y="173501"/>
                </a:lnTo>
                <a:lnTo>
                  <a:pt x="872155" y="171528"/>
                </a:lnTo>
                <a:lnTo>
                  <a:pt x="871891" y="169588"/>
                </a:lnTo>
                <a:lnTo>
                  <a:pt x="871521" y="167681"/>
                </a:lnTo>
                <a:lnTo>
                  <a:pt x="871045" y="165807"/>
                </a:lnTo>
                <a:lnTo>
                  <a:pt x="870464" y="163965"/>
                </a:lnTo>
                <a:lnTo>
                  <a:pt x="869778" y="162157"/>
                </a:lnTo>
                <a:lnTo>
                  <a:pt x="868985" y="160381"/>
                </a:lnTo>
                <a:lnTo>
                  <a:pt x="868088" y="158638"/>
                </a:lnTo>
                <a:lnTo>
                  <a:pt x="867084" y="156927"/>
                </a:lnTo>
                <a:lnTo>
                  <a:pt x="865975" y="155250"/>
                </a:lnTo>
                <a:lnTo>
                  <a:pt x="864761" y="153605"/>
                </a:lnTo>
                <a:lnTo>
                  <a:pt x="863441" y="151992"/>
                </a:lnTo>
                <a:lnTo>
                  <a:pt x="862015" y="150413"/>
                </a:lnTo>
                <a:lnTo>
                  <a:pt x="860485" y="148866"/>
                </a:lnTo>
                <a:lnTo>
                  <a:pt x="858848" y="147352"/>
                </a:lnTo>
                <a:lnTo>
                  <a:pt x="857106" y="145870"/>
                </a:lnTo>
                <a:lnTo>
                  <a:pt x="855259" y="144421"/>
                </a:lnTo>
                <a:lnTo>
                  <a:pt x="853307" y="143005"/>
                </a:lnTo>
                <a:lnTo>
                  <a:pt x="851249" y="141621"/>
                </a:lnTo>
                <a:lnTo>
                  <a:pt x="849085" y="140270"/>
                </a:lnTo>
                <a:lnTo>
                  <a:pt x="846817" y="138952"/>
                </a:lnTo>
                <a:lnTo>
                  <a:pt x="844443" y="137665"/>
                </a:lnTo>
                <a:lnTo>
                  <a:pt x="841963" y="136412"/>
                </a:lnTo>
                <a:lnTo>
                  <a:pt x="820099" y="125786"/>
                </a:lnTo>
                <a:lnTo>
                  <a:pt x="818929" y="125215"/>
                </a:lnTo>
                <a:lnTo>
                  <a:pt x="817792" y="124647"/>
                </a:lnTo>
                <a:lnTo>
                  <a:pt x="816689" y="124081"/>
                </a:lnTo>
                <a:lnTo>
                  <a:pt x="815619" y="123518"/>
                </a:lnTo>
                <a:lnTo>
                  <a:pt x="814582" y="122956"/>
                </a:lnTo>
                <a:lnTo>
                  <a:pt x="813579" y="122398"/>
                </a:lnTo>
                <a:lnTo>
                  <a:pt x="812610" y="121841"/>
                </a:lnTo>
                <a:lnTo>
                  <a:pt x="811674" y="121288"/>
                </a:lnTo>
                <a:lnTo>
                  <a:pt x="810771" y="120736"/>
                </a:lnTo>
                <a:lnTo>
                  <a:pt x="809901" y="120187"/>
                </a:lnTo>
                <a:lnTo>
                  <a:pt x="809065" y="119641"/>
                </a:lnTo>
                <a:lnTo>
                  <a:pt x="808262" y="119097"/>
                </a:lnTo>
                <a:lnTo>
                  <a:pt x="807493" y="118556"/>
                </a:lnTo>
                <a:lnTo>
                  <a:pt x="806757" y="118017"/>
                </a:lnTo>
                <a:lnTo>
                  <a:pt x="806054" y="117480"/>
                </a:lnTo>
                <a:lnTo>
                  <a:pt x="805384" y="116947"/>
                </a:lnTo>
                <a:lnTo>
                  <a:pt x="804747" y="116415"/>
                </a:lnTo>
                <a:lnTo>
                  <a:pt x="804144" y="115886"/>
                </a:lnTo>
                <a:lnTo>
                  <a:pt x="803574" y="115360"/>
                </a:lnTo>
                <a:lnTo>
                  <a:pt x="803037" y="114836"/>
                </a:lnTo>
                <a:lnTo>
                  <a:pt x="802534" y="114315"/>
                </a:lnTo>
                <a:lnTo>
                  <a:pt x="802063" y="113797"/>
                </a:lnTo>
                <a:lnTo>
                  <a:pt x="801626" y="113281"/>
                </a:lnTo>
                <a:lnTo>
                  <a:pt x="801222" y="112767"/>
                </a:lnTo>
                <a:lnTo>
                  <a:pt x="800830" y="112263"/>
                </a:lnTo>
                <a:lnTo>
                  <a:pt x="800456" y="111750"/>
                </a:lnTo>
                <a:lnTo>
                  <a:pt x="800098" y="111230"/>
                </a:lnTo>
                <a:lnTo>
                  <a:pt x="799757" y="110701"/>
                </a:lnTo>
                <a:lnTo>
                  <a:pt x="799432" y="110164"/>
                </a:lnTo>
                <a:lnTo>
                  <a:pt x="799125" y="109619"/>
                </a:lnTo>
                <a:lnTo>
                  <a:pt x="798834" y="109065"/>
                </a:lnTo>
                <a:lnTo>
                  <a:pt x="798560" y="108503"/>
                </a:lnTo>
                <a:lnTo>
                  <a:pt x="798302" y="107933"/>
                </a:lnTo>
                <a:lnTo>
                  <a:pt x="798061" y="107355"/>
                </a:lnTo>
                <a:lnTo>
                  <a:pt x="797837" y="106769"/>
                </a:lnTo>
                <a:lnTo>
                  <a:pt x="797629" y="106174"/>
                </a:lnTo>
                <a:lnTo>
                  <a:pt x="797438" y="105571"/>
                </a:lnTo>
                <a:lnTo>
                  <a:pt x="797264" y="104960"/>
                </a:lnTo>
                <a:lnTo>
                  <a:pt x="797107" y="104340"/>
                </a:lnTo>
                <a:lnTo>
                  <a:pt x="796966" y="103712"/>
                </a:lnTo>
                <a:lnTo>
                  <a:pt x="796841" y="103076"/>
                </a:lnTo>
                <a:lnTo>
                  <a:pt x="796733" y="102431"/>
                </a:lnTo>
                <a:lnTo>
                  <a:pt x="796642" y="101778"/>
                </a:lnTo>
                <a:lnTo>
                  <a:pt x="796568" y="101117"/>
                </a:lnTo>
                <a:lnTo>
                  <a:pt x="796510" y="100448"/>
                </a:lnTo>
                <a:lnTo>
                  <a:pt x="796468" y="99770"/>
                </a:lnTo>
                <a:lnTo>
                  <a:pt x="796443" y="99084"/>
                </a:lnTo>
                <a:lnTo>
                  <a:pt x="796435" y="98389"/>
                </a:lnTo>
                <a:lnTo>
                  <a:pt x="796446" y="97829"/>
                </a:lnTo>
                <a:lnTo>
                  <a:pt x="796480" y="97272"/>
                </a:lnTo>
                <a:lnTo>
                  <a:pt x="796536" y="96721"/>
                </a:lnTo>
                <a:lnTo>
                  <a:pt x="796614" y="96173"/>
                </a:lnTo>
                <a:lnTo>
                  <a:pt x="796714" y="95629"/>
                </a:lnTo>
                <a:lnTo>
                  <a:pt x="796837" y="95090"/>
                </a:lnTo>
                <a:lnTo>
                  <a:pt x="796982" y="94555"/>
                </a:lnTo>
                <a:lnTo>
                  <a:pt x="797150" y="94024"/>
                </a:lnTo>
                <a:lnTo>
                  <a:pt x="797340" y="93497"/>
                </a:lnTo>
                <a:lnTo>
                  <a:pt x="797552" y="92974"/>
                </a:lnTo>
                <a:lnTo>
                  <a:pt x="797786" y="92456"/>
                </a:lnTo>
                <a:lnTo>
                  <a:pt x="798043" y="91942"/>
                </a:lnTo>
                <a:lnTo>
                  <a:pt x="798323" y="91432"/>
                </a:lnTo>
                <a:lnTo>
                  <a:pt x="798624" y="90926"/>
                </a:lnTo>
                <a:lnTo>
                  <a:pt x="798948" y="90424"/>
                </a:lnTo>
                <a:lnTo>
                  <a:pt x="799294" y="89927"/>
                </a:lnTo>
                <a:lnTo>
                  <a:pt x="799663" y="89433"/>
                </a:lnTo>
                <a:lnTo>
                  <a:pt x="800054" y="88944"/>
                </a:lnTo>
                <a:lnTo>
                  <a:pt x="800467" y="88459"/>
                </a:lnTo>
                <a:lnTo>
                  <a:pt x="800902" y="87979"/>
                </a:lnTo>
                <a:lnTo>
                  <a:pt x="801360" y="87502"/>
                </a:lnTo>
                <a:lnTo>
                  <a:pt x="801841" y="87030"/>
                </a:lnTo>
                <a:lnTo>
                  <a:pt x="802343" y="86561"/>
                </a:lnTo>
                <a:lnTo>
                  <a:pt x="802868" y="86097"/>
                </a:lnTo>
                <a:lnTo>
                  <a:pt x="803411" y="85645"/>
                </a:lnTo>
                <a:lnTo>
                  <a:pt x="803969" y="85212"/>
                </a:lnTo>
                <a:lnTo>
                  <a:pt x="804540" y="84799"/>
                </a:lnTo>
                <a:lnTo>
                  <a:pt x="805126" y="84405"/>
                </a:lnTo>
                <a:lnTo>
                  <a:pt x="805725" y="84030"/>
                </a:lnTo>
                <a:lnTo>
                  <a:pt x="806339" y="83674"/>
                </a:lnTo>
                <a:lnTo>
                  <a:pt x="806967" y="83338"/>
                </a:lnTo>
                <a:lnTo>
                  <a:pt x="807609" y="83021"/>
                </a:lnTo>
                <a:lnTo>
                  <a:pt x="808265" y="82723"/>
                </a:lnTo>
                <a:lnTo>
                  <a:pt x="808935" y="82444"/>
                </a:lnTo>
                <a:lnTo>
                  <a:pt x="809620" y="82185"/>
                </a:lnTo>
                <a:lnTo>
                  <a:pt x="810318" y="81945"/>
                </a:lnTo>
                <a:lnTo>
                  <a:pt x="811030" y="81725"/>
                </a:lnTo>
                <a:lnTo>
                  <a:pt x="811757" y="81523"/>
                </a:lnTo>
                <a:lnTo>
                  <a:pt x="812497" y="81341"/>
                </a:lnTo>
                <a:lnTo>
                  <a:pt x="813252" y="81178"/>
                </a:lnTo>
                <a:lnTo>
                  <a:pt x="814021" y="81034"/>
                </a:lnTo>
                <a:lnTo>
                  <a:pt x="814803" y="80909"/>
                </a:lnTo>
                <a:lnTo>
                  <a:pt x="815600" y="80804"/>
                </a:lnTo>
                <a:lnTo>
                  <a:pt x="816410" y="80718"/>
                </a:lnTo>
                <a:lnTo>
                  <a:pt x="817235" y="80651"/>
                </a:lnTo>
                <a:lnTo>
                  <a:pt x="818074" y="80603"/>
                </a:lnTo>
                <a:lnTo>
                  <a:pt x="818926" y="80574"/>
                </a:lnTo>
                <a:lnTo>
                  <a:pt x="819793" y="80564"/>
                </a:lnTo>
                <a:lnTo>
                  <a:pt x="820933" y="80578"/>
                </a:lnTo>
                <a:lnTo>
                  <a:pt x="822056" y="80619"/>
                </a:lnTo>
                <a:lnTo>
                  <a:pt x="823163" y="80688"/>
                </a:lnTo>
                <a:lnTo>
                  <a:pt x="824252" y="80785"/>
                </a:lnTo>
                <a:lnTo>
                  <a:pt x="825324" y="80909"/>
                </a:lnTo>
                <a:lnTo>
                  <a:pt x="826380" y="81060"/>
                </a:lnTo>
                <a:lnTo>
                  <a:pt x="827419" y="81239"/>
                </a:lnTo>
                <a:lnTo>
                  <a:pt x="828440" y="81446"/>
                </a:lnTo>
                <a:lnTo>
                  <a:pt x="829445" y="81680"/>
                </a:lnTo>
                <a:lnTo>
                  <a:pt x="830432" y="81942"/>
                </a:lnTo>
                <a:lnTo>
                  <a:pt x="831403" y="82231"/>
                </a:lnTo>
                <a:lnTo>
                  <a:pt x="832357" y="82548"/>
                </a:lnTo>
                <a:lnTo>
                  <a:pt x="833294" y="82893"/>
                </a:lnTo>
                <a:lnTo>
                  <a:pt x="834214" y="83265"/>
                </a:lnTo>
                <a:lnTo>
                  <a:pt x="835117" y="83665"/>
                </a:lnTo>
                <a:lnTo>
                  <a:pt x="836003" y="84093"/>
                </a:lnTo>
                <a:lnTo>
                  <a:pt x="836872" y="84548"/>
                </a:lnTo>
                <a:lnTo>
                  <a:pt x="837724" y="85031"/>
                </a:lnTo>
                <a:lnTo>
                  <a:pt x="838559" y="85542"/>
                </a:lnTo>
                <a:lnTo>
                  <a:pt x="839377" y="86080"/>
                </a:lnTo>
                <a:lnTo>
                  <a:pt x="840178" y="86646"/>
                </a:lnTo>
                <a:lnTo>
                  <a:pt x="840962" y="87239"/>
                </a:lnTo>
                <a:lnTo>
                  <a:pt x="841730" y="87861"/>
                </a:lnTo>
                <a:lnTo>
                  <a:pt x="842480" y="88510"/>
                </a:lnTo>
                <a:lnTo>
                  <a:pt x="843217" y="89195"/>
                </a:lnTo>
                <a:lnTo>
                  <a:pt x="843942" y="89929"/>
                </a:lnTo>
                <a:lnTo>
                  <a:pt x="844656" y="90711"/>
                </a:lnTo>
                <a:lnTo>
                  <a:pt x="845360" y="91543"/>
                </a:lnTo>
                <a:lnTo>
                  <a:pt x="846052" y="92423"/>
                </a:lnTo>
                <a:lnTo>
                  <a:pt x="846733" y="93353"/>
                </a:lnTo>
                <a:lnTo>
                  <a:pt x="847404" y="94331"/>
                </a:lnTo>
                <a:lnTo>
                  <a:pt x="848063" y="95358"/>
                </a:lnTo>
                <a:lnTo>
                  <a:pt x="848711" y="96434"/>
                </a:lnTo>
                <a:lnTo>
                  <a:pt x="849348" y="97559"/>
                </a:lnTo>
                <a:lnTo>
                  <a:pt x="849974" y="98733"/>
                </a:lnTo>
                <a:lnTo>
                  <a:pt x="850588" y="99956"/>
                </a:lnTo>
                <a:lnTo>
                  <a:pt x="851192" y="101228"/>
                </a:lnTo>
                <a:lnTo>
                  <a:pt x="851784" y="102549"/>
                </a:lnTo>
                <a:lnTo>
                  <a:pt x="852365" y="103919"/>
                </a:lnTo>
                <a:lnTo>
                  <a:pt x="852935" y="105338"/>
                </a:lnTo>
                <a:lnTo>
                  <a:pt x="853494" y="106806"/>
                </a:lnTo>
                <a:lnTo>
                  <a:pt x="854041" y="108323"/>
                </a:lnTo>
                <a:lnTo>
                  <a:pt x="854577" y="109889"/>
                </a:lnTo>
                <a:lnTo>
                  <a:pt x="855102" y="111504"/>
                </a:lnTo>
                <a:lnTo>
                  <a:pt x="855616" y="113167"/>
                </a:lnTo>
                <a:lnTo>
                  <a:pt x="856118" y="114880"/>
                </a:lnTo>
                <a:lnTo>
                  <a:pt x="856609" y="116642"/>
                </a:lnTo>
                <a:lnTo>
                  <a:pt x="857088" y="118453"/>
                </a:lnTo>
                <a:lnTo>
                  <a:pt x="862028" y="118453"/>
                </a:lnTo>
                <a:lnTo>
                  <a:pt x="862028" y="71738"/>
                </a:lnTo>
                <a:lnTo>
                  <a:pt x="857088" y="71738"/>
                </a:lnTo>
                <a:lnTo>
                  <a:pt x="856938" y="72033"/>
                </a:lnTo>
                <a:lnTo>
                  <a:pt x="856790" y="72319"/>
                </a:lnTo>
                <a:lnTo>
                  <a:pt x="856643" y="72595"/>
                </a:lnTo>
                <a:lnTo>
                  <a:pt x="856498" y="72863"/>
                </a:lnTo>
                <a:close/>
                <a:moveTo>
                  <a:pt x="444953" y="82013"/>
                </a:moveTo>
                <a:lnTo>
                  <a:pt x="445628" y="82205"/>
                </a:lnTo>
                <a:lnTo>
                  <a:pt x="446286" y="82403"/>
                </a:lnTo>
                <a:lnTo>
                  <a:pt x="446927" y="82607"/>
                </a:lnTo>
                <a:lnTo>
                  <a:pt x="447552" y="82818"/>
                </a:lnTo>
                <a:lnTo>
                  <a:pt x="448160" y="83035"/>
                </a:lnTo>
                <a:lnTo>
                  <a:pt x="448751" y="83259"/>
                </a:lnTo>
                <a:lnTo>
                  <a:pt x="449326" y="83489"/>
                </a:lnTo>
                <a:lnTo>
                  <a:pt x="449884" y="83726"/>
                </a:lnTo>
                <a:lnTo>
                  <a:pt x="450426" y="83969"/>
                </a:lnTo>
                <a:lnTo>
                  <a:pt x="450951" y="84219"/>
                </a:lnTo>
                <a:lnTo>
                  <a:pt x="451459" y="84475"/>
                </a:lnTo>
                <a:lnTo>
                  <a:pt x="451950" y="84737"/>
                </a:lnTo>
                <a:lnTo>
                  <a:pt x="452425" y="85007"/>
                </a:lnTo>
                <a:lnTo>
                  <a:pt x="452883" y="85282"/>
                </a:lnTo>
                <a:lnTo>
                  <a:pt x="453325" y="85565"/>
                </a:lnTo>
                <a:lnTo>
                  <a:pt x="453749" y="85853"/>
                </a:lnTo>
                <a:lnTo>
                  <a:pt x="454157" y="86149"/>
                </a:lnTo>
                <a:lnTo>
                  <a:pt x="454549" y="86450"/>
                </a:lnTo>
                <a:lnTo>
                  <a:pt x="454923" y="86759"/>
                </a:lnTo>
                <a:lnTo>
                  <a:pt x="455281" y="87074"/>
                </a:lnTo>
                <a:lnTo>
                  <a:pt x="455630" y="87405"/>
                </a:lnTo>
                <a:lnTo>
                  <a:pt x="455980" y="87760"/>
                </a:lnTo>
                <a:lnTo>
                  <a:pt x="456331" y="88140"/>
                </a:lnTo>
                <a:lnTo>
                  <a:pt x="456682" y="88545"/>
                </a:lnTo>
                <a:lnTo>
                  <a:pt x="457033" y="88974"/>
                </a:lnTo>
                <a:lnTo>
                  <a:pt x="457385" y="89429"/>
                </a:lnTo>
                <a:lnTo>
                  <a:pt x="457737" y="89908"/>
                </a:lnTo>
                <a:lnTo>
                  <a:pt x="458090" y="90412"/>
                </a:lnTo>
                <a:lnTo>
                  <a:pt x="458444" y="90940"/>
                </a:lnTo>
                <a:lnTo>
                  <a:pt x="458798" y="91493"/>
                </a:lnTo>
                <a:lnTo>
                  <a:pt x="459152" y="92071"/>
                </a:lnTo>
                <a:lnTo>
                  <a:pt x="459507" y="92674"/>
                </a:lnTo>
                <a:lnTo>
                  <a:pt x="459863" y="93301"/>
                </a:lnTo>
                <a:lnTo>
                  <a:pt x="460219" y="93954"/>
                </a:lnTo>
                <a:lnTo>
                  <a:pt x="460576" y="94630"/>
                </a:lnTo>
                <a:lnTo>
                  <a:pt x="460934" y="95332"/>
                </a:lnTo>
                <a:lnTo>
                  <a:pt x="461292" y="96058"/>
                </a:lnTo>
                <a:lnTo>
                  <a:pt x="461651" y="96809"/>
                </a:lnTo>
                <a:lnTo>
                  <a:pt x="462011" y="97585"/>
                </a:lnTo>
                <a:lnTo>
                  <a:pt x="462371" y="98386"/>
                </a:lnTo>
                <a:lnTo>
                  <a:pt x="462732" y="99211"/>
                </a:lnTo>
                <a:lnTo>
                  <a:pt x="463094" y="100061"/>
                </a:lnTo>
                <a:lnTo>
                  <a:pt x="463456" y="100936"/>
                </a:lnTo>
                <a:lnTo>
                  <a:pt x="463820" y="101835"/>
                </a:lnTo>
                <a:lnTo>
                  <a:pt x="507835" y="217149"/>
                </a:lnTo>
                <a:lnTo>
                  <a:pt x="513388" y="217149"/>
                </a:lnTo>
                <a:lnTo>
                  <a:pt x="553363" y="129539"/>
                </a:lnTo>
                <a:lnTo>
                  <a:pt x="587672" y="217149"/>
                </a:lnTo>
                <a:lnTo>
                  <a:pt x="593799" y="217149"/>
                </a:lnTo>
                <a:lnTo>
                  <a:pt x="639633" y="98982"/>
                </a:lnTo>
                <a:lnTo>
                  <a:pt x="640157" y="97697"/>
                </a:lnTo>
                <a:lnTo>
                  <a:pt x="640705" y="96460"/>
                </a:lnTo>
                <a:lnTo>
                  <a:pt x="641277" y="95270"/>
                </a:lnTo>
                <a:lnTo>
                  <a:pt x="641872" y="94128"/>
                </a:lnTo>
                <a:lnTo>
                  <a:pt x="642491" y="93033"/>
                </a:lnTo>
                <a:lnTo>
                  <a:pt x="643134" y="91986"/>
                </a:lnTo>
                <a:lnTo>
                  <a:pt x="643801" y="90987"/>
                </a:lnTo>
                <a:lnTo>
                  <a:pt x="644491" y="90036"/>
                </a:lnTo>
                <a:lnTo>
                  <a:pt x="645206" y="89132"/>
                </a:lnTo>
                <a:lnTo>
                  <a:pt x="645944" y="88276"/>
                </a:lnTo>
                <a:lnTo>
                  <a:pt x="646706" y="87468"/>
                </a:lnTo>
                <a:lnTo>
                  <a:pt x="647492" y="86708"/>
                </a:lnTo>
                <a:lnTo>
                  <a:pt x="648303" y="85995"/>
                </a:lnTo>
                <a:lnTo>
                  <a:pt x="649137" y="85330"/>
                </a:lnTo>
                <a:lnTo>
                  <a:pt x="649995" y="84713"/>
                </a:lnTo>
                <a:lnTo>
                  <a:pt x="650877" y="84144"/>
                </a:lnTo>
                <a:lnTo>
                  <a:pt x="651783" y="83622"/>
                </a:lnTo>
                <a:lnTo>
                  <a:pt x="652713" y="83149"/>
                </a:lnTo>
                <a:lnTo>
                  <a:pt x="653667" y="82723"/>
                </a:lnTo>
                <a:lnTo>
                  <a:pt x="654645" y="82345"/>
                </a:lnTo>
                <a:lnTo>
                  <a:pt x="655647" y="82015"/>
                </a:lnTo>
                <a:lnTo>
                  <a:pt x="656673" y="81732"/>
                </a:lnTo>
                <a:lnTo>
                  <a:pt x="657723" y="81498"/>
                </a:lnTo>
                <a:lnTo>
                  <a:pt x="658798" y="81311"/>
                </a:lnTo>
                <a:lnTo>
                  <a:pt x="658798" y="75778"/>
                </a:lnTo>
                <a:lnTo>
                  <a:pt x="615510" y="75778"/>
                </a:lnTo>
                <a:lnTo>
                  <a:pt x="615510" y="81311"/>
                </a:lnTo>
                <a:lnTo>
                  <a:pt x="616213" y="81341"/>
                </a:lnTo>
                <a:lnTo>
                  <a:pt x="616897" y="81377"/>
                </a:lnTo>
                <a:lnTo>
                  <a:pt x="617561" y="81420"/>
                </a:lnTo>
                <a:lnTo>
                  <a:pt x="618205" y="81469"/>
                </a:lnTo>
                <a:lnTo>
                  <a:pt x="618829" y="81525"/>
                </a:lnTo>
                <a:lnTo>
                  <a:pt x="619434" y="81588"/>
                </a:lnTo>
                <a:lnTo>
                  <a:pt x="620019" y="81657"/>
                </a:lnTo>
                <a:lnTo>
                  <a:pt x="620585" y="81733"/>
                </a:lnTo>
                <a:lnTo>
                  <a:pt x="621131" y="81816"/>
                </a:lnTo>
                <a:lnTo>
                  <a:pt x="621657" y="81905"/>
                </a:lnTo>
                <a:lnTo>
                  <a:pt x="622164" y="82001"/>
                </a:lnTo>
                <a:lnTo>
                  <a:pt x="622651" y="82103"/>
                </a:lnTo>
                <a:lnTo>
                  <a:pt x="623119" y="82212"/>
                </a:lnTo>
                <a:lnTo>
                  <a:pt x="623567" y="82328"/>
                </a:lnTo>
                <a:lnTo>
                  <a:pt x="623996" y="82451"/>
                </a:lnTo>
                <a:lnTo>
                  <a:pt x="624405" y="82580"/>
                </a:lnTo>
                <a:lnTo>
                  <a:pt x="624794" y="82716"/>
                </a:lnTo>
                <a:lnTo>
                  <a:pt x="625165" y="82859"/>
                </a:lnTo>
                <a:lnTo>
                  <a:pt x="625515" y="83009"/>
                </a:lnTo>
                <a:lnTo>
                  <a:pt x="625847" y="83165"/>
                </a:lnTo>
                <a:lnTo>
                  <a:pt x="626159" y="83328"/>
                </a:lnTo>
                <a:lnTo>
                  <a:pt x="626451" y="83498"/>
                </a:lnTo>
                <a:lnTo>
                  <a:pt x="626724" y="83674"/>
                </a:lnTo>
                <a:lnTo>
                  <a:pt x="626978" y="83857"/>
                </a:lnTo>
                <a:lnTo>
                  <a:pt x="627217" y="84045"/>
                </a:lnTo>
                <a:lnTo>
                  <a:pt x="627445" y="84235"/>
                </a:lnTo>
                <a:lnTo>
                  <a:pt x="627664" y="84427"/>
                </a:lnTo>
                <a:lnTo>
                  <a:pt x="627872" y="84622"/>
                </a:lnTo>
                <a:lnTo>
                  <a:pt x="628069" y="84818"/>
                </a:lnTo>
                <a:lnTo>
                  <a:pt x="628257" y="85017"/>
                </a:lnTo>
                <a:lnTo>
                  <a:pt x="628434" y="85217"/>
                </a:lnTo>
                <a:lnTo>
                  <a:pt x="628600" y="85420"/>
                </a:lnTo>
                <a:lnTo>
                  <a:pt x="628757" y="85625"/>
                </a:lnTo>
                <a:lnTo>
                  <a:pt x="628903" y="85832"/>
                </a:lnTo>
                <a:lnTo>
                  <a:pt x="629039" y="86042"/>
                </a:lnTo>
                <a:lnTo>
                  <a:pt x="629165" y="86253"/>
                </a:lnTo>
                <a:lnTo>
                  <a:pt x="629281" y="86466"/>
                </a:lnTo>
                <a:lnTo>
                  <a:pt x="629387" y="86682"/>
                </a:lnTo>
                <a:lnTo>
                  <a:pt x="629482" y="86900"/>
                </a:lnTo>
                <a:lnTo>
                  <a:pt x="629568" y="87119"/>
                </a:lnTo>
                <a:lnTo>
                  <a:pt x="629643" y="87341"/>
                </a:lnTo>
                <a:lnTo>
                  <a:pt x="629708" y="87565"/>
                </a:lnTo>
                <a:lnTo>
                  <a:pt x="629763" y="87791"/>
                </a:lnTo>
                <a:lnTo>
                  <a:pt x="629808" y="88018"/>
                </a:lnTo>
                <a:lnTo>
                  <a:pt x="629843" y="88248"/>
                </a:lnTo>
                <a:lnTo>
                  <a:pt x="629868" y="88480"/>
                </a:lnTo>
                <a:lnTo>
                  <a:pt x="629883" y="88714"/>
                </a:lnTo>
                <a:lnTo>
                  <a:pt x="629888" y="88950"/>
                </a:lnTo>
                <a:lnTo>
                  <a:pt x="629883" y="89356"/>
                </a:lnTo>
                <a:lnTo>
                  <a:pt x="629867" y="89772"/>
                </a:lnTo>
                <a:lnTo>
                  <a:pt x="629841" y="90200"/>
                </a:lnTo>
                <a:lnTo>
                  <a:pt x="629805" y="90640"/>
                </a:lnTo>
                <a:lnTo>
                  <a:pt x="629758" y="91091"/>
                </a:lnTo>
                <a:lnTo>
                  <a:pt x="629701" y="91553"/>
                </a:lnTo>
                <a:lnTo>
                  <a:pt x="629634" y="92027"/>
                </a:lnTo>
                <a:lnTo>
                  <a:pt x="629556" y="92512"/>
                </a:lnTo>
                <a:lnTo>
                  <a:pt x="629468" y="93009"/>
                </a:lnTo>
                <a:lnTo>
                  <a:pt x="629370" y="93517"/>
                </a:lnTo>
                <a:lnTo>
                  <a:pt x="629261" y="94036"/>
                </a:lnTo>
                <a:lnTo>
                  <a:pt x="629141" y="94567"/>
                </a:lnTo>
                <a:lnTo>
                  <a:pt x="629012" y="95109"/>
                </a:lnTo>
                <a:lnTo>
                  <a:pt x="628872" y="95663"/>
                </a:lnTo>
                <a:lnTo>
                  <a:pt x="628721" y="96229"/>
                </a:lnTo>
                <a:lnTo>
                  <a:pt x="628561" y="96806"/>
                </a:lnTo>
                <a:lnTo>
                  <a:pt x="628390" y="97394"/>
                </a:lnTo>
                <a:lnTo>
                  <a:pt x="628208" y="97994"/>
                </a:lnTo>
                <a:lnTo>
                  <a:pt x="628016" y="98605"/>
                </a:lnTo>
                <a:lnTo>
                  <a:pt x="627814" y="99228"/>
                </a:lnTo>
                <a:lnTo>
                  <a:pt x="627601" y="99862"/>
                </a:lnTo>
                <a:lnTo>
                  <a:pt x="627378" y="100508"/>
                </a:lnTo>
                <a:lnTo>
                  <a:pt x="627145" y="101166"/>
                </a:lnTo>
                <a:lnTo>
                  <a:pt x="626901" y="101835"/>
                </a:lnTo>
                <a:lnTo>
                  <a:pt x="597992" y="177747"/>
                </a:lnTo>
                <a:lnTo>
                  <a:pt x="566842" y="98982"/>
                </a:lnTo>
                <a:lnTo>
                  <a:pt x="566744" y="98722"/>
                </a:lnTo>
                <a:lnTo>
                  <a:pt x="566650" y="98462"/>
                </a:lnTo>
                <a:lnTo>
                  <a:pt x="566560" y="98202"/>
                </a:lnTo>
                <a:lnTo>
                  <a:pt x="566475" y="97942"/>
                </a:lnTo>
                <a:lnTo>
                  <a:pt x="566394" y="97683"/>
                </a:lnTo>
                <a:lnTo>
                  <a:pt x="566317" y="97424"/>
                </a:lnTo>
                <a:lnTo>
                  <a:pt x="566245" y="97166"/>
                </a:lnTo>
                <a:lnTo>
                  <a:pt x="566177" y="96908"/>
                </a:lnTo>
                <a:lnTo>
                  <a:pt x="566113" y="96651"/>
                </a:lnTo>
                <a:lnTo>
                  <a:pt x="566053" y="96394"/>
                </a:lnTo>
                <a:lnTo>
                  <a:pt x="565998" y="96137"/>
                </a:lnTo>
                <a:lnTo>
                  <a:pt x="565947" y="95881"/>
                </a:lnTo>
                <a:lnTo>
                  <a:pt x="565900" y="95625"/>
                </a:lnTo>
                <a:lnTo>
                  <a:pt x="565857" y="95369"/>
                </a:lnTo>
                <a:lnTo>
                  <a:pt x="565818" y="95114"/>
                </a:lnTo>
                <a:lnTo>
                  <a:pt x="565784" y="94860"/>
                </a:lnTo>
                <a:lnTo>
                  <a:pt x="565754" y="94605"/>
                </a:lnTo>
                <a:lnTo>
                  <a:pt x="565727" y="94352"/>
                </a:lnTo>
                <a:lnTo>
                  <a:pt x="565705" y="94098"/>
                </a:lnTo>
                <a:lnTo>
                  <a:pt x="565687" y="93845"/>
                </a:lnTo>
                <a:lnTo>
                  <a:pt x="565673" y="93592"/>
                </a:lnTo>
                <a:lnTo>
                  <a:pt x="565663" y="93340"/>
                </a:lnTo>
                <a:lnTo>
                  <a:pt x="565657" y="93088"/>
                </a:lnTo>
                <a:lnTo>
                  <a:pt x="565655" y="92837"/>
                </a:lnTo>
                <a:lnTo>
                  <a:pt x="565660" y="92406"/>
                </a:lnTo>
                <a:lnTo>
                  <a:pt x="565676" y="91985"/>
                </a:lnTo>
                <a:lnTo>
                  <a:pt x="565702" y="91574"/>
                </a:lnTo>
                <a:lnTo>
                  <a:pt x="565738" y="91173"/>
                </a:lnTo>
                <a:lnTo>
                  <a:pt x="565784" y="90781"/>
                </a:lnTo>
                <a:lnTo>
                  <a:pt x="565842" y="90399"/>
                </a:lnTo>
                <a:lnTo>
                  <a:pt x="565909" y="90027"/>
                </a:lnTo>
                <a:lnTo>
                  <a:pt x="565987" y="89665"/>
                </a:lnTo>
                <a:lnTo>
                  <a:pt x="566075" y="89312"/>
                </a:lnTo>
                <a:lnTo>
                  <a:pt x="566173" y="88970"/>
                </a:lnTo>
                <a:lnTo>
                  <a:pt x="566282" y="88637"/>
                </a:lnTo>
                <a:lnTo>
                  <a:pt x="566402" y="88314"/>
                </a:lnTo>
                <a:lnTo>
                  <a:pt x="566531" y="88000"/>
                </a:lnTo>
                <a:lnTo>
                  <a:pt x="566671" y="87697"/>
                </a:lnTo>
                <a:lnTo>
                  <a:pt x="566822" y="87403"/>
                </a:lnTo>
                <a:lnTo>
                  <a:pt x="566982" y="87119"/>
                </a:lnTo>
                <a:lnTo>
                  <a:pt x="567153" y="86844"/>
                </a:lnTo>
                <a:lnTo>
                  <a:pt x="567335" y="86580"/>
                </a:lnTo>
                <a:lnTo>
                  <a:pt x="567527" y="86325"/>
                </a:lnTo>
                <a:lnTo>
                  <a:pt x="567729" y="86080"/>
                </a:lnTo>
                <a:lnTo>
                  <a:pt x="567942" y="85845"/>
                </a:lnTo>
                <a:lnTo>
                  <a:pt x="568165" y="85619"/>
                </a:lnTo>
                <a:lnTo>
                  <a:pt x="568398" y="85404"/>
                </a:lnTo>
                <a:lnTo>
                  <a:pt x="568642" y="85198"/>
                </a:lnTo>
                <a:lnTo>
                  <a:pt x="569028" y="84918"/>
                </a:lnTo>
                <a:lnTo>
                  <a:pt x="569436" y="84648"/>
                </a:lnTo>
                <a:lnTo>
                  <a:pt x="569867" y="84389"/>
                </a:lnTo>
                <a:lnTo>
                  <a:pt x="570318" y="84140"/>
                </a:lnTo>
                <a:lnTo>
                  <a:pt x="570792" y="83901"/>
                </a:lnTo>
                <a:lnTo>
                  <a:pt x="571287" y="83672"/>
                </a:lnTo>
                <a:lnTo>
                  <a:pt x="571804" y="83454"/>
                </a:lnTo>
                <a:lnTo>
                  <a:pt x="572343" y="83245"/>
                </a:lnTo>
                <a:lnTo>
                  <a:pt x="572904" y="83047"/>
                </a:lnTo>
                <a:lnTo>
                  <a:pt x="573486" y="82860"/>
                </a:lnTo>
                <a:lnTo>
                  <a:pt x="574090" y="82682"/>
                </a:lnTo>
                <a:lnTo>
                  <a:pt x="574715" y="82515"/>
                </a:lnTo>
                <a:lnTo>
                  <a:pt x="575363" y="82358"/>
                </a:lnTo>
                <a:lnTo>
                  <a:pt x="576032" y="82211"/>
                </a:lnTo>
                <a:lnTo>
                  <a:pt x="576723" y="82075"/>
                </a:lnTo>
                <a:lnTo>
                  <a:pt x="577436" y="81949"/>
                </a:lnTo>
                <a:lnTo>
                  <a:pt x="578170" y="81833"/>
                </a:lnTo>
                <a:lnTo>
                  <a:pt x="578926" y="81727"/>
                </a:lnTo>
                <a:lnTo>
                  <a:pt x="579704" y="81632"/>
                </a:lnTo>
                <a:lnTo>
                  <a:pt x="580504" y="81547"/>
                </a:lnTo>
                <a:lnTo>
                  <a:pt x="581325" y="81473"/>
                </a:lnTo>
                <a:lnTo>
                  <a:pt x="582168" y="81408"/>
                </a:lnTo>
                <a:lnTo>
                  <a:pt x="583033" y="81355"/>
                </a:lnTo>
                <a:lnTo>
                  <a:pt x="583920" y="81311"/>
                </a:lnTo>
                <a:lnTo>
                  <a:pt x="583920" y="75778"/>
                </a:lnTo>
                <a:lnTo>
                  <a:pt x="518614" y="75778"/>
                </a:lnTo>
                <a:lnTo>
                  <a:pt x="518614" y="81311"/>
                </a:lnTo>
                <a:lnTo>
                  <a:pt x="519353" y="81352"/>
                </a:lnTo>
                <a:lnTo>
                  <a:pt x="520073" y="81399"/>
                </a:lnTo>
                <a:lnTo>
                  <a:pt x="520773" y="81451"/>
                </a:lnTo>
                <a:lnTo>
                  <a:pt x="521453" y="81509"/>
                </a:lnTo>
                <a:lnTo>
                  <a:pt x="522113" y="81573"/>
                </a:lnTo>
                <a:lnTo>
                  <a:pt x="522753" y="81642"/>
                </a:lnTo>
                <a:lnTo>
                  <a:pt x="523374" y="81716"/>
                </a:lnTo>
                <a:lnTo>
                  <a:pt x="523975" y="81797"/>
                </a:lnTo>
                <a:lnTo>
                  <a:pt x="524556" y="81883"/>
                </a:lnTo>
                <a:lnTo>
                  <a:pt x="525118" y="81975"/>
                </a:lnTo>
                <a:lnTo>
                  <a:pt x="525660" y="82072"/>
                </a:lnTo>
                <a:lnTo>
                  <a:pt x="526182" y="82175"/>
                </a:lnTo>
                <a:lnTo>
                  <a:pt x="526684" y="82284"/>
                </a:lnTo>
                <a:lnTo>
                  <a:pt x="527166" y="82398"/>
                </a:lnTo>
                <a:lnTo>
                  <a:pt x="527629" y="82518"/>
                </a:lnTo>
                <a:lnTo>
                  <a:pt x="528072" y="82644"/>
                </a:lnTo>
                <a:lnTo>
                  <a:pt x="528495" y="82776"/>
                </a:lnTo>
                <a:lnTo>
                  <a:pt x="528899" y="82913"/>
                </a:lnTo>
                <a:lnTo>
                  <a:pt x="529283" y="83056"/>
                </a:lnTo>
                <a:lnTo>
                  <a:pt x="529647" y="83205"/>
                </a:lnTo>
                <a:lnTo>
                  <a:pt x="529991" y="83359"/>
                </a:lnTo>
                <a:lnTo>
                  <a:pt x="530316" y="83520"/>
                </a:lnTo>
                <a:lnTo>
                  <a:pt x="530621" y="83686"/>
                </a:lnTo>
                <a:lnTo>
                  <a:pt x="530906" y="83857"/>
                </a:lnTo>
                <a:lnTo>
                  <a:pt x="531388" y="84154"/>
                </a:lnTo>
                <a:lnTo>
                  <a:pt x="531862" y="84470"/>
                </a:lnTo>
                <a:lnTo>
                  <a:pt x="532329" y="84806"/>
                </a:lnTo>
                <a:lnTo>
                  <a:pt x="532788" y="85161"/>
                </a:lnTo>
                <a:lnTo>
                  <a:pt x="533240" y="85535"/>
                </a:lnTo>
                <a:lnTo>
                  <a:pt x="533684" y="85928"/>
                </a:lnTo>
                <a:lnTo>
                  <a:pt x="534120" y="86341"/>
                </a:lnTo>
                <a:lnTo>
                  <a:pt x="534548" y="86773"/>
                </a:lnTo>
                <a:lnTo>
                  <a:pt x="534969" y="87224"/>
                </a:lnTo>
                <a:lnTo>
                  <a:pt x="535382" y="87694"/>
                </a:lnTo>
                <a:lnTo>
                  <a:pt x="535788" y="88183"/>
                </a:lnTo>
                <a:lnTo>
                  <a:pt x="536185" y="88692"/>
                </a:lnTo>
                <a:lnTo>
                  <a:pt x="536575" y="89219"/>
                </a:lnTo>
                <a:lnTo>
                  <a:pt x="536957" y="89766"/>
                </a:lnTo>
                <a:lnTo>
                  <a:pt x="537331" y="90332"/>
                </a:lnTo>
                <a:lnTo>
                  <a:pt x="537697" y="90917"/>
                </a:lnTo>
                <a:lnTo>
                  <a:pt x="538056" y="91521"/>
                </a:lnTo>
                <a:lnTo>
                  <a:pt x="538407" y="92144"/>
                </a:lnTo>
                <a:lnTo>
                  <a:pt x="538749" y="92787"/>
                </a:lnTo>
                <a:lnTo>
                  <a:pt x="539084" y="93448"/>
                </a:lnTo>
                <a:lnTo>
                  <a:pt x="539411" y="94128"/>
                </a:lnTo>
                <a:lnTo>
                  <a:pt x="539730" y="94827"/>
                </a:lnTo>
                <a:lnTo>
                  <a:pt x="540041" y="95546"/>
                </a:lnTo>
                <a:lnTo>
                  <a:pt x="540344" y="96283"/>
                </a:lnTo>
                <a:lnTo>
                  <a:pt x="548118" y="116501"/>
                </a:lnTo>
                <a:lnTo>
                  <a:pt x="518614" y="180753"/>
                </a:lnTo>
                <a:lnTo>
                  <a:pt x="489264" y="101835"/>
                </a:lnTo>
                <a:lnTo>
                  <a:pt x="489058" y="101290"/>
                </a:lnTo>
                <a:lnTo>
                  <a:pt x="488860" y="100752"/>
                </a:lnTo>
                <a:lnTo>
                  <a:pt x="488671" y="100221"/>
                </a:lnTo>
                <a:lnTo>
                  <a:pt x="488491" y="99696"/>
                </a:lnTo>
                <a:lnTo>
                  <a:pt x="488319" y="99177"/>
                </a:lnTo>
                <a:lnTo>
                  <a:pt x="488156" y="98666"/>
                </a:lnTo>
                <a:lnTo>
                  <a:pt x="488001" y="98161"/>
                </a:lnTo>
                <a:lnTo>
                  <a:pt x="487855" y="97662"/>
                </a:lnTo>
                <a:lnTo>
                  <a:pt x="487718" y="97170"/>
                </a:lnTo>
                <a:lnTo>
                  <a:pt x="487590" y="96685"/>
                </a:lnTo>
                <a:lnTo>
                  <a:pt x="487470" y="96207"/>
                </a:lnTo>
                <a:lnTo>
                  <a:pt x="487359" y="95735"/>
                </a:lnTo>
                <a:lnTo>
                  <a:pt x="487257" y="95270"/>
                </a:lnTo>
                <a:lnTo>
                  <a:pt x="487164" y="94811"/>
                </a:lnTo>
                <a:lnTo>
                  <a:pt x="487079" y="94360"/>
                </a:lnTo>
                <a:lnTo>
                  <a:pt x="487004" y="93915"/>
                </a:lnTo>
                <a:lnTo>
                  <a:pt x="486937" y="93476"/>
                </a:lnTo>
                <a:lnTo>
                  <a:pt x="486879" y="93045"/>
                </a:lnTo>
                <a:lnTo>
                  <a:pt x="486830" y="92620"/>
                </a:lnTo>
                <a:lnTo>
                  <a:pt x="486789" y="92202"/>
                </a:lnTo>
                <a:lnTo>
                  <a:pt x="486758" y="91790"/>
                </a:lnTo>
                <a:lnTo>
                  <a:pt x="486736" y="91386"/>
                </a:lnTo>
                <a:lnTo>
                  <a:pt x="486722" y="90988"/>
                </a:lnTo>
                <a:lnTo>
                  <a:pt x="486718" y="90597"/>
                </a:lnTo>
                <a:lnTo>
                  <a:pt x="486722" y="90251"/>
                </a:lnTo>
                <a:lnTo>
                  <a:pt x="486735" y="89911"/>
                </a:lnTo>
                <a:lnTo>
                  <a:pt x="486756" y="89579"/>
                </a:lnTo>
                <a:lnTo>
                  <a:pt x="486786" y="89253"/>
                </a:lnTo>
                <a:lnTo>
                  <a:pt x="486825" y="88934"/>
                </a:lnTo>
                <a:lnTo>
                  <a:pt x="486872" y="88622"/>
                </a:lnTo>
                <a:lnTo>
                  <a:pt x="486928" y="88317"/>
                </a:lnTo>
                <a:lnTo>
                  <a:pt x="486992" y="88018"/>
                </a:lnTo>
                <a:lnTo>
                  <a:pt x="487065" y="87727"/>
                </a:lnTo>
                <a:lnTo>
                  <a:pt x="487147" y="87442"/>
                </a:lnTo>
                <a:lnTo>
                  <a:pt x="487237" y="87163"/>
                </a:lnTo>
                <a:lnTo>
                  <a:pt x="487335" y="86892"/>
                </a:lnTo>
                <a:lnTo>
                  <a:pt x="487442" y="86627"/>
                </a:lnTo>
                <a:lnTo>
                  <a:pt x="487558" y="86370"/>
                </a:lnTo>
                <a:lnTo>
                  <a:pt x="487683" y="86118"/>
                </a:lnTo>
                <a:lnTo>
                  <a:pt x="487815" y="85874"/>
                </a:lnTo>
                <a:lnTo>
                  <a:pt x="487957" y="85637"/>
                </a:lnTo>
                <a:lnTo>
                  <a:pt x="488107" y="85406"/>
                </a:lnTo>
                <a:lnTo>
                  <a:pt x="488266" y="85182"/>
                </a:lnTo>
                <a:lnTo>
                  <a:pt x="488433" y="84965"/>
                </a:lnTo>
                <a:lnTo>
                  <a:pt x="488609" y="84754"/>
                </a:lnTo>
                <a:lnTo>
                  <a:pt x="488793" y="84551"/>
                </a:lnTo>
                <a:lnTo>
                  <a:pt x="488986" y="84354"/>
                </a:lnTo>
                <a:lnTo>
                  <a:pt x="489188" y="84164"/>
                </a:lnTo>
                <a:lnTo>
                  <a:pt x="489403" y="83978"/>
                </a:lnTo>
                <a:lnTo>
                  <a:pt x="489637" y="83798"/>
                </a:lnTo>
                <a:lnTo>
                  <a:pt x="489891" y="83623"/>
                </a:lnTo>
                <a:lnTo>
                  <a:pt x="490164" y="83455"/>
                </a:lnTo>
                <a:lnTo>
                  <a:pt x="490456" y="83293"/>
                </a:lnTo>
                <a:lnTo>
                  <a:pt x="490766" y="83136"/>
                </a:lnTo>
                <a:lnTo>
                  <a:pt x="491096" y="82986"/>
                </a:lnTo>
                <a:lnTo>
                  <a:pt x="491445" y="82841"/>
                </a:lnTo>
                <a:lnTo>
                  <a:pt x="491813" y="82703"/>
                </a:lnTo>
                <a:lnTo>
                  <a:pt x="492200" y="82570"/>
                </a:lnTo>
                <a:lnTo>
                  <a:pt x="492606" y="82442"/>
                </a:lnTo>
                <a:lnTo>
                  <a:pt x="493031" y="82321"/>
                </a:lnTo>
                <a:lnTo>
                  <a:pt x="493475" y="82205"/>
                </a:lnTo>
                <a:lnTo>
                  <a:pt x="493938" y="82096"/>
                </a:lnTo>
                <a:lnTo>
                  <a:pt x="494419" y="81992"/>
                </a:lnTo>
                <a:lnTo>
                  <a:pt x="494920" y="81893"/>
                </a:lnTo>
                <a:lnTo>
                  <a:pt x="495439" y="81801"/>
                </a:lnTo>
                <a:lnTo>
                  <a:pt x="495978" y="81714"/>
                </a:lnTo>
                <a:lnTo>
                  <a:pt x="496535" y="81633"/>
                </a:lnTo>
                <a:lnTo>
                  <a:pt x="497111" y="81557"/>
                </a:lnTo>
                <a:lnTo>
                  <a:pt x="497706" y="81487"/>
                </a:lnTo>
                <a:lnTo>
                  <a:pt x="498319" y="81423"/>
                </a:lnTo>
                <a:lnTo>
                  <a:pt x="498952" y="81364"/>
                </a:lnTo>
                <a:lnTo>
                  <a:pt x="499603" y="81311"/>
                </a:lnTo>
                <a:lnTo>
                  <a:pt x="499603" y="75778"/>
                </a:lnTo>
                <a:lnTo>
                  <a:pt x="442090" y="75778"/>
                </a:lnTo>
                <a:lnTo>
                  <a:pt x="442090" y="81311"/>
                </a:lnTo>
                <a:lnTo>
                  <a:pt x="442830" y="81477"/>
                </a:lnTo>
                <a:lnTo>
                  <a:pt x="443555" y="81649"/>
                </a:lnTo>
                <a:lnTo>
                  <a:pt x="444262" y="81828"/>
                </a:lnTo>
                <a:lnTo>
                  <a:pt x="444953" y="82013"/>
                </a:lnTo>
                <a:close/>
                <a:moveTo>
                  <a:pt x="886432" y="93555"/>
                </a:moveTo>
                <a:lnTo>
                  <a:pt x="886863" y="93412"/>
                </a:lnTo>
                <a:lnTo>
                  <a:pt x="887288" y="93277"/>
                </a:lnTo>
                <a:lnTo>
                  <a:pt x="887706" y="93149"/>
                </a:lnTo>
                <a:lnTo>
                  <a:pt x="888117" y="93029"/>
                </a:lnTo>
                <a:lnTo>
                  <a:pt x="888521" y="92915"/>
                </a:lnTo>
                <a:lnTo>
                  <a:pt x="888918" y="92809"/>
                </a:lnTo>
                <a:lnTo>
                  <a:pt x="889309" y="92711"/>
                </a:lnTo>
                <a:lnTo>
                  <a:pt x="889693" y="92619"/>
                </a:lnTo>
                <a:lnTo>
                  <a:pt x="890070" y="92535"/>
                </a:lnTo>
                <a:lnTo>
                  <a:pt x="890441" y="92458"/>
                </a:lnTo>
                <a:lnTo>
                  <a:pt x="890804" y="92388"/>
                </a:lnTo>
                <a:lnTo>
                  <a:pt x="891161" y="92325"/>
                </a:lnTo>
                <a:lnTo>
                  <a:pt x="891511" y="92270"/>
                </a:lnTo>
                <a:lnTo>
                  <a:pt x="891854" y="92223"/>
                </a:lnTo>
                <a:lnTo>
                  <a:pt x="892191" y="92182"/>
                </a:lnTo>
                <a:lnTo>
                  <a:pt x="892520" y="92149"/>
                </a:lnTo>
                <a:lnTo>
                  <a:pt x="892843" y="92123"/>
                </a:lnTo>
                <a:lnTo>
                  <a:pt x="893159" y="92105"/>
                </a:lnTo>
                <a:lnTo>
                  <a:pt x="893469" y="92094"/>
                </a:lnTo>
                <a:lnTo>
                  <a:pt x="893771" y="92090"/>
                </a:lnTo>
                <a:lnTo>
                  <a:pt x="894143" y="92093"/>
                </a:lnTo>
                <a:lnTo>
                  <a:pt x="894509" y="92103"/>
                </a:lnTo>
                <a:lnTo>
                  <a:pt x="894869" y="92119"/>
                </a:lnTo>
                <a:lnTo>
                  <a:pt x="895221" y="92141"/>
                </a:lnTo>
                <a:lnTo>
                  <a:pt x="895567" y="92169"/>
                </a:lnTo>
                <a:lnTo>
                  <a:pt x="895907" y="92204"/>
                </a:lnTo>
                <a:lnTo>
                  <a:pt x="896240" y="92245"/>
                </a:lnTo>
                <a:lnTo>
                  <a:pt x="896566" y="92293"/>
                </a:lnTo>
                <a:lnTo>
                  <a:pt x="896886" y="92346"/>
                </a:lnTo>
                <a:lnTo>
                  <a:pt x="897199" y="92406"/>
                </a:lnTo>
                <a:lnTo>
                  <a:pt x="897506" y="92472"/>
                </a:lnTo>
                <a:lnTo>
                  <a:pt x="897806" y="92545"/>
                </a:lnTo>
                <a:lnTo>
                  <a:pt x="898099" y="92623"/>
                </a:lnTo>
                <a:lnTo>
                  <a:pt x="898386" y="92708"/>
                </a:lnTo>
                <a:lnTo>
                  <a:pt x="898667" y="92799"/>
                </a:lnTo>
                <a:lnTo>
                  <a:pt x="898940" y="92896"/>
                </a:lnTo>
                <a:lnTo>
                  <a:pt x="899207" y="92999"/>
                </a:lnTo>
                <a:lnTo>
                  <a:pt x="899468" y="93108"/>
                </a:lnTo>
                <a:lnTo>
                  <a:pt x="899722" y="93223"/>
                </a:lnTo>
                <a:lnTo>
                  <a:pt x="899969" y="93344"/>
                </a:lnTo>
                <a:lnTo>
                  <a:pt x="900210" y="93472"/>
                </a:lnTo>
                <a:lnTo>
                  <a:pt x="900444" y="93605"/>
                </a:lnTo>
                <a:lnTo>
                  <a:pt x="900672" y="93744"/>
                </a:lnTo>
                <a:lnTo>
                  <a:pt x="900893" y="93890"/>
                </a:lnTo>
                <a:lnTo>
                  <a:pt x="901108" y="94044"/>
                </a:lnTo>
                <a:lnTo>
                  <a:pt x="901319" y="94204"/>
                </a:lnTo>
                <a:lnTo>
                  <a:pt x="901524" y="94370"/>
                </a:lnTo>
                <a:lnTo>
                  <a:pt x="901725" y="94542"/>
                </a:lnTo>
                <a:lnTo>
                  <a:pt x="901920" y="94721"/>
                </a:lnTo>
                <a:lnTo>
                  <a:pt x="902110" y="94906"/>
                </a:lnTo>
                <a:lnTo>
                  <a:pt x="902296" y="95097"/>
                </a:lnTo>
                <a:lnTo>
                  <a:pt x="902477" y="95294"/>
                </a:lnTo>
                <a:lnTo>
                  <a:pt x="902652" y="95497"/>
                </a:lnTo>
                <a:lnTo>
                  <a:pt x="902823" y="95707"/>
                </a:lnTo>
                <a:lnTo>
                  <a:pt x="902989" y="95922"/>
                </a:lnTo>
                <a:lnTo>
                  <a:pt x="903150" y="96144"/>
                </a:lnTo>
                <a:lnTo>
                  <a:pt x="903306" y="96372"/>
                </a:lnTo>
                <a:lnTo>
                  <a:pt x="903457" y="96606"/>
                </a:lnTo>
                <a:lnTo>
                  <a:pt x="903604" y="96847"/>
                </a:lnTo>
                <a:lnTo>
                  <a:pt x="903745" y="97093"/>
                </a:lnTo>
                <a:lnTo>
                  <a:pt x="903882" y="97346"/>
                </a:lnTo>
                <a:lnTo>
                  <a:pt x="904014" y="97605"/>
                </a:lnTo>
                <a:lnTo>
                  <a:pt x="904141" y="97870"/>
                </a:lnTo>
                <a:lnTo>
                  <a:pt x="904263" y="98142"/>
                </a:lnTo>
                <a:lnTo>
                  <a:pt x="904380" y="98419"/>
                </a:lnTo>
                <a:lnTo>
                  <a:pt x="904493" y="98703"/>
                </a:lnTo>
                <a:lnTo>
                  <a:pt x="904600" y="98993"/>
                </a:lnTo>
                <a:lnTo>
                  <a:pt x="904703" y="99289"/>
                </a:lnTo>
                <a:lnTo>
                  <a:pt x="904802" y="99605"/>
                </a:lnTo>
                <a:lnTo>
                  <a:pt x="904896" y="99955"/>
                </a:lnTo>
                <a:lnTo>
                  <a:pt x="904986" y="100339"/>
                </a:lnTo>
                <a:lnTo>
                  <a:pt x="905072" y="100756"/>
                </a:lnTo>
                <a:lnTo>
                  <a:pt x="905153" y="101208"/>
                </a:lnTo>
                <a:lnTo>
                  <a:pt x="905231" y="101694"/>
                </a:lnTo>
                <a:lnTo>
                  <a:pt x="905304" y="102213"/>
                </a:lnTo>
                <a:lnTo>
                  <a:pt x="905373" y="102766"/>
                </a:lnTo>
                <a:lnTo>
                  <a:pt x="905438" y="103353"/>
                </a:lnTo>
                <a:lnTo>
                  <a:pt x="905499" y="103974"/>
                </a:lnTo>
                <a:lnTo>
                  <a:pt x="905555" y="104629"/>
                </a:lnTo>
                <a:lnTo>
                  <a:pt x="905608" y="105317"/>
                </a:lnTo>
                <a:lnTo>
                  <a:pt x="905656" y="106039"/>
                </a:lnTo>
                <a:lnTo>
                  <a:pt x="905700" y="106796"/>
                </a:lnTo>
                <a:lnTo>
                  <a:pt x="905740" y="107585"/>
                </a:lnTo>
                <a:lnTo>
                  <a:pt x="905775" y="108409"/>
                </a:lnTo>
                <a:lnTo>
                  <a:pt x="905807" y="109267"/>
                </a:lnTo>
                <a:lnTo>
                  <a:pt x="905834" y="110158"/>
                </a:lnTo>
                <a:lnTo>
                  <a:pt x="905857" y="111083"/>
                </a:lnTo>
                <a:lnTo>
                  <a:pt x="905876" y="112041"/>
                </a:lnTo>
                <a:lnTo>
                  <a:pt x="905890" y="113034"/>
                </a:lnTo>
                <a:lnTo>
                  <a:pt x="905901" y="114060"/>
                </a:lnTo>
                <a:lnTo>
                  <a:pt x="905907" y="115120"/>
                </a:lnTo>
                <a:lnTo>
                  <a:pt x="905909" y="116213"/>
                </a:lnTo>
                <a:lnTo>
                  <a:pt x="905909" y="245905"/>
                </a:lnTo>
                <a:lnTo>
                  <a:pt x="905907" y="247133"/>
                </a:lnTo>
                <a:lnTo>
                  <a:pt x="905898" y="248321"/>
                </a:lnTo>
                <a:lnTo>
                  <a:pt x="905884" y="249470"/>
                </a:lnTo>
                <a:lnTo>
                  <a:pt x="905865" y="250580"/>
                </a:lnTo>
                <a:lnTo>
                  <a:pt x="905840" y="251651"/>
                </a:lnTo>
                <a:lnTo>
                  <a:pt x="905809" y="252682"/>
                </a:lnTo>
                <a:lnTo>
                  <a:pt x="905773" y="253675"/>
                </a:lnTo>
                <a:lnTo>
                  <a:pt x="905732" y="254629"/>
                </a:lnTo>
                <a:lnTo>
                  <a:pt x="905685" y="255543"/>
                </a:lnTo>
                <a:lnTo>
                  <a:pt x="905633" y="256418"/>
                </a:lnTo>
                <a:lnTo>
                  <a:pt x="905575" y="257254"/>
                </a:lnTo>
                <a:lnTo>
                  <a:pt x="905512" y="258051"/>
                </a:lnTo>
                <a:lnTo>
                  <a:pt x="905444" y="258808"/>
                </a:lnTo>
                <a:lnTo>
                  <a:pt x="905370" y="259527"/>
                </a:lnTo>
                <a:lnTo>
                  <a:pt x="905290" y="260206"/>
                </a:lnTo>
                <a:lnTo>
                  <a:pt x="905206" y="260846"/>
                </a:lnTo>
                <a:lnTo>
                  <a:pt x="905116" y="261447"/>
                </a:lnTo>
                <a:lnTo>
                  <a:pt x="905021" y="262008"/>
                </a:lnTo>
                <a:lnTo>
                  <a:pt x="904920" y="262530"/>
                </a:lnTo>
                <a:lnTo>
                  <a:pt x="904815" y="263013"/>
                </a:lnTo>
                <a:lnTo>
                  <a:pt x="904704" y="263457"/>
                </a:lnTo>
                <a:lnTo>
                  <a:pt x="904587" y="263862"/>
                </a:lnTo>
                <a:lnTo>
                  <a:pt x="904466" y="264227"/>
                </a:lnTo>
                <a:lnTo>
                  <a:pt x="904339" y="264553"/>
                </a:lnTo>
                <a:lnTo>
                  <a:pt x="904206" y="264854"/>
                </a:lnTo>
                <a:lnTo>
                  <a:pt x="904067" y="265147"/>
                </a:lnTo>
                <a:lnTo>
                  <a:pt x="903925" y="265434"/>
                </a:lnTo>
                <a:lnTo>
                  <a:pt x="903778" y="265714"/>
                </a:lnTo>
                <a:lnTo>
                  <a:pt x="903626" y="265988"/>
                </a:lnTo>
                <a:lnTo>
                  <a:pt x="903471" y="266254"/>
                </a:lnTo>
                <a:lnTo>
                  <a:pt x="903311" y="266513"/>
                </a:lnTo>
                <a:lnTo>
                  <a:pt x="903146" y="266766"/>
                </a:lnTo>
                <a:lnTo>
                  <a:pt x="902977" y="267012"/>
                </a:lnTo>
                <a:lnTo>
                  <a:pt x="902804" y="267251"/>
                </a:lnTo>
                <a:lnTo>
                  <a:pt x="902626" y="267482"/>
                </a:lnTo>
                <a:lnTo>
                  <a:pt x="902444" y="267707"/>
                </a:lnTo>
                <a:lnTo>
                  <a:pt x="902258" y="267925"/>
                </a:lnTo>
                <a:lnTo>
                  <a:pt x="902067" y="268136"/>
                </a:lnTo>
                <a:lnTo>
                  <a:pt x="901871" y="268340"/>
                </a:lnTo>
                <a:lnTo>
                  <a:pt x="901672" y="268537"/>
                </a:lnTo>
                <a:lnTo>
                  <a:pt x="901468" y="268726"/>
                </a:lnTo>
                <a:lnTo>
                  <a:pt x="901259" y="268909"/>
                </a:lnTo>
                <a:lnTo>
                  <a:pt x="901047" y="269085"/>
                </a:lnTo>
                <a:lnTo>
                  <a:pt x="900829" y="269253"/>
                </a:lnTo>
                <a:lnTo>
                  <a:pt x="900608" y="269415"/>
                </a:lnTo>
                <a:lnTo>
                  <a:pt x="900382" y="269569"/>
                </a:lnTo>
                <a:lnTo>
                  <a:pt x="900151" y="269716"/>
                </a:lnTo>
                <a:lnTo>
                  <a:pt x="899917" y="269856"/>
                </a:lnTo>
                <a:lnTo>
                  <a:pt x="899427" y="270126"/>
                </a:lnTo>
                <a:lnTo>
                  <a:pt x="898928" y="270383"/>
                </a:lnTo>
                <a:lnTo>
                  <a:pt x="898421" y="270628"/>
                </a:lnTo>
                <a:lnTo>
                  <a:pt x="897905" y="270861"/>
                </a:lnTo>
                <a:lnTo>
                  <a:pt x="897381" y="271083"/>
                </a:lnTo>
                <a:lnTo>
                  <a:pt x="896848" y="271292"/>
                </a:lnTo>
                <a:lnTo>
                  <a:pt x="896307" y="271489"/>
                </a:lnTo>
                <a:lnTo>
                  <a:pt x="895758" y="271674"/>
                </a:lnTo>
                <a:lnTo>
                  <a:pt x="895200" y="271848"/>
                </a:lnTo>
                <a:lnTo>
                  <a:pt x="894634" y="272009"/>
                </a:lnTo>
                <a:lnTo>
                  <a:pt x="894059" y="272158"/>
                </a:lnTo>
                <a:lnTo>
                  <a:pt x="893477" y="272295"/>
                </a:lnTo>
                <a:lnTo>
                  <a:pt x="892886" y="272420"/>
                </a:lnTo>
                <a:lnTo>
                  <a:pt x="892286" y="272533"/>
                </a:lnTo>
                <a:lnTo>
                  <a:pt x="891679" y="272634"/>
                </a:lnTo>
                <a:lnTo>
                  <a:pt x="891063" y="272722"/>
                </a:lnTo>
                <a:lnTo>
                  <a:pt x="890439" y="272799"/>
                </a:lnTo>
                <a:lnTo>
                  <a:pt x="889807" y="272864"/>
                </a:lnTo>
                <a:lnTo>
                  <a:pt x="889167" y="272916"/>
                </a:lnTo>
                <a:lnTo>
                  <a:pt x="888519" y="272956"/>
                </a:lnTo>
                <a:lnTo>
                  <a:pt x="887862" y="272985"/>
                </a:lnTo>
                <a:lnTo>
                  <a:pt x="887198" y="273001"/>
                </a:lnTo>
                <a:lnTo>
                  <a:pt x="886525" y="273004"/>
                </a:lnTo>
                <a:lnTo>
                  <a:pt x="885845" y="272996"/>
                </a:lnTo>
                <a:lnTo>
                  <a:pt x="882092" y="272996"/>
                </a:lnTo>
                <a:lnTo>
                  <a:pt x="882092" y="278548"/>
                </a:lnTo>
                <a:lnTo>
                  <a:pt x="953984" y="278548"/>
                </a:lnTo>
                <a:lnTo>
                  <a:pt x="953984" y="272996"/>
                </a:lnTo>
                <a:lnTo>
                  <a:pt x="953060" y="272992"/>
                </a:lnTo>
                <a:lnTo>
                  <a:pt x="952161" y="272981"/>
                </a:lnTo>
                <a:lnTo>
                  <a:pt x="951285" y="272961"/>
                </a:lnTo>
                <a:lnTo>
                  <a:pt x="950434" y="272934"/>
                </a:lnTo>
                <a:lnTo>
                  <a:pt x="949607" y="272899"/>
                </a:lnTo>
                <a:lnTo>
                  <a:pt x="948804" y="272856"/>
                </a:lnTo>
                <a:lnTo>
                  <a:pt x="948025" y="272806"/>
                </a:lnTo>
                <a:lnTo>
                  <a:pt x="947270" y="272747"/>
                </a:lnTo>
                <a:lnTo>
                  <a:pt x="946539" y="272681"/>
                </a:lnTo>
                <a:lnTo>
                  <a:pt x="945833" y="272607"/>
                </a:lnTo>
                <a:lnTo>
                  <a:pt x="945151" y="272526"/>
                </a:lnTo>
                <a:lnTo>
                  <a:pt x="944492" y="272436"/>
                </a:lnTo>
                <a:lnTo>
                  <a:pt x="943858" y="272339"/>
                </a:lnTo>
                <a:lnTo>
                  <a:pt x="943248" y="272234"/>
                </a:lnTo>
                <a:lnTo>
                  <a:pt x="942662" y="272121"/>
                </a:lnTo>
                <a:lnTo>
                  <a:pt x="942101" y="272001"/>
                </a:lnTo>
                <a:lnTo>
                  <a:pt x="941563" y="271872"/>
                </a:lnTo>
                <a:lnTo>
                  <a:pt x="941050" y="271736"/>
                </a:lnTo>
                <a:lnTo>
                  <a:pt x="940560" y="271592"/>
                </a:lnTo>
                <a:lnTo>
                  <a:pt x="940095" y="271441"/>
                </a:lnTo>
                <a:lnTo>
                  <a:pt x="939654" y="271281"/>
                </a:lnTo>
                <a:lnTo>
                  <a:pt x="939237" y="271114"/>
                </a:lnTo>
                <a:lnTo>
                  <a:pt x="938845" y="270939"/>
                </a:lnTo>
                <a:lnTo>
                  <a:pt x="938476" y="270756"/>
                </a:lnTo>
                <a:lnTo>
                  <a:pt x="938126" y="270567"/>
                </a:lnTo>
                <a:lnTo>
                  <a:pt x="937785" y="270372"/>
                </a:lnTo>
                <a:lnTo>
                  <a:pt x="937452" y="270171"/>
                </a:lnTo>
                <a:lnTo>
                  <a:pt x="937128" y="269965"/>
                </a:lnTo>
                <a:lnTo>
                  <a:pt x="936812" y="269753"/>
                </a:lnTo>
                <a:lnTo>
                  <a:pt x="936506" y="269536"/>
                </a:lnTo>
                <a:lnTo>
                  <a:pt x="936208" y="269313"/>
                </a:lnTo>
                <a:lnTo>
                  <a:pt x="935918" y="269085"/>
                </a:lnTo>
                <a:lnTo>
                  <a:pt x="935637" y="268851"/>
                </a:lnTo>
                <a:lnTo>
                  <a:pt x="935365" y="268612"/>
                </a:lnTo>
                <a:lnTo>
                  <a:pt x="935102" y="268367"/>
                </a:lnTo>
                <a:lnTo>
                  <a:pt x="934848" y="268116"/>
                </a:lnTo>
                <a:lnTo>
                  <a:pt x="934602" y="267861"/>
                </a:lnTo>
                <a:lnTo>
                  <a:pt x="934365" y="267599"/>
                </a:lnTo>
                <a:lnTo>
                  <a:pt x="934137" y="267333"/>
                </a:lnTo>
                <a:lnTo>
                  <a:pt x="933918" y="267060"/>
                </a:lnTo>
                <a:lnTo>
                  <a:pt x="933707" y="266783"/>
                </a:lnTo>
                <a:lnTo>
                  <a:pt x="933506" y="266500"/>
                </a:lnTo>
                <a:lnTo>
                  <a:pt x="933313" y="266211"/>
                </a:lnTo>
                <a:lnTo>
                  <a:pt x="933129" y="265917"/>
                </a:lnTo>
                <a:lnTo>
                  <a:pt x="932954" y="265618"/>
                </a:lnTo>
                <a:lnTo>
                  <a:pt x="932788" y="265313"/>
                </a:lnTo>
                <a:lnTo>
                  <a:pt x="932631" y="265003"/>
                </a:lnTo>
                <a:lnTo>
                  <a:pt x="932483" y="264687"/>
                </a:lnTo>
                <a:lnTo>
                  <a:pt x="932343" y="264351"/>
                </a:lnTo>
                <a:lnTo>
                  <a:pt x="932208" y="263979"/>
                </a:lnTo>
                <a:lnTo>
                  <a:pt x="932079" y="263572"/>
                </a:lnTo>
                <a:lnTo>
                  <a:pt x="931957" y="263130"/>
                </a:lnTo>
                <a:lnTo>
                  <a:pt x="931840" y="262652"/>
                </a:lnTo>
                <a:lnTo>
                  <a:pt x="931729" y="262138"/>
                </a:lnTo>
                <a:lnTo>
                  <a:pt x="931625" y="261589"/>
                </a:lnTo>
                <a:lnTo>
                  <a:pt x="931526" y="261004"/>
                </a:lnTo>
                <a:lnTo>
                  <a:pt x="931433" y="260384"/>
                </a:lnTo>
                <a:lnTo>
                  <a:pt x="931347" y="259728"/>
                </a:lnTo>
                <a:lnTo>
                  <a:pt x="931266" y="259036"/>
                </a:lnTo>
                <a:lnTo>
                  <a:pt x="931191" y="258309"/>
                </a:lnTo>
                <a:lnTo>
                  <a:pt x="931122" y="257546"/>
                </a:lnTo>
                <a:lnTo>
                  <a:pt x="931059" y="256748"/>
                </a:lnTo>
                <a:lnTo>
                  <a:pt x="931003" y="255914"/>
                </a:lnTo>
                <a:lnTo>
                  <a:pt x="930952" y="255045"/>
                </a:lnTo>
                <a:lnTo>
                  <a:pt x="930907" y="254140"/>
                </a:lnTo>
                <a:lnTo>
                  <a:pt x="930868" y="253199"/>
                </a:lnTo>
                <a:lnTo>
                  <a:pt x="930835" y="252222"/>
                </a:lnTo>
                <a:lnTo>
                  <a:pt x="930808" y="251210"/>
                </a:lnTo>
                <a:lnTo>
                  <a:pt x="930787" y="250162"/>
                </a:lnTo>
                <a:lnTo>
                  <a:pt x="930772" y="249079"/>
                </a:lnTo>
                <a:lnTo>
                  <a:pt x="930763" y="247960"/>
                </a:lnTo>
                <a:lnTo>
                  <a:pt x="930760" y="246805"/>
                </a:lnTo>
                <a:lnTo>
                  <a:pt x="930760" y="205010"/>
                </a:lnTo>
                <a:lnTo>
                  <a:pt x="931382" y="205565"/>
                </a:lnTo>
                <a:lnTo>
                  <a:pt x="931999" y="206104"/>
                </a:lnTo>
                <a:lnTo>
                  <a:pt x="932611" y="206627"/>
                </a:lnTo>
                <a:lnTo>
                  <a:pt x="933217" y="207134"/>
                </a:lnTo>
                <a:lnTo>
                  <a:pt x="933818" y="207626"/>
                </a:lnTo>
                <a:lnTo>
                  <a:pt x="934414" y="208102"/>
                </a:lnTo>
                <a:lnTo>
                  <a:pt x="935005" y="208562"/>
                </a:lnTo>
                <a:lnTo>
                  <a:pt x="935591" y="209006"/>
                </a:lnTo>
                <a:lnTo>
                  <a:pt x="936171" y="209435"/>
                </a:lnTo>
                <a:lnTo>
                  <a:pt x="936746" y="209848"/>
                </a:lnTo>
                <a:lnTo>
                  <a:pt x="937316" y="210245"/>
                </a:lnTo>
                <a:lnTo>
                  <a:pt x="937880" y="210627"/>
                </a:lnTo>
                <a:lnTo>
                  <a:pt x="938439" y="210993"/>
                </a:lnTo>
                <a:lnTo>
                  <a:pt x="938993" y="211344"/>
                </a:lnTo>
                <a:lnTo>
                  <a:pt x="939542" y="211679"/>
                </a:lnTo>
                <a:lnTo>
                  <a:pt x="940085" y="211998"/>
                </a:lnTo>
                <a:lnTo>
                  <a:pt x="940623" y="212301"/>
                </a:lnTo>
                <a:lnTo>
                  <a:pt x="941155" y="212589"/>
                </a:lnTo>
                <a:lnTo>
                  <a:pt x="941683" y="212862"/>
                </a:lnTo>
                <a:lnTo>
                  <a:pt x="942205" y="213118"/>
                </a:lnTo>
                <a:lnTo>
                  <a:pt x="942721" y="213360"/>
                </a:lnTo>
                <a:lnTo>
                  <a:pt x="943232" y="213585"/>
                </a:lnTo>
                <a:lnTo>
                  <a:pt x="943738" y="213795"/>
                </a:lnTo>
                <a:lnTo>
                  <a:pt x="944239" y="213990"/>
                </a:lnTo>
                <a:lnTo>
                  <a:pt x="944919" y="214247"/>
                </a:lnTo>
                <a:lnTo>
                  <a:pt x="945609" y="214494"/>
                </a:lnTo>
                <a:lnTo>
                  <a:pt x="946310" y="214730"/>
                </a:lnTo>
                <a:lnTo>
                  <a:pt x="947021" y="214955"/>
                </a:lnTo>
                <a:lnTo>
                  <a:pt x="947743" y="215169"/>
                </a:lnTo>
                <a:lnTo>
                  <a:pt x="948475" y="215372"/>
                </a:lnTo>
                <a:lnTo>
                  <a:pt x="949217" y="215564"/>
                </a:lnTo>
                <a:lnTo>
                  <a:pt x="949970" y="215745"/>
                </a:lnTo>
                <a:lnTo>
                  <a:pt x="950733" y="215915"/>
                </a:lnTo>
                <a:lnTo>
                  <a:pt x="951506" y="216074"/>
                </a:lnTo>
                <a:lnTo>
                  <a:pt x="952290" y="216222"/>
                </a:lnTo>
                <a:lnTo>
                  <a:pt x="953084" y="216359"/>
                </a:lnTo>
                <a:lnTo>
                  <a:pt x="953888" y="216485"/>
                </a:lnTo>
                <a:lnTo>
                  <a:pt x="954703" y="216600"/>
                </a:lnTo>
                <a:lnTo>
                  <a:pt x="955529" y="216704"/>
                </a:lnTo>
                <a:lnTo>
                  <a:pt x="956364" y="216798"/>
                </a:lnTo>
                <a:lnTo>
                  <a:pt x="957210" y="216880"/>
                </a:lnTo>
                <a:lnTo>
                  <a:pt x="958067" y="216951"/>
                </a:lnTo>
                <a:lnTo>
                  <a:pt x="958933" y="217012"/>
                </a:lnTo>
                <a:lnTo>
                  <a:pt x="959810" y="217061"/>
                </a:lnTo>
                <a:lnTo>
                  <a:pt x="960698" y="217099"/>
                </a:lnTo>
                <a:lnTo>
                  <a:pt x="961596" y="217127"/>
                </a:lnTo>
                <a:lnTo>
                  <a:pt x="962504" y="217143"/>
                </a:lnTo>
                <a:lnTo>
                  <a:pt x="963423" y="217149"/>
                </a:lnTo>
                <a:lnTo>
                  <a:pt x="965528" y="217116"/>
                </a:lnTo>
                <a:lnTo>
                  <a:pt x="967603" y="217017"/>
                </a:lnTo>
                <a:lnTo>
                  <a:pt x="969648" y="216852"/>
                </a:lnTo>
                <a:lnTo>
                  <a:pt x="971663" y="216621"/>
                </a:lnTo>
                <a:lnTo>
                  <a:pt x="973648" y="216324"/>
                </a:lnTo>
                <a:lnTo>
                  <a:pt x="975603" y="215960"/>
                </a:lnTo>
                <a:lnTo>
                  <a:pt x="977527" y="215531"/>
                </a:lnTo>
                <a:lnTo>
                  <a:pt x="979422" y="215036"/>
                </a:lnTo>
                <a:lnTo>
                  <a:pt x="981286" y="214475"/>
                </a:lnTo>
                <a:lnTo>
                  <a:pt x="983120" y="213848"/>
                </a:lnTo>
                <a:lnTo>
                  <a:pt x="984925" y="213155"/>
                </a:lnTo>
                <a:lnTo>
                  <a:pt x="986699" y="212396"/>
                </a:lnTo>
                <a:lnTo>
                  <a:pt x="988443" y="211571"/>
                </a:lnTo>
                <a:lnTo>
                  <a:pt x="990156" y="210679"/>
                </a:lnTo>
                <a:lnTo>
                  <a:pt x="991840" y="209722"/>
                </a:lnTo>
                <a:lnTo>
                  <a:pt x="993494" y="208699"/>
                </a:lnTo>
                <a:lnTo>
                  <a:pt x="995117" y="207610"/>
                </a:lnTo>
                <a:lnTo>
                  <a:pt x="996711" y="206455"/>
                </a:lnTo>
                <a:lnTo>
                  <a:pt x="998274" y="205233"/>
                </a:lnTo>
                <a:lnTo>
                  <a:pt x="999807" y="203946"/>
                </a:lnTo>
                <a:lnTo>
                  <a:pt x="1001310" y="202593"/>
                </a:lnTo>
                <a:lnTo>
                  <a:pt x="1002783" y="201174"/>
                </a:lnTo>
                <a:lnTo>
                  <a:pt x="1004226" y="199688"/>
                </a:lnTo>
                <a:lnTo>
                  <a:pt x="1005638" y="198137"/>
                </a:lnTo>
                <a:lnTo>
                  <a:pt x="1007302" y="196180"/>
                </a:lnTo>
                <a:lnTo>
                  <a:pt x="1008895" y="194180"/>
                </a:lnTo>
                <a:lnTo>
                  <a:pt x="1010416" y="192138"/>
                </a:lnTo>
                <a:lnTo>
                  <a:pt x="1011867" y="190053"/>
                </a:lnTo>
                <a:lnTo>
                  <a:pt x="1013247" y="187926"/>
                </a:lnTo>
                <a:lnTo>
                  <a:pt x="1014556" y="185756"/>
                </a:lnTo>
                <a:lnTo>
                  <a:pt x="1015794" y="183543"/>
                </a:lnTo>
                <a:lnTo>
                  <a:pt x="1016961" y="181288"/>
                </a:lnTo>
                <a:lnTo>
                  <a:pt x="1018058" y="178991"/>
                </a:lnTo>
                <a:lnTo>
                  <a:pt x="1019083" y="176651"/>
                </a:lnTo>
                <a:lnTo>
                  <a:pt x="1020038" y="174268"/>
                </a:lnTo>
                <a:lnTo>
                  <a:pt x="1020921" y="171843"/>
                </a:lnTo>
                <a:lnTo>
                  <a:pt x="1021734" y="169375"/>
                </a:lnTo>
                <a:lnTo>
                  <a:pt x="1022477" y="166865"/>
                </a:lnTo>
                <a:lnTo>
                  <a:pt x="1023148" y="164312"/>
                </a:lnTo>
                <a:lnTo>
                  <a:pt x="1023749" y="161717"/>
                </a:lnTo>
                <a:lnTo>
                  <a:pt x="1024279" y="159079"/>
                </a:lnTo>
                <a:lnTo>
                  <a:pt x="1024738" y="156398"/>
                </a:lnTo>
                <a:lnTo>
                  <a:pt x="1025126" y="153674"/>
                </a:lnTo>
                <a:lnTo>
                  <a:pt x="1025444" y="150908"/>
                </a:lnTo>
                <a:lnTo>
                  <a:pt x="1025691" y="148100"/>
                </a:lnTo>
                <a:lnTo>
                  <a:pt x="1025868" y="145248"/>
                </a:lnTo>
                <a:lnTo>
                  <a:pt x="1025974" y="142354"/>
                </a:lnTo>
                <a:lnTo>
                  <a:pt x="1026009" y="139418"/>
                </a:lnTo>
                <a:lnTo>
                  <a:pt x="1025980" y="136794"/>
                </a:lnTo>
                <a:lnTo>
                  <a:pt x="1025892" y="134212"/>
                </a:lnTo>
                <a:lnTo>
                  <a:pt x="1025745" y="131671"/>
                </a:lnTo>
                <a:lnTo>
                  <a:pt x="1025540" y="129172"/>
                </a:lnTo>
                <a:lnTo>
                  <a:pt x="1025276" y="126714"/>
                </a:lnTo>
                <a:lnTo>
                  <a:pt x="1024953" y="124298"/>
                </a:lnTo>
                <a:lnTo>
                  <a:pt x="1024572" y="121923"/>
                </a:lnTo>
                <a:lnTo>
                  <a:pt x="1024132" y="119589"/>
                </a:lnTo>
                <a:lnTo>
                  <a:pt x="1023633" y="117298"/>
                </a:lnTo>
                <a:lnTo>
                  <a:pt x="1023075" y="115047"/>
                </a:lnTo>
                <a:lnTo>
                  <a:pt x="1022458" y="112838"/>
                </a:lnTo>
                <a:lnTo>
                  <a:pt x="1021783" y="110671"/>
                </a:lnTo>
                <a:lnTo>
                  <a:pt x="1021049" y="108545"/>
                </a:lnTo>
                <a:lnTo>
                  <a:pt x="1020256" y="106460"/>
                </a:lnTo>
                <a:lnTo>
                  <a:pt x="1019404" y="104417"/>
                </a:lnTo>
                <a:lnTo>
                  <a:pt x="1018493" y="102416"/>
                </a:lnTo>
                <a:lnTo>
                  <a:pt x="1017523" y="100456"/>
                </a:lnTo>
                <a:lnTo>
                  <a:pt x="1016495" y="98537"/>
                </a:lnTo>
                <a:lnTo>
                  <a:pt x="1015407" y="96660"/>
                </a:lnTo>
                <a:lnTo>
                  <a:pt x="1014260" y="94825"/>
                </a:lnTo>
                <a:lnTo>
                  <a:pt x="1013055" y="93031"/>
                </a:lnTo>
                <a:lnTo>
                  <a:pt x="1011791" y="91278"/>
                </a:lnTo>
                <a:lnTo>
                  <a:pt x="1010467" y="89567"/>
                </a:lnTo>
                <a:lnTo>
                  <a:pt x="1009085" y="87897"/>
                </a:lnTo>
                <a:lnTo>
                  <a:pt x="1007926" y="86578"/>
                </a:lnTo>
                <a:lnTo>
                  <a:pt x="1006744" y="85315"/>
                </a:lnTo>
                <a:lnTo>
                  <a:pt x="1005537" y="84108"/>
                </a:lnTo>
                <a:lnTo>
                  <a:pt x="1004306" y="82958"/>
                </a:lnTo>
                <a:lnTo>
                  <a:pt x="1003051" y="81863"/>
                </a:lnTo>
                <a:lnTo>
                  <a:pt x="1001773" y="80825"/>
                </a:lnTo>
                <a:lnTo>
                  <a:pt x="1000469" y="79843"/>
                </a:lnTo>
                <a:lnTo>
                  <a:pt x="999142" y="78917"/>
                </a:lnTo>
                <a:lnTo>
                  <a:pt x="997791" y="78048"/>
                </a:lnTo>
                <a:lnTo>
                  <a:pt x="996416" y="77234"/>
                </a:lnTo>
                <a:lnTo>
                  <a:pt x="995017" y="76477"/>
                </a:lnTo>
                <a:lnTo>
                  <a:pt x="993593" y="75776"/>
                </a:lnTo>
                <a:lnTo>
                  <a:pt x="992146" y="75131"/>
                </a:lnTo>
                <a:lnTo>
                  <a:pt x="990675" y="74542"/>
                </a:lnTo>
                <a:lnTo>
                  <a:pt x="989179" y="74009"/>
                </a:lnTo>
                <a:lnTo>
                  <a:pt x="987660" y="73532"/>
                </a:lnTo>
                <a:lnTo>
                  <a:pt x="986117" y="73112"/>
                </a:lnTo>
                <a:lnTo>
                  <a:pt x="984549" y="72747"/>
                </a:lnTo>
                <a:lnTo>
                  <a:pt x="982958" y="72439"/>
                </a:lnTo>
                <a:lnTo>
                  <a:pt x="981343" y="72187"/>
                </a:lnTo>
                <a:lnTo>
                  <a:pt x="979703" y="71991"/>
                </a:lnTo>
                <a:lnTo>
                  <a:pt x="978040" y="71850"/>
                </a:lnTo>
                <a:lnTo>
                  <a:pt x="976353" y="71766"/>
                </a:lnTo>
                <a:lnTo>
                  <a:pt x="974642" y="71738"/>
                </a:lnTo>
                <a:lnTo>
                  <a:pt x="973658" y="71751"/>
                </a:lnTo>
                <a:lnTo>
                  <a:pt x="972678" y="71789"/>
                </a:lnTo>
                <a:lnTo>
                  <a:pt x="971702" y="71851"/>
                </a:lnTo>
                <a:lnTo>
                  <a:pt x="970730" y="71939"/>
                </a:lnTo>
                <a:lnTo>
                  <a:pt x="969761" y="72053"/>
                </a:lnTo>
                <a:lnTo>
                  <a:pt x="968797" y="72191"/>
                </a:lnTo>
                <a:lnTo>
                  <a:pt x="967837" y="72354"/>
                </a:lnTo>
                <a:lnTo>
                  <a:pt x="966881" y="72543"/>
                </a:lnTo>
                <a:lnTo>
                  <a:pt x="965928" y="72757"/>
                </a:lnTo>
                <a:lnTo>
                  <a:pt x="964980" y="72996"/>
                </a:lnTo>
                <a:lnTo>
                  <a:pt x="964035" y="73260"/>
                </a:lnTo>
                <a:lnTo>
                  <a:pt x="963095" y="73550"/>
                </a:lnTo>
                <a:lnTo>
                  <a:pt x="962158" y="73865"/>
                </a:lnTo>
                <a:lnTo>
                  <a:pt x="961225" y="74205"/>
                </a:lnTo>
                <a:lnTo>
                  <a:pt x="960296" y="74570"/>
                </a:lnTo>
                <a:lnTo>
                  <a:pt x="959371" y="74960"/>
                </a:lnTo>
                <a:lnTo>
                  <a:pt x="958449" y="75376"/>
                </a:lnTo>
                <a:lnTo>
                  <a:pt x="957532" y="75817"/>
                </a:lnTo>
                <a:lnTo>
                  <a:pt x="956618" y="76284"/>
                </a:lnTo>
                <a:lnTo>
                  <a:pt x="955709" y="76775"/>
                </a:lnTo>
                <a:lnTo>
                  <a:pt x="954803" y="77292"/>
                </a:lnTo>
                <a:lnTo>
                  <a:pt x="953900" y="77834"/>
                </a:lnTo>
                <a:lnTo>
                  <a:pt x="953002" y="78402"/>
                </a:lnTo>
                <a:lnTo>
                  <a:pt x="952107" y="78994"/>
                </a:lnTo>
                <a:lnTo>
                  <a:pt x="951215" y="79619"/>
                </a:lnTo>
                <a:lnTo>
                  <a:pt x="950323" y="80281"/>
                </a:lnTo>
                <a:lnTo>
                  <a:pt x="949431" y="80981"/>
                </a:lnTo>
                <a:lnTo>
                  <a:pt x="948540" y="81718"/>
                </a:lnTo>
                <a:lnTo>
                  <a:pt x="947649" y="82493"/>
                </a:lnTo>
                <a:lnTo>
                  <a:pt x="946758" y="83306"/>
                </a:lnTo>
                <a:lnTo>
                  <a:pt x="945868" y="84156"/>
                </a:lnTo>
                <a:lnTo>
                  <a:pt x="944978" y="85044"/>
                </a:lnTo>
                <a:lnTo>
                  <a:pt x="944088" y="85970"/>
                </a:lnTo>
                <a:lnTo>
                  <a:pt x="943198" y="86934"/>
                </a:lnTo>
                <a:lnTo>
                  <a:pt x="942309" y="87935"/>
                </a:lnTo>
                <a:lnTo>
                  <a:pt x="941419" y="88974"/>
                </a:lnTo>
                <a:lnTo>
                  <a:pt x="940531" y="90051"/>
                </a:lnTo>
                <a:lnTo>
                  <a:pt x="939642" y="91165"/>
                </a:lnTo>
                <a:lnTo>
                  <a:pt x="938753" y="92317"/>
                </a:lnTo>
                <a:lnTo>
                  <a:pt x="937865" y="93507"/>
                </a:lnTo>
                <a:lnTo>
                  <a:pt x="936976" y="94734"/>
                </a:lnTo>
                <a:lnTo>
                  <a:pt x="936088" y="95999"/>
                </a:lnTo>
                <a:lnTo>
                  <a:pt x="935200" y="97302"/>
                </a:lnTo>
                <a:lnTo>
                  <a:pt x="934312" y="98643"/>
                </a:lnTo>
                <a:lnTo>
                  <a:pt x="933424" y="100021"/>
                </a:lnTo>
                <a:lnTo>
                  <a:pt x="932536" y="101437"/>
                </a:lnTo>
                <a:lnTo>
                  <a:pt x="931648" y="102890"/>
                </a:lnTo>
                <a:lnTo>
                  <a:pt x="930760" y="104381"/>
                </a:lnTo>
                <a:lnTo>
                  <a:pt x="930760" y="72332"/>
                </a:lnTo>
                <a:lnTo>
                  <a:pt x="925074" y="72332"/>
                </a:lnTo>
                <a:lnTo>
                  <a:pt x="882839" y="89410"/>
                </a:lnTo>
                <a:lnTo>
                  <a:pt x="884639" y="94196"/>
                </a:lnTo>
                <a:lnTo>
                  <a:pt x="885097" y="94025"/>
                </a:lnTo>
                <a:lnTo>
                  <a:pt x="885549" y="93861"/>
                </a:lnTo>
                <a:lnTo>
                  <a:pt x="885994" y="93704"/>
                </a:lnTo>
                <a:lnTo>
                  <a:pt x="886432" y="93555"/>
                </a:lnTo>
                <a:close/>
                <a:moveTo>
                  <a:pt x="950935" y="95933"/>
                </a:moveTo>
                <a:lnTo>
                  <a:pt x="951524" y="95691"/>
                </a:lnTo>
                <a:lnTo>
                  <a:pt x="952113" y="95461"/>
                </a:lnTo>
                <a:lnTo>
                  <a:pt x="952703" y="95243"/>
                </a:lnTo>
                <a:lnTo>
                  <a:pt x="953294" y="95038"/>
                </a:lnTo>
                <a:lnTo>
                  <a:pt x="953885" y="94845"/>
                </a:lnTo>
                <a:lnTo>
                  <a:pt x="954477" y="94665"/>
                </a:lnTo>
                <a:lnTo>
                  <a:pt x="955069" y="94497"/>
                </a:lnTo>
                <a:lnTo>
                  <a:pt x="955661" y="94342"/>
                </a:lnTo>
                <a:lnTo>
                  <a:pt x="956255" y="94199"/>
                </a:lnTo>
                <a:lnTo>
                  <a:pt x="956848" y="94069"/>
                </a:lnTo>
                <a:lnTo>
                  <a:pt x="957442" y="93951"/>
                </a:lnTo>
                <a:lnTo>
                  <a:pt x="958037" y="93846"/>
                </a:lnTo>
                <a:lnTo>
                  <a:pt x="958632" y="93753"/>
                </a:lnTo>
                <a:lnTo>
                  <a:pt x="959228" y="93672"/>
                </a:lnTo>
                <a:lnTo>
                  <a:pt x="959824" y="93604"/>
                </a:lnTo>
                <a:lnTo>
                  <a:pt x="960420" y="93548"/>
                </a:lnTo>
                <a:lnTo>
                  <a:pt x="961017" y="93505"/>
                </a:lnTo>
                <a:lnTo>
                  <a:pt x="961614" y="93474"/>
                </a:lnTo>
                <a:lnTo>
                  <a:pt x="962212" y="93456"/>
                </a:lnTo>
                <a:lnTo>
                  <a:pt x="962810" y="93449"/>
                </a:lnTo>
                <a:lnTo>
                  <a:pt x="963902" y="93470"/>
                </a:lnTo>
                <a:lnTo>
                  <a:pt x="964982" y="93530"/>
                </a:lnTo>
                <a:lnTo>
                  <a:pt x="966050" y="93632"/>
                </a:lnTo>
                <a:lnTo>
                  <a:pt x="967105" y="93773"/>
                </a:lnTo>
                <a:lnTo>
                  <a:pt x="968147" y="93956"/>
                </a:lnTo>
                <a:lnTo>
                  <a:pt x="969178" y="94178"/>
                </a:lnTo>
                <a:lnTo>
                  <a:pt x="970195" y="94442"/>
                </a:lnTo>
                <a:lnTo>
                  <a:pt x="971201" y="94746"/>
                </a:lnTo>
                <a:lnTo>
                  <a:pt x="972193" y="95090"/>
                </a:lnTo>
                <a:lnTo>
                  <a:pt x="973174" y="95475"/>
                </a:lnTo>
                <a:lnTo>
                  <a:pt x="974141" y="95901"/>
                </a:lnTo>
                <a:lnTo>
                  <a:pt x="975096" y="96367"/>
                </a:lnTo>
                <a:lnTo>
                  <a:pt x="976039" y="96873"/>
                </a:lnTo>
                <a:lnTo>
                  <a:pt x="976969" y="97421"/>
                </a:lnTo>
                <a:lnTo>
                  <a:pt x="977887" y="98009"/>
                </a:lnTo>
                <a:lnTo>
                  <a:pt x="978791" y="98637"/>
                </a:lnTo>
                <a:lnTo>
                  <a:pt x="979684" y="99306"/>
                </a:lnTo>
                <a:lnTo>
                  <a:pt x="980563" y="100016"/>
                </a:lnTo>
                <a:lnTo>
                  <a:pt x="981430" y="100766"/>
                </a:lnTo>
                <a:lnTo>
                  <a:pt x="982284" y="101557"/>
                </a:lnTo>
                <a:lnTo>
                  <a:pt x="983126" y="102389"/>
                </a:lnTo>
                <a:lnTo>
                  <a:pt x="983955" y="103261"/>
                </a:lnTo>
                <a:lnTo>
                  <a:pt x="984771" y="104174"/>
                </a:lnTo>
                <a:lnTo>
                  <a:pt x="985574" y="105128"/>
                </a:lnTo>
                <a:lnTo>
                  <a:pt x="986699" y="106563"/>
                </a:lnTo>
                <a:lnTo>
                  <a:pt x="987776" y="108048"/>
                </a:lnTo>
                <a:lnTo>
                  <a:pt x="988805" y="109584"/>
                </a:lnTo>
                <a:lnTo>
                  <a:pt x="989786" y="111170"/>
                </a:lnTo>
                <a:lnTo>
                  <a:pt x="990719" y="112807"/>
                </a:lnTo>
                <a:lnTo>
                  <a:pt x="991605" y="114494"/>
                </a:lnTo>
                <a:lnTo>
                  <a:pt x="992442" y="116231"/>
                </a:lnTo>
                <a:lnTo>
                  <a:pt x="993232" y="118019"/>
                </a:lnTo>
                <a:lnTo>
                  <a:pt x="993974" y="119858"/>
                </a:lnTo>
                <a:lnTo>
                  <a:pt x="994668" y="121747"/>
                </a:lnTo>
                <a:lnTo>
                  <a:pt x="995314" y="123686"/>
                </a:lnTo>
                <a:lnTo>
                  <a:pt x="995912" y="125676"/>
                </a:lnTo>
                <a:lnTo>
                  <a:pt x="996463" y="127716"/>
                </a:lnTo>
                <a:lnTo>
                  <a:pt x="996965" y="129807"/>
                </a:lnTo>
                <a:lnTo>
                  <a:pt x="997420" y="131948"/>
                </a:lnTo>
                <a:lnTo>
                  <a:pt x="997827" y="134140"/>
                </a:lnTo>
                <a:lnTo>
                  <a:pt x="998186" y="136382"/>
                </a:lnTo>
                <a:lnTo>
                  <a:pt x="998497" y="138675"/>
                </a:lnTo>
                <a:lnTo>
                  <a:pt x="998760" y="141018"/>
                </a:lnTo>
                <a:lnTo>
                  <a:pt x="998976" y="143411"/>
                </a:lnTo>
                <a:lnTo>
                  <a:pt x="999143" y="145855"/>
                </a:lnTo>
                <a:lnTo>
                  <a:pt x="999263" y="148350"/>
                </a:lnTo>
                <a:lnTo>
                  <a:pt x="999335" y="150894"/>
                </a:lnTo>
                <a:lnTo>
                  <a:pt x="999359" y="153490"/>
                </a:lnTo>
                <a:lnTo>
                  <a:pt x="999338" y="155778"/>
                </a:lnTo>
                <a:lnTo>
                  <a:pt x="999275" y="158022"/>
                </a:lnTo>
                <a:lnTo>
                  <a:pt x="999169" y="160224"/>
                </a:lnTo>
                <a:lnTo>
                  <a:pt x="999022" y="162383"/>
                </a:lnTo>
                <a:lnTo>
                  <a:pt x="998832" y="164498"/>
                </a:lnTo>
                <a:lnTo>
                  <a:pt x="998601" y="166570"/>
                </a:lnTo>
                <a:lnTo>
                  <a:pt x="998327" y="168599"/>
                </a:lnTo>
                <a:lnTo>
                  <a:pt x="998011" y="170585"/>
                </a:lnTo>
                <a:lnTo>
                  <a:pt x="997653" y="172528"/>
                </a:lnTo>
                <a:lnTo>
                  <a:pt x="997253" y="174427"/>
                </a:lnTo>
                <a:lnTo>
                  <a:pt x="996811" y="176284"/>
                </a:lnTo>
                <a:lnTo>
                  <a:pt x="996327" y="178097"/>
                </a:lnTo>
                <a:lnTo>
                  <a:pt x="995800" y="179866"/>
                </a:lnTo>
                <a:lnTo>
                  <a:pt x="995231" y="181593"/>
                </a:lnTo>
                <a:lnTo>
                  <a:pt x="994620" y="183276"/>
                </a:lnTo>
                <a:lnTo>
                  <a:pt x="993967" y="184915"/>
                </a:lnTo>
                <a:lnTo>
                  <a:pt x="993271" y="186512"/>
                </a:lnTo>
                <a:lnTo>
                  <a:pt x="992534" y="188065"/>
                </a:lnTo>
                <a:lnTo>
                  <a:pt x="991754" y="189574"/>
                </a:lnTo>
                <a:lnTo>
                  <a:pt x="990932" y="191041"/>
                </a:lnTo>
                <a:lnTo>
                  <a:pt x="990067" y="192464"/>
                </a:lnTo>
                <a:lnTo>
                  <a:pt x="989160" y="193843"/>
                </a:lnTo>
                <a:lnTo>
                  <a:pt x="988212" y="195179"/>
                </a:lnTo>
                <a:lnTo>
                  <a:pt x="987220" y="196471"/>
                </a:lnTo>
                <a:lnTo>
                  <a:pt x="986438" y="197425"/>
                </a:lnTo>
                <a:lnTo>
                  <a:pt x="985635" y="198339"/>
                </a:lnTo>
                <a:lnTo>
                  <a:pt x="984813" y="199211"/>
                </a:lnTo>
                <a:lnTo>
                  <a:pt x="983970" y="200044"/>
                </a:lnTo>
                <a:lnTo>
                  <a:pt x="983108" y="200835"/>
                </a:lnTo>
                <a:lnTo>
                  <a:pt x="982227" y="201587"/>
                </a:lnTo>
                <a:lnTo>
                  <a:pt x="981325" y="202297"/>
                </a:lnTo>
                <a:lnTo>
                  <a:pt x="980404" y="202967"/>
                </a:lnTo>
                <a:lnTo>
                  <a:pt x="979463" y="203597"/>
                </a:lnTo>
                <a:lnTo>
                  <a:pt x="978502" y="204186"/>
                </a:lnTo>
                <a:lnTo>
                  <a:pt x="977521" y="204735"/>
                </a:lnTo>
                <a:lnTo>
                  <a:pt x="976520" y="205243"/>
                </a:lnTo>
                <a:lnTo>
                  <a:pt x="975500" y="205710"/>
                </a:lnTo>
                <a:lnTo>
                  <a:pt x="974460" y="206137"/>
                </a:lnTo>
                <a:lnTo>
                  <a:pt x="973400" y="206523"/>
                </a:lnTo>
                <a:lnTo>
                  <a:pt x="972320" y="206868"/>
                </a:lnTo>
                <a:lnTo>
                  <a:pt x="971220" y="207173"/>
                </a:lnTo>
                <a:lnTo>
                  <a:pt x="970100" y="207437"/>
                </a:lnTo>
                <a:lnTo>
                  <a:pt x="968960" y="207661"/>
                </a:lnTo>
                <a:lnTo>
                  <a:pt x="967801" y="207844"/>
                </a:lnTo>
                <a:lnTo>
                  <a:pt x="966621" y="207986"/>
                </a:lnTo>
                <a:lnTo>
                  <a:pt x="965422" y="208088"/>
                </a:lnTo>
                <a:lnTo>
                  <a:pt x="964202" y="208149"/>
                </a:lnTo>
                <a:lnTo>
                  <a:pt x="962963" y="208169"/>
                </a:lnTo>
                <a:lnTo>
                  <a:pt x="961934" y="208158"/>
                </a:lnTo>
                <a:lnTo>
                  <a:pt x="960920" y="208124"/>
                </a:lnTo>
                <a:lnTo>
                  <a:pt x="959922" y="208066"/>
                </a:lnTo>
                <a:lnTo>
                  <a:pt x="958938" y="207986"/>
                </a:lnTo>
                <a:lnTo>
                  <a:pt x="957969" y="207883"/>
                </a:lnTo>
                <a:lnTo>
                  <a:pt x="957014" y="207757"/>
                </a:lnTo>
                <a:lnTo>
                  <a:pt x="956075" y="207608"/>
                </a:lnTo>
                <a:lnTo>
                  <a:pt x="955151" y="207435"/>
                </a:lnTo>
                <a:lnTo>
                  <a:pt x="954242" y="207241"/>
                </a:lnTo>
                <a:lnTo>
                  <a:pt x="953347" y="207023"/>
                </a:lnTo>
                <a:lnTo>
                  <a:pt x="952467" y="206782"/>
                </a:lnTo>
                <a:lnTo>
                  <a:pt x="951603" y="206518"/>
                </a:lnTo>
                <a:lnTo>
                  <a:pt x="950753" y="206231"/>
                </a:lnTo>
                <a:lnTo>
                  <a:pt x="949918" y="205922"/>
                </a:lnTo>
                <a:lnTo>
                  <a:pt x="949097" y="205589"/>
                </a:lnTo>
                <a:lnTo>
                  <a:pt x="948292" y="205234"/>
                </a:lnTo>
                <a:lnTo>
                  <a:pt x="947501" y="204855"/>
                </a:lnTo>
                <a:lnTo>
                  <a:pt x="946726" y="204454"/>
                </a:lnTo>
                <a:lnTo>
                  <a:pt x="945965" y="204030"/>
                </a:lnTo>
                <a:lnTo>
                  <a:pt x="945218" y="203582"/>
                </a:lnTo>
                <a:lnTo>
                  <a:pt x="944487" y="203112"/>
                </a:lnTo>
                <a:lnTo>
                  <a:pt x="943770" y="202619"/>
                </a:lnTo>
                <a:lnTo>
                  <a:pt x="943069" y="202103"/>
                </a:lnTo>
                <a:lnTo>
                  <a:pt x="942382" y="201564"/>
                </a:lnTo>
                <a:lnTo>
                  <a:pt x="941710" y="201012"/>
                </a:lnTo>
                <a:lnTo>
                  <a:pt x="941060" y="200453"/>
                </a:lnTo>
                <a:lnTo>
                  <a:pt x="940431" y="199887"/>
                </a:lnTo>
                <a:lnTo>
                  <a:pt x="939824" y="199313"/>
                </a:lnTo>
                <a:lnTo>
                  <a:pt x="939238" y="198732"/>
                </a:lnTo>
                <a:lnTo>
                  <a:pt x="938673" y="198143"/>
                </a:lnTo>
                <a:lnTo>
                  <a:pt x="938129" y="197548"/>
                </a:lnTo>
                <a:lnTo>
                  <a:pt x="937607" y="196944"/>
                </a:lnTo>
                <a:lnTo>
                  <a:pt x="937105" y="196334"/>
                </a:lnTo>
                <a:lnTo>
                  <a:pt x="936625" y="195716"/>
                </a:lnTo>
                <a:lnTo>
                  <a:pt x="936166" y="195091"/>
                </a:lnTo>
                <a:lnTo>
                  <a:pt x="935728" y="194459"/>
                </a:lnTo>
                <a:lnTo>
                  <a:pt x="935312" y="193819"/>
                </a:lnTo>
                <a:lnTo>
                  <a:pt x="934916" y="193172"/>
                </a:lnTo>
                <a:lnTo>
                  <a:pt x="934542" y="192518"/>
                </a:lnTo>
                <a:lnTo>
                  <a:pt x="934189" y="191857"/>
                </a:lnTo>
                <a:lnTo>
                  <a:pt x="933856" y="191188"/>
                </a:lnTo>
                <a:lnTo>
                  <a:pt x="933545" y="190512"/>
                </a:lnTo>
                <a:lnTo>
                  <a:pt x="933255" y="189829"/>
                </a:lnTo>
                <a:lnTo>
                  <a:pt x="932986" y="189139"/>
                </a:lnTo>
                <a:lnTo>
                  <a:pt x="932738" y="188441"/>
                </a:lnTo>
                <a:lnTo>
                  <a:pt x="932511" y="187736"/>
                </a:lnTo>
                <a:lnTo>
                  <a:pt x="932305" y="187024"/>
                </a:lnTo>
                <a:lnTo>
                  <a:pt x="932120" y="186305"/>
                </a:lnTo>
                <a:lnTo>
                  <a:pt x="932009" y="185848"/>
                </a:lnTo>
                <a:lnTo>
                  <a:pt x="931904" y="185350"/>
                </a:lnTo>
                <a:lnTo>
                  <a:pt x="931803" y="184814"/>
                </a:lnTo>
                <a:lnTo>
                  <a:pt x="931706" y="184237"/>
                </a:lnTo>
                <a:lnTo>
                  <a:pt x="931615" y="183622"/>
                </a:lnTo>
                <a:lnTo>
                  <a:pt x="931528" y="182967"/>
                </a:lnTo>
                <a:lnTo>
                  <a:pt x="931445" y="182272"/>
                </a:lnTo>
                <a:lnTo>
                  <a:pt x="931367" y="181538"/>
                </a:lnTo>
                <a:lnTo>
                  <a:pt x="931294" y="180764"/>
                </a:lnTo>
                <a:lnTo>
                  <a:pt x="931225" y="179951"/>
                </a:lnTo>
                <a:lnTo>
                  <a:pt x="931162" y="179099"/>
                </a:lnTo>
                <a:lnTo>
                  <a:pt x="931102" y="178207"/>
                </a:lnTo>
                <a:lnTo>
                  <a:pt x="931048" y="177275"/>
                </a:lnTo>
                <a:lnTo>
                  <a:pt x="930998" y="176304"/>
                </a:lnTo>
                <a:lnTo>
                  <a:pt x="930953" y="175294"/>
                </a:lnTo>
                <a:lnTo>
                  <a:pt x="930913" y="174244"/>
                </a:lnTo>
                <a:lnTo>
                  <a:pt x="930877" y="173154"/>
                </a:lnTo>
                <a:lnTo>
                  <a:pt x="930846" y="172025"/>
                </a:lnTo>
                <a:lnTo>
                  <a:pt x="930820" y="170857"/>
                </a:lnTo>
                <a:lnTo>
                  <a:pt x="930798" y="169649"/>
                </a:lnTo>
                <a:lnTo>
                  <a:pt x="930782" y="168401"/>
                </a:lnTo>
                <a:lnTo>
                  <a:pt x="930770" y="167114"/>
                </a:lnTo>
                <a:lnTo>
                  <a:pt x="930763" y="165788"/>
                </a:lnTo>
                <a:lnTo>
                  <a:pt x="930760" y="164422"/>
                </a:lnTo>
                <a:lnTo>
                  <a:pt x="930760" y="113208"/>
                </a:lnTo>
                <a:lnTo>
                  <a:pt x="931784" y="112104"/>
                </a:lnTo>
                <a:lnTo>
                  <a:pt x="932784" y="111037"/>
                </a:lnTo>
                <a:lnTo>
                  <a:pt x="933759" y="110008"/>
                </a:lnTo>
                <a:lnTo>
                  <a:pt x="934709" y="109016"/>
                </a:lnTo>
                <a:lnTo>
                  <a:pt x="935635" y="108062"/>
                </a:lnTo>
                <a:lnTo>
                  <a:pt x="936536" y="107145"/>
                </a:lnTo>
                <a:lnTo>
                  <a:pt x="937413" y="106265"/>
                </a:lnTo>
                <a:lnTo>
                  <a:pt x="938266" y="105422"/>
                </a:lnTo>
                <a:lnTo>
                  <a:pt x="939094" y="104617"/>
                </a:lnTo>
                <a:lnTo>
                  <a:pt x="939898" y="103850"/>
                </a:lnTo>
                <a:lnTo>
                  <a:pt x="940677" y="103119"/>
                </a:lnTo>
                <a:lnTo>
                  <a:pt x="941431" y="102426"/>
                </a:lnTo>
                <a:lnTo>
                  <a:pt x="942162" y="101771"/>
                </a:lnTo>
                <a:lnTo>
                  <a:pt x="942868" y="101152"/>
                </a:lnTo>
                <a:lnTo>
                  <a:pt x="943549" y="100572"/>
                </a:lnTo>
                <a:lnTo>
                  <a:pt x="944206" y="100028"/>
                </a:lnTo>
                <a:lnTo>
                  <a:pt x="944839" y="99522"/>
                </a:lnTo>
                <a:lnTo>
                  <a:pt x="945447" y="99054"/>
                </a:lnTo>
                <a:lnTo>
                  <a:pt x="946031" y="98623"/>
                </a:lnTo>
                <a:lnTo>
                  <a:pt x="946590" y="98229"/>
                </a:lnTo>
                <a:lnTo>
                  <a:pt x="947125" y="97873"/>
                </a:lnTo>
                <a:lnTo>
                  <a:pt x="947636" y="97554"/>
                </a:lnTo>
                <a:lnTo>
                  <a:pt x="948123" y="97273"/>
                </a:lnTo>
                <a:lnTo>
                  <a:pt x="948585" y="97030"/>
                </a:lnTo>
                <a:lnTo>
                  <a:pt x="949171" y="96737"/>
                </a:lnTo>
                <a:lnTo>
                  <a:pt x="949759" y="96456"/>
                </a:lnTo>
                <a:lnTo>
                  <a:pt x="950346" y="96189"/>
                </a:lnTo>
                <a:lnTo>
                  <a:pt x="950935" y="95933"/>
                </a:lnTo>
                <a:close/>
                <a:moveTo>
                  <a:pt x="1341038" y="5930"/>
                </a:moveTo>
                <a:lnTo>
                  <a:pt x="1340738" y="6328"/>
                </a:lnTo>
                <a:lnTo>
                  <a:pt x="1340454" y="6733"/>
                </a:lnTo>
                <a:lnTo>
                  <a:pt x="1340186" y="7144"/>
                </a:lnTo>
                <a:lnTo>
                  <a:pt x="1339932" y="7562"/>
                </a:lnTo>
                <a:lnTo>
                  <a:pt x="1339694" y="7986"/>
                </a:lnTo>
                <a:lnTo>
                  <a:pt x="1339472" y="8417"/>
                </a:lnTo>
                <a:lnTo>
                  <a:pt x="1339264" y="8854"/>
                </a:lnTo>
                <a:lnTo>
                  <a:pt x="1339072" y="9298"/>
                </a:lnTo>
                <a:lnTo>
                  <a:pt x="1338896" y="9748"/>
                </a:lnTo>
                <a:lnTo>
                  <a:pt x="1338734" y="10204"/>
                </a:lnTo>
                <a:lnTo>
                  <a:pt x="1338589" y="10667"/>
                </a:lnTo>
                <a:lnTo>
                  <a:pt x="1338458" y="11137"/>
                </a:lnTo>
                <a:lnTo>
                  <a:pt x="1338343" y="11613"/>
                </a:lnTo>
                <a:lnTo>
                  <a:pt x="1338243" y="12095"/>
                </a:lnTo>
                <a:lnTo>
                  <a:pt x="1338159" y="12584"/>
                </a:lnTo>
                <a:lnTo>
                  <a:pt x="1338089" y="13080"/>
                </a:lnTo>
                <a:lnTo>
                  <a:pt x="1338036" y="13581"/>
                </a:lnTo>
                <a:lnTo>
                  <a:pt x="1337997" y="14090"/>
                </a:lnTo>
                <a:lnTo>
                  <a:pt x="1337974" y="14604"/>
                </a:lnTo>
                <a:lnTo>
                  <a:pt x="1337967" y="15125"/>
                </a:lnTo>
                <a:lnTo>
                  <a:pt x="1337974" y="15646"/>
                </a:lnTo>
                <a:lnTo>
                  <a:pt x="1337998" y="16160"/>
                </a:lnTo>
                <a:lnTo>
                  <a:pt x="1338037" y="16669"/>
                </a:lnTo>
                <a:lnTo>
                  <a:pt x="1338091" y="17171"/>
                </a:lnTo>
                <a:lnTo>
                  <a:pt x="1338161" y="17666"/>
                </a:lnTo>
                <a:lnTo>
                  <a:pt x="1338247" y="18155"/>
                </a:lnTo>
                <a:lnTo>
                  <a:pt x="1338348" y="18638"/>
                </a:lnTo>
                <a:lnTo>
                  <a:pt x="1338465" y="19115"/>
                </a:lnTo>
                <a:lnTo>
                  <a:pt x="1338598" y="19586"/>
                </a:lnTo>
                <a:lnTo>
                  <a:pt x="1338746" y="20050"/>
                </a:lnTo>
                <a:lnTo>
                  <a:pt x="1338910" y="20508"/>
                </a:lnTo>
                <a:lnTo>
                  <a:pt x="1339089" y="20960"/>
                </a:lnTo>
                <a:lnTo>
                  <a:pt x="1339284" y="21405"/>
                </a:lnTo>
                <a:lnTo>
                  <a:pt x="1339495" y="21845"/>
                </a:lnTo>
                <a:lnTo>
                  <a:pt x="1339721" y="22278"/>
                </a:lnTo>
                <a:lnTo>
                  <a:pt x="1339963" y="22705"/>
                </a:lnTo>
                <a:lnTo>
                  <a:pt x="1340221" y="23126"/>
                </a:lnTo>
                <a:lnTo>
                  <a:pt x="1340495" y="23541"/>
                </a:lnTo>
                <a:lnTo>
                  <a:pt x="1340784" y="23950"/>
                </a:lnTo>
                <a:lnTo>
                  <a:pt x="1341089" y="24353"/>
                </a:lnTo>
                <a:lnTo>
                  <a:pt x="1341409" y="24750"/>
                </a:lnTo>
                <a:lnTo>
                  <a:pt x="1341746" y="25140"/>
                </a:lnTo>
                <a:lnTo>
                  <a:pt x="1342098" y="25525"/>
                </a:lnTo>
                <a:lnTo>
                  <a:pt x="1342466" y="25904"/>
                </a:lnTo>
                <a:lnTo>
                  <a:pt x="1342842" y="26270"/>
                </a:lnTo>
                <a:lnTo>
                  <a:pt x="1343225" y="26620"/>
                </a:lnTo>
                <a:lnTo>
                  <a:pt x="1343615" y="26955"/>
                </a:lnTo>
                <a:lnTo>
                  <a:pt x="1344010" y="27274"/>
                </a:lnTo>
                <a:lnTo>
                  <a:pt x="1344412" y="27578"/>
                </a:lnTo>
                <a:lnTo>
                  <a:pt x="1344820" y="27867"/>
                </a:lnTo>
                <a:lnTo>
                  <a:pt x="1345235" y="28140"/>
                </a:lnTo>
                <a:lnTo>
                  <a:pt x="1345656" y="28398"/>
                </a:lnTo>
                <a:lnTo>
                  <a:pt x="1346083" y="28640"/>
                </a:lnTo>
                <a:lnTo>
                  <a:pt x="1346517" y="28867"/>
                </a:lnTo>
                <a:lnTo>
                  <a:pt x="1346957" y="29078"/>
                </a:lnTo>
                <a:lnTo>
                  <a:pt x="1347403" y="29274"/>
                </a:lnTo>
                <a:lnTo>
                  <a:pt x="1347855" y="29454"/>
                </a:lnTo>
                <a:lnTo>
                  <a:pt x="1348314" y="29618"/>
                </a:lnTo>
                <a:lnTo>
                  <a:pt x="1348779" y="29767"/>
                </a:lnTo>
                <a:lnTo>
                  <a:pt x="1349250" y="29900"/>
                </a:lnTo>
                <a:lnTo>
                  <a:pt x="1349728" y="30018"/>
                </a:lnTo>
                <a:lnTo>
                  <a:pt x="1350212" y="30120"/>
                </a:lnTo>
                <a:lnTo>
                  <a:pt x="1350702" y="30207"/>
                </a:lnTo>
                <a:lnTo>
                  <a:pt x="1351198" y="30277"/>
                </a:lnTo>
                <a:lnTo>
                  <a:pt x="1351700" y="30332"/>
                </a:lnTo>
                <a:lnTo>
                  <a:pt x="1352209" y="30372"/>
                </a:lnTo>
                <a:lnTo>
                  <a:pt x="1352724" y="30395"/>
                </a:lnTo>
                <a:lnTo>
                  <a:pt x="1353245" y="30403"/>
                </a:lnTo>
                <a:lnTo>
                  <a:pt x="1353766" y="30395"/>
                </a:lnTo>
                <a:lnTo>
                  <a:pt x="1354280" y="30372"/>
                </a:lnTo>
                <a:lnTo>
                  <a:pt x="1354788" y="30332"/>
                </a:lnTo>
                <a:lnTo>
                  <a:pt x="1355289" y="30277"/>
                </a:lnTo>
                <a:lnTo>
                  <a:pt x="1355783" y="30207"/>
                </a:lnTo>
                <a:lnTo>
                  <a:pt x="1356271" y="30120"/>
                </a:lnTo>
                <a:lnTo>
                  <a:pt x="1356753" y="30018"/>
                </a:lnTo>
                <a:lnTo>
                  <a:pt x="1357228" y="29900"/>
                </a:lnTo>
                <a:lnTo>
                  <a:pt x="1357696" y="29767"/>
                </a:lnTo>
                <a:lnTo>
                  <a:pt x="1358158" y="29618"/>
                </a:lnTo>
                <a:lnTo>
                  <a:pt x="1358614" y="29454"/>
                </a:lnTo>
                <a:lnTo>
                  <a:pt x="1359063" y="29274"/>
                </a:lnTo>
                <a:lnTo>
                  <a:pt x="1359505" y="29078"/>
                </a:lnTo>
                <a:lnTo>
                  <a:pt x="1359941" y="28867"/>
                </a:lnTo>
                <a:lnTo>
                  <a:pt x="1360371" y="28640"/>
                </a:lnTo>
                <a:lnTo>
                  <a:pt x="1360794" y="28398"/>
                </a:lnTo>
                <a:lnTo>
                  <a:pt x="1361210" y="28140"/>
                </a:lnTo>
                <a:lnTo>
                  <a:pt x="1361621" y="27867"/>
                </a:lnTo>
                <a:lnTo>
                  <a:pt x="1362024" y="27578"/>
                </a:lnTo>
                <a:lnTo>
                  <a:pt x="1362422" y="27274"/>
                </a:lnTo>
                <a:lnTo>
                  <a:pt x="1362813" y="26955"/>
                </a:lnTo>
                <a:lnTo>
                  <a:pt x="1363197" y="26620"/>
                </a:lnTo>
                <a:lnTo>
                  <a:pt x="1363575" y="26270"/>
                </a:lnTo>
                <a:lnTo>
                  <a:pt x="1363947" y="25904"/>
                </a:lnTo>
                <a:lnTo>
                  <a:pt x="1364308" y="25525"/>
                </a:lnTo>
                <a:lnTo>
                  <a:pt x="1364654" y="25140"/>
                </a:lnTo>
                <a:lnTo>
                  <a:pt x="1364984" y="24750"/>
                </a:lnTo>
                <a:lnTo>
                  <a:pt x="1365298" y="24353"/>
                </a:lnTo>
                <a:lnTo>
                  <a:pt x="1365598" y="23950"/>
                </a:lnTo>
                <a:lnTo>
                  <a:pt x="1365882" y="23541"/>
                </a:lnTo>
                <a:lnTo>
                  <a:pt x="1366151" y="23126"/>
                </a:lnTo>
                <a:lnTo>
                  <a:pt x="1366404" y="22705"/>
                </a:lnTo>
                <a:lnTo>
                  <a:pt x="1366642" y="22278"/>
                </a:lnTo>
                <a:lnTo>
                  <a:pt x="1366865" y="21845"/>
                </a:lnTo>
                <a:lnTo>
                  <a:pt x="1367072" y="21405"/>
                </a:lnTo>
                <a:lnTo>
                  <a:pt x="1367264" y="20960"/>
                </a:lnTo>
                <a:lnTo>
                  <a:pt x="1367441" y="20508"/>
                </a:lnTo>
                <a:lnTo>
                  <a:pt x="1367602" y="20050"/>
                </a:lnTo>
                <a:lnTo>
                  <a:pt x="1367748" y="19586"/>
                </a:lnTo>
                <a:lnTo>
                  <a:pt x="1367878" y="19115"/>
                </a:lnTo>
                <a:lnTo>
                  <a:pt x="1367994" y="18638"/>
                </a:lnTo>
                <a:lnTo>
                  <a:pt x="1368093" y="18155"/>
                </a:lnTo>
                <a:lnTo>
                  <a:pt x="1368178" y="17666"/>
                </a:lnTo>
                <a:lnTo>
                  <a:pt x="1368247" y="17171"/>
                </a:lnTo>
                <a:lnTo>
                  <a:pt x="1368301" y="16669"/>
                </a:lnTo>
                <a:lnTo>
                  <a:pt x="1368339" y="16160"/>
                </a:lnTo>
                <a:lnTo>
                  <a:pt x="1368362" y="15646"/>
                </a:lnTo>
                <a:lnTo>
                  <a:pt x="1368370" y="15125"/>
                </a:lnTo>
                <a:lnTo>
                  <a:pt x="1368362" y="14604"/>
                </a:lnTo>
                <a:lnTo>
                  <a:pt x="1368339" y="14090"/>
                </a:lnTo>
                <a:lnTo>
                  <a:pt x="1368301" y="13581"/>
                </a:lnTo>
                <a:lnTo>
                  <a:pt x="1368247" y="13080"/>
                </a:lnTo>
                <a:lnTo>
                  <a:pt x="1368178" y="12584"/>
                </a:lnTo>
                <a:lnTo>
                  <a:pt x="1368093" y="12095"/>
                </a:lnTo>
                <a:lnTo>
                  <a:pt x="1367994" y="11613"/>
                </a:lnTo>
                <a:lnTo>
                  <a:pt x="1367878" y="11137"/>
                </a:lnTo>
                <a:lnTo>
                  <a:pt x="1367748" y="10667"/>
                </a:lnTo>
                <a:lnTo>
                  <a:pt x="1367602" y="10204"/>
                </a:lnTo>
                <a:lnTo>
                  <a:pt x="1367441" y="9748"/>
                </a:lnTo>
                <a:lnTo>
                  <a:pt x="1367264" y="9298"/>
                </a:lnTo>
                <a:lnTo>
                  <a:pt x="1367072" y="8854"/>
                </a:lnTo>
                <a:lnTo>
                  <a:pt x="1366865" y="8417"/>
                </a:lnTo>
                <a:lnTo>
                  <a:pt x="1366642" y="7986"/>
                </a:lnTo>
                <a:lnTo>
                  <a:pt x="1366404" y="7562"/>
                </a:lnTo>
                <a:lnTo>
                  <a:pt x="1366151" y="7144"/>
                </a:lnTo>
                <a:lnTo>
                  <a:pt x="1365882" y="6733"/>
                </a:lnTo>
                <a:lnTo>
                  <a:pt x="1365598" y="6328"/>
                </a:lnTo>
                <a:lnTo>
                  <a:pt x="1365298" y="5930"/>
                </a:lnTo>
                <a:lnTo>
                  <a:pt x="1364984" y="5539"/>
                </a:lnTo>
                <a:lnTo>
                  <a:pt x="1364654" y="5154"/>
                </a:lnTo>
                <a:lnTo>
                  <a:pt x="1364308" y="4775"/>
                </a:lnTo>
                <a:lnTo>
                  <a:pt x="1363947" y="4403"/>
                </a:lnTo>
                <a:lnTo>
                  <a:pt x="1363575" y="4045"/>
                </a:lnTo>
                <a:lnTo>
                  <a:pt x="1363197" y="3701"/>
                </a:lnTo>
                <a:lnTo>
                  <a:pt x="1362813" y="3373"/>
                </a:lnTo>
                <a:lnTo>
                  <a:pt x="1362422" y="3060"/>
                </a:lnTo>
                <a:lnTo>
                  <a:pt x="1362024" y="2762"/>
                </a:lnTo>
                <a:lnTo>
                  <a:pt x="1361621" y="2480"/>
                </a:lnTo>
                <a:lnTo>
                  <a:pt x="1361210" y="2212"/>
                </a:lnTo>
                <a:lnTo>
                  <a:pt x="1360794" y="1960"/>
                </a:lnTo>
                <a:lnTo>
                  <a:pt x="1360371" y="1723"/>
                </a:lnTo>
                <a:lnTo>
                  <a:pt x="1359941" y="1501"/>
                </a:lnTo>
                <a:lnTo>
                  <a:pt x="1359505" y="1295"/>
                </a:lnTo>
                <a:lnTo>
                  <a:pt x="1359063" y="1103"/>
                </a:lnTo>
                <a:lnTo>
                  <a:pt x="1358614" y="927"/>
                </a:lnTo>
                <a:lnTo>
                  <a:pt x="1358158" y="766"/>
                </a:lnTo>
                <a:lnTo>
                  <a:pt x="1357696" y="621"/>
                </a:lnTo>
                <a:lnTo>
                  <a:pt x="1357228" y="491"/>
                </a:lnTo>
                <a:lnTo>
                  <a:pt x="1356753" y="376"/>
                </a:lnTo>
                <a:lnTo>
                  <a:pt x="1356271" y="276"/>
                </a:lnTo>
                <a:lnTo>
                  <a:pt x="1355783" y="192"/>
                </a:lnTo>
                <a:lnTo>
                  <a:pt x="1355289" y="123"/>
                </a:lnTo>
                <a:lnTo>
                  <a:pt x="1354788" y="69"/>
                </a:lnTo>
                <a:lnTo>
                  <a:pt x="1354280" y="31"/>
                </a:lnTo>
                <a:lnTo>
                  <a:pt x="1353766" y="8"/>
                </a:lnTo>
                <a:lnTo>
                  <a:pt x="1353245" y="0"/>
                </a:lnTo>
                <a:lnTo>
                  <a:pt x="1352712" y="8"/>
                </a:lnTo>
                <a:lnTo>
                  <a:pt x="1352187" y="31"/>
                </a:lnTo>
                <a:lnTo>
                  <a:pt x="1351668" y="69"/>
                </a:lnTo>
                <a:lnTo>
                  <a:pt x="1351156" y="123"/>
                </a:lnTo>
                <a:lnTo>
                  <a:pt x="1350652" y="192"/>
                </a:lnTo>
                <a:lnTo>
                  <a:pt x="1350154" y="276"/>
                </a:lnTo>
                <a:lnTo>
                  <a:pt x="1349663" y="376"/>
                </a:lnTo>
                <a:lnTo>
                  <a:pt x="1349180" y="491"/>
                </a:lnTo>
                <a:lnTo>
                  <a:pt x="1348703" y="621"/>
                </a:lnTo>
                <a:lnTo>
                  <a:pt x="1348233" y="766"/>
                </a:lnTo>
                <a:lnTo>
                  <a:pt x="1347770" y="927"/>
                </a:lnTo>
                <a:lnTo>
                  <a:pt x="1347314" y="1103"/>
                </a:lnTo>
                <a:lnTo>
                  <a:pt x="1346866" y="1295"/>
                </a:lnTo>
                <a:lnTo>
                  <a:pt x="1346424" y="1501"/>
                </a:lnTo>
                <a:lnTo>
                  <a:pt x="1345989" y="1723"/>
                </a:lnTo>
                <a:lnTo>
                  <a:pt x="1345561" y="1960"/>
                </a:lnTo>
                <a:lnTo>
                  <a:pt x="1345140" y="2212"/>
                </a:lnTo>
                <a:lnTo>
                  <a:pt x="1344726" y="2480"/>
                </a:lnTo>
                <a:lnTo>
                  <a:pt x="1344319" y="2762"/>
                </a:lnTo>
                <a:lnTo>
                  <a:pt x="1343919" y="3060"/>
                </a:lnTo>
                <a:lnTo>
                  <a:pt x="1343526" y="3373"/>
                </a:lnTo>
                <a:lnTo>
                  <a:pt x="1343140" y="3701"/>
                </a:lnTo>
                <a:lnTo>
                  <a:pt x="1342761" y="4045"/>
                </a:lnTo>
                <a:lnTo>
                  <a:pt x="1342389" y="4403"/>
                </a:lnTo>
                <a:lnTo>
                  <a:pt x="1342028" y="4775"/>
                </a:lnTo>
                <a:lnTo>
                  <a:pt x="1341683" y="5154"/>
                </a:lnTo>
                <a:lnTo>
                  <a:pt x="1341353" y="5539"/>
                </a:lnTo>
                <a:lnTo>
                  <a:pt x="1341038" y="5930"/>
                </a:lnTo>
                <a:close/>
                <a:moveTo>
                  <a:pt x="1528385" y="5930"/>
                </a:moveTo>
                <a:lnTo>
                  <a:pt x="1528087" y="6328"/>
                </a:lnTo>
                <a:lnTo>
                  <a:pt x="1527804" y="6733"/>
                </a:lnTo>
                <a:lnTo>
                  <a:pt x="1527537" y="7144"/>
                </a:lnTo>
                <a:lnTo>
                  <a:pt x="1527285" y="7562"/>
                </a:lnTo>
                <a:lnTo>
                  <a:pt x="1527048" y="7986"/>
                </a:lnTo>
                <a:lnTo>
                  <a:pt x="1526826" y="8417"/>
                </a:lnTo>
                <a:lnTo>
                  <a:pt x="1526619" y="8854"/>
                </a:lnTo>
                <a:lnTo>
                  <a:pt x="1526428" y="9298"/>
                </a:lnTo>
                <a:lnTo>
                  <a:pt x="1526252" y="9748"/>
                </a:lnTo>
                <a:lnTo>
                  <a:pt x="1526091" y="10204"/>
                </a:lnTo>
                <a:lnTo>
                  <a:pt x="1525946" y="10667"/>
                </a:lnTo>
                <a:lnTo>
                  <a:pt x="1525816" y="11137"/>
                </a:lnTo>
                <a:lnTo>
                  <a:pt x="1525701" y="11613"/>
                </a:lnTo>
                <a:lnTo>
                  <a:pt x="1525601" y="12095"/>
                </a:lnTo>
                <a:lnTo>
                  <a:pt x="1525517" y="12584"/>
                </a:lnTo>
                <a:lnTo>
                  <a:pt x="1525448" y="13080"/>
                </a:lnTo>
                <a:lnTo>
                  <a:pt x="1525394" y="13581"/>
                </a:lnTo>
                <a:lnTo>
                  <a:pt x="1525356" y="14090"/>
                </a:lnTo>
                <a:lnTo>
                  <a:pt x="1525333" y="14604"/>
                </a:lnTo>
                <a:lnTo>
                  <a:pt x="1525325" y="15125"/>
                </a:lnTo>
                <a:lnTo>
                  <a:pt x="1525333" y="15646"/>
                </a:lnTo>
                <a:lnTo>
                  <a:pt x="1525356" y="16160"/>
                </a:lnTo>
                <a:lnTo>
                  <a:pt x="1525395" y="16669"/>
                </a:lnTo>
                <a:lnTo>
                  <a:pt x="1525449" y="17171"/>
                </a:lnTo>
                <a:lnTo>
                  <a:pt x="1525519" y="17666"/>
                </a:lnTo>
                <a:lnTo>
                  <a:pt x="1525605" y="18155"/>
                </a:lnTo>
                <a:lnTo>
                  <a:pt x="1525706" y="18638"/>
                </a:lnTo>
                <a:lnTo>
                  <a:pt x="1525790" y="18980"/>
                </a:lnTo>
                <a:lnTo>
                  <a:pt x="1525753" y="18897"/>
                </a:lnTo>
                <a:lnTo>
                  <a:pt x="1525437" y="18259"/>
                </a:lnTo>
                <a:lnTo>
                  <a:pt x="1525090" y="17626"/>
                </a:lnTo>
                <a:lnTo>
                  <a:pt x="1524714" y="16999"/>
                </a:lnTo>
                <a:lnTo>
                  <a:pt x="1524307" y="16377"/>
                </a:lnTo>
                <a:lnTo>
                  <a:pt x="1523871" y="15761"/>
                </a:lnTo>
                <a:lnTo>
                  <a:pt x="1523404" y="15151"/>
                </a:lnTo>
                <a:lnTo>
                  <a:pt x="1522907" y="14547"/>
                </a:lnTo>
                <a:lnTo>
                  <a:pt x="1522380" y="13948"/>
                </a:lnTo>
                <a:lnTo>
                  <a:pt x="1521823" y="13355"/>
                </a:lnTo>
                <a:lnTo>
                  <a:pt x="1521236" y="12767"/>
                </a:lnTo>
                <a:lnTo>
                  <a:pt x="1520618" y="12185"/>
                </a:lnTo>
                <a:lnTo>
                  <a:pt x="1519971" y="11609"/>
                </a:lnTo>
                <a:lnTo>
                  <a:pt x="1519293" y="11038"/>
                </a:lnTo>
                <a:lnTo>
                  <a:pt x="1518586" y="10473"/>
                </a:lnTo>
                <a:lnTo>
                  <a:pt x="1517483" y="9643"/>
                </a:lnTo>
                <a:lnTo>
                  <a:pt x="1516371" y="8848"/>
                </a:lnTo>
                <a:lnTo>
                  <a:pt x="1515251" y="8089"/>
                </a:lnTo>
                <a:lnTo>
                  <a:pt x="1514121" y="7365"/>
                </a:lnTo>
                <a:lnTo>
                  <a:pt x="1512983" y="6676"/>
                </a:lnTo>
                <a:lnTo>
                  <a:pt x="1511837" y="6022"/>
                </a:lnTo>
                <a:lnTo>
                  <a:pt x="1510681" y="5403"/>
                </a:lnTo>
                <a:lnTo>
                  <a:pt x="1509516" y="4820"/>
                </a:lnTo>
                <a:lnTo>
                  <a:pt x="1508343" y="4271"/>
                </a:lnTo>
                <a:lnTo>
                  <a:pt x="1507161" y="3758"/>
                </a:lnTo>
                <a:lnTo>
                  <a:pt x="1505970" y="3281"/>
                </a:lnTo>
                <a:lnTo>
                  <a:pt x="1504770" y="2838"/>
                </a:lnTo>
                <a:lnTo>
                  <a:pt x="1503561" y="2431"/>
                </a:lnTo>
                <a:lnTo>
                  <a:pt x="1502343" y="2059"/>
                </a:lnTo>
                <a:lnTo>
                  <a:pt x="1501117" y="1723"/>
                </a:lnTo>
                <a:lnTo>
                  <a:pt x="1499881" y="1422"/>
                </a:lnTo>
                <a:lnTo>
                  <a:pt x="1498637" y="1156"/>
                </a:lnTo>
                <a:lnTo>
                  <a:pt x="1497383" y="926"/>
                </a:lnTo>
                <a:lnTo>
                  <a:pt x="1496121" y="731"/>
                </a:lnTo>
                <a:lnTo>
                  <a:pt x="1494850" y="571"/>
                </a:lnTo>
                <a:lnTo>
                  <a:pt x="1493570" y="447"/>
                </a:lnTo>
                <a:lnTo>
                  <a:pt x="1492281" y="358"/>
                </a:lnTo>
                <a:lnTo>
                  <a:pt x="1490983" y="305"/>
                </a:lnTo>
                <a:lnTo>
                  <a:pt x="1489676" y="287"/>
                </a:lnTo>
                <a:lnTo>
                  <a:pt x="1488272" y="302"/>
                </a:lnTo>
                <a:lnTo>
                  <a:pt x="1486880" y="348"/>
                </a:lnTo>
                <a:lnTo>
                  <a:pt x="1485499" y="424"/>
                </a:lnTo>
                <a:lnTo>
                  <a:pt x="1484130" y="531"/>
                </a:lnTo>
                <a:lnTo>
                  <a:pt x="1482773" y="668"/>
                </a:lnTo>
                <a:lnTo>
                  <a:pt x="1481427" y="836"/>
                </a:lnTo>
                <a:lnTo>
                  <a:pt x="1480093" y="1034"/>
                </a:lnTo>
                <a:lnTo>
                  <a:pt x="1478770" y="1263"/>
                </a:lnTo>
                <a:lnTo>
                  <a:pt x="1477459" y="1522"/>
                </a:lnTo>
                <a:lnTo>
                  <a:pt x="1476160" y="1811"/>
                </a:lnTo>
                <a:lnTo>
                  <a:pt x="1474872" y="2131"/>
                </a:lnTo>
                <a:lnTo>
                  <a:pt x="1473596" y="2482"/>
                </a:lnTo>
                <a:lnTo>
                  <a:pt x="1472332" y="2863"/>
                </a:lnTo>
                <a:lnTo>
                  <a:pt x="1471079" y="3274"/>
                </a:lnTo>
                <a:lnTo>
                  <a:pt x="1469838" y="3715"/>
                </a:lnTo>
                <a:lnTo>
                  <a:pt x="1468609" y="4187"/>
                </a:lnTo>
                <a:lnTo>
                  <a:pt x="1467391" y="4690"/>
                </a:lnTo>
                <a:lnTo>
                  <a:pt x="1466185" y="5222"/>
                </a:lnTo>
                <a:lnTo>
                  <a:pt x="1464991" y="5785"/>
                </a:lnTo>
                <a:lnTo>
                  <a:pt x="1463809" y="6379"/>
                </a:lnTo>
                <a:lnTo>
                  <a:pt x="1462638" y="7003"/>
                </a:lnTo>
                <a:lnTo>
                  <a:pt x="1461479" y="7657"/>
                </a:lnTo>
                <a:lnTo>
                  <a:pt x="1460332" y="8341"/>
                </a:lnTo>
                <a:lnTo>
                  <a:pt x="1459196" y="9056"/>
                </a:lnTo>
                <a:lnTo>
                  <a:pt x="1458079" y="9795"/>
                </a:lnTo>
                <a:lnTo>
                  <a:pt x="1456986" y="10554"/>
                </a:lnTo>
                <a:lnTo>
                  <a:pt x="1455917" y="11331"/>
                </a:lnTo>
                <a:lnTo>
                  <a:pt x="1454872" y="12127"/>
                </a:lnTo>
                <a:lnTo>
                  <a:pt x="1453852" y="12942"/>
                </a:lnTo>
                <a:lnTo>
                  <a:pt x="1452856" y="13777"/>
                </a:lnTo>
                <a:lnTo>
                  <a:pt x="1451884" y="14630"/>
                </a:lnTo>
                <a:lnTo>
                  <a:pt x="1450937" y="15502"/>
                </a:lnTo>
                <a:lnTo>
                  <a:pt x="1450013" y="16393"/>
                </a:lnTo>
                <a:lnTo>
                  <a:pt x="1449114" y="17304"/>
                </a:lnTo>
                <a:lnTo>
                  <a:pt x="1448239" y="18233"/>
                </a:lnTo>
                <a:lnTo>
                  <a:pt x="1447388" y="19181"/>
                </a:lnTo>
                <a:lnTo>
                  <a:pt x="1446561" y="20149"/>
                </a:lnTo>
                <a:lnTo>
                  <a:pt x="1445759" y="21135"/>
                </a:lnTo>
                <a:lnTo>
                  <a:pt x="1444980" y="22141"/>
                </a:lnTo>
                <a:lnTo>
                  <a:pt x="1444226" y="23165"/>
                </a:lnTo>
                <a:lnTo>
                  <a:pt x="1443495" y="24209"/>
                </a:lnTo>
                <a:lnTo>
                  <a:pt x="1442789" y="25272"/>
                </a:lnTo>
                <a:lnTo>
                  <a:pt x="1442107" y="26354"/>
                </a:lnTo>
                <a:lnTo>
                  <a:pt x="1441448" y="27455"/>
                </a:lnTo>
                <a:lnTo>
                  <a:pt x="1440814" y="28575"/>
                </a:lnTo>
                <a:lnTo>
                  <a:pt x="1440204" y="29714"/>
                </a:lnTo>
                <a:lnTo>
                  <a:pt x="1439617" y="30872"/>
                </a:lnTo>
                <a:lnTo>
                  <a:pt x="1439055" y="32050"/>
                </a:lnTo>
                <a:lnTo>
                  <a:pt x="1438518" y="33245"/>
                </a:lnTo>
                <a:lnTo>
                  <a:pt x="1438004" y="34463"/>
                </a:lnTo>
                <a:lnTo>
                  <a:pt x="1437513" y="35702"/>
                </a:lnTo>
                <a:lnTo>
                  <a:pt x="1437045" y="36964"/>
                </a:lnTo>
                <a:lnTo>
                  <a:pt x="1436599" y="38247"/>
                </a:lnTo>
                <a:lnTo>
                  <a:pt x="1436176" y="39552"/>
                </a:lnTo>
                <a:lnTo>
                  <a:pt x="1435776" y="40879"/>
                </a:lnTo>
                <a:lnTo>
                  <a:pt x="1435399" y="42228"/>
                </a:lnTo>
                <a:lnTo>
                  <a:pt x="1435044" y="43599"/>
                </a:lnTo>
                <a:lnTo>
                  <a:pt x="1434713" y="44991"/>
                </a:lnTo>
                <a:lnTo>
                  <a:pt x="1434404" y="46406"/>
                </a:lnTo>
                <a:lnTo>
                  <a:pt x="1434118" y="47842"/>
                </a:lnTo>
                <a:lnTo>
                  <a:pt x="1433855" y="49301"/>
                </a:lnTo>
                <a:lnTo>
                  <a:pt x="1433614" y="50781"/>
                </a:lnTo>
                <a:lnTo>
                  <a:pt x="1433397" y="52282"/>
                </a:lnTo>
                <a:lnTo>
                  <a:pt x="1433202" y="53806"/>
                </a:lnTo>
                <a:lnTo>
                  <a:pt x="1433030" y="55352"/>
                </a:lnTo>
                <a:lnTo>
                  <a:pt x="1432882" y="56919"/>
                </a:lnTo>
                <a:lnTo>
                  <a:pt x="1432755" y="58508"/>
                </a:lnTo>
                <a:lnTo>
                  <a:pt x="1432652" y="60119"/>
                </a:lnTo>
                <a:lnTo>
                  <a:pt x="1432572" y="61751"/>
                </a:lnTo>
                <a:lnTo>
                  <a:pt x="1432515" y="63406"/>
                </a:lnTo>
                <a:lnTo>
                  <a:pt x="1432480" y="65082"/>
                </a:lnTo>
                <a:lnTo>
                  <a:pt x="1432469" y="66780"/>
                </a:lnTo>
                <a:lnTo>
                  <a:pt x="1432469" y="75778"/>
                </a:lnTo>
                <a:lnTo>
                  <a:pt x="1405818" y="75778"/>
                </a:lnTo>
                <a:lnTo>
                  <a:pt x="1405818" y="86557"/>
                </a:lnTo>
                <a:lnTo>
                  <a:pt x="1432469" y="86557"/>
                </a:lnTo>
                <a:lnTo>
                  <a:pt x="1432469" y="176713"/>
                </a:lnTo>
                <a:lnTo>
                  <a:pt x="1432466" y="177920"/>
                </a:lnTo>
                <a:lnTo>
                  <a:pt x="1432456" y="179093"/>
                </a:lnTo>
                <a:lnTo>
                  <a:pt x="1432439" y="180232"/>
                </a:lnTo>
                <a:lnTo>
                  <a:pt x="1432416" y="181339"/>
                </a:lnTo>
                <a:lnTo>
                  <a:pt x="1432387" y="182412"/>
                </a:lnTo>
                <a:lnTo>
                  <a:pt x="1432351" y="183451"/>
                </a:lnTo>
                <a:lnTo>
                  <a:pt x="1432308" y="184458"/>
                </a:lnTo>
                <a:lnTo>
                  <a:pt x="1432259" y="185431"/>
                </a:lnTo>
                <a:lnTo>
                  <a:pt x="1432203" y="186371"/>
                </a:lnTo>
                <a:lnTo>
                  <a:pt x="1432141" y="187277"/>
                </a:lnTo>
                <a:lnTo>
                  <a:pt x="1432073" y="188150"/>
                </a:lnTo>
                <a:lnTo>
                  <a:pt x="1431998" y="188990"/>
                </a:lnTo>
                <a:lnTo>
                  <a:pt x="1431916" y="189797"/>
                </a:lnTo>
                <a:lnTo>
                  <a:pt x="1431828" y="190570"/>
                </a:lnTo>
                <a:lnTo>
                  <a:pt x="1431733" y="191310"/>
                </a:lnTo>
                <a:lnTo>
                  <a:pt x="1431632" y="192017"/>
                </a:lnTo>
                <a:lnTo>
                  <a:pt x="1431525" y="192690"/>
                </a:lnTo>
                <a:lnTo>
                  <a:pt x="1431411" y="193330"/>
                </a:lnTo>
                <a:lnTo>
                  <a:pt x="1431291" y="193937"/>
                </a:lnTo>
                <a:lnTo>
                  <a:pt x="1431164" y="194511"/>
                </a:lnTo>
                <a:lnTo>
                  <a:pt x="1431031" y="195051"/>
                </a:lnTo>
                <a:lnTo>
                  <a:pt x="1430891" y="195558"/>
                </a:lnTo>
                <a:lnTo>
                  <a:pt x="1430745" y="196031"/>
                </a:lnTo>
                <a:lnTo>
                  <a:pt x="1430593" y="196471"/>
                </a:lnTo>
                <a:lnTo>
                  <a:pt x="1430432" y="196894"/>
                </a:lnTo>
                <a:lnTo>
                  <a:pt x="1430260" y="197309"/>
                </a:lnTo>
                <a:lnTo>
                  <a:pt x="1430078" y="197716"/>
                </a:lnTo>
                <a:lnTo>
                  <a:pt x="1429884" y="198116"/>
                </a:lnTo>
                <a:lnTo>
                  <a:pt x="1429680" y="198509"/>
                </a:lnTo>
                <a:lnTo>
                  <a:pt x="1429466" y="198895"/>
                </a:lnTo>
                <a:lnTo>
                  <a:pt x="1429240" y="199273"/>
                </a:lnTo>
                <a:lnTo>
                  <a:pt x="1429004" y="199643"/>
                </a:lnTo>
                <a:lnTo>
                  <a:pt x="1428758" y="200007"/>
                </a:lnTo>
                <a:lnTo>
                  <a:pt x="1428500" y="200362"/>
                </a:lnTo>
                <a:lnTo>
                  <a:pt x="1428232" y="200711"/>
                </a:lnTo>
                <a:lnTo>
                  <a:pt x="1427953" y="201052"/>
                </a:lnTo>
                <a:lnTo>
                  <a:pt x="1427664" y="201386"/>
                </a:lnTo>
                <a:lnTo>
                  <a:pt x="1427363" y="201712"/>
                </a:lnTo>
                <a:lnTo>
                  <a:pt x="1427052" y="202031"/>
                </a:lnTo>
                <a:lnTo>
                  <a:pt x="1426731" y="202343"/>
                </a:lnTo>
                <a:lnTo>
                  <a:pt x="1426399" y="202647"/>
                </a:lnTo>
                <a:lnTo>
                  <a:pt x="1426056" y="202944"/>
                </a:lnTo>
                <a:lnTo>
                  <a:pt x="1425703" y="203233"/>
                </a:lnTo>
                <a:lnTo>
                  <a:pt x="1425339" y="203515"/>
                </a:lnTo>
                <a:lnTo>
                  <a:pt x="1424964" y="203790"/>
                </a:lnTo>
                <a:lnTo>
                  <a:pt x="1424579" y="204058"/>
                </a:lnTo>
                <a:lnTo>
                  <a:pt x="1424183" y="204317"/>
                </a:lnTo>
                <a:lnTo>
                  <a:pt x="1423777" y="204570"/>
                </a:lnTo>
                <a:lnTo>
                  <a:pt x="1423363" y="204814"/>
                </a:lnTo>
                <a:lnTo>
                  <a:pt x="1422946" y="205047"/>
                </a:lnTo>
                <a:lnTo>
                  <a:pt x="1422526" y="205270"/>
                </a:lnTo>
                <a:lnTo>
                  <a:pt x="1422102" y="205483"/>
                </a:lnTo>
                <a:lnTo>
                  <a:pt x="1421674" y="205685"/>
                </a:lnTo>
                <a:lnTo>
                  <a:pt x="1421242" y="205877"/>
                </a:lnTo>
                <a:lnTo>
                  <a:pt x="1420807" y="206058"/>
                </a:lnTo>
                <a:lnTo>
                  <a:pt x="1420368" y="206229"/>
                </a:lnTo>
                <a:lnTo>
                  <a:pt x="1419926" y="206390"/>
                </a:lnTo>
                <a:lnTo>
                  <a:pt x="1419480" y="206540"/>
                </a:lnTo>
                <a:lnTo>
                  <a:pt x="1419030" y="206680"/>
                </a:lnTo>
                <a:lnTo>
                  <a:pt x="1418577" y="206810"/>
                </a:lnTo>
                <a:lnTo>
                  <a:pt x="1418119" y="206929"/>
                </a:lnTo>
                <a:lnTo>
                  <a:pt x="1417659" y="207038"/>
                </a:lnTo>
                <a:lnTo>
                  <a:pt x="1417194" y="207137"/>
                </a:lnTo>
                <a:lnTo>
                  <a:pt x="1416726" y="207225"/>
                </a:lnTo>
                <a:lnTo>
                  <a:pt x="1416254" y="207303"/>
                </a:lnTo>
                <a:lnTo>
                  <a:pt x="1415778" y="207370"/>
                </a:lnTo>
                <a:lnTo>
                  <a:pt x="1415299" y="207427"/>
                </a:lnTo>
                <a:lnTo>
                  <a:pt x="1414815" y="207474"/>
                </a:lnTo>
                <a:lnTo>
                  <a:pt x="1414328" y="207510"/>
                </a:lnTo>
                <a:lnTo>
                  <a:pt x="1413838" y="207536"/>
                </a:lnTo>
                <a:lnTo>
                  <a:pt x="1413343" y="207552"/>
                </a:lnTo>
                <a:lnTo>
                  <a:pt x="1412845" y="207557"/>
                </a:lnTo>
                <a:lnTo>
                  <a:pt x="1406699" y="207557"/>
                </a:lnTo>
                <a:lnTo>
                  <a:pt x="1406699" y="212956"/>
                </a:lnTo>
                <a:lnTo>
                  <a:pt x="1488623" y="212956"/>
                </a:lnTo>
                <a:lnTo>
                  <a:pt x="1488623" y="207557"/>
                </a:lnTo>
                <a:lnTo>
                  <a:pt x="1476197" y="207557"/>
                </a:lnTo>
                <a:lnTo>
                  <a:pt x="1475431" y="207545"/>
                </a:lnTo>
                <a:lnTo>
                  <a:pt x="1474677" y="207511"/>
                </a:lnTo>
                <a:lnTo>
                  <a:pt x="1473936" y="207454"/>
                </a:lnTo>
                <a:lnTo>
                  <a:pt x="1473208" y="207375"/>
                </a:lnTo>
                <a:lnTo>
                  <a:pt x="1472492" y="207272"/>
                </a:lnTo>
                <a:lnTo>
                  <a:pt x="1471790" y="207147"/>
                </a:lnTo>
                <a:lnTo>
                  <a:pt x="1471101" y="206999"/>
                </a:lnTo>
                <a:lnTo>
                  <a:pt x="1470424" y="206828"/>
                </a:lnTo>
                <a:lnTo>
                  <a:pt x="1469760" y="206634"/>
                </a:lnTo>
                <a:lnTo>
                  <a:pt x="1469110" y="206417"/>
                </a:lnTo>
                <a:lnTo>
                  <a:pt x="1468472" y="206178"/>
                </a:lnTo>
                <a:lnTo>
                  <a:pt x="1467848" y="205915"/>
                </a:lnTo>
                <a:lnTo>
                  <a:pt x="1467236" y="205630"/>
                </a:lnTo>
                <a:lnTo>
                  <a:pt x="1466638" y="205321"/>
                </a:lnTo>
                <a:lnTo>
                  <a:pt x="1466052" y="204990"/>
                </a:lnTo>
                <a:lnTo>
                  <a:pt x="1465480" y="204635"/>
                </a:lnTo>
                <a:lnTo>
                  <a:pt x="1464921" y="204258"/>
                </a:lnTo>
                <a:lnTo>
                  <a:pt x="1464375" y="203857"/>
                </a:lnTo>
                <a:lnTo>
                  <a:pt x="1463843" y="203434"/>
                </a:lnTo>
                <a:lnTo>
                  <a:pt x="1463323" y="202988"/>
                </a:lnTo>
                <a:lnTo>
                  <a:pt x="1462817" y="202518"/>
                </a:lnTo>
                <a:lnTo>
                  <a:pt x="1462324" y="202025"/>
                </a:lnTo>
                <a:lnTo>
                  <a:pt x="1461845" y="201510"/>
                </a:lnTo>
                <a:lnTo>
                  <a:pt x="1461379" y="200971"/>
                </a:lnTo>
                <a:lnTo>
                  <a:pt x="1461037" y="200523"/>
                </a:lnTo>
                <a:lnTo>
                  <a:pt x="1460709" y="200025"/>
                </a:lnTo>
                <a:lnTo>
                  <a:pt x="1460396" y="199479"/>
                </a:lnTo>
                <a:lnTo>
                  <a:pt x="1460098" y="198884"/>
                </a:lnTo>
                <a:lnTo>
                  <a:pt x="1459814" y="198240"/>
                </a:lnTo>
                <a:lnTo>
                  <a:pt x="1459544" y="197547"/>
                </a:lnTo>
                <a:lnTo>
                  <a:pt x="1459290" y="196804"/>
                </a:lnTo>
                <a:lnTo>
                  <a:pt x="1459049" y="196013"/>
                </a:lnTo>
                <a:lnTo>
                  <a:pt x="1458824" y="195173"/>
                </a:lnTo>
                <a:lnTo>
                  <a:pt x="1458613" y="194284"/>
                </a:lnTo>
                <a:lnTo>
                  <a:pt x="1458416" y="193347"/>
                </a:lnTo>
                <a:lnTo>
                  <a:pt x="1458234" y="192360"/>
                </a:lnTo>
                <a:lnTo>
                  <a:pt x="1458067" y="191324"/>
                </a:lnTo>
                <a:lnTo>
                  <a:pt x="1457914" y="190240"/>
                </a:lnTo>
                <a:lnTo>
                  <a:pt x="1457775" y="189107"/>
                </a:lnTo>
                <a:lnTo>
                  <a:pt x="1457652" y="187925"/>
                </a:lnTo>
                <a:lnTo>
                  <a:pt x="1457543" y="186694"/>
                </a:lnTo>
                <a:lnTo>
                  <a:pt x="1457448" y="185414"/>
                </a:lnTo>
                <a:lnTo>
                  <a:pt x="1457368" y="184086"/>
                </a:lnTo>
                <a:lnTo>
                  <a:pt x="1457302" y="182709"/>
                </a:lnTo>
                <a:lnTo>
                  <a:pt x="1457251" y="181283"/>
                </a:lnTo>
                <a:lnTo>
                  <a:pt x="1457215" y="179808"/>
                </a:lnTo>
                <a:lnTo>
                  <a:pt x="1457193" y="178285"/>
                </a:lnTo>
                <a:lnTo>
                  <a:pt x="1457186" y="176713"/>
                </a:lnTo>
                <a:lnTo>
                  <a:pt x="1457186" y="86557"/>
                </a:lnTo>
                <a:lnTo>
                  <a:pt x="1492529" y="86557"/>
                </a:lnTo>
                <a:lnTo>
                  <a:pt x="1492529" y="75778"/>
                </a:lnTo>
                <a:lnTo>
                  <a:pt x="1457186" y="75778"/>
                </a:lnTo>
                <a:lnTo>
                  <a:pt x="1457186" y="65899"/>
                </a:lnTo>
                <a:lnTo>
                  <a:pt x="1457189" y="63268"/>
                </a:lnTo>
                <a:lnTo>
                  <a:pt x="1457200" y="60722"/>
                </a:lnTo>
                <a:lnTo>
                  <a:pt x="1457218" y="58261"/>
                </a:lnTo>
                <a:lnTo>
                  <a:pt x="1457243" y="55884"/>
                </a:lnTo>
                <a:lnTo>
                  <a:pt x="1457276" y="53592"/>
                </a:lnTo>
                <a:lnTo>
                  <a:pt x="1457315" y="51385"/>
                </a:lnTo>
                <a:lnTo>
                  <a:pt x="1457362" y="49263"/>
                </a:lnTo>
                <a:lnTo>
                  <a:pt x="1457416" y="47225"/>
                </a:lnTo>
                <a:lnTo>
                  <a:pt x="1457478" y="45272"/>
                </a:lnTo>
                <a:lnTo>
                  <a:pt x="1457546" y="43404"/>
                </a:lnTo>
                <a:lnTo>
                  <a:pt x="1457622" y="41620"/>
                </a:lnTo>
                <a:lnTo>
                  <a:pt x="1457705" y="39921"/>
                </a:lnTo>
                <a:lnTo>
                  <a:pt x="1457796" y="38306"/>
                </a:lnTo>
                <a:lnTo>
                  <a:pt x="1457893" y="36777"/>
                </a:lnTo>
                <a:lnTo>
                  <a:pt x="1457998" y="35332"/>
                </a:lnTo>
                <a:lnTo>
                  <a:pt x="1458111" y="33971"/>
                </a:lnTo>
                <a:lnTo>
                  <a:pt x="1458230" y="32695"/>
                </a:lnTo>
                <a:lnTo>
                  <a:pt x="1458357" y="31504"/>
                </a:lnTo>
                <a:lnTo>
                  <a:pt x="1458491" y="30398"/>
                </a:lnTo>
                <a:lnTo>
                  <a:pt x="1458633" y="29376"/>
                </a:lnTo>
                <a:lnTo>
                  <a:pt x="1458782" y="28438"/>
                </a:lnTo>
                <a:lnTo>
                  <a:pt x="1458938" y="27586"/>
                </a:lnTo>
                <a:lnTo>
                  <a:pt x="1459102" y="26817"/>
                </a:lnTo>
                <a:lnTo>
                  <a:pt x="1459273" y="26134"/>
                </a:lnTo>
                <a:lnTo>
                  <a:pt x="1459452" y="25497"/>
                </a:lnTo>
                <a:lnTo>
                  <a:pt x="1459641" y="24874"/>
                </a:lnTo>
                <a:lnTo>
                  <a:pt x="1459839" y="24266"/>
                </a:lnTo>
                <a:lnTo>
                  <a:pt x="1460047" y="23672"/>
                </a:lnTo>
                <a:lnTo>
                  <a:pt x="1460263" y="23092"/>
                </a:lnTo>
                <a:lnTo>
                  <a:pt x="1460490" y="22526"/>
                </a:lnTo>
                <a:lnTo>
                  <a:pt x="1460725" y="21974"/>
                </a:lnTo>
                <a:lnTo>
                  <a:pt x="1460970" y="21436"/>
                </a:lnTo>
                <a:lnTo>
                  <a:pt x="1461225" y="20912"/>
                </a:lnTo>
                <a:lnTo>
                  <a:pt x="1461488" y="20403"/>
                </a:lnTo>
                <a:lnTo>
                  <a:pt x="1461762" y="19907"/>
                </a:lnTo>
                <a:lnTo>
                  <a:pt x="1462044" y="19426"/>
                </a:lnTo>
                <a:lnTo>
                  <a:pt x="1462336" y="18958"/>
                </a:lnTo>
                <a:lnTo>
                  <a:pt x="1462637" y="18505"/>
                </a:lnTo>
                <a:lnTo>
                  <a:pt x="1462948" y="18065"/>
                </a:lnTo>
                <a:lnTo>
                  <a:pt x="1463268" y="17640"/>
                </a:lnTo>
                <a:lnTo>
                  <a:pt x="1463597" y="17229"/>
                </a:lnTo>
                <a:lnTo>
                  <a:pt x="1463936" y="16832"/>
                </a:lnTo>
                <a:lnTo>
                  <a:pt x="1464284" y="16448"/>
                </a:lnTo>
                <a:lnTo>
                  <a:pt x="1464641" y="16079"/>
                </a:lnTo>
                <a:lnTo>
                  <a:pt x="1465008" y="15724"/>
                </a:lnTo>
                <a:lnTo>
                  <a:pt x="1465385" y="15383"/>
                </a:lnTo>
                <a:lnTo>
                  <a:pt x="1465770" y="15055"/>
                </a:lnTo>
                <a:lnTo>
                  <a:pt x="1466165" y="14742"/>
                </a:lnTo>
                <a:lnTo>
                  <a:pt x="1466568" y="14442"/>
                </a:lnTo>
                <a:lnTo>
                  <a:pt x="1466979" y="14155"/>
                </a:lnTo>
                <a:lnTo>
                  <a:pt x="1467396" y="13881"/>
                </a:lnTo>
                <a:lnTo>
                  <a:pt x="1467821" y="13620"/>
                </a:lnTo>
                <a:lnTo>
                  <a:pt x="1468253" y="13372"/>
                </a:lnTo>
                <a:lnTo>
                  <a:pt x="1468693" y="13137"/>
                </a:lnTo>
                <a:lnTo>
                  <a:pt x="1469139" y="12914"/>
                </a:lnTo>
                <a:lnTo>
                  <a:pt x="1469593" y="12705"/>
                </a:lnTo>
                <a:lnTo>
                  <a:pt x="1470054" y="12508"/>
                </a:lnTo>
                <a:lnTo>
                  <a:pt x="1470522" y="12324"/>
                </a:lnTo>
                <a:lnTo>
                  <a:pt x="1470998" y="12153"/>
                </a:lnTo>
                <a:lnTo>
                  <a:pt x="1471480" y="11995"/>
                </a:lnTo>
                <a:lnTo>
                  <a:pt x="1471970" y="11849"/>
                </a:lnTo>
                <a:lnTo>
                  <a:pt x="1472468" y="11716"/>
                </a:lnTo>
                <a:lnTo>
                  <a:pt x="1472972" y="11596"/>
                </a:lnTo>
                <a:lnTo>
                  <a:pt x="1473484" y="11489"/>
                </a:lnTo>
                <a:lnTo>
                  <a:pt x="1474004" y="11394"/>
                </a:lnTo>
                <a:lnTo>
                  <a:pt x="1474530" y="11312"/>
                </a:lnTo>
                <a:lnTo>
                  <a:pt x="1475064" y="11243"/>
                </a:lnTo>
                <a:lnTo>
                  <a:pt x="1475605" y="11186"/>
                </a:lnTo>
                <a:lnTo>
                  <a:pt x="1476154" y="11142"/>
                </a:lnTo>
                <a:lnTo>
                  <a:pt x="1476710" y="11110"/>
                </a:lnTo>
                <a:lnTo>
                  <a:pt x="1477273" y="11092"/>
                </a:lnTo>
                <a:lnTo>
                  <a:pt x="1477844" y="11085"/>
                </a:lnTo>
                <a:lnTo>
                  <a:pt x="1478316" y="11090"/>
                </a:lnTo>
                <a:lnTo>
                  <a:pt x="1478784" y="11105"/>
                </a:lnTo>
                <a:lnTo>
                  <a:pt x="1479249" y="11129"/>
                </a:lnTo>
                <a:lnTo>
                  <a:pt x="1479711" y="11164"/>
                </a:lnTo>
                <a:lnTo>
                  <a:pt x="1480168" y="11208"/>
                </a:lnTo>
                <a:lnTo>
                  <a:pt x="1480622" y="11261"/>
                </a:lnTo>
                <a:lnTo>
                  <a:pt x="1481073" y="11325"/>
                </a:lnTo>
                <a:lnTo>
                  <a:pt x="1481520" y="11399"/>
                </a:lnTo>
                <a:lnTo>
                  <a:pt x="1481963" y="11482"/>
                </a:lnTo>
                <a:lnTo>
                  <a:pt x="1482403" y="11575"/>
                </a:lnTo>
                <a:lnTo>
                  <a:pt x="1482839" y="11678"/>
                </a:lnTo>
                <a:lnTo>
                  <a:pt x="1483272" y="11791"/>
                </a:lnTo>
                <a:lnTo>
                  <a:pt x="1483701" y="11914"/>
                </a:lnTo>
                <a:lnTo>
                  <a:pt x="1484126" y="12047"/>
                </a:lnTo>
                <a:lnTo>
                  <a:pt x="1484548" y="12189"/>
                </a:lnTo>
                <a:lnTo>
                  <a:pt x="1484966" y="12342"/>
                </a:lnTo>
                <a:lnTo>
                  <a:pt x="1485381" y="12504"/>
                </a:lnTo>
                <a:lnTo>
                  <a:pt x="1485792" y="12676"/>
                </a:lnTo>
                <a:lnTo>
                  <a:pt x="1486199" y="12859"/>
                </a:lnTo>
                <a:lnTo>
                  <a:pt x="1486603" y="13051"/>
                </a:lnTo>
                <a:lnTo>
                  <a:pt x="1487003" y="13253"/>
                </a:lnTo>
                <a:lnTo>
                  <a:pt x="1487400" y="13465"/>
                </a:lnTo>
                <a:lnTo>
                  <a:pt x="1487793" y="13687"/>
                </a:lnTo>
                <a:lnTo>
                  <a:pt x="1488182" y="13919"/>
                </a:lnTo>
                <a:lnTo>
                  <a:pt x="1488569" y="14165"/>
                </a:lnTo>
                <a:lnTo>
                  <a:pt x="1488960" y="14430"/>
                </a:lnTo>
                <a:lnTo>
                  <a:pt x="1489354" y="14713"/>
                </a:lnTo>
                <a:lnTo>
                  <a:pt x="1489751" y="15015"/>
                </a:lnTo>
                <a:lnTo>
                  <a:pt x="1490151" y="15335"/>
                </a:lnTo>
                <a:lnTo>
                  <a:pt x="1490555" y="15674"/>
                </a:lnTo>
                <a:lnTo>
                  <a:pt x="1490962" y="16031"/>
                </a:lnTo>
                <a:lnTo>
                  <a:pt x="1491372" y="16407"/>
                </a:lnTo>
                <a:lnTo>
                  <a:pt x="1491786" y="16801"/>
                </a:lnTo>
                <a:lnTo>
                  <a:pt x="1492202" y="17214"/>
                </a:lnTo>
                <a:lnTo>
                  <a:pt x="1492622" y="17645"/>
                </a:lnTo>
                <a:lnTo>
                  <a:pt x="1493045" y="18095"/>
                </a:lnTo>
                <a:lnTo>
                  <a:pt x="1493472" y="18563"/>
                </a:lnTo>
                <a:lnTo>
                  <a:pt x="1493901" y="19050"/>
                </a:lnTo>
                <a:lnTo>
                  <a:pt x="1494334" y="19555"/>
                </a:lnTo>
                <a:lnTo>
                  <a:pt x="1494770" y="20078"/>
                </a:lnTo>
                <a:lnTo>
                  <a:pt x="1495209" y="20620"/>
                </a:lnTo>
                <a:lnTo>
                  <a:pt x="1495651" y="21180"/>
                </a:lnTo>
                <a:lnTo>
                  <a:pt x="1496096" y="21759"/>
                </a:lnTo>
                <a:lnTo>
                  <a:pt x="1496544" y="22356"/>
                </a:lnTo>
                <a:lnTo>
                  <a:pt x="1496996" y="22971"/>
                </a:lnTo>
                <a:lnTo>
                  <a:pt x="1497450" y="23605"/>
                </a:lnTo>
                <a:lnTo>
                  <a:pt x="1497908" y="24257"/>
                </a:lnTo>
                <a:lnTo>
                  <a:pt x="1498368" y="24927"/>
                </a:lnTo>
                <a:lnTo>
                  <a:pt x="1498827" y="25597"/>
                </a:lnTo>
                <a:lnTo>
                  <a:pt x="1499280" y="26247"/>
                </a:lnTo>
                <a:lnTo>
                  <a:pt x="1499727" y="26878"/>
                </a:lnTo>
                <a:lnTo>
                  <a:pt x="1500168" y="27488"/>
                </a:lnTo>
                <a:lnTo>
                  <a:pt x="1500603" y="28079"/>
                </a:lnTo>
                <a:lnTo>
                  <a:pt x="1501032" y="28650"/>
                </a:lnTo>
                <a:lnTo>
                  <a:pt x="1501455" y="29202"/>
                </a:lnTo>
                <a:lnTo>
                  <a:pt x="1501872" y="29734"/>
                </a:lnTo>
                <a:lnTo>
                  <a:pt x="1502283" y="30246"/>
                </a:lnTo>
                <a:lnTo>
                  <a:pt x="1502688" y="30738"/>
                </a:lnTo>
                <a:lnTo>
                  <a:pt x="1503087" y="31211"/>
                </a:lnTo>
                <a:lnTo>
                  <a:pt x="1503480" y="31664"/>
                </a:lnTo>
                <a:lnTo>
                  <a:pt x="1503867" y="32098"/>
                </a:lnTo>
                <a:lnTo>
                  <a:pt x="1504248" y="32512"/>
                </a:lnTo>
                <a:lnTo>
                  <a:pt x="1504623" y="32906"/>
                </a:lnTo>
                <a:lnTo>
                  <a:pt x="1504992" y="33281"/>
                </a:lnTo>
                <a:lnTo>
                  <a:pt x="1505355" y="33636"/>
                </a:lnTo>
                <a:lnTo>
                  <a:pt x="1505713" y="33971"/>
                </a:lnTo>
                <a:lnTo>
                  <a:pt x="1506064" y="34287"/>
                </a:lnTo>
                <a:lnTo>
                  <a:pt x="1506409" y="34583"/>
                </a:lnTo>
                <a:lnTo>
                  <a:pt x="1506748" y="34860"/>
                </a:lnTo>
                <a:lnTo>
                  <a:pt x="1507082" y="35117"/>
                </a:lnTo>
                <a:lnTo>
                  <a:pt x="1507409" y="35354"/>
                </a:lnTo>
                <a:lnTo>
                  <a:pt x="1507730" y="35572"/>
                </a:lnTo>
                <a:lnTo>
                  <a:pt x="1508048" y="35772"/>
                </a:lnTo>
                <a:lnTo>
                  <a:pt x="1508364" y="35962"/>
                </a:lnTo>
                <a:lnTo>
                  <a:pt x="1508679" y="36145"/>
                </a:lnTo>
                <a:lnTo>
                  <a:pt x="1508992" y="36319"/>
                </a:lnTo>
                <a:lnTo>
                  <a:pt x="1509304" y="36485"/>
                </a:lnTo>
                <a:lnTo>
                  <a:pt x="1509615" y="36642"/>
                </a:lnTo>
                <a:lnTo>
                  <a:pt x="1509924" y="36791"/>
                </a:lnTo>
                <a:lnTo>
                  <a:pt x="1510232" y="36931"/>
                </a:lnTo>
                <a:lnTo>
                  <a:pt x="1510539" y="37063"/>
                </a:lnTo>
                <a:lnTo>
                  <a:pt x="1510845" y="37186"/>
                </a:lnTo>
                <a:lnTo>
                  <a:pt x="1511149" y="37301"/>
                </a:lnTo>
                <a:lnTo>
                  <a:pt x="1511451" y="37408"/>
                </a:lnTo>
                <a:lnTo>
                  <a:pt x="1511753" y="37506"/>
                </a:lnTo>
                <a:lnTo>
                  <a:pt x="1512053" y="37596"/>
                </a:lnTo>
                <a:lnTo>
                  <a:pt x="1512352" y="37677"/>
                </a:lnTo>
                <a:lnTo>
                  <a:pt x="1512650" y="37749"/>
                </a:lnTo>
                <a:lnTo>
                  <a:pt x="1512946" y="37813"/>
                </a:lnTo>
                <a:lnTo>
                  <a:pt x="1513241" y="37869"/>
                </a:lnTo>
                <a:lnTo>
                  <a:pt x="1513535" y="37916"/>
                </a:lnTo>
                <a:lnTo>
                  <a:pt x="1513828" y="37955"/>
                </a:lnTo>
                <a:lnTo>
                  <a:pt x="1514119" y="37984"/>
                </a:lnTo>
                <a:lnTo>
                  <a:pt x="1514409" y="38006"/>
                </a:lnTo>
                <a:lnTo>
                  <a:pt x="1514698" y="38019"/>
                </a:lnTo>
                <a:lnTo>
                  <a:pt x="1514986" y="38023"/>
                </a:lnTo>
                <a:lnTo>
                  <a:pt x="1515359" y="38016"/>
                </a:lnTo>
                <a:lnTo>
                  <a:pt x="1515729" y="37996"/>
                </a:lnTo>
                <a:lnTo>
                  <a:pt x="1516097" y="37961"/>
                </a:lnTo>
                <a:lnTo>
                  <a:pt x="1516464" y="37913"/>
                </a:lnTo>
                <a:lnTo>
                  <a:pt x="1516828" y="37851"/>
                </a:lnTo>
                <a:lnTo>
                  <a:pt x="1517190" y="37775"/>
                </a:lnTo>
                <a:lnTo>
                  <a:pt x="1517551" y="37686"/>
                </a:lnTo>
                <a:lnTo>
                  <a:pt x="1517909" y="37583"/>
                </a:lnTo>
                <a:lnTo>
                  <a:pt x="1518266" y="37466"/>
                </a:lnTo>
                <a:lnTo>
                  <a:pt x="1518620" y="37335"/>
                </a:lnTo>
                <a:lnTo>
                  <a:pt x="1518972" y="37191"/>
                </a:lnTo>
                <a:lnTo>
                  <a:pt x="1519323" y="37032"/>
                </a:lnTo>
                <a:lnTo>
                  <a:pt x="1519671" y="36860"/>
                </a:lnTo>
                <a:lnTo>
                  <a:pt x="1520018" y="36674"/>
                </a:lnTo>
                <a:lnTo>
                  <a:pt x="1520362" y="36475"/>
                </a:lnTo>
                <a:lnTo>
                  <a:pt x="1520704" y="36262"/>
                </a:lnTo>
                <a:lnTo>
                  <a:pt x="1521045" y="36035"/>
                </a:lnTo>
                <a:lnTo>
                  <a:pt x="1521383" y="35794"/>
                </a:lnTo>
                <a:lnTo>
                  <a:pt x="1521720" y="35539"/>
                </a:lnTo>
                <a:lnTo>
                  <a:pt x="1522054" y="35271"/>
                </a:lnTo>
                <a:lnTo>
                  <a:pt x="1522387" y="34989"/>
                </a:lnTo>
                <a:lnTo>
                  <a:pt x="1522717" y="34693"/>
                </a:lnTo>
                <a:lnTo>
                  <a:pt x="1523046" y="34383"/>
                </a:lnTo>
                <a:lnTo>
                  <a:pt x="1523372" y="34060"/>
                </a:lnTo>
                <a:lnTo>
                  <a:pt x="1523691" y="33729"/>
                </a:lnTo>
                <a:lnTo>
                  <a:pt x="1523995" y="33396"/>
                </a:lnTo>
                <a:lnTo>
                  <a:pt x="1524287" y="33061"/>
                </a:lnTo>
                <a:lnTo>
                  <a:pt x="1524564" y="32724"/>
                </a:lnTo>
                <a:lnTo>
                  <a:pt x="1524828" y="32386"/>
                </a:lnTo>
                <a:lnTo>
                  <a:pt x="1525078" y="32046"/>
                </a:lnTo>
                <a:lnTo>
                  <a:pt x="1525314" y="31704"/>
                </a:lnTo>
                <a:lnTo>
                  <a:pt x="1525537" y="31360"/>
                </a:lnTo>
                <a:lnTo>
                  <a:pt x="1525746" y="31014"/>
                </a:lnTo>
                <a:lnTo>
                  <a:pt x="1525941" y="30666"/>
                </a:lnTo>
                <a:lnTo>
                  <a:pt x="1526123" y="30317"/>
                </a:lnTo>
                <a:lnTo>
                  <a:pt x="1526292" y="29965"/>
                </a:lnTo>
                <a:lnTo>
                  <a:pt x="1526446" y="29612"/>
                </a:lnTo>
                <a:lnTo>
                  <a:pt x="1526588" y="29257"/>
                </a:lnTo>
                <a:lnTo>
                  <a:pt x="1526715" y="28899"/>
                </a:lnTo>
                <a:lnTo>
                  <a:pt x="1526830" y="28540"/>
                </a:lnTo>
                <a:lnTo>
                  <a:pt x="1526930" y="28179"/>
                </a:lnTo>
                <a:lnTo>
                  <a:pt x="1527017" y="27816"/>
                </a:lnTo>
                <a:lnTo>
                  <a:pt x="1527091" y="27451"/>
                </a:lnTo>
                <a:lnTo>
                  <a:pt x="1527151" y="27085"/>
                </a:lnTo>
                <a:lnTo>
                  <a:pt x="1527198" y="26716"/>
                </a:lnTo>
                <a:lnTo>
                  <a:pt x="1527232" y="26345"/>
                </a:lnTo>
                <a:lnTo>
                  <a:pt x="1527252" y="25972"/>
                </a:lnTo>
                <a:lnTo>
                  <a:pt x="1527259" y="25598"/>
                </a:lnTo>
                <a:lnTo>
                  <a:pt x="1527243" y="24902"/>
                </a:lnTo>
                <a:lnTo>
                  <a:pt x="1527198" y="24212"/>
                </a:lnTo>
                <a:lnTo>
                  <a:pt x="1527123" y="23527"/>
                </a:lnTo>
                <a:lnTo>
                  <a:pt x="1527018" y="22849"/>
                </a:lnTo>
                <a:lnTo>
                  <a:pt x="1526882" y="22176"/>
                </a:lnTo>
                <a:lnTo>
                  <a:pt x="1526747" y="21630"/>
                </a:lnTo>
                <a:lnTo>
                  <a:pt x="1526849" y="21845"/>
                </a:lnTo>
                <a:lnTo>
                  <a:pt x="1527075" y="22278"/>
                </a:lnTo>
                <a:lnTo>
                  <a:pt x="1527316" y="22705"/>
                </a:lnTo>
                <a:lnTo>
                  <a:pt x="1527573" y="23126"/>
                </a:lnTo>
                <a:lnTo>
                  <a:pt x="1527845" y="23541"/>
                </a:lnTo>
                <a:lnTo>
                  <a:pt x="1528133" y="23950"/>
                </a:lnTo>
                <a:lnTo>
                  <a:pt x="1528436" y="24353"/>
                </a:lnTo>
                <a:lnTo>
                  <a:pt x="1528755" y="24750"/>
                </a:lnTo>
                <a:lnTo>
                  <a:pt x="1529089" y="25140"/>
                </a:lnTo>
                <a:lnTo>
                  <a:pt x="1529439" y="25525"/>
                </a:lnTo>
                <a:lnTo>
                  <a:pt x="1529805" y="25904"/>
                </a:lnTo>
                <a:lnTo>
                  <a:pt x="1530184" y="26270"/>
                </a:lnTo>
                <a:lnTo>
                  <a:pt x="1530569" y="26620"/>
                </a:lnTo>
                <a:lnTo>
                  <a:pt x="1530960" y="26955"/>
                </a:lnTo>
                <a:lnTo>
                  <a:pt x="1531357" y="27274"/>
                </a:lnTo>
                <a:lnTo>
                  <a:pt x="1531761" y="27578"/>
                </a:lnTo>
                <a:lnTo>
                  <a:pt x="1532171" y="27867"/>
                </a:lnTo>
                <a:lnTo>
                  <a:pt x="1532586" y="28140"/>
                </a:lnTo>
                <a:lnTo>
                  <a:pt x="1533009" y="28398"/>
                </a:lnTo>
                <a:lnTo>
                  <a:pt x="1533437" y="28640"/>
                </a:lnTo>
                <a:lnTo>
                  <a:pt x="1533871" y="28867"/>
                </a:lnTo>
                <a:lnTo>
                  <a:pt x="1534312" y="29078"/>
                </a:lnTo>
                <a:lnTo>
                  <a:pt x="1534759" y="29274"/>
                </a:lnTo>
                <a:lnTo>
                  <a:pt x="1535212" y="29454"/>
                </a:lnTo>
                <a:lnTo>
                  <a:pt x="1535671" y="29618"/>
                </a:lnTo>
                <a:lnTo>
                  <a:pt x="1536136" y="29767"/>
                </a:lnTo>
                <a:lnTo>
                  <a:pt x="1536608" y="29900"/>
                </a:lnTo>
                <a:lnTo>
                  <a:pt x="1537086" y="30018"/>
                </a:lnTo>
                <a:lnTo>
                  <a:pt x="1537570" y="30120"/>
                </a:lnTo>
                <a:lnTo>
                  <a:pt x="1538060" y="30207"/>
                </a:lnTo>
                <a:lnTo>
                  <a:pt x="1538556" y="30277"/>
                </a:lnTo>
                <a:lnTo>
                  <a:pt x="1539058" y="30332"/>
                </a:lnTo>
                <a:lnTo>
                  <a:pt x="1539567" y="30372"/>
                </a:lnTo>
                <a:lnTo>
                  <a:pt x="1540082" y="30395"/>
                </a:lnTo>
                <a:lnTo>
                  <a:pt x="1540603" y="30403"/>
                </a:lnTo>
                <a:lnTo>
                  <a:pt x="1541124" y="30395"/>
                </a:lnTo>
                <a:lnTo>
                  <a:pt x="1541638" y="30372"/>
                </a:lnTo>
                <a:lnTo>
                  <a:pt x="1542146" y="30332"/>
                </a:lnTo>
                <a:lnTo>
                  <a:pt x="1542647" y="30277"/>
                </a:lnTo>
                <a:lnTo>
                  <a:pt x="1543141" y="30207"/>
                </a:lnTo>
                <a:lnTo>
                  <a:pt x="1543629" y="30120"/>
                </a:lnTo>
                <a:lnTo>
                  <a:pt x="1544111" y="30018"/>
                </a:lnTo>
                <a:lnTo>
                  <a:pt x="1544586" y="29900"/>
                </a:lnTo>
                <a:lnTo>
                  <a:pt x="1545054" y="29767"/>
                </a:lnTo>
                <a:lnTo>
                  <a:pt x="1545516" y="29618"/>
                </a:lnTo>
                <a:lnTo>
                  <a:pt x="1545972" y="29454"/>
                </a:lnTo>
                <a:lnTo>
                  <a:pt x="1546421" y="29274"/>
                </a:lnTo>
                <a:lnTo>
                  <a:pt x="1546863" y="29078"/>
                </a:lnTo>
                <a:lnTo>
                  <a:pt x="1547299" y="28867"/>
                </a:lnTo>
                <a:lnTo>
                  <a:pt x="1547729" y="28640"/>
                </a:lnTo>
                <a:lnTo>
                  <a:pt x="1548152" y="28398"/>
                </a:lnTo>
                <a:lnTo>
                  <a:pt x="1548569" y="28140"/>
                </a:lnTo>
                <a:lnTo>
                  <a:pt x="1548979" y="27867"/>
                </a:lnTo>
                <a:lnTo>
                  <a:pt x="1549383" y="27578"/>
                </a:lnTo>
                <a:lnTo>
                  <a:pt x="1549780" y="27274"/>
                </a:lnTo>
                <a:lnTo>
                  <a:pt x="1550171" y="26955"/>
                </a:lnTo>
                <a:lnTo>
                  <a:pt x="1550555" y="26620"/>
                </a:lnTo>
                <a:lnTo>
                  <a:pt x="1550934" y="26270"/>
                </a:lnTo>
                <a:lnTo>
                  <a:pt x="1551305" y="25904"/>
                </a:lnTo>
                <a:lnTo>
                  <a:pt x="1551666" y="25525"/>
                </a:lnTo>
                <a:lnTo>
                  <a:pt x="1552012" y="25140"/>
                </a:lnTo>
                <a:lnTo>
                  <a:pt x="1552342" y="24750"/>
                </a:lnTo>
                <a:lnTo>
                  <a:pt x="1552657" y="24353"/>
                </a:lnTo>
                <a:lnTo>
                  <a:pt x="1552956" y="23950"/>
                </a:lnTo>
                <a:lnTo>
                  <a:pt x="1553240" y="23541"/>
                </a:lnTo>
                <a:lnTo>
                  <a:pt x="1553509" y="23126"/>
                </a:lnTo>
                <a:lnTo>
                  <a:pt x="1553762" y="22705"/>
                </a:lnTo>
                <a:lnTo>
                  <a:pt x="1554000" y="22278"/>
                </a:lnTo>
                <a:lnTo>
                  <a:pt x="1554223" y="21845"/>
                </a:lnTo>
                <a:lnTo>
                  <a:pt x="1554430" y="21405"/>
                </a:lnTo>
                <a:lnTo>
                  <a:pt x="1554622" y="20960"/>
                </a:lnTo>
                <a:lnTo>
                  <a:pt x="1554799" y="20508"/>
                </a:lnTo>
                <a:lnTo>
                  <a:pt x="1554960" y="20050"/>
                </a:lnTo>
                <a:lnTo>
                  <a:pt x="1555106" y="19586"/>
                </a:lnTo>
                <a:lnTo>
                  <a:pt x="1555237" y="19115"/>
                </a:lnTo>
                <a:lnTo>
                  <a:pt x="1555352" y="18638"/>
                </a:lnTo>
                <a:lnTo>
                  <a:pt x="1555452" y="18155"/>
                </a:lnTo>
                <a:lnTo>
                  <a:pt x="1555536" y="17666"/>
                </a:lnTo>
                <a:lnTo>
                  <a:pt x="1555605" y="17171"/>
                </a:lnTo>
                <a:lnTo>
                  <a:pt x="1555659" y="16669"/>
                </a:lnTo>
                <a:lnTo>
                  <a:pt x="1555697" y="16160"/>
                </a:lnTo>
                <a:lnTo>
                  <a:pt x="1555720" y="15646"/>
                </a:lnTo>
                <a:lnTo>
                  <a:pt x="1555728" y="15125"/>
                </a:lnTo>
                <a:lnTo>
                  <a:pt x="1555720" y="14604"/>
                </a:lnTo>
                <a:lnTo>
                  <a:pt x="1555697" y="14090"/>
                </a:lnTo>
                <a:lnTo>
                  <a:pt x="1555659" y="13581"/>
                </a:lnTo>
                <a:lnTo>
                  <a:pt x="1555605" y="13080"/>
                </a:lnTo>
                <a:lnTo>
                  <a:pt x="1555536" y="12584"/>
                </a:lnTo>
                <a:lnTo>
                  <a:pt x="1555452" y="12095"/>
                </a:lnTo>
                <a:lnTo>
                  <a:pt x="1555352" y="11613"/>
                </a:lnTo>
                <a:lnTo>
                  <a:pt x="1555237" y="11137"/>
                </a:lnTo>
                <a:lnTo>
                  <a:pt x="1555106" y="10667"/>
                </a:lnTo>
                <a:lnTo>
                  <a:pt x="1554960" y="10204"/>
                </a:lnTo>
                <a:lnTo>
                  <a:pt x="1554799" y="9748"/>
                </a:lnTo>
                <a:lnTo>
                  <a:pt x="1554622" y="9298"/>
                </a:lnTo>
                <a:lnTo>
                  <a:pt x="1554430" y="8854"/>
                </a:lnTo>
                <a:lnTo>
                  <a:pt x="1554223" y="8417"/>
                </a:lnTo>
                <a:lnTo>
                  <a:pt x="1554000" y="7986"/>
                </a:lnTo>
                <a:lnTo>
                  <a:pt x="1553762" y="7562"/>
                </a:lnTo>
                <a:lnTo>
                  <a:pt x="1553509" y="7144"/>
                </a:lnTo>
                <a:lnTo>
                  <a:pt x="1553240" y="6733"/>
                </a:lnTo>
                <a:lnTo>
                  <a:pt x="1552956" y="6328"/>
                </a:lnTo>
                <a:lnTo>
                  <a:pt x="1552657" y="5930"/>
                </a:lnTo>
                <a:lnTo>
                  <a:pt x="1552342" y="5539"/>
                </a:lnTo>
                <a:lnTo>
                  <a:pt x="1552012" y="5154"/>
                </a:lnTo>
                <a:lnTo>
                  <a:pt x="1551666" y="4775"/>
                </a:lnTo>
                <a:lnTo>
                  <a:pt x="1551305" y="4403"/>
                </a:lnTo>
                <a:lnTo>
                  <a:pt x="1550934" y="4045"/>
                </a:lnTo>
                <a:lnTo>
                  <a:pt x="1550555" y="3701"/>
                </a:lnTo>
                <a:lnTo>
                  <a:pt x="1550171" y="3373"/>
                </a:lnTo>
                <a:lnTo>
                  <a:pt x="1549780" y="3060"/>
                </a:lnTo>
                <a:lnTo>
                  <a:pt x="1549383" y="2762"/>
                </a:lnTo>
                <a:lnTo>
                  <a:pt x="1548979" y="2480"/>
                </a:lnTo>
                <a:lnTo>
                  <a:pt x="1548569" y="2212"/>
                </a:lnTo>
                <a:lnTo>
                  <a:pt x="1548152" y="1960"/>
                </a:lnTo>
                <a:lnTo>
                  <a:pt x="1547729" y="1723"/>
                </a:lnTo>
                <a:lnTo>
                  <a:pt x="1547299" y="1501"/>
                </a:lnTo>
                <a:lnTo>
                  <a:pt x="1546863" y="1295"/>
                </a:lnTo>
                <a:lnTo>
                  <a:pt x="1546421" y="1103"/>
                </a:lnTo>
                <a:lnTo>
                  <a:pt x="1545972" y="927"/>
                </a:lnTo>
                <a:lnTo>
                  <a:pt x="1545516" y="766"/>
                </a:lnTo>
                <a:lnTo>
                  <a:pt x="1545054" y="621"/>
                </a:lnTo>
                <a:lnTo>
                  <a:pt x="1544586" y="491"/>
                </a:lnTo>
                <a:lnTo>
                  <a:pt x="1544111" y="376"/>
                </a:lnTo>
                <a:lnTo>
                  <a:pt x="1543629" y="276"/>
                </a:lnTo>
                <a:lnTo>
                  <a:pt x="1543141" y="192"/>
                </a:lnTo>
                <a:lnTo>
                  <a:pt x="1542647" y="123"/>
                </a:lnTo>
                <a:lnTo>
                  <a:pt x="1542146" y="69"/>
                </a:lnTo>
                <a:lnTo>
                  <a:pt x="1541638" y="31"/>
                </a:lnTo>
                <a:lnTo>
                  <a:pt x="1541124" y="8"/>
                </a:lnTo>
                <a:lnTo>
                  <a:pt x="1540603" y="0"/>
                </a:lnTo>
                <a:lnTo>
                  <a:pt x="1540068" y="8"/>
                </a:lnTo>
                <a:lnTo>
                  <a:pt x="1539540" y="31"/>
                </a:lnTo>
                <a:lnTo>
                  <a:pt x="1539020" y="69"/>
                </a:lnTo>
                <a:lnTo>
                  <a:pt x="1538506" y="123"/>
                </a:lnTo>
                <a:lnTo>
                  <a:pt x="1538000" y="192"/>
                </a:lnTo>
                <a:lnTo>
                  <a:pt x="1537501" y="276"/>
                </a:lnTo>
                <a:lnTo>
                  <a:pt x="1537009" y="376"/>
                </a:lnTo>
                <a:lnTo>
                  <a:pt x="1536524" y="491"/>
                </a:lnTo>
                <a:lnTo>
                  <a:pt x="1536047" y="621"/>
                </a:lnTo>
                <a:lnTo>
                  <a:pt x="1535576" y="766"/>
                </a:lnTo>
                <a:lnTo>
                  <a:pt x="1535112" y="927"/>
                </a:lnTo>
                <a:lnTo>
                  <a:pt x="1534656" y="1103"/>
                </a:lnTo>
                <a:lnTo>
                  <a:pt x="1534207" y="1295"/>
                </a:lnTo>
                <a:lnTo>
                  <a:pt x="1533764" y="1501"/>
                </a:lnTo>
                <a:lnTo>
                  <a:pt x="1533329" y="1723"/>
                </a:lnTo>
                <a:lnTo>
                  <a:pt x="1532901" y="1960"/>
                </a:lnTo>
                <a:lnTo>
                  <a:pt x="1532480" y="2212"/>
                </a:lnTo>
                <a:lnTo>
                  <a:pt x="1532066" y="2480"/>
                </a:lnTo>
                <a:lnTo>
                  <a:pt x="1531658" y="2762"/>
                </a:lnTo>
                <a:lnTo>
                  <a:pt x="1531258" y="3060"/>
                </a:lnTo>
                <a:lnTo>
                  <a:pt x="1530865" y="3373"/>
                </a:lnTo>
                <a:lnTo>
                  <a:pt x="1530479" y="3701"/>
                </a:lnTo>
                <a:lnTo>
                  <a:pt x="1530100" y="4045"/>
                </a:lnTo>
                <a:lnTo>
                  <a:pt x="1529728" y="4403"/>
                </a:lnTo>
                <a:lnTo>
                  <a:pt x="1529370" y="4775"/>
                </a:lnTo>
                <a:lnTo>
                  <a:pt x="1529026" y="5154"/>
                </a:lnTo>
                <a:lnTo>
                  <a:pt x="1528698" y="5539"/>
                </a:lnTo>
                <a:lnTo>
                  <a:pt x="1528385" y="5930"/>
                </a:lnTo>
                <a:close/>
                <a:moveTo>
                  <a:pt x="1320838" y="93532"/>
                </a:moveTo>
                <a:lnTo>
                  <a:pt x="1321320" y="93365"/>
                </a:lnTo>
                <a:lnTo>
                  <a:pt x="1321797" y="93205"/>
                </a:lnTo>
                <a:lnTo>
                  <a:pt x="1322267" y="93054"/>
                </a:lnTo>
                <a:lnTo>
                  <a:pt x="1322730" y="92910"/>
                </a:lnTo>
                <a:lnTo>
                  <a:pt x="1323188" y="92774"/>
                </a:lnTo>
                <a:lnTo>
                  <a:pt x="1323639" y="92645"/>
                </a:lnTo>
                <a:lnTo>
                  <a:pt x="1324085" y="92525"/>
                </a:lnTo>
                <a:lnTo>
                  <a:pt x="1324524" y="92412"/>
                </a:lnTo>
                <a:lnTo>
                  <a:pt x="1324957" y="92307"/>
                </a:lnTo>
                <a:lnTo>
                  <a:pt x="1325383" y="92210"/>
                </a:lnTo>
                <a:lnTo>
                  <a:pt x="1325804" y="92120"/>
                </a:lnTo>
                <a:lnTo>
                  <a:pt x="1326218" y="92039"/>
                </a:lnTo>
                <a:lnTo>
                  <a:pt x="1326626" y="91965"/>
                </a:lnTo>
                <a:lnTo>
                  <a:pt x="1327028" y="91899"/>
                </a:lnTo>
                <a:lnTo>
                  <a:pt x="1327424" y="91840"/>
                </a:lnTo>
                <a:lnTo>
                  <a:pt x="1327814" y="91790"/>
                </a:lnTo>
                <a:lnTo>
                  <a:pt x="1328197" y="91747"/>
                </a:lnTo>
                <a:lnTo>
                  <a:pt x="1328574" y="91712"/>
                </a:lnTo>
                <a:lnTo>
                  <a:pt x="1328945" y="91685"/>
                </a:lnTo>
                <a:lnTo>
                  <a:pt x="1329310" y="91665"/>
                </a:lnTo>
                <a:lnTo>
                  <a:pt x="1329669" y="91654"/>
                </a:lnTo>
                <a:lnTo>
                  <a:pt x="1330021" y="91650"/>
                </a:lnTo>
                <a:lnTo>
                  <a:pt x="1330344" y="91653"/>
                </a:lnTo>
                <a:lnTo>
                  <a:pt x="1330661" y="91663"/>
                </a:lnTo>
                <a:lnTo>
                  <a:pt x="1330972" y="91679"/>
                </a:lnTo>
                <a:lnTo>
                  <a:pt x="1331277" y="91702"/>
                </a:lnTo>
                <a:lnTo>
                  <a:pt x="1331576" y="91732"/>
                </a:lnTo>
                <a:lnTo>
                  <a:pt x="1331870" y="91768"/>
                </a:lnTo>
                <a:lnTo>
                  <a:pt x="1332158" y="91810"/>
                </a:lnTo>
                <a:lnTo>
                  <a:pt x="1332440" y="91859"/>
                </a:lnTo>
                <a:lnTo>
                  <a:pt x="1332716" y="91914"/>
                </a:lnTo>
                <a:lnTo>
                  <a:pt x="1332987" y="91976"/>
                </a:lnTo>
                <a:lnTo>
                  <a:pt x="1333252" y="92044"/>
                </a:lnTo>
                <a:lnTo>
                  <a:pt x="1333510" y="92119"/>
                </a:lnTo>
                <a:lnTo>
                  <a:pt x="1333764" y="92200"/>
                </a:lnTo>
                <a:lnTo>
                  <a:pt x="1334011" y="92287"/>
                </a:lnTo>
                <a:lnTo>
                  <a:pt x="1334253" y="92381"/>
                </a:lnTo>
                <a:lnTo>
                  <a:pt x="1334489" y="92481"/>
                </a:lnTo>
                <a:lnTo>
                  <a:pt x="1334719" y="92587"/>
                </a:lnTo>
                <a:lnTo>
                  <a:pt x="1334943" y="92700"/>
                </a:lnTo>
                <a:lnTo>
                  <a:pt x="1335161" y="92819"/>
                </a:lnTo>
                <a:lnTo>
                  <a:pt x="1335374" y="92944"/>
                </a:lnTo>
                <a:lnTo>
                  <a:pt x="1335581" y="93075"/>
                </a:lnTo>
                <a:lnTo>
                  <a:pt x="1335782" y="93213"/>
                </a:lnTo>
                <a:lnTo>
                  <a:pt x="1335977" y="93357"/>
                </a:lnTo>
                <a:lnTo>
                  <a:pt x="1336167" y="93507"/>
                </a:lnTo>
                <a:lnTo>
                  <a:pt x="1336352" y="93670"/>
                </a:lnTo>
                <a:lnTo>
                  <a:pt x="1336532" y="93843"/>
                </a:lnTo>
                <a:lnTo>
                  <a:pt x="1336709" y="94026"/>
                </a:lnTo>
                <a:lnTo>
                  <a:pt x="1336882" y="94218"/>
                </a:lnTo>
                <a:lnTo>
                  <a:pt x="1337050" y="94421"/>
                </a:lnTo>
                <a:lnTo>
                  <a:pt x="1337215" y="94634"/>
                </a:lnTo>
                <a:lnTo>
                  <a:pt x="1337375" y="94857"/>
                </a:lnTo>
                <a:lnTo>
                  <a:pt x="1337531" y="95090"/>
                </a:lnTo>
                <a:lnTo>
                  <a:pt x="1337683" y="95333"/>
                </a:lnTo>
                <a:lnTo>
                  <a:pt x="1337831" y="95586"/>
                </a:lnTo>
                <a:lnTo>
                  <a:pt x="1337975" y="95849"/>
                </a:lnTo>
                <a:lnTo>
                  <a:pt x="1338115" y="96123"/>
                </a:lnTo>
                <a:lnTo>
                  <a:pt x="1338251" y="96406"/>
                </a:lnTo>
                <a:lnTo>
                  <a:pt x="1338382" y="96699"/>
                </a:lnTo>
                <a:lnTo>
                  <a:pt x="1338509" y="97003"/>
                </a:lnTo>
                <a:lnTo>
                  <a:pt x="1338632" y="97316"/>
                </a:lnTo>
                <a:lnTo>
                  <a:pt x="1338750" y="97640"/>
                </a:lnTo>
                <a:lnTo>
                  <a:pt x="1338865" y="97973"/>
                </a:lnTo>
                <a:lnTo>
                  <a:pt x="1338975" y="98317"/>
                </a:lnTo>
                <a:lnTo>
                  <a:pt x="1339080" y="98671"/>
                </a:lnTo>
                <a:lnTo>
                  <a:pt x="1339182" y="99035"/>
                </a:lnTo>
                <a:lnTo>
                  <a:pt x="1339279" y="99410"/>
                </a:lnTo>
                <a:lnTo>
                  <a:pt x="1339372" y="99794"/>
                </a:lnTo>
                <a:lnTo>
                  <a:pt x="1339460" y="100189"/>
                </a:lnTo>
                <a:lnTo>
                  <a:pt x="1339570" y="100764"/>
                </a:lnTo>
                <a:lnTo>
                  <a:pt x="1339676" y="101394"/>
                </a:lnTo>
                <a:lnTo>
                  <a:pt x="1339777" y="102079"/>
                </a:lnTo>
                <a:lnTo>
                  <a:pt x="1339873" y="102818"/>
                </a:lnTo>
                <a:lnTo>
                  <a:pt x="1339965" y="103612"/>
                </a:lnTo>
                <a:lnTo>
                  <a:pt x="1340052" y="104460"/>
                </a:lnTo>
                <a:lnTo>
                  <a:pt x="1340134" y="105364"/>
                </a:lnTo>
                <a:lnTo>
                  <a:pt x="1340212" y="106322"/>
                </a:lnTo>
                <a:lnTo>
                  <a:pt x="1340286" y="107334"/>
                </a:lnTo>
                <a:lnTo>
                  <a:pt x="1340354" y="108401"/>
                </a:lnTo>
                <a:lnTo>
                  <a:pt x="1340418" y="109523"/>
                </a:lnTo>
                <a:lnTo>
                  <a:pt x="1340477" y="110699"/>
                </a:lnTo>
                <a:lnTo>
                  <a:pt x="1340532" y="111931"/>
                </a:lnTo>
                <a:lnTo>
                  <a:pt x="1340581" y="113216"/>
                </a:lnTo>
                <a:lnTo>
                  <a:pt x="1340626" y="114557"/>
                </a:lnTo>
                <a:lnTo>
                  <a:pt x="1340667" y="115952"/>
                </a:lnTo>
                <a:lnTo>
                  <a:pt x="1340703" y="117401"/>
                </a:lnTo>
                <a:lnTo>
                  <a:pt x="1340733" y="118906"/>
                </a:lnTo>
                <a:lnTo>
                  <a:pt x="1340760" y="120465"/>
                </a:lnTo>
                <a:lnTo>
                  <a:pt x="1340781" y="122078"/>
                </a:lnTo>
                <a:lnTo>
                  <a:pt x="1340798" y="123747"/>
                </a:lnTo>
                <a:lnTo>
                  <a:pt x="1340810" y="125469"/>
                </a:lnTo>
                <a:lnTo>
                  <a:pt x="1340817" y="127247"/>
                </a:lnTo>
                <a:lnTo>
                  <a:pt x="1340819" y="129079"/>
                </a:lnTo>
                <a:lnTo>
                  <a:pt x="1340819" y="181959"/>
                </a:lnTo>
                <a:lnTo>
                  <a:pt x="1340816" y="183005"/>
                </a:lnTo>
                <a:lnTo>
                  <a:pt x="1340805" y="184022"/>
                </a:lnTo>
                <a:lnTo>
                  <a:pt x="1340787" y="185011"/>
                </a:lnTo>
                <a:lnTo>
                  <a:pt x="1340762" y="185972"/>
                </a:lnTo>
                <a:lnTo>
                  <a:pt x="1340730" y="186903"/>
                </a:lnTo>
                <a:lnTo>
                  <a:pt x="1340691" y="187807"/>
                </a:lnTo>
                <a:lnTo>
                  <a:pt x="1340644" y="188681"/>
                </a:lnTo>
                <a:lnTo>
                  <a:pt x="1340591" y="189527"/>
                </a:lnTo>
                <a:lnTo>
                  <a:pt x="1340531" y="190345"/>
                </a:lnTo>
                <a:lnTo>
                  <a:pt x="1340463" y="191134"/>
                </a:lnTo>
                <a:lnTo>
                  <a:pt x="1340389" y="191894"/>
                </a:lnTo>
                <a:lnTo>
                  <a:pt x="1340307" y="192626"/>
                </a:lnTo>
                <a:lnTo>
                  <a:pt x="1340219" y="193329"/>
                </a:lnTo>
                <a:lnTo>
                  <a:pt x="1340123" y="194003"/>
                </a:lnTo>
                <a:lnTo>
                  <a:pt x="1340021" y="194649"/>
                </a:lnTo>
                <a:lnTo>
                  <a:pt x="1339912" y="195266"/>
                </a:lnTo>
                <a:lnTo>
                  <a:pt x="1339795" y="195855"/>
                </a:lnTo>
                <a:lnTo>
                  <a:pt x="1339672" y="196414"/>
                </a:lnTo>
                <a:lnTo>
                  <a:pt x="1339542" y="196946"/>
                </a:lnTo>
                <a:lnTo>
                  <a:pt x="1339406" y="197448"/>
                </a:lnTo>
                <a:lnTo>
                  <a:pt x="1339262" y="197922"/>
                </a:lnTo>
                <a:lnTo>
                  <a:pt x="1339111" y="198367"/>
                </a:lnTo>
                <a:lnTo>
                  <a:pt x="1338954" y="198783"/>
                </a:lnTo>
                <a:lnTo>
                  <a:pt x="1338790" y="199171"/>
                </a:lnTo>
                <a:lnTo>
                  <a:pt x="1338620" y="199540"/>
                </a:lnTo>
                <a:lnTo>
                  <a:pt x="1338444" y="199901"/>
                </a:lnTo>
                <a:lnTo>
                  <a:pt x="1338264" y="200252"/>
                </a:lnTo>
                <a:lnTo>
                  <a:pt x="1338079" y="200596"/>
                </a:lnTo>
                <a:lnTo>
                  <a:pt x="1337888" y="200930"/>
                </a:lnTo>
                <a:lnTo>
                  <a:pt x="1337692" y="201256"/>
                </a:lnTo>
                <a:lnTo>
                  <a:pt x="1337492" y="201573"/>
                </a:lnTo>
                <a:lnTo>
                  <a:pt x="1337286" y="201882"/>
                </a:lnTo>
                <a:lnTo>
                  <a:pt x="1337075" y="202182"/>
                </a:lnTo>
                <a:lnTo>
                  <a:pt x="1336860" y="202473"/>
                </a:lnTo>
                <a:lnTo>
                  <a:pt x="1336639" y="202755"/>
                </a:lnTo>
                <a:lnTo>
                  <a:pt x="1336413" y="203029"/>
                </a:lnTo>
                <a:lnTo>
                  <a:pt x="1336183" y="203294"/>
                </a:lnTo>
                <a:lnTo>
                  <a:pt x="1335948" y="203550"/>
                </a:lnTo>
                <a:lnTo>
                  <a:pt x="1335708" y="203797"/>
                </a:lnTo>
                <a:lnTo>
                  <a:pt x="1335463" y="204035"/>
                </a:lnTo>
                <a:lnTo>
                  <a:pt x="1335213" y="204265"/>
                </a:lnTo>
                <a:lnTo>
                  <a:pt x="1334959" y="204486"/>
                </a:lnTo>
                <a:lnTo>
                  <a:pt x="1334699" y="204698"/>
                </a:lnTo>
                <a:lnTo>
                  <a:pt x="1334436" y="204900"/>
                </a:lnTo>
                <a:lnTo>
                  <a:pt x="1334167" y="205095"/>
                </a:lnTo>
                <a:lnTo>
                  <a:pt x="1333894" y="205280"/>
                </a:lnTo>
                <a:lnTo>
                  <a:pt x="1333616" y="205456"/>
                </a:lnTo>
                <a:lnTo>
                  <a:pt x="1333333" y="205623"/>
                </a:lnTo>
                <a:lnTo>
                  <a:pt x="1333035" y="205782"/>
                </a:lnTo>
                <a:lnTo>
                  <a:pt x="1332713" y="205935"/>
                </a:lnTo>
                <a:lnTo>
                  <a:pt x="1332369" y="206080"/>
                </a:lnTo>
                <a:lnTo>
                  <a:pt x="1332001" y="206218"/>
                </a:lnTo>
                <a:lnTo>
                  <a:pt x="1331611" y="206350"/>
                </a:lnTo>
                <a:lnTo>
                  <a:pt x="1331198" y="206474"/>
                </a:lnTo>
                <a:lnTo>
                  <a:pt x="1330762" y="206592"/>
                </a:lnTo>
                <a:lnTo>
                  <a:pt x="1330303" y="206703"/>
                </a:lnTo>
                <a:lnTo>
                  <a:pt x="1329821" y="206807"/>
                </a:lnTo>
                <a:lnTo>
                  <a:pt x="1329316" y="206904"/>
                </a:lnTo>
                <a:lnTo>
                  <a:pt x="1328789" y="206995"/>
                </a:lnTo>
                <a:lnTo>
                  <a:pt x="1328238" y="207078"/>
                </a:lnTo>
                <a:lnTo>
                  <a:pt x="1327665" y="207155"/>
                </a:lnTo>
                <a:lnTo>
                  <a:pt x="1327069" y="207225"/>
                </a:lnTo>
                <a:lnTo>
                  <a:pt x="1326450" y="207288"/>
                </a:lnTo>
                <a:lnTo>
                  <a:pt x="1325808" y="207345"/>
                </a:lnTo>
                <a:lnTo>
                  <a:pt x="1325144" y="207395"/>
                </a:lnTo>
                <a:lnTo>
                  <a:pt x="1324457" y="207438"/>
                </a:lnTo>
                <a:lnTo>
                  <a:pt x="1323747" y="207474"/>
                </a:lnTo>
                <a:lnTo>
                  <a:pt x="1323014" y="207504"/>
                </a:lnTo>
                <a:lnTo>
                  <a:pt x="1322258" y="207527"/>
                </a:lnTo>
                <a:lnTo>
                  <a:pt x="1321480" y="207544"/>
                </a:lnTo>
                <a:lnTo>
                  <a:pt x="1320679" y="207553"/>
                </a:lnTo>
                <a:lnTo>
                  <a:pt x="1319855" y="207557"/>
                </a:lnTo>
                <a:lnTo>
                  <a:pt x="1319855" y="212956"/>
                </a:lnTo>
                <a:lnTo>
                  <a:pt x="1386481" y="212956"/>
                </a:lnTo>
                <a:lnTo>
                  <a:pt x="1386481" y="207557"/>
                </a:lnTo>
                <a:lnTo>
                  <a:pt x="1385681" y="207553"/>
                </a:lnTo>
                <a:lnTo>
                  <a:pt x="1384901" y="207542"/>
                </a:lnTo>
                <a:lnTo>
                  <a:pt x="1384143" y="207524"/>
                </a:lnTo>
                <a:lnTo>
                  <a:pt x="1383405" y="207499"/>
                </a:lnTo>
                <a:lnTo>
                  <a:pt x="1382689" y="207467"/>
                </a:lnTo>
                <a:lnTo>
                  <a:pt x="1381994" y="207427"/>
                </a:lnTo>
                <a:lnTo>
                  <a:pt x="1381320" y="207380"/>
                </a:lnTo>
                <a:lnTo>
                  <a:pt x="1380667" y="207326"/>
                </a:lnTo>
                <a:lnTo>
                  <a:pt x="1380035" y="207265"/>
                </a:lnTo>
                <a:lnTo>
                  <a:pt x="1379424" y="207196"/>
                </a:lnTo>
                <a:lnTo>
                  <a:pt x="1378834" y="207121"/>
                </a:lnTo>
                <a:lnTo>
                  <a:pt x="1378266" y="207037"/>
                </a:lnTo>
                <a:lnTo>
                  <a:pt x="1377718" y="206947"/>
                </a:lnTo>
                <a:lnTo>
                  <a:pt x="1377191" y="206849"/>
                </a:lnTo>
                <a:lnTo>
                  <a:pt x="1376686" y="206744"/>
                </a:lnTo>
                <a:lnTo>
                  <a:pt x="1376201" y="206632"/>
                </a:lnTo>
                <a:lnTo>
                  <a:pt x="1375737" y="206513"/>
                </a:lnTo>
                <a:lnTo>
                  <a:pt x="1375295" y="206386"/>
                </a:lnTo>
                <a:lnTo>
                  <a:pt x="1374873" y="206251"/>
                </a:lnTo>
                <a:lnTo>
                  <a:pt x="1374472" y="206110"/>
                </a:lnTo>
                <a:lnTo>
                  <a:pt x="1374093" y="205961"/>
                </a:lnTo>
                <a:lnTo>
                  <a:pt x="1373734" y="205805"/>
                </a:lnTo>
                <a:lnTo>
                  <a:pt x="1373396" y="205641"/>
                </a:lnTo>
                <a:lnTo>
                  <a:pt x="1373080" y="205470"/>
                </a:lnTo>
                <a:lnTo>
                  <a:pt x="1372779" y="205291"/>
                </a:lnTo>
                <a:lnTo>
                  <a:pt x="1372484" y="205105"/>
                </a:lnTo>
                <a:lnTo>
                  <a:pt x="1372195" y="204912"/>
                </a:lnTo>
                <a:lnTo>
                  <a:pt x="1371912" y="204710"/>
                </a:lnTo>
                <a:lnTo>
                  <a:pt x="1371635" y="204502"/>
                </a:lnTo>
                <a:lnTo>
                  <a:pt x="1371364" y="204285"/>
                </a:lnTo>
                <a:lnTo>
                  <a:pt x="1371100" y="204061"/>
                </a:lnTo>
                <a:lnTo>
                  <a:pt x="1370841" y="203830"/>
                </a:lnTo>
                <a:lnTo>
                  <a:pt x="1370588" y="203591"/>
                </a:lnTo>
                <a:lnTo>
                  <a:pt x="1370342" y="203344"/>
                </a:lnTo>
                <a:lnTo>
                  <a:pt x="1370102" y="203090"/>
                </a:lnTo>
                <a:lnTo>
                  <a:pt x="1369868" y="202828"/>
                </a:lnTo>
                <a:lnTo>
                  <a:pt x="1369640" y="202558"/>
                </a:lnTo>
                <a:lnTo>
                  <a:pt x="1369418" y="202281"/>
                </a:lnTo>
                <a:lnTo>
                  <a:pt x="1369203" y="201997"/>
                </a:lnTo>
                <a:lnTo>
                  <a:pt x="1368994" y="201705"/>
                </a:lnTo>
                <a:lnTo>
                  <a:pt x="1368791" y="201405"/>
                </a:lnTo>
                <a:lnTo>
                  <a:pt x="1368594" y="201098"/>
                </a:lnTo>
                <a:lnTo>
                  <a:pt x="1368404" y="200783"/>
                </a:lnTo>
                <a:lnTo>
                  <a:pt x="1368220" y="200460"/>
                </a:lnTo>
                <a:lnTo>
                  <a:pt x="1368042" y="200130"/>
                </a:lnTo>
                <a:lnTo>
                  <a:pt x="1367870" y="199792"/>
                </a:lnTo>
                <a:lnTo>
                  <a:pt x="1367705" y="199447"/>
                </a:lnTo>
                <a:lnTo>
                  <a:pt x="1367546" y="199094"/>
                </a:lnTo>
                <a:lnTo>
                  <a:pt x="1367394" y="198723"/>
                </a:lnTo>
                <a:lnTo>
                  <a:pt x="1367248" y="198322"/>
                </a:lnTo>
                <a:lnTo>
                  <a:pt x="1367109" y="197891"/>
                </a:lnTo>
                <a:lnTo>
                  <a:pt x="1366975" y="197430"/>
                </a:lnTo>
                <a:lnTo>
                  <a:pt x="1366849" y="196940"/>
                </a:lnTo>
                <a:lnTo>
                  <a:pt x="1366728" y="196420"/>
                </a:lnTo>
                <a:lnTo>
                  <a:pt x="1366614" y="195870"/>
                </a:lnTo>
                <a:lnTo>
                  <a:pt x="1366507" y="195290"/>
                </a:lnTo>
                <a:lnTo>
                  <a:pt x="1366406" y="194681"/>
                </a:lnTo>
                <a:lnTo>
                  <a:pt x="1366311" y="194041"/>
                </a:lnTo>
                <a:lnTo>
                  <a:pt x="1366223" y="193372"/>
                </a:lnTo>
                <a:lnTo>
                  <a:pt x="1366142" y="192673"/>
                </a:lnTo>
                <a:lnTo>
                  <a:pt x="1366067" y="191945"/>
                </a:lnTo>
                <a:lnTo>
                  <a:pt x="1365998" y="191186"/>
                </a:lnTo>
                <a:lnTo>
                  <a:pt x="1365936" y="190398"/>
                </a:lnTo>
                <a:lnTo>
                  <a:pt x="1365880" y="189580"/>
                </a:lnTo>
                <a:lnTo>
                  <a:pt x="1365831" y="188732"/>
                </a:lnTo>
                <a:lnTo>
                  <a:pt x="1365788" y="187854"/>
                </a:lnTo>
                <a:lnTo>
                  <a:pt x="1365752" y="186946"/>
                </a:lnTo>
                <a:lnTo>
                  <a:pt x="1365723" y="186009"/>
                </a:lnTo>
                <a:lnTo>
                  <a:pt x="1365700" y="185041"/>
                </a:lnTo>
                <a:lnTo>
                  <a:pt x="1365683" y="184044"/>
                </a:lnTo>
                <a:lnTo>
                  <a:pt x="1365673" y="183016"/>
                </a:lnTo>
                <a:lnTo>
                  <a:pt x="1365670" y="181959"/>
                </a:lnTo>
                <a:lnTo>
                  <a:pt x="1365670" y="71738"/>
                </a:lnTo>
                <a:lnTo>
                  <a:pt x="1359084" y="71738"/>
                </a:lnTo>
                <a:lnTo>
                  <a:pt x="1317749" y="88510"/>
                </a:lnTo>
                <a:lnTo>
                  <a:pt x="1319855" y="93890"/>
                </a:lnTo>
                <a:lnTo>
                  <a:pt x="1320350" y="93707"/>
                </a:lnTo>
                <a:lnTo>
                  <a:pt x="1320838" y="93532"/>
                </a:lnTo>
                <a:close/>
                <a:moveTo>
                  <a:pt x="1508182" y="93532"/>
                </a:moveTo>
                <a:lnTo>
                  <a:pt x="1508666" y="93365"/>
                </a:lnTo>
                <a:lnTo>
                  <a:pt x="1509144" y="93205"/>
                </a:lnTo>
                <a:lnTo>
                  <a:pt x="1509615" y="93054"/>
                </a:lnTo>
                <a:lnTo>
                  <a:pt x="1510080" y="92910"/>
                </a:lnTo>
                <a:lnTo>
                  <a:pt x="1510539" y="92774"/>
                </a:lnTo>
                <a:lnTo>
                  <a:pt x="1510992" y="92645"/>
                </a:lnTo>
                <a:lnTo>
                  <a:pt x="1511438" y="92525"/>
                </a:lnTo>
                <a:lnTo>
                  <a:pt x="1511878" y="92412"/>
                </a:lnTo>
                <a:lnTo>
                  <a:pt x="1512312" y="92307"/>
                </a:lnTo>
                <a:lnTo>
                  <a:pt x="1512739" y="92210"/>
                </a:lnTo>
                <a:lnTo>
                  <a:pt x="1513160" y="92120"/>
                </a:lnTo>
                <a:lnTo>
                  <a:pt x="1513575" y="92039"/>
                </a:lnTo>
                <a:lnTo>
                  <a:pt x="1513983" y="91965"/>
                </a:lnTo>
                <a:lnTo>
                  <a:pt x="1514386" y="91899"/>
                </a:lnTo>
                <a:lnTo>
                  <a:pt x="1514782" y="91840"/>
                </a:lnTo>
                <a:lnTo>
                  <a:pt x="1515171" y="91790"/>
                </a:lnTo>
                <a:lnTo>
                  <a:pt x="1515555" y="91747"/>
                </a:lnTo>
                <a:lnTo>
                  <a:pt x="1515932" y="91712"/>
                </a:lnTo>
                <a:lnTo>
                  <a:pt x="1516303" y="91685"/>
                </a:lnTo>
                <a:lnTo>
                  <a:pt x="1516668" y="91665"/>
                </a:lnTo>
                <a:lnTo>
                  <a:pt x="1517027" y="91654"/>
                </a:lnTo>
                <a:lnTo>
                  <a:pt x="1517379" y="91650"/>
                </a:lnTo>
                <a:lnTo>
                  <a:pt x="1517702" y="91653"/>
                </a:lnTo>
                <a:lnTo>
                  <a:pt x="1518019" y="91663"/>
                </a:lnTo>
                <a:lnTo>
                  <a:pt x="1518330" y="91679"/>
                </a:lnTo>
                <a:lnTo>
                  <a:pt x="1518635" y="91702"/>
                </a:lnTo>
                <a:lnTo>
                  <a:pt x="1518935" y="91732"/>
                </a:lnTo>
                <a:lnTo>
                  <a:pt x="1519228" y="91768"/>
                </a:lnTo>
                <a:lnTo>
                  <a:pt x="1519516" y="91810"/>
                </a:lnTo>
                <a:lnTo>
                  <a:pt x="1519798" y="91859"/>
                </a:lnTo>
                <a:lnTo>
                  <a:pt x="1520074" y="91914"/>
                </a:lnTo>
                <a:lnTo>
                  <a:pt x="1520345" y="91976"/>
                </a:lnTo>
                <a:lnTo>
                  <a:pt x="1520610" y="92044"/>
                </a:lnTo>
                <a:lnTo>
                  <a:pt x="1520869" y="92119"/>
                </a:lnTo>
                <a:lnTo>
                  <a:pt x="1521122" y="92200"/>
                </a:lnTo>
                <a:lnTo>
                  <a:pt x="1521369" y="92287"/>
                </a:lnTo>
                <a:lnTo>
                  <a:pt x="1521611" y="92381"/>
                </a:lnTo>
                <a:lnTo>
                  <a:pt x="1521847" y="92481"/>
                </a:lnTo>
                <a:lnTo>
                  <a:pt x="1522077" y="92587"/>
                </a:lnTo>
                <a:lnTo>
                  <a:pt x="1522301" y="92700"/>
                </a:lnTo>
                <a:lnTo>
                  <a:pt x="1522520" y="92819"/>
                </a:lnTo>
                <a:lnTo>
                  <a:pt x="1522732" y="92944"/>
                </a:lnTo>
                <a:lnTo>
                  <a:pt x="1522939" y="93075"/>
                </a:lnTo>
                <a:lnTo>
                  <a:pt x="1523140" y="93213"/>
                </a:lnTo>
                <a:lnTo>
                  <a:pt x="1523336" y="93357"/>
                </a:lnTo>
                <a:lnTo>
                  <a:pt x="1523525" y="93507"/>
                </a:lnTo>
                <a:lnTo>
                  <a:pt x="1523710" y="93670"/>
                </a:lnTo>
                <a:lnTo>
                  <a:pt x="1523890" y="93843"/>
                </a:lnTo>
                <a:lnTo>
                  <a:pt x="1524066" y="94026"/>
                </a:lnTo>
                <a:lnTo>
                  <a:pt x="1524238" y="94218"/>
                </a:lnTo>
                <a:lnTo>
                  <a:pt x="1524406" y="94421"/>
                </a:lnTo>
                <a:lnTo>
                  <a:pt x="1524570" y="94634"/>
                </a:lnTo>
                <a:lnTo>
                  <a:pt x="1524730" y="94857"/>
                </a:lnTo>
                <a:lnTo>
                  <a:pt x="1524885" y="95090"/>
                </a:lnTo>
                <a:lnTo>
                  <a:pt x="1525037" y="95333"/>
                </a:lnTo>
                <a:lnTo>
                  <a:pt x="1525184" y="95586"/>
                </a:lnTo>
                <a:lnTo>
                  <a:pt x="1525327" y="95849"/>
                </a:lnTo>
                <a:lnTo>
                  <a:pt x="1525466" y="96123"/>
                </a:lnTo>
                <a:lnTo>
                  <a:pt x="1525601" y="96406"/>
                </a:lnTo>
                <a:lnTo>
                  <a:pt x="1525732" y="96699"/>
                </a:lnTo>
                <a:lnTo>
                  <a:pt x="1525859" y="97003"/>
                </a:lnTo>
                <a:lnTo>
                  <a:pt x="1525981" y="97316"/>
                </a:lnTo>
                <a:lnTo>
                  <a:pt x="1526100" y="97640"/>
                </a:lnTo>
                <a:lnTo>
                  <a:pt x="1526215" y="97973"/>
                </a:lnTo>
                <a:lnTo>
                  <a:pt x="1526325" y="98317"/>
                </a:lnTo>
                <a:lnTo>
                  <a:pt x="1526432" y="98671"/>
                </a:lnTo>
                <a:lnTo>
                  <a:pt x="1526535" y="99035"/>
                </a:lnTo>
                <a:lnTo>
                  <a:pt x="1526633" y="99410"/>
                </a:lnTo>
                <a:lnTo>
                  <a:pt x="1526728" y="99794"/>
                </a:lnTo>
                <a:lnTo>
                  <a:pt x="1526818" y="100189"/>
                </a:lnTo>
                <a:lnTo>
                  <a:pt x="1526928" y="100764"/>
                </a:lnTo>
                <a:lnTo>
                  <a:pt x="1527034" y="101394"/>
                </a:lnTo>
                <a:lnTo>
                  <a:pt x="1527134" y="102079"/>
                </a:lnTo>
                <a:lnTo>
                  <a:pt x="1527230" y="102818"/>
                </a:lnTo>
                <a:lnTo>
                  <a:pt x="1527321" y="103612"/>
                </a:lnTo>
                <a:lnTo>
                  <a:pt x="1527407" y="104460"/>
                </a:lnTo>
                <a:lnTo>
                  <a:pt x="1527489" y="105364"/>
                </a:lnTo>
                <a:lnTo>
                  <a:pt x="1527566" y="106322"/>
                </a:lnTo>
                <a:lnTo>
                  <a:pt x="1527638" y="107334"/>
                </a:lnTo>
                <a:lnTo>
                  <a:pt x="1527705" y="108401"/>
                </a:lnTo>
                <a:lnTo>
                  <a:pt x="1527768" y="109523"/>
                </a:lnTo>
                <a:lnTo>
                  <a:pt x="1527826" y="110699"/>
                </a:lnTo>
                <a:lnTo>
                  <a:pt x="1527879" y="111931"/>
                </a:lnTo>
                <a:lnTo>
                  <a:pt x="1527928" y="113216"/>
                </a:lnTo>
                <a:lnTo>
                  <a:pt x="1527972" y="114557"/>
                </a:lnTo>
                <a:lnTo>
                  <a:pt x="1528011" y="115952"/>
                </a:lnTo>
                <a:lnTo>
                  <a:pt x="1528046" y="117401"/>
                </a:lnTo>
                <a:lnTo>
                  <a:pt x="1528076" y="118906"/>
                </a:lnTo>
                <a:lnTo>
                  <a:pt x="1528101" y="120465"/>
                </a:lnTo>
                <a:lnTo>
                  <a:pt x="1528122" y="122078"/>
                </a:lnTo>
                <a:lnTo>
                  <a:pt x="1528138" y="123747"/>
                </a:lnTo>
                <a:lnTo>
                  <a:pt x="1528149" y="125469"/>
                </a:lnTo>
                <a:lnTo>
                  <a:pt x="1528156" y="127247"/>
                </a:lnTo>
                <a:lnTo>
                  <a:pt x="1528158" y="129079"/>
                </a:lnTo>
                <a:lnTo>
                  <a:pt x="1528158" y="181959"/>
                </a:lnTo>
                <a:lnTo>
                  <a:pt x="1528155" y="183005"/>
                </a:lnTo>
                <a:lnTo>
                  <a:pt x="1528144" y="184022"/>
                </a:lnTo>
                <a:lnTo>
                  <a:pt x="1528127" y="185011"/>
                </a:lnTo>
                <a:lnTo>
                  <a:pt x="1528103" y="185972"/>
                </a:lnTo>
                <a:lnTo>
                  <a:pt x="1528071" y="186903"/>
                </a:lnTo>
                <a:lnTo>
                  <a:pt x="1528033" y="187807"/>
                </a:lnTo>
                <a:lnTo>
                  <a:pt x="1527987" y="188681"/>
                </a:lnTo>
                <a:lnTo>
                  <a:pt x="1527935" y="189527"/>
                </a:lnTo>
                <a:lnTo>
                  <a:pt x="1527876" y="190345"/>
                </a:lnTo>
                <a:lnTo>
                  <a:pt x="1527809" y="191134"/>
                </a:lnTo>
                <a:lnTo>
                  <a:pt x="1527736" y="191894"/>
                </a:lnTo>
                <a:lnTo>
                  <a:pt x="1527656" y="192626"/>
                </a:lnTo>
                <a:lnTo>
                  <a:pt x="1527569" y="193329"/>
                </a:lnTo>
                <a:lnTo>
                  <a:pt x="1527474" y="194003"/>
                </a:lnTo>
                <a:lnTo>
                  <a:pt x="1527373" y="194649"/>
                </a:lnTo>
                <a:lnTo>
                  <a:pt x="1527265" y="195266"/>
                </a:lnTo>
                <a:lnTo>
                  <a:pt x="1527150" y="195855"/>
                </a:lnTo>
                <a:lnTo>
                  <a:pt x="1527028" y="196414"/>
                </a:lnTo>
                <a:lnTo>
                  <a:pt x="1526898" y="196946"/>
                </a:lnTo>
                <a:lnTo>
                  <a:pt x="1526762" y="197448"/>
                </a:lnTo>
                <a:lnTo>
                  <a:pt x="1526619" y="197922"/>
                </a:lnTo>
                <a:lnTo>
                  <a:pt x="1526469" y="198367"/>
                </a:lnTo>
                <a:lnTo>
                  <a:pt x="1526312" y="198783"/>
                </a:lnTo>
                <a:lnTo>
                  <a:pt x="1526148" y="199171"/>
                </a:lnTo>
                <a:lnTo>
                  <a:pt x="1525976" y="199540"/>
                </a:lnTo>
                <a:lnTo>
                  <a:pt x="1525799" y="199901"/>
                </a:lnTo>
                <a:lnTo>
                  <a:pt x="1525617" y="200252"/>
                </a:lnTo>
                <a:lnTo>
                  <a:pt x="1525430" y="200596"/>
                </a:lnTo>
                <a:lnTo>
                  <a:pt x="1525239" y="200930"/>
                </a:lnTo>
                <a:lnTo>
                  <a:pt x="1525042" y="201256"/>
                </a:lnTo>
                <a:lnTo>
                  <a:pt x="1524841" y="201573"/>
                </a:lnTo>
                <a:lnTo>
                  <a:pt x="1524635" y="201882"/>
                </a:lnTo>
                <a:lnTo>
                  <a:pt x="1524424" y="202182"/>
                </a:lnTo>
                <a:lnTo>
                  <a:pt x="1524208" y="202473"/>
                </a:lnTo>
                <a:lnTo>
                  <a:pt x="1523988" y="202755"/>
                </a:lnTo>
                <a:lnTo>
                  <a:pt x="1523762" y="203029"/>
                </a:lnTo>
                <a:lnTo>
                  <a:pt x="1523532" y="203294"/>
                </a:lnTo>
                <a:lnTo>
                  <a:pt x="1523296" y="203550"/>
                </a:lnTo>
                <a:lnTo>
                  <a:pt x="1523056" y="203797"/>
                </a:lnTo>
                <a:lnTo>
                  <a:pt x="1522811" y="204035"/>
                </a:lnTo>
                <a:lnTo>
                  <a:pt x="1522561" y="204265"/>
                </a:lnTo>
                <a:lnTo>
                  <a:pt x="1522306" y="204486"/>
                </a:lnTo>
                <a:lnTo>
                  <a:pt x="1522046" y="204698"/>
                </a:lnTo>
                <a:lnTo>
                  <a:pt x="1521781" y="204900"/>
                </a:lnTo>
                <a:lnTo>
                  <a:pt x="1521512" y="205095"/>
                </a:lnTo>
                <a:lnTo>
                  <a:pt x="1521237" y="205280"/>
                </a:lnTo>
                <a:lnTo>
                  <a:pt x="1520957" y="205456"/>
                </a:lnTo>
                <a:lnTo>
                  <a:pt x="1520672" y="205623"/>
                </a:lnTo>
                <a:lnTo>
                  <a:pt x="1520374" y="205782"/>
                </a:lnTo>
                <a:lnTo>
                  <a:pt x="1520053" y="205935"/>
                </a:lnTo>
                <a:lnTo>
                  <a:pt x="1519709" y="206080"/>
                </a:lnTo>
                <a:lnTo>
                  <a:pt x="1519342" y="206218"/>
                </a:lnTo>
                <a:lnTo>
                  <a:pt x="1518952" y="206350"/>
                </a:lnTo>
                <a:lnTo>
                  <a:pt x="1518540" y="206474"/>
                </a:lnTo>
                <a:lnTo>
                  <a:pt x="1518104" y="206592"/>
                </a:lnTo>
                <a:lnTo>
                  <a:pt x="1517646" y="206703"/>
                </a:lnTo>
                <a:lnTo>
                  <a:pt x="1517165" y="206807"/>
                </a:lnTo>
                <a:lnTo>
                  <a:pt x="1516661" y="206904"/>
                </a:lnTo>
                <a:lnTo>
                  <a:pt x="1516134" y="206995"/>
                </a:lnTo>
                <a:lnTo>
                  <a:pt x="1515585" y="207078"/>
                </a:lnTo>
                <a:lnTo>
                  <a:pt x="1515012" y="207155"/>
                </a:lnTo>
                <a:lnTo>
                  <a:pt x="1514416" y="207225"/>
                </a:lnTo>
                <a:lnTo>
                  <a:pt x="1513798" y="207288"/>
                </a:lnTo>
                <a:lnTo>
                  <a:pt x="1513156" y="207345"/>
                </a:lnTo>
                <a:lnTo>
                  <a:pt x="1512491" y="207395"/>
                </a:lnTo>
                <a:lnTo>
                  <a:pt x="1511804" y="207438"/>
                </a:lnTo>
                <a:lnTo>
                  <a:pt x="1511093" y="207474"/>
                </a:lnTo>
                <a:lnTo>
                  <a:pt x="1510360" y="207504"/>
                </a:lnTo>
                <a:lnTo>
                  <a:pt x="1509603" y="207527"/>
                </a:lnTo>
                <a:lnTo>
                  <a:pt x="1508823" y="207544"/>
                </a:lnTo>
                <a:lnTo>
                  <a:pt x="1508020" y="207553"/>
                </a:lnTo>
                <a:lnTo>
                  <a:pt x="1507194" y="207557"/>
                </a:lnTo>
                <a:lnTo>
                  <a:pt x="1507194" y="212956"/>
                </a:lnTo>
                <a:lnTo>
                  <a:pt x="1573840" y="212956"/>
                </a:lnTo>
                <a:lnTo>
                  <a:pt x="1573840" y="207557"/>
                </a:lnTo>
                <a:lnTo>
                  <a:pt x="1573039" y="207553"/>
                </a:lnTo>
                <a:lnTo>
                  <a:pt x="1572259" y="207542"/>
                </a:lnTo>
                <a:lnTo>
                  <a:pt x="1571501" y="207524"/>
                </a:lnTo>
                <a:lnTo>
                  <a:pt x="1570763" y="207499"/>
                </a:lnTo>
                <a:lnTo>
                  <a:pt x="1570047" y="207467"/>
                </a:lnTo>
                <a:lnTo>
                  <a:pt x="1569352" y="207427"/>
                </a:lnTo>
                <a:lnTo>
                  <a:pt x="1568678" y="207380"/>
                </a:lnTo>
                <a:lnTo>
                  <a:pt x="1568025" y="207326"/>
                </a:lnTo>
                <a:lnTo>
                  <a:pt x="1567393" y="207265"/>
                </a:lnTo>
                <a:lnTo>
                  <a:pt x="1566782" y="207196"/>
                </a:lnTo>
                <a:lnTo>
                  <a:pt x="1566193" y="207121"/>
                </a:lnTo>
                <a:lnTo>
                  <a:pt x="1565624" y="207037"/>
                </a:lnTo>
                <a:lnTo>
                  <a:pt x="1565076" y="206947"/>
                </a:lnTo>
                <a:lnTo>
                  <a:pt x="1564549" y="206849"/>
                </a:lnTo>
                <a:lnTo>
                  <a:pt x="1564044" y="206744"/>
                </a:lnTo>
                <a:lnTo>
                  <a:pt x="1563559" y="206632"/>
                </a:lnTo>
                <a:lnTo>
                  <a:pt x="1563096" y="206513"/>
                </a:lnTo>
                <a:lnTo>
                  <a:pt x="1562653" y="206386"/>
                </a:lnTo>
                <a:lnTo>
                  <a:pt x="1562231" y="206251"/>
                </a:lnTo>
                <a:lnTo>
                  <a:pt x="1561831" y="206110"/>
                </a:lnTo>
                <a:lnTo>
                  <a:pt x="1561451" y="205961"/>
                </a:lnTo>
                <a:lnTo>
                  <a:pt x="1561092" y="205805"/>
                </a:lnTo>
                <a:lnTo>
                  <a:pt x="1560755" y="205641"/>
                </a:lnTo>
                <a:lnTo>
                  <a:pt x="1560438" y="205470"/>
                </a:lnTo>
                <a:lnTo>
                  <a:pt x="1560135" y="205291"/>
                </a:lnTo>
                <a:lnTo>
                  <a:pt x="1559838" y="205105"/>
                </a:lnTo>
                <a:lnTo>
                  <a:pt x="1559547" y="204912"/>
                </a:lnTo>
                <a:lnTo>
                  <a:pt x="1559263" y="204710"/>
                </a:lnTo>
                <a:lnTo>
                  <a:pt x="1558986" y="204502"/>
                </a:lnTo>
                <a:lnTo>
                  <a:pt x="1558714" y="204285"/>
                </a:lnTo>
                <a:lnTo>
                  <a:pt x="1558449" y="204061"/>
                </a:lnTo>
                <a:lnTo>
                  <a:pt x="1558191" y="203830"/>
                </a:lnTo>
                <a:lnTo>
                  <a:pt x="1557938" y="203591"/>
                </a:lnTo>
                <a:lnTo>
                  <a:pt x="1557692" y="203344"/>
                </a:lnTo>
                <a:lnTo>
                  <a:pt x="1557452" y="203090"/>
                </a:lnTo>
                <a:lnTo>
                  <a:pt x="1557219" y="202828"/>
                </a:lnTo>
                <a:lnTo>
                  <a:pt x="1556992" y="202558"/>
                </a:lnTo>
                <a:lnTo>
                  <a:pt x="1556771" y="202281"/>
                </a:lnTo>
                <a:lnTo>
                  <a:pt x="1556556" y="201997"/>
                </a:lnTo>
                <a:lnTo>
                  <a:pt x="1556348" y="201705"/>
                </a:lnTo>
                <a:lnTo>
                  <a:pt x="1556146" y="201405"/>
                </a:lnTo>
                <a:lnTo>
                  <a:pt x="1555950" y="201098"/>
                </a:lnTo>
                <a:lnTo>
                  <a:pt x="1555760" y="200783"/>
                </a:lnTo>
                <a:lnTo>
                  <a:pt x="1555576" y="200460"/>
                </a:lnTo>
                <a:lnTo>
                  <a:pt x="1555399" y="200130"/>
                </a:lnTo>
                <a:lnTo>
                  <a:pt x="1555228" y="199792"/>
                </a:lnTo>
                <a:lnTo>
                  <a:pt x="1555063" y="199447"/>
                </a:lnTo>
                <a:lnTo>
                  <a:pt x="1554905" y="199094"/>
                </a:lnTo>
                <a:lnTo>
                  <a:pt x="1554750" y="198723"/>
                </a:lnTo>
                <a:lnTo>
                  <a:pt x="1554602" y="198322"/>
                </a:lnTo>
                <a:lnTo>
                  <a:pt x="1554461" y="197891"/>
                </a:lnTo>
                <a:lnTo>
                  <a:pt x="1554327" y="197430"/>
                </a:lnTo>
                <a:lnTo>
                  <a:pt x="1554199" y="196940"/>
                </a:lnTo>
                <a:lnTo>
                  <a:pt x="1554078" y="196420"/>
                </a:lnTo>
                <a:lnTo>
                  <a:pt x="1553964" y="195870"/>
                </a:lnTo>
                <a:lnTo>
                  <a:pt x="1553857" y="195290"/>
                </a:lnTo>
                <a:lnTo>
                  <a:pt x="1553756" y="194681"/>
                </a:lnTo>
                <a:lnTo>
                  <a:pt x="1553661" y="194041"/>
                </a:lnTo>
                <a:lnTo>
                  <a:pt x="1553574" y="193372"/>
                </a:lnTo>
                <a:lnTo>
                  <a:pt x="1553493" y="192673"/>
                </a:lnTo>
                <a:lnTo>
                  <a:pt x="1553418" y="191945"/>
                </a:lnTo>
                <a:lnTo>
                  <a:pt x="1553350" y="191186"/>
                </a:lnTo>
                <a:lnTo>
                  <a:pt x="1553289" y="190398"/>
                </a:lnTo>
                <a:lnTo>
                  <a:pt x="1553234" y="189580"/>
                </a:lnTo>
                <a:lnTo>
                  <a:pt x="1553186" y="188732"/>
                </a:lnTo>
                <a:lnTo>
                  <a:pt x="1553144" y="187854"/>
                </a:lnTo>
                <a:lnTo>
                  <a:pt x="1553109" y="186946"/>
                </a:lnTo>
                <a:lnTo>
                  <a:pt x="1553080" y="186009"/>
                </a:lnTo>
                <a:lnTo>
                  <a:pt x="1553057" y="185041"/>
                </a:lnTo>
                <a:lnTo>
                  <a:pt x="1553041" y="184044"/>
                </a:lnTo>
                <a:lnTo>
                  <a:pt x="1553032" y="183016"/>
                </a:lnTo>
                <a:lnTo>
                  <a:pt x="1553028" y="181959"/>
                </a:lnTo>
                <a:lnTo>
                  <a:pt x="1553028" y="71738"/>
                </a:lnTo>
                <a:lnTo>
                  <a:pt x="1546442" y="71738"/>
                </a:lnTo>
                <a:lnTo>
                  <a:pt x="1505107" y="88510"/>
                </a:lnTo>
                <a:lnTo>
                  <a:pt x="1507194" y="93890"/>
                </a:lnTo>
                <a:lnTo>
                  <a:pt x="1507691" y="93707"/>
                </a:lnTo>
                <a:lnTo>
                  <a:pt x="1508182" y="93532"/>
                </a:lnTo>
                <a:close/>
                <a:moveTo>
                  <a:pt x="1291129" y="165800"/>
                </a:moveTo>
                <a:lnTo>
                  <a:pt x="1290471" y="167096"/>
                </a:lnTo>
                <a:lnTo>
                  <a:pt x="1289812" y="168353"/>
                </a:lnTo>
                <a:lnTo>
                  <a:pt x="1289152" y="169571"/>
                </a:lnTo>
                <a:lnTo>
                  <a:pt x="1288490" y="170751"/>
                </a:lnTo>
                <a:lnTo>
                  <a:pt x="1287826" y="171891"/>
                </a:lnTo>
                <a:lnTo>
                  <a:pt x="1287161" y="172992"/>
                </a:lnTo>
                <a:lnTo>
                  <a:pt x="1286494" y="174054"/>
                </a:lnTo>
                <a:lnTo>
                  <a:pt x="1285825" y="175078"/>
                </a:lnTo>
                <a:lnTo>
                  <a:pt x="1285155" y="176062"/>
                </a:lnTo>
                <a:lnTo>
                  <a:pt x="1284484" y="177007"/>
                </a:lnTo>
                <a:lnTo>
                  <a:pt x="1283810" y="177914"/>
                </a:lnTo>
                <a:lnTo>
                  <a:pt x="1283135" y="178781"/>
                </a:lnTo>
                <a:lnTo>
                  <a:pt x="1282459" y="179609"/>
                </a:lnTo>
                <a:lnTo>
                  <a:pt x="1281781" y="180399"/>
                </a:lnTo>
                <a:lnTo>
                  <a:pt x="1281101" y="181149"/>
                </a:lnTo>
                <a:lnTo>
                  <a:pt x="1280420" y="181860"/>
                </a:lnTo>
                <a:lnTo>
                  <a:pt x="1279737" y="182532"/>
                </a:lnTo>
                <a:lnTo>
                  <a:pt x="1279053" y="183165"/>
                </a:lnTo>
                <a:lnTo>
                  <a:pt x="1278367" y="183759"/>
                </a:lnTo>
                <a:lnTo>
                  <a:pt x="1277387" y="184577"/>
                </a:lnTo>
                <a:lnTo>
                  <a:pt x="1276398" y="185360"/>
                </a:lnTo>
                <a:lnTo>
                  <a:pt x="1275398" y="186108"/>
                </a:lnTo>
                <a:lnTo>
                  <a:pt x="1274387" y="186822"/>
                </a:lnTo>
                <a:lnTo>
                  <a:pt x="1273367" y="187501"/>
                </a:lnTo>
                <a:lnTo>
                  <a:pt x="1272336" y="188145"/>
                </a:lnTo>
                <a:lnTo>
                  <a:pt x="1271294" y="188755"/>
                </a:lnTo>
                <a:lnTo>
                  <a:pt x="1270242" y="189329"/>
                </a:lnTo>
                <a:lnTo>
                  <a:pt x="1269180" y="189869"/>
                </a:lnTo>
                <a:lnTo>
                  <a:pt x="1268108" y="190375"/>
                </a:lnTo>
                <a:lnTo>
                  <a:pt x="1267025" y="190845"/>
                </a:lnTo>
                <a:lnTo>
                  <a:pt x="1265932" y="191281"/>
                </a:lnTo>
                <a:lnTo>
                  <a:pt x="1264828" y="191681"/>
                </a:lnTo>
                <a:lnTo>
                  <a:pt x="1263714" y="192047"/>
                </a:lnTo>
                <a:lnTo>
                  <a:pt x="1262589" y="192379"/>
                </a:lnTo>
                <a:lnTo>
                  <a:pt x="1261455" y="192675"/>
                </a:lnTo>
                <a:lnTo>
                  <a:pt x="1260310" y="192937"/>
                </a:lnTo>
                <a:lnTo>
                  <a:pt x="1259154" y="193163"/>
                </a:lnTo>
                <a:lnTo>
                  <a:pt x="1257988" y="193355"/>
                </a:lnTo>
                <a:lnTo>
                  <a:pt x="1256812" y="193512"/>
                </a:lnTo>
                <a:lnTo>
                  <a:pt x="1255625" y="193634"/>
                </a:lnTo>
                <a:lnTo>
                  <a:pt x="1254428" y="193721"/>
                </a:lnTo>
                <a:lnTo>
                  <a:pt x="1253221" y="193774"/>
                </a:lnTo>
                <a:lnTo>
                  <a:pt x="1252003" y="193791"/>
                </a:lnTo>
                <a:lnTo>
                  <a:pt x="1250309" y="193759"/>
                </a:lnTo>
                <a:lnTo>
                  <a:pt x="1248644" y="193661"/>
                </a:lnTo>
                <a:lnTo>
                  <a:pt x="1247008" y="193498"/>
                </a:lnTo>
                <a:lnTo>
                  <a:pt x="1245401" y="193269"/>
                </a:lnTo>
                <a:lnTo>
                  <a:pt x="1243824" y="192976"/>
                </a:lnTo>
                <a:lnTo>
                  <a:pt x="1242276" y="192617"/>
                </a:lnTo>
                <a:lnTo>
                  <a:pt x="1240757" y="192193"/>
                </a:lnTo>
                <a:lnTo>
                  <a:pt x="1239267" y="191704"/>
                </a:lnTo>
                <a:lnTo>
                  <a:pt x="1237807" y="191149"/>
                </a:lnTo>
                <a:lnTo>
                  <a:pt x="1236376" y="190529"/>
                </a:lnTo>
                <a:lnTo>
                  <a:pt x="1234974" y="189844"/>
                </a:lnTo>
                <a:lnTo>
                  <a:pt x="1233602" y="189093"/>
                </a:lnTo>
                <a:lnTo>
                  <a:pt x="1232259" y="188277"/>
                </a:lnTo>
                <a:lnTo>
                  <a:pt x="1230946" y="187396"/>
                </a:lnTo>
                <a:lnTo>
                  <a:pt x="1229662" y="186450"/>
                </a:lnTo>
                <a:lnTo>
                  <a:pt x="1228407" y="185438"/>
                </a:lnTo>
                <a:lnTo>
                  <a:pt x="1227182" y="184361"/>
                </a:lnTo>
                <a:lnTo>
                  <a:pt x="1225987" y="183218"/>
                </a:lnTo>
                <a:lnTo>
                  <a:pt x="1224821" y="182010"/>
                </a:lnTo>
                <a:lnTo>
                  <a:pt x="1223685" y="180737"/>
                </a:lnTo>
                <a:lnTo>
                  <a:pt x="1222578" y="179398"/>
                </a:lnTo>
                <a:lnTo>
                  <a:pt x="1221502" y="177994"/>
                </a:lnTo>
                <a:lnTo>
                  <a:pt x="1220454" y="176525"/>
                </a:lnTo>
                <a:lnTo>
                  <a:pt x="1219437" y="174990"/>
                </a:lnTo>
                <a:lnTo>
                  <a:pt x="1218452" y="173415"/>
                </a:lnTo>
                <a:lnTo>
                  <a:pt x="1217510" y="171820"/>
                </a:lnTo>
                <a:lnTo>
                  <a:pt x="1216610" y="170204"/>
                </a:lnTo>
                <a:lnTo>
                  <a:pt x="1215751" y="168568"/>
                </a:lnTo>
                <a:lnTo>
                  <a:pt x="1214934" y="166913"/>
                </a:lnTo>
                <a:lnTo>
                  <a:pt x="1214160" y="165237"/>
                </a:lnTo>
                <a:lnTo>
                  <a:pt x="1213427" y="163541"/>
                </a:lnTo>
                <a:lnTo>
                  <a:pt x="1212736" y="161824"/>
                </a:lnTo>
                <a:lnTo>
                  <a:pt x="1212087" y="160088"/>
                </a:lnTo>
                <a:lnTo>
                  <a:pt x="1211479" y="158332"/>
                </a:lnTo>
                <a:lnTo>
                  <a:pt x="1210914" y="156555"/>
                </a:lnTo>
                <a:lnTo>
                  <a:pt x="1210390" y="154758"/>
                </a:lnTo>
                <a:lnTo>
                  <a:pt x="1209909" y="152941"/>
                </a:lnTo>
                <a:lnTo>
                  <a:pt x="1209469" y="151104"/>
                </a:lnTo>
                <a:lnTo>
                  <a:pt x="1209071" y="149247"/>
                </a:lnTo>
                <a:lnTo>
                  <a:pt x="1208715" y="147370"/>
                </a:lnTo>
                <a:lnTo>
                  <a:pt x="1208401" y="145472"/>
                </a:lnTo>
                <a:lnTo>
                  <a:pt x="1208129" y="143554"/>
                </a:lnTo>
                <a:lnTo>
                  <a:pt x="1207898" y="141617"/>
                </a:lnTo>
                <a:lnTo>
                  <a:pt x="1207710" y="139659"/>
                </a:lnTo>
                <a:lnTo>
                  <a:pt x="1207563" y="137681"/>
                </a:lnTo>
                <a:lnTo>
                  <a:pt x="1207459" y="135682"/>
                </a:lnTo>
                <a:lnTo>
                  <a:pt x="1207396" y="133664"/>
                </a:lnTo>
                <a:lnTo>
                  <a:pt x="1207375" y="131626"/>
                </a:lnTo>
                <a:lnTo>
                  <a:pt x="1207396" y="129634"/>
                </a:lnTo>
                <a:lnTo>
                  <a:pt x="1207459" y="127675"/>
                </a:lnTo>
                <a:lnTo>
                  <a:pt x="1207564" y="125749"/>
                </a:lnTo>
                <a:lnTo>
                  <a:pt x="1207712" y="123856"/>
                </a:lnTo>
                <a:lnTo>
                  <a:pt x="1207901" y="121995"/>
                </a:lnTo>
                <a:lnTo>
                  <a:pt x="1208133" y="120167"/>
                </a:lnTo>
                <a:lnTo>
                  <a:pt x="1208406" y="118371"/>
                </a:lnTo>
                <a:lnTo>
                  <a:pt x="1208722" y="116608"/>
                </a:lnTo>
                <a:lnTo>
                  <a:pt x="1209080" y="114878"/>
                </a:lnTo>
                <a:lnTo>
                  <a:pt x="1209480" y="113181"/>
                </a:lnTo>
                <a:lnTo>
                  <a:pt x="1209923" y="111516"/>
                </a:lnTo>
                <a:lnTo>
                  <a:pt x="1210407" y="109883"/>
                </a:lnTo>
                <a:lnTo>
                  <a:pt x="1210934" y="108284"/>
                </a:lnTo>
                <a:lnTo>
                  <a:pt x="1211503" y="106717"/>
                </a:lnTo>
                <a:lnTo>
                  <a:pt x="1212114" y="105182"/>
                </a:lnTo>
                <a:lnTo>
                  <a:pt x="1212767" y="103680"/>
                </a:lnTo>
                <a:lnTo>
                  <a:pt x="1213462" y="102211"/>
                </a:lnTo>
                <a:lnTo>
                  <a:pt x="1214200" y="100774"/>
                </a:lnTo>
                <a:lnTo>
                  <a:pt x="1214980" y="99370"/>
                </a:lnTo>
                <a:lnTo>
                  <a:pt x="1215802" y="97998"/>
                </a:lnTo>
                <a:lnTo>
                  <a:pt x="1216666" y="96659"/>
                </a:lnTo>
                <a:lnTo>
                  <a:pt x="1217573" y="95352"/>
                </a:lnTo>
                <a:lnTo>
                  <a:pt x="1218522" y="94078"/>
                </a:lnTo>
                <a:lnTo>
                  <a:pt x="1219513" y="92837"/>
                </a:lnTo>
                <a:lnTo>
                  <a:pt x="1220284" y="91932"/>
                </a:lnTo>
                <a:lnTo>
                  <a:pt x="1221076" y="91066"/>
                </a:lnTo>
                <a:lnTo>
                  <a:pt x="1221888" y="90239"/>
                </a:lnTo>
                <a:lnTo>
                  <a:pt x="1222720" y="89450"/>
                </a:lnTo>
                <a:lnTo>
                  <a:pt x="1223572" y="88699"/>
                </a:lnTo>
                <a:lnTo>
                  <a:pt x="1224445" y="87987"/>
                </a:lnTo>
                <a:lnTo>
                  <a:pt x="1225338" y="87313"/>
                </a:lnTo>
                <a:lnTo>
                  <a:pt x="1226252" y="86678"/>
                </a:lnTo>
                <a:lnTo>
                  <a:pt x="1227185" y="86082"/>
                </a:lnTo>
                <a:lnTo>
                  <a:pt x="1228139" y="85524"/>
                </a:lnTo>
                <a:lnTo>
                  <a:pt x="1229113" y="85004"/>
                </a:lnTo>
                <a:lnTo>
                  <a:pt x="1230108" y="84523"/>
                </a:lnTo>
                <a:lnTo>
                  <a:pt x="1231123" y="84080"/>
                </a:lnTo>
                <a:lnTo>
                  <a:pt x="1232157" y="83676"/>
                </a:lnTo>
                <a:lnTo>
                  <a:pt x="1233213" y="83310"/>
                </a:lnTo>
                <a:lnTo>
                  <a:pt x="1234288" y="82983"/>
                </a:lnTo>
                <a:lnTo>
                  <a:pt x="1235383" y="82694"/>
                </a:lnTo>
                <a:lnTo>
                  <a:pt x="1236499" y="82444"/>
                </a:lnTo>
                <a:lnTo>
                  <a:pt x="1237635" y="82233"/>
                </a:lnTo>
                <a:lnTo>
                  <a:pt x="1238791" y="82059"/>
                </a:lnTo>
                <a:lnTo>
                  <a:pt x="1239968" y="81925"/>
                </a:lnTo>
                <a:lnTo>
                  <a:pt x="1241164" y="81828"/>
                </a:lnTo>
                <a:lnTo>
                  <a:pt x="1242381" y="81771"/>
                </a:lnTo>
                <a:lnTo>
                  <a:pt x="1243617" y="81751"/>
                </a:lnTo>
                <a:lnTo>
                  <a:pt x="1244383" y="81759"/>
                </a:lnTo>
                <a:lnTo>
                  <a:pt x="1245136" y="81783"/>
                </a:lnTo>
                <a:lnTo>
                  <a:pt x="1245874" y="81822"/>
                </a:lnTo>
                <a:lnTo>
                  <a:pt x="1246598" y="81877"/>
                </a:lnTo>
                <a:lnTo>
                  <a:pt x="1247308" y="81948"/>
                </a:lnTo>
                <a:lnTo>
                  <a:pt x="1248004" y="82034"/>
                </a:lnTo>
                <a:lnTo>
                  <a:pt x="1248686" y="82136"/>
                </a:lnTo>
                <a:lnTo>
                  <a:pt x="1249355" y="82254"/>
                </a:lnTo>
                <a:lnTo>
                  <a:pt x="1250009" y="82388"/>
                </a:lnTo>
                <a:lnTo>
                  <a:pt x="1250649" y="82536"/>
                </a:lnTo>
                <a:lnTo>
                  <a:pt x="1251276" y="82701"/>
                </a:lnTo>
                <a:lnTo>
                  <a:pt x="1251888" y="82881"/>
                </a:lnTo>
                <a:lnTo>
                  <a:pt x="1252487" y="83077"/>
                </a:lnTo>
                <a:lnTo>
                  <a:pt x="1253071" y="83288"/>
                </a:lnTo>
                <a:lnTo>
                  <a:pt x="1253642" y="83515"/>
                </a:lnTo>
                <a:lnTo>
                  <a:pt x="1254199" y="83757"/>
                </a:lnTo>
                <a:lnTo>
                  <a:pt x="1254741" y="84014"/>
                </a:lnTo>
                <a:lnTo>
                  <a:pt x="1255270" y="84288"/>
                </a:lnTo>
                <a:lnTo>
                  <a:pt x="1255785" y="84576"/>
                </a:lnTo>
                <a:lnTo>
                  <a:pt x="1256285" y="84880"/>
                </a:lnTo>
                <a:lnTo>
                  <a:pt x="1256772" y="85200"/>
                </a:lnTo>
                <a:lnTo>
                  <a:pt x="1257245" y="85535"/>
                </a:lnTo>
                <a:lnTo>
                  <a:pt x="1257704" y="85885"/>
                </a:lnTo>
                <a:lnTo>
                  <a:pt x="1258149" y="86251"/>
                </a:lnTo>
                <a:lnTo>
                  <a:pt x="1258577" y="86646"/>
                </a:lnTo>
                <a:lnTo>
                  <a:pt x="1258990" y="87055"/>
                </a:lnTo>
                <a:lnTo>
                  <a:pt x="1259387" y="87479"/>
                </a:lnTo>
                <a:lnTo>
                  <a:pt x="1259770" y="87918"/>
                </a:lnTo>
                <a:lnTo>
                  <a:pt x="1260137" y="88371"/>
                </a:lnTo>
                <a:lnTo>
                  <a:pt x="1260489" y="88839"/>
                </a:lnTo>
                <a:lnTo>
                  <a:pt x="1260826" y="89321"/>
                </a:lnTo>
                <a:lnTo>
                  <a:pt x="1261148" y="89817"/>
                </a:lnTo>
                <a:lnTo>
                  <a:pt x="1261454" y="90329"/>
                </a:lnTo>
                <a:lnTo>
                  <a:pt x="1261745" y="90854"/>
                </a:lnTo>
                <a:lnTo>
                  <a:pt x="1262021" y="91394"/>
                </a:lnTo>
                <a:lnTo>
                  <a:pt x="1262282" y="91949"/>
                </a:lnTo>
                <a:lnTo>
                  <a:pt x="1262527" y="92518"/>
                </a:lnTo>
                <a:lnTo>
                  <a:pt x="1262758" y="93101"/>
                </a:lnTo>
                <a:lnTo>
                  <a:pt x="1262972" y="93699"/>
                </a:lnTo>
                <a:lnTo>
                  <a:pt x="1263172" y="94312"/>
                </a:lnTo>
                <a:lnTo>
                  <a:pt x="1263356" y="94938"/>
                </a:lnTo>
                <a:lnTo>
                  <a:pt x="1263525" y="95580"/>
                </a:lnTo>
                <a:lnTo>
                  <a:pt x="1263679" y="96235"/>
                </a:lnTo>
                <a:lnTo>
                  <a:pt x="1263818" y="96905"/>
                </a:lnTo>
                <a:lnTo>
                  <a:pt x="1263941" y="97590"/>
                </a:lnTo>
                <a:lnTo>
                  <a:pt x="1264049" y="98288"/>
                </a:lnTo>
                <a:lnTo>
                  <a:pt x="1264141" y="99002"/>
                </a:lnTo>
                <a:lnTo>
                  <a:pt x="1264218" y="99729"/>
                </a:lnTo>
                <a:lnTo>
                  <a:pt x="1264288" y="100456"/>
                </a:lnTo>
                <a:lnTo>
                  <a:pt x="1264364" y="101163"/>
                </a:lnTo>
                <a:lnTo>
                  <a:pt x="1264447" y="101851"/>
                </a:lnTo>
                <a:lnTo>
                  <a:pt x="1264535" y="102518"/>
                </a:lnTo>
                <a:lnTo>
                  <a:pt x="1264630" y="103166"/>
                </a:lnTo>
                <a:lnTo>
                  <a:pt x="1264731" y="103793"/>
                </a:lnTo>
                <a:lnTo>
                  <a:pt x="1264838" y="104401"/>
                </a:lnTo>
                <a:lnTo>
                  <a:pt x="1264951" y="104989"/>
                </a:lnTo>
                <a:lnTo>
                  <a:pt x="1265070" y="105557"/>
                </a:lnTo>
                <a:lnTo>
                  <a:pt x="1265196" y="106106"/>
                </a:lnTo>
                <a:lnTo>
                  <a:pt x="1265327" y="106634"/>
                </a:lnTo>
                <a:lnTo>
                  <a:pt x="1265465" y="107143"/>
                </a:lnTo>
                <a:lnTo>
                  <a:pt x="1265609" y="107632"/>
                </a:lnTo>
                <a:lnTo>
                  <a:pt x="1265758" y="108102"/>
                </a:lnTo>
                <a:lnTo>
                  <a:pt x="1265914" y="108551"/>
                </a:lnTo>
                <a:lnTo>
                  <a:pt x="1266076" y="108981"/>
                </a:lnTo>
                <a:lnTo>
                  <a:pt x="1266244" y="109392"/>
                </a:lnTo>
                <a:lnTo>
                  <a:pt x="1266418" y="109782"/>
                </a:lnTo>
                <a:lnTo>
                  <a:pt x="1266598" y="110153"/>
                </a:lnTo>
                <a:lnTo>
                  <a:pt x="1266784" y="110505"/>
                </a:lnTo>
                <a:lnTo>
                  <a:pt x="1266976" y="110836"/>
                </a:lnTo>
                <a:lnTo>
                  <a:pt x="1267174" y="111149"/>
                </a:lnTo>
                <a:lnTo>
                  <a:pt x="1267378" y="111441"/>
                </a:lnTo>
                <a:lnTo>
                  <a:pt x="1267588" y="111714"/>
                </a:lnTo>
                <a:lnTo>
                  <a:pt x="1267969" y="112178"/>
                </a:lnTo>
                <a:lnTo>
                  <a:pt x="1268365" y="112622"/>
                </a:lnTo>
                <a:lnTo>
                  <a:pt x="1268776" y="113047"/>
                </a:lnTo>
                <a:lnTo>
                  <a:pt x="1269202" y="113452"/>
                </a:lnTo>
                <a:lnTo>
                  <a:pt x="1269644" y="113837"/>
                </a:lnTo>
                <a:lnTo>
                  <a:pt x="1270100" y="114202"/>
                </a:lnTo>
                <a:lnTo>
                  <a:pt x="1270572" y="114547"/>
                </a:lnTo>
                <a:lnTo>
                  <a:pt x="1271059" y="114873"/>
                </a:lnTo>
                <a:lnTo>
                  <a:pt x="1271562" y="115179"/>
                </a:lnTo>
                <a:lnTo>
                  <a:pt x="1272079" y="115466"/>
                </a:lnTo>
                <a:lnTo>
                  <a:pt x="1272611" y="115732"/>
                </a:lnTo>
                <a:lnTo>
                  <a:pt x="1273159" y="115979"/>
                </a:lnTo>
                <a:lnTo>
                  <a:pt x="1273722" y="116206"/>
                </a:lnTo>
                <a:lnTo>
                  <a:pt x="1274300" y="116413"/>
                </a:lnTo>
                <a:lnTo>
                  <a:pt x="1274893" y="116601"/>
                </a:lnTo>
                <a:lnTo>
                  <a:pt x="1275501" y="116769"/>
                </a:lnTo>
                <a:lnTo>
                  <a:pt x="1276125" y="116917"/>
                </a:lnTo>
                <a:lnTo>
                  <a:pt x="1276763" y="117045"/>
                </a:lnTo>
                <a:lnTo>
                  <a:pt x="1277417" y="117154"/>
                </a:lnTo>
                <a:lnTo>
                  <a:pt x="1278086" y="117242"/>
                </a:lnTo>
                <a:lnTo>
                  <a:pt x="1278770" y="117312"/>
                </a:lnTo>
                <a:lnTo>
                  <a:pt x="1279469" y="117361"/>
                </a:lnTo>
                <a:lnTo>
                  <a:pt x="1280183" y="117391"/>
                </a:lnTo>
                <a:lnTo>
                  <a:pt x="1280913" y="117400"/>
                </a:lnTo>
                <a:lnTo>
                  <a:pt x="1281456" y="117394"/>
                </a:lnTo>
                <a:lnTo>
                  <a:pt x="1281989" y="117376"/>
                </a:lnTo>
                <a:lnTo>
                  <a:pt x="1282512" y="117346"/>
                </a:lnTo>
                <a:lnTo>
                  <a:pt x="1283025" y="117303"/>
                </a:lnTo>
                <a:lnTo>
                  <a:pt x="1283528" y="117248"/>
                </a:lnTo>
                <a:lnTo>
                  <a:pt x="1284021" y="117181"/>
                </a:lnTo>
                <a:lnTo>
                  <a:pt x="1284504" y="117102"/>
                </a:lnTo>
                <a:lnTo>
                  <a:pt x="1284977" y="117011"/>
                </a:lnTo>
                <a:lnTo>
                  <a:pt x="1285440" y="116908"/>
                </a:lnTo>
                <a:lnTo>
                  <a:pt x="1285893" y="116792"/>
                </a:lnTo>
                <a:lnTo>
                  <a:pt x="1286336" y="116664"/>
                </a:lnTo>
                <a:lnTo>
                  <a:pt x="1286769" y="116525"/>
                </a:lnTo>
                <a:lnTo>
                  <a:pt x="1287192" y="116372"/>
                </a:lnTo>
                <a:lnTo>
                  <a:pt x="1287604" y="116208"/>
                </a:lnTo>
                <a:lnTo>
                  <a:pt x="1288007" y="116032"/>
                </a:lnTo>
                <a:lnTo>
                  <a:pt x="1288400" y="115843"/>
                </a:lnTo>
                <a:lnTo>
                  <a:pt x="1288782" y="115643"/>
                </a:lnTo>
                <a:lnTo>
                  <a:pt x="1289154" y="115430"/>
                </a:lnTo>
                <a:lnTo>
                  <a:pt x="1289516" y="115205"/>
                </a:lnTo>
                <a:lnTo>
                  <a:pt x="1289868" y="114967"/>
                </a:lnTo>
                <a:lnTo>
                  <a:pt x="1290210" y="114718"/>
                </a:lnTo>
                <a:lnTo>
                  <a:pt x="1290542" y="114456"/>
                </a:lnTo>
                <a:lnTo>
                  <a:pt x="1290864" y="114183"/>
                </a:lnTo>
                <a:lnTo>
                  <a:pt x="1291175" y="113897"/>
                </a:lnTo>
                <a:lnTo>
                  <a:pt x="1291473" y="113599"/>
                </a:lnTo>
                <a:lnTo>
                  <a:pt x="1291758" y="113293"/>
                </a:lnTo>
                <a:lnTo>
                  <a:pt x="1292030" y="112980"/>
                </a:lnTo>
                <a:lnTo>
                  <a:pt x="1292290" y="112660"/>
                </a:lnTo>
                <a:lnTo>
                  <a:pt x="1292537" y="112332"/>
                </a:lnTo>
                <a:lnTo>
                  <a:pt x="1292772" y="111997"/>
                </a:lnTo>
                <a:lnTo>
                  <a:pt x="1292994" y="111655"/>
                </a:lnTo>
                <a:lnTo>
                  <a:pt x="1293204" y="111304"/>
                </a:lnTo>
                <a:lnTo>
                  <a:pt x="1293400" y="110947"/>
                </a:lnTo>
                <a:lnTo>
                  <a:pt x="1293585" y="110581"/>
                </a:lnTo>
                <a:lnTo>
                  <a:pt x="1293756" y="110209"/>
                </a:lnTo>
                <a:lnTo>
                  <a:pt x="1293915" y="109828"/>
                </a:lnTo>
                <a:lnTo>
                  <a:pt x="1294061" y="109440"/>
                </a:lnTo>
                <a:lnTo>
                  <a:pt x="1294195" y="109045"/>
                </a:lnTo>
                <a:lnTo>
                  <a:pt x="1294316" y="108642"/>
                </a:lnTo>
                <a:lnTo>
                  <a:pt x="1294424" y="108231"/>
                </a:lnTo>
                <a:lnTo>
                  <a:pt x="1294519" y="107813"/>
                </a:lnTo>
                <a:lnTo>
                  <a:pt x="1294602" y="107387"/>
                </a:lnTo>
                <a:lnTo>
                  <a:pt x="1294672" y="106953"/>
                </a:lnTo>
                <a:lnTo>
                  <a:pt x="1294730" y="106512"/>
                </a:lnTo>
                <a:lnTo>
                  <a:pt x="1294774" y="106062"/>
                </a:lnTo>
                <a:lnTo>
                  <a:pt x="1294806" y="105606"/>
                </a:lnTo>
                <a:lnTo>
                  <a:pt x="1294825" y="105141"/>
                </a:lnTo>
                <a:lnTo>
                  <a:pt x="1294832" y="104669"/>
                </a:lnTo>
                <a:lnTo>
                  <a:pt x="1294809" y="103710"/>
                </a:lnTo>
                <a:lnTo>
                  <a:pt x="1294741" y="102755"/>
                </a:lnTo>
                <a:lnTo>
                  <a:pt x="1294628" y="101802"/>
                </a:lnTo>
                <a:lnTo>
                  <a:pt x="1294470" y="100852"/>
                </a:lnTo>
                <a:lnTo>
                  <a:pt x="1294266" y="99905"/>
                </a:lnTo>
                <a:lnTo>
                  <a:pt x="1294017" y="98961"/>
                </a:lnTo>
                <a:lnTo>
                  <a:pt x="1293723" y="98019"/>
                </a:lnTo>
                <a:lnTo>
                  <a:pt x="1293384" y="97081"/>
                </a:lnTo>
                <a:lnTo>
                  <a:pt x="1292999" y="96145"/>
                </a:lnTo>
                <a:lnTo>
                  <a:pt x="1292570" y="95212"/>
                </a:lnTo>
                <a:lnTo>
                  <a:pt x="1292095" y="94281"/>
                </a:lnTo>
                <a:lnTo>
                  <a:pt x="1291575" y="93354"/>
                </a:lnTo>
                <a:lnTo>
                  <a:pt x="1291009" y="92429"/>
                </a:lnTo>
                <a:lnTo>
                  <a:pt x="1290399" y="91507"/>
                </a:lnTo>
                <a:lnTo>
                  <a:pt x="1289743" y="90588"/>
                </a:lnTo>
                <a:lnTo>
                  <a:pt x="1289043" y="89671"/>
                </a:lnTo>
                <a:lnTo>
                  <a:pt x="1288297" y="88758"/>
                </a:lnTo>
                <a:lnTo>
                  <a:pt x="1287506" y="87847"/>
                </a:lnTo>
                <a:lnTo>
                  <a:pt x="1286670" y="86939"/>
                </a:lnTo>
                <a:lnTo>
                  <a:pt x="1285789" y="86034"/>
                </a:lnTo>
                <a:lnTo>
                  <a:pt x="1284862" y="85131"/>
                </a:lnTo>
                <a:lnTo>
                  <a:pt x="1283891" y="84232"/>
                </a:lnTo>
                <a:lnTo>
                  <a:pt x="1282874" y="83335"/>
                </a:lnTo>
                <a:lnTo>
                  <a:pt x="1281813" y="82441"/>
                </a:lnTo>
                <a:lnTo>
                  <a:pt x="1280714" y="81567"/>
                </a:lnTo>
                <a:lnTo>
                  <a:pt x="1279590" y="80730"/>
                </a:lnTo>
                <a:lnTo>
                  <a:pt x="1278441" y="79930"/>
                </a:lnTo>
                <a:lnTo>
                  <a:pt x="1277267" y="79168"/>
                </a:lnTo>
                <a:lnTo>
                  <a:pt x="1276069" y="78443"/>
                </a:lnTo>
                <a:lnTo>
                  <a:pt x="1274845" y="77756"/>
                </a:lnTo>
                <a:lnTo>
                  <a:pt x="1273596" y="77105"/>
                </a:lnTo>
                <a:lnTo>
                  <a:pt x="1272323" y="76492"/>
                </a:lnTo>
                <a:lnTo>
                  <a:pt x="1271025" y="75916"/>
                </a:lnTo>
                <a:lnTo>
                  <a:pt x="1269701" y="75377"/>
                </a:lnTo>
                <a:lnTo>
                  <a:pt x="1268353" y="74876"/>
                </a:lnTo>
                <a:lnTo>
                  <a:pt x="1266980" y="74412"/>
                </a:lnTo>
                <a:lnTo>
                  <a:pt x="1265582" y="73984"/>
                </a:lnTo>
                <a:lnTo>
                  <a:pt x="1264159" y="73594"/>
                </a:lnTo>
                <a:lnTo>
                  <a:pt x="1262711" y="73242"/>
                </a:lnTo>
                <a:lnTo>
                  <a:pt x="1261238" y="72926"/>
                </a:lnTo>
                <a:lnTo>
                  <a:pt x="1259740" y="72648"/>
                </a:lnTo>
                <a:lnTo>
                  <a:pt x="1258217" y="72406"/>
                </a:lnTo>
                <a:lnTo>
                  <a:pt x="1256669" y="72202"/>
                </a:lnTo>
                <a:lnTo>
                  <a:pt x="1255097" y="72035"/>
                </a:lnTo>
                <a:lnTo>
                  <a:pt x="1253499" y="71905"/>
                </a:lnTo>
                <a:lnTo>
                  <a:pt x="1251877" y="71813"/>
                </a:lnTo>
                <a:lnTo>
                  <a:pt x="1250229" y="71757"/>
                </a:lnTo>
                <a:lnTo>
                  <a:pt x="1248557" y="71738"/>
                </a:lnTo>
                <a:lnTo>
                  <a:pt x="1246325" y="71773"/>
                </a:lnTo>
                <a:lnTo>
                  <a:pt x="1244120" y="71879"/>
                </a:lnTo>
                <a:lnTo>
                  <a:pt x="1241942" y="72054"/>
                </a:lnTo>
                <a:lnTo>
                  <a:pt x="1239790" y="72300"/>
                </a:lnTo>
                <a:lnTo>
                  <a:pt x="1237665" y="72616"/>
                </a:lnTo>
                <a:lnTo>
                  <a:pt x="1235566" y="73002"/>
                </a:lnTo>
                <a:lnTo>
                  <a:pt x="1233494" y="73458"/>
                </a:lnTo>
                <a:lnTo>
                  <a:pt x="1231449" y="73984"/>
                </a:lnTo>
                <a:lnTo>
                  <a:pt x="1229430" y="74580"/>
                </a:lnTo>
                <a:lnTo>
                  <a:pt x="1227438" y="75247"/>
                </a:lnTo>
                <a:lnTo>
                  <a:pt x="1225472" y="75984"/>
                </a:lnTo>
                <a:lnTo>
                  <a:pt x="1223534" y="76790"/>
                </a:lnTo>
                <a:lnTo>
                  <a:pt x="1221622" y="77667"/>
                </a:lnTo>
                <a:lnTo>
                  <a:pt x="1219737" y="78614"/>
                </a:lnTo>
                <a:lnTo>
                  <a:pt x="1217878" y="79631"/>
                </a:lnTo>
                <a:lnTo>
                  <a:pt x="1216046" y="80718"/>
                </a:lnTo>
                <a:lnTo>
                  <a:pt x="1214242" y="81875"/>
                </a:lnTo>
                <a:lnTo>
                  <a:pt x="1212463" y="83103"/>
                </a:lnTo>
                <a:lnTo>
                  <a:pt x="1210712" y="84400"/>
                </a:lnTo>
                <a:lnTo>
                  <a:pt x="1208988" y="85767"/>
                </a:lnTo>
                <a:lnTo>
                  <a:pt x="1207290" y="87205"/>
                </a:lnTo>
                <a:lnTo>
                  <a:pt x="1205619" y="88712"/>
                </a:lnTo>
                <a:lnTo>
                  <a:pt x="1203976" y="90289"/>
                </a:lnTo>
                <a:lnTo>
                  <a:pt x="1202359" y="91937"/>
                </a:lnTo>
                <a:lnTo>
                  <a:pt x="1200789" y="93643"/>
                </a:lnTo>
                <a:lnTo>
                  <a:pt x="1199286" y="95391"/>
                </a:lnTo>
                <a:lnTo>
                  <a:pt x="1197849" y="97181"/>
                </a:lnTo>
                <a:lnTo>
                  <a:pt x="1196480" y="99014"/>
                </a:lnTo>
                <a:lnTo>
                  <a:pt x="1195177" y="100889"/>
                </a:lnTo>
                <a:lnTo>
                  <a:pt x="1193941" y="102806"/>
                </a:lnTo>
                <a:lnTo>
                  <a:pt x="1192772" y="104765"/>
                </a:lnTo>
                <a:lnTo>
                  <a:pt x="1191669" y="106767"/>
                </a:lnTo>
                <a:lnTo>
                  <a:pt x="1190634" y="108810"/>
                </a:lnTo>
                <a:lnTo>
                  <a:pt x="1189665" y="110896"/>
                </a:lnTo>
                <a:lnTo>
                  <a:pt x="1188763" y="113024"/>
                </a:lnTo>
                <a:lnTo>
                  <a:pt x="1187928" y="115194"/>
                </a:lnTo>
                <a:lnTo>
                  <a:pt x="1187160" y="117406"/>
                </a:lnTo>
                <a:lnTo>
                  <a:pt x="1186458" y="119660"/>
                </a:lnTo>
                <a:lnTo>
                  <a:pt x="1185823" y="121956"/>
                </a:lnTo>
                <a:lnTo>
                  <a:pt x="1185255" y="124294"/>
                </a:lnTo>
                <a:lnTo>
                  <a:pt x="1184754" y="126674"/>
                </a:lnTo>
                <a:lnTo>
                  <a:pt x="1184320" y="129097"/>
                </a:lnTo>
                <a:lnTo>
                  <a:pt x="1183953" y="131561"/>
                </a:lnTo>
                <a:lnTo>
                  <a:pt x="1183652" y="134067"/>
                </a:lnTo>
                <a:lnTo>
                  <a:pt x="1183418" y="136615"/>
                </a:lnTo>
                <a:lnTo>
                  <a:pt x="1183251" y="139205"/>
                </a:lnTo>
                <a:lnTo>
                  <a:pt x="1183151" y="141837"/>
                </a:lnTo>
                <a:lnTo>
                  <a:pt x="1183118" y="144511"/>
                </a:lnTo>
                <a:lnTo>
                  <a:pt x="1183148" y="147270"/>
                </a:lnTo>
                <a:lnTo>
                  <a:pt x="1183238" y="149981"/>
                </a:lnTo>
                <a:lnTo>
                  <a:pt x="1183389" y="152645"/>
                </a:lnTo>
                <a:lnTo>
                  <a:pt x="1183599" y="155261"/>
                </a:lnTo>
                <a:lnTo>
                  <a:pt x="1183871" y="157829"/>
                </a:lnTo>
                <a:lnTo>
                  <a:pt x="1184202" y="160349"/>
                </a:lnTo>
                <a:lnTo>
                  <a:pt x="1184594" y="162821"/>
                </a:lnTo>
                <a:lnTo>
                  <a:pt x="1185046" y="165245"/>
                </a:lnTo>
                <a:lnTo>
                  <a:pt x="1185558" y="167622"/>
                </a:lnTo>
                <a:lnTo>
                  <a:pt x="1186130" y="169950"/>
                </a:lnTo>
                <a:lnTo>
                  <a:pt x="1186763" y="172231"/>
                </a:lnTo>
                <a:lnTo>
                  <a:pt x="1187456" y="174464"/>
                </a:lnTo>
                <a:lnTo>
                  <a:pt x="1188210" y="176649"/>
                </a:lnTo>
                <a:lnTo>
                  <a:pt x="1189024" y="178786"/>
                </a:lnTo>
                <a:lnTo>
                  <a:pt x="1189898" y="180875"/>
                </a:lnTo>
                <a:lnTo>
                  <a:pt x="1190832" y="182916"/>
                </a:lnTo>
                <a:lnTo>
                  <a:pt x="1191827" y="184910"/>
                </a:lnTo>
                <a:lnTo>
                  <a:pt x="1192883" y="186856"/>
                </a:lnTo>
                <a:lnTo>
                  <a:pt x="1193998" y="188753"/>
                </a:lnTo>
                <a:lnTo>
                  <a:pt x="1195174" y="190603"/>
                </a:lnTo>
                <a:lnTo>
                  <a:pt x="1196411" y="192405"/>
                </a:lnTo>
                <a:lnTo>
                  <a:pt x="1197708" y="194160"/>
                </a:lnTo>
                <a:lnTo>
                  <a:pt x="1199065" y="195866"/>
                </a:lnTo>
                <a:lnTo>
                  <a:pt x="1200483" y="197524"/>
                </a:lnTo>
                <a:lnTo>
                  <a:pt x="1201941" y="199125"/>
                </a:lnTo>
                <a:lnTo>
                  <a:pt x="1203420" y="200658"/>
                </a:lnTo>
                <a:lnTo>
                  <a:pt x="1204920" y="202122"/>
                </a:lnTo>
                <a:lnTo>
                  <a:pt x="1206440" y="203519"/>
                </a:lnTo>
                <a:lnTo>
                  <a:pt x="1207981" y="204847"/>
                </a:lnTo>
                <a:lnTo>
                  <a:pt x="1209543" y="206107"/>
                </a:lnTo>
                <a:lnTo>
                  <a:pt x="1211126" y="207300"/>
                </a:lnTo>
                <a:lnTo>
                  <a:pt x="1212730" y="208424"/>
                </a:lnTo>
                <a:lnTo>
                  <a:pt x="1214354" y="209480"/>
                </a:lnTo>
                <a:lnTo>
                  <a:pt x="1216000" y="210468"/>
                </a:lnTo>
                <a:lnTo>
                  <a:pt x="1217666" y="211388"/>
                </a:lnTo>
                <a:lnTo>
                  <a:pt x="1219353" y="212240"/>
                </a:lnTo>
                <a:lnTo>
                  <a:pt x="1221061" y="213024"/>
                </a:lnTo>
                <a:lnTo>
                  <a:pt x="1222789" y="213740"/>
                </a:lnTo>
                <a:lnTo>
                  <a:pt x="1224539" y="214387"/>
                </a:lnTo>
                <a:lnTo>
                  <a:pt x="1226309" y="214967"/>
                </a:lnTo>
                <a:lnTo>
                  <a:pt x="1228100" y="215478"/>
                </a:lnTo>
                <a:lnTo>
                  <a:pt x="1229913" y="215921"/>
                </a:lnTo>
                <a:lnTo>
                  <a:pt x="1231746" y="216296"/>
                </a:lnTo>
                <a:lnTo>
                  <a:pt x="1233599" y="216603"/>
                </a:lnTo>
                <a:lnTo>
                  <a:pt x="1235474" y="216842"/>
                </a:lnTo>
                <a:lnTo>
                  <a:pt x="1237370" y="217012"/>
                </a:lnTo>
                <a:lnTo>
                  <a:pt x="1239287" y="217115"/>
                </a:lnTo>
                <a:lnTo>
                  <a:pt x="1241224" y="217149"/>
                </a:lnTo>
                <a:lnTo>
                  <a:pt x="1242853" y="217123"/>
                </a:lnTo>
                <a:lnTo>
                  <a:pt x="1244469" y="217047"/>
                </a:lnTo>
                <a:lnTo>
                  <a:pt x="1246074" y="216921"/>
                </a:lnTo>
                <a:lnTo>
                  <a:pt x="1247667" y="216743"/>
                </a:lnTo>
                <a:lnTo>
                  <a:pt x="1249247" y="216515"/>
                </a:lnTo>
                <a:lnTo>
                  <a:pt x="1250816" y="216237"/>
                </a:lnTo>
                <a:lnTo>
                  <a:pt x="1252373" y="215907"/>
                </a:lnTo>
                <a:lnTo>
                  <a:pt x="1253918" y="215527"/>
                </a:lnTo>
                <a:lnTo>
                  <a:pt x="1255451" y="215096"/>
                </a:lnTo>
                <a:lnTo>
                  <a:pt x="1256971" y="214614"/>
                </a:lnTo>
                <a:lnTo>
                  <a:pt x="1258480" y="214082"/>
                </a:lnTo>
                <a:lnTo>
                  <a:pt x="1259977" y="213499"/>
                </a:lnTo>
                <a:lnTo>
                  <a:pt x="1261462" y="212865"/>
                </a:lnTo>
                <a:lnTo>
                  <a:pt x="1262935" y="212181"/>
                </a:lnTo>
                <a:lnTo>
                  <a:pt x="1264396" y="211445"/>
                </a:lnTo>
                <a:lnTo>
                  <a:pt x="1265845" y="210659"/>
                </a:lnTo>
                <a:lnTo>
                  <a:pt x="1267282" y="209822"/>
                </a:lnTo>
                <a:lnTo>
                  <a:pt x="1268708" y="208934"/>
                </a:lnTo>
                <a:lnTo>
                  <a:pt x="1270121" y="207996"/>
                </a:lnTo>
                <a:lnTo>
                  <a:pt x="1271522" y="207006"/>
                </a:lnTo>
                <a:lnTo>
                  <a:pt x="1272911" y="205966"/>
                </a:lnTo>
                <a:lnTo>
                  <a:pt x="1274289" y="204875"/>
                </a:lnTo>
                <a:lnTo>
                  <a:pt x="1275654" y="203733"/>
                </a:lnTo>
                <a:lnTo>
                  <a:pt x="1277007" y="202541"/>
                </a:lnTo>
                <a:lnTo>
                  <a:pt x="1278338" y="201303"/>
                </a:lnTo>
                <a:lnTo>
                  <a:pt x="1279633" y="200022"/>
                </a:lnTo>
                <a:lnTo>
                  <a:pt x="1280890" y="198698"/>
                </a:lnTo>
                <a:lnTo>
                  <a:pt x="1282110" y="197330"/>
                </a:lnTo>
                <a:lnTo>
                  <a:pt x="1283293" y="195918"/>
                </a:lnTo>
                <a:lnTo>
                  <a:pt x="1284438" y="194464"/>
                </a:lnTo>
                <a:lnTo>
                  <a:pt x="1285547" y="192965"/>
                </a:lnTo>
                <a:lnTo>
                  <a:pt x="1286619" y="191423"/>
                </a:lnTo>
                <a:lnTo>
                  <a:pt x="1287654" y="189838"/>
                </a:lnTo>
                <a:lnTo>
                  <a:pt x="1288651" y="188209"/>
                </a:lnTo>
                <a:lnTo>
                  <a:pt x="1289612" y="186537"/>
                </a:lnTo>
                <a:lnTo>
                  <a:pt x="1290536" y="184821"/>
                </a:lnTo>
                <a:lnTo>
                  <a:pt x="1291423" y="183062"/>
                </a:lnTo>
                <a:lnTo>
                  <a:pt x="1292272" y="181260"/>
                </a:lnTo>
                <a:lnTo>
                  <a:pt x="1293085" y="179413"/>
                </a:lnTo>
                <a:lnTo>
                  <a:pt x="1293861" y="177524"/>
                </a:lnTo>
                <a:lnTo>
                  <a:pt x="1294600" y="175591"/>
                </a:lnTo>
                <a:lnTo>
                  <a:pt x="1295302" y="173614"/>
                </a:lnTo>
                <a:lnTo>
                  <a:pt x="1295967" y="171594"/>
                </a:lnTo>
                <a:lnTo>
                  <a:pt x="1296595" y="169531"/>
                </a:lnTo>
                <a:lnTo>
                  <a:pt x="1297186" y="167424"/>
                </a:lnTo>
                <a:lnTo>
                  <a:pt x="1297740" y="165273"/>
                </a:lnTo>
                <a:lnTo>
                  <a:pt x="1298257" y="163079"/>
                </a:lnTo>
                <a:lnTo>
                  <a:pt x="1298737" y="160842"/>
                </a:lnTo>
                <a:lnTo>
                  <a:pt x="1294391" y="158736"/>
                </a:lnTo>
                <a:lnTo>
                  <a:pt x="1293742" y="160226"/>
                </a:lnTo>
                <a:lnTo>
                  <a:pt x="1293091" y="161678"/>
                </a:lnTo>
                <a:lnTo>
                  <a:pt x="1292439" y="163091"/>
                </a:lnTo>
                <a:lnTo>
                  <a:pt x="1291784" y="164465"/>
                </a:lnTo>
                <a:lnTo>
                  <a:pt x="1291129" y="165800"/>
                </a:lnTo>
                <a:close/>
                <a:moveTo>
                  <a:pt x="1699826" y="165800"/>
                </a:moveTo>
                <a:lnTo>
                  <a:pt x="1699168" y="167096"/>
                </a:lnTo>
                <a:lnTo>
                  <a:pt x="1698509" y="168353"/>
                </a:lnTo>
                <a:lnTo>
                  <a:pt x="1697847" y="169571"/>
                </a:lnTo>
                <a:lnTo>
                  <a:pt x="1697184" y="170751"/>
                </a:lnTo>
                <a:lnTo>
                  <a:pt x="1696520" y="171891"/>
                </a:lnTo>
                <a:lnTo>
                  <a:pt x="1695854" y="172992"/>
                </a:lnTo>
                <a:lnTo>
                  <a:pt x="1695186" y="174054"/>
                </a:lnTo>
                <a:lnTo>
                  <a:pt x="1694517" y="175078"/>
                </a:lnTo>
                <a:lnTo>
                  <a:pt x="1693847" y="176062"/>
                </a:lnTo>
                <a:lnTo>
                  <a:pt x="1693175" y="177007"/>
                </a:lnTo>
                <a:lnTo>
                  <a:pt x="1692502" y="177914"/>
                </a:lnTo>
                <a:lnTo>
                  <a:pt x="1691827" y="178781"/>
                </a:lnTo>
                <a:lnTo>
                  <a:pt x="1691151" y="179609"/>
                </a:lnTo>
                <a:lnTo>
                  <a:pt x="1690473" y="180399"/>
                </a:lnTo>
                <a:lnTo>
                  <a:pt x="1689794" y="181149"/>
                </a:lnTo>
                <a:lnTo>
                  <a:pt x="1689114" y="181860"/>
                </a:lnTo>
                <a:lnTo>
                  <a:pt x="1688433" y="182532"/>
                </a:lnTo>
                <a:lnTo>
                  <a:pt x="1687750" y="183165"/>
                </a:lnTo>
                <a:lnTo>
                  <a:pt x="1687066" y="183759"/>
                </a:lnTo>
                <a:lnTo>
                  <a:pt x="1686087" y="184577"/>
                </a:lnTo>
                <a:lnTo>
                  <a:pt x="1685098" y="185360"/>
                </a:lnTo>
                <a:lnTo>
                  <a:pt x="1684098" y="186108"/>
                </a:lnTo>
                <a:lnTo>
                  <a:pt x="1683087" y="186822"/>
                </a:lnTo>
                <a:lnTo>
                  <a:pt x="1682067" y="187501"/>
                </a:lnTo>
                <a:lnTo>
                  <a:pt x="1681035" y="188145"/>
                </a:lnTo>
                <a:lnTo>
                  <a:pt x="1679994" y="188755"/>
                </a:lnTo>
                <a:lnTo>
                  <a:pt x="1678942" y="189329"/>
                </a:lnTo>
                <a:lnTo>
                  <a:pt x="1677880" y="189869"/>
                </a:lnTo>
                <a:lnTo>
                  <a:pt x="1676808" y="190375"/>
                </a:lnTo>
                <a:lnTo>
                  <a:pt x="1675725" y="190845"/>
                </a:lnTo>
                <a:lnTo>
                  <a:pt x="1674631" y="191281"/>
                </a:lnTo>
                <a:lnTo>
                  <a:pt x="1673528" y="191681"/>
                </a:lnTo>
                <a:lnTo>
                  <a:pt x="1672414" y="192047"/>
                </a:lnTo>
                <a:lnTo>
                  <a:pt x="1671289" y="192379"/>
                </a:lnTo>
                <a:lnTo>
                  <a:pt x="1670154" y="192675"/>
                </a:lnTo>
                <a:lnTo>
                  <a:pt x="1669009" y="192937"/>
                </a:lnTo>
                <a:lnTo>
                  <a:pt x="1667854" y="193163"/>
                </a:lnTo>
                <a:lnTo>
                  <a:pt x="1666688" y="193355"/>
                </a:lnTo>
                <a:lnTo>
                  <a:pt x="1665512" y="193512"/>
                </a:lnTo>
                <a:lnTo>
                  <a:pt x="1664325" y="193634"/>
                </a:lnTo>
                <a:lnTo>
                  <a:pt x="1663128" y="193721"/>
                </a:lnTo>
                <a:lnTo>
                  <a:pt x="1661921" y="193774"/>
                </a:lnTo>
                <a:lnTo>
                  <a:pt x="1660703" y="193791"/>
                </a:lnTo>
                <a:lnTo>
                  <a:pt x="1659009" y="193759"/>
                </a:lnTo>
                <a:lnTo>
                  <a:pt x="1657344" y="193661"/>
                </a:lnTo>
                <a:lnTo>
                  <a:pt x="1655708" y="193498"/>
                </a:lnTo>
                <a:lnTo>
                  <a:pt x="1654101" y="193269"/>
                </a:lnTo>
                <a:lnTo>
                  <a:pt x="1652524" y="192976"/>
                </a:lnTo>
                <a:lnTo>
                  <a:pt x="1650975" y="192617"/>
                </a:lnTo>
                <a:lnTo>
                  <a:pt x="1649457" y="192193"/>
                </a:lnTo>
                <a:lnTo>
                  <a:pt x="1647967" y="191704"/>
                </a:lnTo>
                <a:lnTo>
                  <a:pt x="1646507" y="191149"/>
                </a:lnTo>
                <a:lnTo>
                  <a:pt x="1645076" y="190529"/>
                </a:lnTo>
                <a:lnTo>
                  <a:pt x="1643674" y="189844"/>
                </a:lnTo>
                <a:lnTo>
                  <a:pt x="1642302" y="189093"/>
                </a:lnTo>
                <a:lnTo>
                  <a:pt x="1640959" y="188277"/>
                </a:lnTo>
                <a:lnTo>
                  <a:pt x="1639645" y="187396"/>
                </a:lnTo>
                <a:lnTo>
                  <a:pt x="1638362" y="186450"/>
                </a:lnTo>
                <a:lnTo>
                  <a:pt x="1637107" y="185438"/>
                </a:lnTo>
                <a:lnTo>
                  <a:pt x="1635882" y="184361"/>
                </a:lnTo>
                <a:lnTo>
                  <a:pt x="1634687" y="183218"/>
                </a:lnTo>
                <a:lnTo>
                  <a:pt x="1633521" y="182010"/>
                </a:lnTo>
                <a:lnTo>
                  <a:pt x="1632385" y="180737"/>
                </a:lnTo>
                <a:lnTo>
                  <a:pt x="1631278" y="179398"/>
                </a:lnTo>
                <a:lnTo>
                  <a:pt x="1630201" y="177994"/>
                </a:lnTo>
                <a:lnTo>
                  <a:pt x="1629154" y="176525"/>
                </a:lnTo>
                <a:lnTo>
                  <a:pt x="1628136" y="174990"/>
                </a:lnTo>
                <a:lnTo>
                  <a:pt x="1627152" y="173415"/>
                </a:lnTo>
                <a:lnTo>
                  <a:pt x="1626210" y="171820"/>
                </a:lnTo>
                <a:lnTo>
                  <a:pt x="1625309" y="170204"/>
                </a:lnTo>
                <a:lnTo>
                  <a:pt x="1624451" y="168568"/>
                </a:lnTo>
                <a:lnTo>
                  <a:pt x="1623634" y="166913"/>
                </a:lnTo>
                <a:lnTo>
                  <a:pt x="1622859" y="165237"/>
                </a:lnTo>
                <a:lnTo>
                  <a:pt x="1622126" y="163541"/>
                </a:lnTo>
                <a:lnTo>
                  <a:pt x="1621435" y="161824"/>
                </a:lnTo>
                <a:lnTo>
                  <a:pt x="1620786" y="160088"/>
                </a:lnTo>
                <a:lnTo>
                  <a:pt x="1620179" y="158332"/>
                </a:lnTo>
                <a:lnTo>
                  <a:pt x="1619614" y="156555"/>
                </a:lnTo>
                <a:lnTo>
                  <a:pt x="1619090" y="154758"/>
                </a:lnTo>
                <a:lnTo>
                  <a:pt x="1618608" y="152941"/>
                </a:lnTo>
                <a:lnTo>
                  <a:pt x="1618169" y="151104"/>
                </a:lnTo>
                <a:lnTo>
                  <a:pt x="1617771" y="149247"/>
                </a:lnTo>
                <a:lnTo>
                  <a:pt x="1617415" y="147370"/>
                </a:lnTo>
                <a:lnTo>
                  <a:pt x="1617101" y="145472"/>
                </a:lnTo>
                <a:lnTo>
                  <a:pt x="1616829" y="143554"/>
                </a:lnTo>
                <a:lnTo>
                  <a:pt x="1616598" y="141617"/>
                </a:lnTo>
                <a:lnTo>
                  <a:pt x="1616410" y="139659"/>
                </a:lnTo>
                <a:lnTo>
                  <a:pt x="1616263" y="137681"/>
                </a:lnTo>
                <a:lnTo>
                  <a:pt x="1616158" y="135682"/>
                </a:lnTo>
                <a:lnTo>
                  <a:pt x="1616096" y="133664"/>
                </a:lnTo>
                <a:lnTo>
                  <a:pt x="1616075" y="131626"/>
                </a:lnTo>
                <a:lnTo>
                  <a:pt x="1616096" y="129634"/>
                </a:lnTo>
                <a:lnTo>
                  <a:pt x="1616159" y="127675"/>
                </a:lnTo>
                <a:lnTo>
                  <a:pt x="1616264" y="125749"/>
                </a:lnTo>
                <a:lnTo>
                  <a:pt x="1616411" y="123856"/>
                </a:lnTo>
                <a:lnTo>
                  <a:pt x="1616601" y="121995"/>
                </a:lnTo>
                <a:lnTo>
                  <a:pt x="1616832" y="120167"/>
                </a:lnTo>
                <a:lnTo>
                  <a:pt x="1617106" y="118371"/>
                </a:lnTo>
                <a:lnTo>
                  <a:pt x="1617422" y="116608"/>
                </a:lnTo>
                <a:lnTo>
                  <a:pt x="1617780" y="114878"/>
                </a:lnTo>
                <a:lnTo>
                  <a:pt x="1618180" y="113181"/>
                </a:lnTo>
                <a:lnTo>
                  <a:pt x="1618622" y="111516"/>
                </a:lnTo>
                <a:lnTo>
                  <a:pt x="1619107" y="109883"/>
                </a:lnTo>
                <a:lnTo>
                  <a:pt x="1619634" y="108284"/>
                </a:lnTo>
                <a:lnTo>
                  <a:pt x="1620202" y="106717"/>
                </a:lnTo>
                <a:lnTo>
                  <a:pt x="1620813" y="105182"/>
                </a:lnTo>
                <a:lnTo>
                  <a:pt x="1621467" y="103680"/>
                </a:lnTo>
                <a:lnTo>
                  <a:pt x="1622162" y="102211"/>
                </a:lnTo>
                <a:lnTo>
                  <a:pt x="1622900" y="100774"/>
                </a:lnTo>
                <a:lnTo>
                  <a:pt x="1623680" y="99370"/>
                </a:lnTo>
                <a:lnTo>
                  <a:pt x="1624502" y="97998"/>
                </a:lnTo>
                <a:lnTo>
                  <a:pt x="1625366" y="96659"/>
                </a:lnTo>
                <a:lnTo>
                  <a:pt x="1626273" y="95352"/>
                </a:lnTo>
                <a:lnTo>
                  <a:pt x="1627222" y="94078"/>
                </a:lnTo>
                <a:lnTo>
                  <a:pt x="1628213" y="92837"/>
                </a:lnTo>
                <a:lnTo>
                  <a:pt x="1628984" y="91932"/>
                </a:lnTo>
                <a:lnTo>
                  <a:pt x="1629775" y="91066"/>
                </a:lnTo>
                <a:lnTo>
                  <a:pt x="1630587" y="90239"/>
                </a:lnTo>
                <a:lnTo>
                  <a:pt x="1631418" y="89450"/>
                </a:lnTo>
                <a:lnTo>
                  <a:pt x="1632270" y="88699"/>
                </a:lnTo>
                <a:lnTo>
                  <a:pt x="1633142" y="87987"/>
                </a:lnTo>
                <a:lnTo>
                  <a:pt x="1634035" y="87313"/>
                </a:lnTo>
                <a:lnTo>
                  <a:pt x="1634947" y="86678"/>
                </a:lnTo>
                <a:lnTo>
                  <a:pt x="1635880" y="86082"/>
                </a:lnTo>
                <a:lnTo>
                  <a:pt x="1636833" y="85524"/>
                </a:lnTo>
                <a:lnTo>
                  <a:pt x="1637807" y="85004"/>
                </a:lnTo>
                <a:lnTo>
                  <a:pt x="1638800" y="84523"/>
                </a:lnTo>
                <a:lnTo>
                  <a:pt x="1639815" y="84080"/>
                </a:lnTo>
                <a:lnTo>
                  <a:pt x="1640849" y="83676"/>
                </a:lnTo>
                <a:lnTo>
                  <a:pt x="1641904" y="83310"/>
                </a:lnTo>
                <a:lnTo>
                  <a:pt x="1642979" y="82983"/>
                </a:lnTo>
                <a:lnTo>
                  <a:pt x="1644075" y="82694"/>
                </a:lnTo>
                <a:lnTo>
                  <a:pt x="1645191" y="82444"/>
                </a:lnTo>
                <a:lnTo>
                  <a:pt x="1646327" y="82233"/>
                </a:lnTo>
                <a:lnTo>
                  <a:pt x="1647484" y="82059"/>
                </a:lnTo>
                <a:lnTo>
                  <a:pt x="1648662" y="81925"/>
                </a:lnTo>
                <a:lnTo>
                  <a:pt x="1649860" y="81828"/>
                </a:lnTo>
                <a:lnTo>
                  <a:pt x="1651078" y="81771"/>
                </a:lnTo>
                <a:lnTo>
                  <a:pt x="1652317" y="81751"/>
                </a:lnTo>
                <a:lnTo>
                  <a:pt x="1653083" y="81759"/>
                </a:lnTo>
                <a:lnTo>
                  <a:pt x="1653835" y="81783"/>
                </a:lnTo>
                <a:lnTo>
                  <a:pt x="1654573" y="81822"/>
                </a:lnTo>
                <a:lnTo>
                  <a:pt x="1655297" y="81877"/>
                </a:lnTo>
                <a:lnTo>
                  <a:pt x="1656008" y="81948"/>
                </a:lnTo>
                <a:lnTo>
                  <a:pt x="1656704" y="82034"/>
                </a:lnTo>
                <a:lnTo>
                  <a:pt x="1657386" y="82136"/>
                </a:lnTo>
                <a:lnTo>
                  <a:pt x="1658054" y="82254"/>
                </a:lnTo>
                <a:lnTo>
                  <a:pt x="1658709" y="82388"/>
                </a:lnTo>
                <a:lnTo>
                  <a:pt x="1659349" y="82536"/>
                </a:lnTo>
                <a:lnTo>
                  <a:pt x="1659976" y="82701"/>
                </a:lnTo>
                <a:lnTo>
                  <a:pt x="1660588" y="82881"/>
                </a:lnTo>
                <a:lnTo>
                  <a:pt x="1661187" y="83077"/>
                </a:lnTo>
                <a:lnTo>
                  <a:pt x="1661771" y="83288"/>
                </a:lnTo>
                <a:lnTo>
                  <a:pt x="1662342" y="83515"/>
                </a:lnTo>
                <a:lnTo>
                  <a:pt x="1662898" y="83757"/>
                </a:lnTo>
                <a:lnTo>
                  <a:pt x="1663441" y="84014"/>
                </a:lnTo>
                <a:lnTo>
                  <a:pt x="1663970" y="84288"/>
                </a:lnTo>
                <a:lnTo>
                  <a:pt x="1664484" y="84576"/>
                </a:lnTo>
                <a:lnTo>
                  <a:pt x="1664985" y="84880"/>
                </a:lnTo>
                <a:lnTo>
                  <a:pt x="1665472" y="85200"/>
                </a:lnTo>
                <a:lnTo>
                  <a:pt x="1665945" y="85535"/>
                </a:lnTo>
                <a:lnTo>
                  <a:pt x="1666404" y="85885"/>
                </a:lnTo>
                <a:lnTo>
                  <a:pt x="1666849" y="86251"/>
                </a:lnTo>
                <a:lnTo>
                  <a:pt x="1667277" y="86646"/>
                </a:lnTo>
                <a:lnTo>
                  <a:pt x="1667689" y="87055"/>
                </a:lnTo>
                <a:lnTo>
                  <a:pt x="1668087" y="87479"/>
                </a:lnTo>
                <a:lnTo>
                  <a:pt x="1668470" y="87918"/>
                </a:lnTo>
                <a:lnTo>
                  <a:pt x="1668837" y="88371"/>
                </a:lnTo>
                <a:lnTo>
                  <a:pt x="1669189" y="88839"/>
                </a:lnTo>
                <a:lnTo>
                  <a:pt x="1669526" y="89321"/>
                </a:lnTo>
                <a:lnTo>
                  <a:pt x="1669847" y="89817"/>
                </a:lnTo>
                <a:lnTo>
                  <a:pt x="1670154" y="90329"/>
                </a:lnTo>
                <a:lnTo>
                  <a:pt x="1670445" y="90854"/>
                </a:lnTo>
                <a:lnTo>
                  <a:pt x="1670721" y="91394"/>
                </a:lnTo>
                <a:lnTo>
                  <a:pt x="1670982" y="91949"/>
                </a:lnTo>
                <a:lnTo>
                  <a:pt x="1671227" y="92518"/>
                </a:lnTo>
                <a:lnTo>
                  <a:pt x="1671457" y="93101"/>
                </a:lnTo>
                <a:lnTo>
                  <a:pt x="1671672" y="93699"/>
                </a:lnTo>
                <a:lnTo>
                  <a:pt x="1671872" y="94312"/>
                </a:lnTo>
                <a:lnTo>
                  <a:pt x="1672056" y="94938"/>
                </a:lnTo>
                <a:lnTo>
                  <a:pt x="1672225" y="95580"/>
                </a:lnTo>
                <a:lnTo>
                  <a:pt x="1672379" y="96235"/>
                </a:lnTo>
                <a:lnTo>
                  <a:pt x="1672517" y="96905"/>
                </a:lnTo>
                <a:lnTo>
                  <a:pt x="1672640" y="97590"/>
                </a:lnTo>
                <a:lnTo>
                  <a:pt x="1672748" y="98288"/>
                </a:lnTo>
                <a:lnTo>
                  <a:pt x="1672841" y="99002"/>
                </a:lnTo>
                <a:lnTo>
                  <a:pt x="1672918" y="99729"/>
                </a:lnTo>
                <a:lnTo>
                  <a:pt x="1672988" y="100456"/>
                </a:lnTo>
                <a:lnTo>
                  <a:pt x="1673064" y="101163"/>
                </a:lnTo>
                <a:lnTo>
                  <a:pt x="1673147" y="101851"/>
                </a:lnTo>
                <a:lnTo>
                  <a:pt x="1673235" y="102518"/>
                </a:lnTo>
                <a:lnTo>
                  <a:pt x="1673330" y="103166"/>
                </a:lnTo>
                <a:lnTo>
                  <a:pt x="1673431" y="103793"/>
                </a:lnTo>
                <a:lnTo>
                  <a:pt x="1673538" y="104401"/>
                </a:lnTo>
                <a:lnTo>
                  <a:pt x="1673651" y="104989"/>
                </a:lnTo>
                <a:lnTo>
                  <a:pt x="1673770" y="105557"/>
                </a:lnTo>
                <a:lnTo>
                  <a:pt x="1673896" y="106106"/>
                </a:lnTo>
                <a:lnTo>
                  <a:pt x="1674027" y="106634"/>
                </a:lnTo>
                <a:lnTo>
                  <a:pt x="1674165" y="107143"/>
                </a:lnTo>
                <a:lnTo>
                  <a:pt x="1674308" y="107632"/>
                </a:lnTo>
                <a:lnTo>
                  <a:pt x="1674458" y="108102"/>
                </a:lnTo>
                <a:lnTo>
                  <a:pt x="1674614" y="108551"/>
                </a:lnTo>
                <a:lnTo>
                  <a:pt x="1674776" y="108981"/>
                </a:lnTo>
                <a:lnTo>
                  <a:pt x="1674943" y="109392"/>
                </a:lnTo>
                <a:lnTo>
                  <a:pt x="1675117" y="109782"/>
                </a:lnTo>
                <a:lnTo>
                  <a:pt x="1675297" y="110153"/>
                </a:lnTo>
                <a:lnTo>
                  <a:pt x="1675483" y="110505"/>
                </a:lnTo>
                <a:lnTo>
                  <a:pt x="1675675" y="110836"/>
                </a:lnTo>
                <a:lnTo>
                  <a:pt x="1675873" y="111149"/>
                </a:lnTo>
                <a:lnTo>
                  <a:pt x="1676077" y="111441"/>
                </a:lnTo>
                <a:lnTo>
                  <a:pt x="1676287" y="111714"/>
                </a:lnTo>
                <a:lnTo>
                  <a:pt x="1676668" y="112178"/>
                </a:lnTo>
                <a:lnTo>
                  <a:pt x="1677064" y="112622"/>
                </a:lnTo>
                <a:lnTo>
                  <a:pt x="1677476" y="113047"/>
                </a:lnTo>
                <a:lnTo>
                  <a:pt x="1677902" y="113452"/>
                </a:lnTo>
                <a:lnTo>
                  <a:pt x="1678344" y="113837"/>
                </a:lnTo>
                <a:lnTo>
                  <a:pt x="1678800" y="114202"/>
                </a:lnTo>
                <a:lnTo>
                  <a:pt x="1679272" y="114547"/>
                </a:lnTo>
                <a:lnTo>
                  <a:pt x="1679759" y="114873"/>
                </a:lnTo>
                <a:lnTo>
                  <a:pt x="1680261" y="115179"/>
                </a:lnTo>
                <a:lnTo>
                  <a:pt x="1680779" y="115466"/>
                </a:lnTo>
                <a:lnTo>
                  <a:pt x="1681311" y="115732"/>
                </a:lnTo>
                <a:lnTo>
                  <a:pt x="1681859" y="115979"/>
                </a:lnTo>
                <a:lnTo>
                  <a:pt x="1682422" y="116206"/>
                </a:lnTo>
                <a:lnTo>
                  <a:pt x="1682999" y="116413"/>
                </a:lnTo>
                <a:lnTo>
                  <a:pt x="1683593" y="116601"/>
                </a:lnTo>
                <a:lnTo>
                  <a:pt x="1684201" y="116769"/>
                </a:lnTo>
                <a:lnTo>
                  <a:pt x="1684824" y="116917"/>
                </a:lnTo>
                <a:lnTo>
                  <a:pt x="1685463" y="117045"/>
                </a:lnTo>
                <a:lnTo>
                  <a:pt x="1686117" y="117154"/>
                </a:lnTo>
                <a:lnTo>
                  <a:pt x="1686786" y="117242"/>
                </a:lnTo>
                <a:lnTo>
                  <a:pt x="1687470" y="117312"/>
                </a:lnTo>
                <a:lnTo>
                  <a:pt x="1688169" y="117361"/>
                </a:lnTo>
                <a:lnTo>
                  <a:pt x="1688883" y="117391"/>
                </a:lnTo>
                <a:lnTo>
                  <a:pt x="1689613" y="117400"/>
                </a:lnTo>
                <a:lnTo>
                  <a:pt x="1690156" y="117394"/>
                </a:lnTo>
                <a:lnTo>
                  <a:pt x="1690689" y="117376"/>
                </a:lnTo>
                <a:lnTo>
                  <a:pt x="1691212" y="117346"/>
                </a:lnTo>
                <a:lnTo>
                  <a:pt x="1691725" y="117303"/>
                </a:lnTo>
                <a:lnTo>
                  <a:pt x="1692228" y="117248"/>
                </a:lnTo>
                <a:lnTo>
                  <a:pt x="1692721" y="117181"/>
                </a:lnTo>
                <a:lnTo>
                  <a:pt x="1693204" y="117102"/>
                </a:lnTo>
                <a:lnTo>
                  <a:pt x="1693677" y="117011"/>
                </a:lnTo>
                <a:lnTo>
                  <a:pt x="1694140" y="116908"/>
                </a:lnTo>
                <a:lnTo>
                  <a:pt x="1694593" y="116792"/>
                </a:lnTo>
                <a:lnTo>
                  <a:pt x="1695036" y="116664"/>
                </a:lnTo>
                <a:lnTo>
                  <a:pt x="1695469" y="116525"/>
                </a:lnTo>
                <a:lnTo>
                  <a:pt x="1695892" y="116372"/>
                </a:lnTo>
                <a:lnTo>
                  <a:pt x="1696304" y="116208"/>
                </a:lnTo>
                <a:lnTo>
                  <a:pt x="1696707" y="116032"/>
                </a:lnTo>
                <a:lnTo>
                  <a:pt x="1697099" y="115843"/>
                </a:lnTo>
                <a:lnTo>
                  <a:pt x="1697482" y="115643"/>
                </a:lnTo>
                <a:lnTo>
                  <a:pt x="1697854" y="115430"/>
                </a:lnTo>
                <a:lnTo>
                  <a:pt x="1698216" y="115205"/>
                </a:lnTo>
                <a:lnTo>
                  <a:pt x="1698568" y="114967"/>
                </a:lnTo>
                <a:lnTo>
                  <a:pt x="1698910" y="114718"/>
                </a:lnTo>
                <a:lnTo>
                  <a:pt x="1699242" y="114456"/>
                </a:lnTo>
                <a:lnTo>
                  <a:pt x="1699563" y="114183"/>
                </a:lnTo>
                <a:lnTo>
                  <a:pt x="1699875" y="113897"/>
                </a:lnTo>
                <a:lnTo>
                  <a:pt x="1700172" y="113599"/>
                </a:lnTo>
                <a:lnTo>
                  <a:pt x="1700457" y="113293"/>
                </a:lnTo>
                <a:lnTo>
                  <a:pt x="1700730" y="112980"/>
                </a:lnTo>
                <a:lnTo>
                  <a:pt x="1700990" y="112660"/>
                </a:lnTo>
                <a:lnTo>
                  <a:pt x="1701237" y="112332"/>
                </a:lnTo>
                <a:lnTo>
                  <a:pt x="1701472" y="111997"/>
                </a:lnTo>
                <a:lnTo>
                  <a:pt x="1701694" y="111655"/>
                </a:lnTo>
                <a:lnTo>
                  <a:pt x="1701903" y="111304"/>
                </a:lnTo>
                <a:lnTo>
                  <a:pt x="1702100" y="110947"/>
                </a:lnTo>
                <a:lnTo>
                  <a:pt x="1702284" y="110581"/>
                </a:lnTo>
                <a:lnTo>
                  <a:pt x="1702456" y="110209"/>
                </a:lnTo>
                <a:lnTo>
                  <a:pt x="1702615" y="109828"/>
                </a:lnTo>
                <a:lnTo>
                  <a:pt x="1702761" y="109440"/>
                </a:lnTo>
                <a:lnTo>
                  <a:pt x="1702895" y="109045"/>
                </a:lnTo>
                <a:lnTo>
                  <a:pt x="1703016" y="108642"/>
                </a:lnTo>
                <a:lnTo>
                  <a:pt x="1703124" y="108231"/>
                </a:lnTo>
                <a:lnTo>
                  <a:pt x="1703219" y="107813"/>
                </a:lnTo>
                <a:lnTo>
                  <a:pt x="1703302" y="107387"/>
                </a:lnTo>
                <a:lnTo>
                  <a:pt x="1703372" y="106953"/>
                </a:lnTo>
                <a:lnTo>
                  <a:pt x="1703429" y="106512"/>
                </a:lnTo>
                <a:lnTo>
                  <a:pt x="1703474" y="106062"/>
                </a:lnTo>
                <a:lnTo>
                  <a:pt x="1703506" y="105606"/>
                </a:lnTo>
                <a:lnTo>
                  <a:pt x="1703525" y="105141"/>
                </a:lnTo>
                <a:lnTo>
                  <a:pt x="1703531" y="104669"/>
                </a:lnTo>
                <a:lnTo>
                  <a:pt x="1703509" y="103710"/>
                </a:lnTo>
                <a:lnTo>
                  <a:pt x="1703441" y="102755"/>
                </a:lnTo>
                <a:lnTo>
                  <a:pt x="1703328" y="101802"/>
                </a:lnTo>
                <a:lnTo>
                  <a:pt x="1703169" y="100852"/>
                </a:lnTo>
                <a:lnTo>
                  <a:pt x="1702966" y="99905"/>
                </a:lnTo>
                <a:lnTo>
                  <a:pt x="1702717" y="98961"/>
                </a:lnTo>
                <a:lnTo>
                  <a:pt x="1702423" y="98019"/>
                </a:lnTo>
                <a:lnTo>
                  <a:pt x="1702084" y="97081"/>
                </a:lnTo>
                <a:lnTo>
                  <a:pt x="1701699" y="96145"/>
                </a:lnTo>
                <a:lnTo>
                  <a:pt x="1701269" y="95212"/>
                </a:lnTo>
                <a:lnTo>
                  <a:pt x="1700794" y="94281"/>
                </a:lnTo>
                <a:lnTo>
                  <a:pt x="1700274" y="93354"/>
                </a:lnTo>
                <a:lnTo>
                  <a:pt x="1699709" y="92429"/>
                </a:lnTo>
                <a:lnTo>
                  <a:pt x="1699099" y="91507"/>
                </a:lnTo>
                <a:lnTo>
                  <a:pt x="1698443" y="90588"/>
                </a:lnTo>
                <a:lnTo>
                  <a:pt x="1697742" y="89671"/>
                </a:lnTo>
                <a:lnTo>
                  <a:pt x="1696997" y="88758"/>
                </a:lnTo>
                <a:lnTo>
                  <a:pt x="1696206" y="87847"/>
                </a:lnTo>
                <a:lnTo>
                  <a:pt x="1695370" y="86939"/>
                </a:lnTo>
                <a:lnTo>
                  <a:pt x="1694488" y="86034"/>
                </a:lnTo>
                <a:lnTo>
                  <a:pt x="1693562" y="85131"/>
                </a:lnTo>
                <a:lnTo>
                  <a:pt x="1692591" y="84232"/>
                </a:lnTo>
                <a:lnTo>
                  <a:pt x="1691574" y="83335"/>
                </a:lnTo>
                <a:lnTo>
                  <a:pt x="1690513" y="82441"/>
                </a:lnTo>
                <a:lnTo>
                  <a:pt x="1689414" y="81567"/>
                </a:lnTo>
                <a:lnTo>
                  <a:pt x="1688290" y="80730"/>
                </a:lnTo>
                <a:lnTo>
                  <a:pt x="1687141" y="79930"/>
                </a:lnTo>
                <a:lnTo>
                  <a:pt x="1685967" y="79168"/>
                </a:lnTo>
                <a:lnTo>
                  <a:pt x="1684768" y="78443"/>
                </a:lnTo>
                <a:lnTo>
                  <a:pt x="1683545" y="77756"/>
                </a:lnTo>
                <a:lnTo>
                  <a:pt x="1682296" y="77105"/>
                </a:lnTo>
                <a:lnTo>
                  <a:pt x="1681023" y="76492"/>
                </a:lnTo>
                <a:lnTo>
                  <a:pt x="1679724" y="75916"/>
                </a:lnTo>
                <a:lnTo>
                  <a:pt x="1678401" y="75377"/>
                </a:lnTo>
                <a:lnTo>
                  <a:pt x="1677053" y="74876"/>
                </a:lnTo>
                <a:lnTo>
                  <a:pt x="1675680" y="74412"/>
                </a:lnTo>
                <a:lnTo>
                  <a:pt x="1674281" y="73984"/>
                </a:lnTo>
                <a:lnTo>
                  <a:pt x="1672858" y="73594"/>
                </a:lnTo>
                <a:lnTo>
                  <a:pt x="1671410" y="73242"/>
                </a:lnTo>
                <a:lnTo>
                  <a:pt x="1669937" y="72926"/>
                </a:lnTo>
                <a:lnTo>
                  <a:pt x="1668440" y="72648"/>
                </a:lnTo>
                <a:lnTo>
                  <a:pt x="1666917" y="72406"/>
                </a:lnTo>
                <a:lnTo>
                  <a:pt x="1665369" y="72202"/>
                </a:lnTo>
                <a:lnTo>
                  <a:pt x="1663797" y="72035"/>
                </a:lnTo>
                <a:lnTo>
                  <a:pt x="1662199" y="71905"/>
                </a:lnTo>
                <a:lnTo>
                  <a:pt x="1660576" y="71813"/>
                </a:lnTo>
                <a:lnTo>
                  <a:pt x="1658929" y="71757"/>
                </a:lnTo>
                <a:lnTo>
                  <a:pt x="1657257" y="71738"/>
                </a:lnTo>
                <a:lnTo>
                  <a:pt x="1655023" y="71773"/>
                </a:lnTo>
                <a:lnTo>
                  <a:pt x="1652816" y="71879"/>
                </a:lnTo>
                <a:lnTo>
                  <a:pt x="1650636" y="72054"/>
                </a:lnTo>
                <a:lnTo>
                  <a:pt x="1648483" y="72300"/>
                </a:lnTo>
                <a:lnTo>
                  <a:pt x="1646357" y="72616"/>
                </a:lnTo>
                <a:lnTo>
                  <a:pt x="1644258" y="73002"/>
                </a:lnTo>
                <a:lnTo>
                  <a:pt x="1642185" y="73458"/>
                </a:lnTo>
                <a:lnTo>
                  <a:pt x="1640140" y="73984"/>
                </a:lnTo>
                <a:lnTo>
                  <a:pt x="1638121" y="74580"/>
                </a:lnTo>
                <a:lnTo>
                  <a:pt x="1636129" y="75247"/>
                </a:lnTo>
                <a:lnTo>
                  <a:pt x="1634164" y="75984"/>
                </a:lnTo>
                <a:lnTo>
                  <a:pt x="1632226" y="76790"/>
                </a:lnTo>
                <a:lnTo>
                  <a:pt x="1630315" y="77667"/>
                </a:lnTo>
                <a:lnTo>
                  <a:pt x="1628431" y="78614"/>
                </a:lnTo>
                <a:lnTo>
                  <a:pt x="1626573" y="79631"/>
                </a:lnTo>
                <a:lnTo>
                  <a:pt x="1624742" y="80718"/>
                </a:lnTo>
                <a:lnTo>
                  <a:pt x="1622938" y="81875"/>
                </a:lnTo>
                <a:lnTo>
                  <a:pt x="1621161" y="83103"/>
                </a:lnTo>
                <a:lnTo>
                  <a:pt x="1619410" y="84400"/>
                </a:lnTo>
                <a:lnTo>
                  <a:pt x="1617686" y="85767"/>
                </a:lnTo>
                <a:lnTo>
                  <a:pt x="1615989" y="87205"/>
                </a:lnTo>
                <a:lnTo>
                  <a:pt x="1614319" y="88712"/>
                </a:lnTo>
                <a:lnTo>
                  <a:pt x="1612675" y="90289"/>
                </a:lnTo>
                <a:lnTo>
                  <a:pt x="1611059" y="91937"/>
                </a:lnTo>
                <a:lnTo>
                  <a:pt x="1609489" y="93643"/>
                </a:lnTo>
                <a:lnTo>
                  <a:pt x="1607985" y="95391"/>
                </a:lnTo>
                <a:lnTo>
                  <a:pt x="1606549" y="97181"/>
                </a:lnTo>
                <a:lnTo>
                  <a:pt x="1605179" y="99014"/>
                </a:lnTo>
                <a:lnTo>
                  <a:pt x="1603876" y="100889"/>
                </a:lnTo>
                <a:lnTo>
                  <a:pt x="1602640" y="102806"/>
                </a:lnTo>
                <a:lnTo>
                  <a:pt x="1601471" y="104765"/>
                </a:lnTo>
                <a:lnTo>
                  <a:pt x="1600369" y="106767"/>
                </a:lnTo>
                <a:lnTo>
                  <a:pt x="1599333" y="108810"/>
                </a:lnTo>
                <a:lnTo>
                  <a:pt x="1598365" y="110896"/>
                </a:lnTo>
                <a:lnTo>
                  <a:pt x="1597463" y="113024"/>
                </a:lnTo>
                <a:lnTo>
                  <a:pt x="1596628" y="115194"/>
                </a:lnTo>
                <a:lnTo>
                  <a:pt x="1595859" y="117406"/>
                </a:lnTo>
                <a:lnTo>
                  <a:pt x="1595158" y="119660"/>
                </a:lnTo>
                <a:lnTo>
                  <a:pt x="1594523" y="121956"/>
                </a:lnTo>
                <a:lnTo>
                  <a:pt x="1593955" y="124294"/>
                </a:lnTo>
                <a:lnTo>
                  <a:pt x="1593454" y="126674"/>
                </a:lnTo>
                <a:lnTo>
                  <a:pt x="1593020" y="129097"/>
                </a:lnTo>
                <a:lnTo>
                  <a:pt x="1592652" y="131561"/>
                </a:lnTo>
                <a:lnTo>
                  <a:pt x="1592352" y="134067"/>
                </a:lnTo>
                <a:lnTo>
                  <a:pt x="1592118" y="136615"/>
                </a:lnTo>
                <a:lnTo>
                  <a:pt x="1591951" y="139205"/>
                </a:lnTo>
                <a:lnTo>
                  <a:pt x="1591851" y="141837"/>
                </a:lnTo>
                <a:lnTo>
                  <a:pt x="1591817" y="144511"/>
                </a:lnTo>
                <a:lnTo>
                  <a:pt x="1591847" y="147270"/>
                </a:lnTo>
                <a:lnTo>
                  <a:pt x="1591938" y="149981"/>
                </a:lnTo>
                <a:lnTo>
                  <a:pt x="1592088" y="152645"/>
                </a:lnTo>
                <a:lnTo>
                  <a:pt x="1592299" y="155261"/>
                </a:lnTo>
                <a:lnTo>
                  <a:pt x="1592570" y="157829"/>
                </a:lnTo>
                <a:lnTo>
                  <a:pt x="1592902" y="160349"/>
                </a:lnTo>
                <a:lnTo>
                  <a:pt x="1593293" y="162821"/>
                </a:lnTo>
                <a:lnTo>
                  <a:pt x="1593745" y="165245"/>
                </a:lnTo>
                <a:lnTo>
                  <a:pt x="1594258" y="167622"/>
                </a:lnTo>
                <a:lnTo>
                  <a:pt x="1594830" y="169950"/>
                </a:lnTo>
                <a:lnTo>
                  <a:pt x="1595463" y="172231"/>
                </a:lnTo>
                <a:lnTo>
                  <a:pt x="1596156" y="174464"/>
                </a:lnTo>
                <a:lnTo>
                  <a:pt x="1596910" y="176649"/>
                </a:lnTo>
                <a:lnTo>
                  <a:pt x="1597723" y="178786"/>
                </a:lnTo>
                <a:lnTo>
                  <a:pt x="1598598" y="180875"/>
                </a:lnTo>
                <a:lnTo>
                  <a:pt x="1599532" y="182916"/>
                </a:lnTo>
                <a:lnTo>
                  <a:pt x="1600527" y="184910"/>
                </a:lnTo>
                <a:lnTo>
                  <a:pt x="1601582" y="186856"/>
                </a:lnTo>
                <a:lnTo>
                  <a:pt x="1602698" y="188753"/>
                </a:lnTo>
                <a:lnTo>
                  <a:pt x="1603874" y="190603"/>
                </a:lnTo>
                <a:lnTo>
                  <a:pt x="1605111" y="192405"/>
                </a:lnTo>
                <a:lnTo>
                  <a:pt x="1606407" y="194160"/>
                </a:lnTo>
                <a:lnTo>
                  <a:pt x="1607765" y="195866"/>
                </a:lnTo>
                <a:lnTo>
                  <a:pt x="1609182" y="197524"/>
                </a:lnTo>
                <a:lnTo>
                  <a:pt x="1610641" y="199125"/>
                </a:lnTo>
                <a:lnTo>
                  <a:pt x="1612120" y="200658"/>
                </a:lnTo>
                <a:lnTo>
                  <a:pt x="1613619" y="202122"/>
                </a:lnTo>
                <a:lnTo>
                  <a:pt x="1615140" y="203519"/>
                </a:lnTo>
                <a:lnTo>
                  <a:pt x="1616681" y="204847"/>
                </a:lnTo>
                <a:lnTo>
                  <a:pt x="1618243" y="206107"/>
                </a:lnTo>
                <a:lnTo>
                  <a:pt x="1619826" y="207300"/>
                </a:lnTo>
                <a:lnTo>
                  <a:pt x="1621430" y="208424"/>
                </a:lnTo>
                <a:lnTo>
                  <a:pt x="1623054" y="209480"/>
                </a:lnTo>
                <a:lnTo>
                  <a:pt x="1624700" y="210468"/>
                </a:lnTo>
                <a:lnTo>
                  <a:pt x="1626366" y="211388"/>
                </a:lnTo>
                <a:lnTo>
                  <a:pt x="1628053" y="212240"/>
                </a:lnTo>
                <a:lnTo>
                  <a:pt x="1629760" y="213024"/>
                </a:lnTo>
                <a:lnTo>
                  <a:pt x="1631489" y="213740"/>
                </a:lnTo>
                <a:lnTo>
                  <a:pt x="1633239" y="214387"/>
                </a:lnTo>
                <a:lnTo>
                  <a:pt x="1635009" y="214967"/>
                </a:lnTo>
                <a:lnTo>
                  <a:pt x="1636800" y="215478"/>
                </a:lnTo>
                <a:lnTo>
                  <a:pt x="1638612" y="215921"/>
                </a:lnTo>
                <a:lnTo>
                  <a:pt x="1640445" y="216296"/>
                </a:lnTo>
                <a:lnTo>
                  <a:pt x="1642299" y="216603"/>
                </a:lnTo>
                <a:lnTo>
                  <a:pt x="1644174" y="216842"/>
                </a:lnTo>
                <a:lnTo>
                  <a:pt x="1646070" y="217012"/>
                </a:lnTo>
                <a:lnTo>
                  <a:pt x="1647986" y="217115"/>
                </a:lnTo>
                <a:lnTo>
                  <a:pt x="1649924" y="217149"/>
                </a:lnTo>
                <a:lnTo>
                  <a:pt x="1651553" y="217123"/>
                </a:lnTo>
                <a:lnTo>
                  <a:pt x="1653169" y="217047"/>
                </a:lnTo>
                <a:lnTo>
                  <a:pt x="1654774" y="216921"/>
                </a:lnTo>
                <a:lnTo>
                  <a:pt x="1656366" y="216743"/>
                </a:lnTo>
                <a:lnTo>
                  <a:pt x="1657947" y="216515"/>
                </a:lnTo>
                <a:lnTo>
                  <a:pt x="1659516" y="216237"/>
                </a:lnTo>
                <a:lnTo>
                  <a:pt x="1661073" y="215907"/>
                </a:lnTo>
                <a:lnTo>
                  <a:pt x="1662617" y="215527"/>
                </a:lnTo>
                <a:lnTo>
                  <a:pt x="1664150" y="215096"/>
                </a:lnTo>
                <a:lnTo>
                  <a:pt x="1665671" y="214614"/>
                </a:lnTo>
                <a:lnTo>
                  <a:pt x="1667180" y="214082"/>
                </a:lnTo>
                <a:lnTo>
                  <a:pt x="1668677" y="213499"/>
                </a:lnTo>
                <a:lnTo>
                  <a:pt x="1670162" y="212865"/>
                </a:lnTo>
                <a:lnTo>
                  <a:pt x="1671635" y="212181"/>
                </a:lnTo>
                <a:lnTo>
                  <a:pt x="1673096" y="211445"/>
                </a:lnTo>
                <a:lnTo>
                  <a:pt x="1674545" y="210659"/>
                </a:lnTo>
                <a:lnTo>
                  <a:pt x="1675982" y="209822"/>
                </a:lnTo>
                <a:lnTo>
                  <a:pt x="1677407" y="208934"/>
                </a:lnTo>
                <a:lnTo>
                  <a:pt x="1678821" y="207996"/>
                </a:lnTo>
                <a:lnTo>
                  <a:pt x="1680222" y="207006"/>
                </a:lnTo>
                <a:lnTo>
                  <a:pt x="1681611" y="205966"/>
                </a:lnTo>
                <a:lnTo>
                  <a:pt x="1682988" y="204875"/>
                </a:lnTo>
                <a:lnTo>
                  <a:pt x="1684354" y="203733"/>
                </a:lnTo>
                <a:lnTo>
                  <a:pt x="1685707" y="202541"/>
                </a:lnTo>
                <a:lnTo>
                  <a:pt x="1687038" y="201303"/>
                </a:lnTo>
                <a:lnTo>
                  <a:pt x="1688332" y="200022"/>
                </a:lnTo>
                <a:lnTo>
                  <a:pt x="1689589" y="198698"/>
                </a:lnTo>
                <a:lnTo>
                  <a:pt x="1690809" y="197330"/>
                </a:lnTo>
                <a:lnTo>
                  <a:pt x="1691992" y="195918"/>
                </a:lnTo>
                <a:lnTo>
                  <a:pt x="1693138" y="194464"/>
                </a:lnTo>
                <a:lnTo>
                  <a:pt x="1694247" y="192965"/>
                </a:lnTo>
                <a:lnTo>
                  <a:pt x="1695319" y="191423"/>
                </a:lnTo>
                <a:lnTo>
                  <a:pt x="1696354" y="189838"/>
                </a:lnTo>
                <a:lnTo>
                  <a:pt x="1697351" y="188209"/>
                </a:lnTo>
                <a:lnTo>
                  <a:pt x="1698312" y="186537"/>
                </a:lnTo>
                <a:lnTo>
                  <a:pt x="1699236" y="184821"/>
                </a:lnTo>
                <a:lnTo>
                  <a:pt x="1700122" y="183062"/>
                </a:lnTo>
                <a:lnTo>
                  <a:pt x="1700972" y="181260"/>
                </a:lnTo>
                <a:lnTo>
                  <a:pt x="1701785" y="179413"/>
                </a:lnTo>
                <a:lnTo>
                  <a:pt x="1702561" y="177524"/>
                </a:lnTo>
                <a:lnTo>
                  <a:pt x="1703300" y="175591"/>
                </a:lnTo>
                <a:lnTo>
                  <a:pt x="1704001" y="173614"/>
                </a:lnTo>
                <a:lnTo>
                  <a:pt x="1704666" y="171594"/>
                </a:lnTo>
                <a:lnTo>
                  <a:pt x="1705294" y="169531"/>
                </a:lnTo>
                <a:lnTo>
                  <a:pt x="1705885" y="167424"/>
                </a:lnTo>
                <a:lnTo>
                  <a:pt x="1706440" y="165273"/>
                </a:lnTo>
                <a:lnTo>
                  <a:pt x="1706957" y="163079"/>
                </a:lnTo>
                <a:lnTo>
                  <a:pt x="1707437" y="160842"/>
                </a:lnTo>
                <a:lnTo>
                  <a:pt x="1703091" y="158736"/>
                </a:lnTo>
                <a:lnTo>
                  <a:pt x="1702442" y="160226"/>
                </a:lnTo>
                <a:lnTo>
                  <a:pt x="1701790" y="161678"/>
                </a:lnTo>
                <a:lnTo>
                  <a:pt x="1701138" y="163091"/>
                </a:lnTo>
                <a:lnTo>
                  <a:pt x="1700483" y="164465"/>
                </a:lnTo>
                <a:lnTo>
                  <a:pt x="1699826" y="16580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7A999-157F-41DA-B75A-E7304C3A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356" y="1758110"/>
            <a:ext cx="2099691" cy="217149"/>
          </a:xfrm>
          <a:custGeom xmlns:a="http://schemas.openxmlformats.org/drawingml/2006/main">
            <a:pathLst>
              <a:path w="2099691" h="217149">
                <a:moveTo>
                  <a:pt x="2084432" y="71738"/>
                </a:moveTo>
                <a:cubicBezTo>
                  <a:pt x="2083226" y="74132"/>
                  <a:pt x="2082173" y="75682"/>
                  <a:pt x="2081273" y="76372"/>
                </a:cubicBezTo>
                <a:cubicBezTo>
                  <a:pt x="2080373" y="77080"/>
                  <a:pt x="2079129" y="77425"/>
                  <a:pt x="2077540" y="77425"/>
                </a:cubicBezTo>
                <a:cubicBezTo>
                  <a:pt x="2075836" y="77425"/>
                  <a:pt x="2072447" y="76678"/>
                  <a:pt x="2067354" y="75185"/>
                </a:cubicBezTo>
                <a:cubicBezTo>
                  <a:pt x="2059658" y="72887"/>
                  <a:pt x="2053129" y="71738"/>
                  <a:pt x="2047730" y="71738"/>
                </a:cubicBezTo>
                <a:cubicBezTo>
                  <a:pt x="2035458" y="71738"/>
                  <a:pt x="2025445" y="75529"/>
                  <a:pt x="2017710" y="83111"/>
                </a:cubicBezTo>
                <a:cubicBezTo>
                  <a:pt x="2009975" y="90712"/>
                  <a:pt x="2006088" y="100150"/>
                  <a:pt x="2006088" y="111427"/>
                </a:cubicBezTo>
                <a:cubicBezTo>
                  <a:pt x="2006088" y="120119"/>
                  <a:pt x="2008348" y="127299"/>
                  <a:pt x="2012828" y="132985"/>
                </a:cubicBezTo>
                <a:cubicBezTo>
                  <a:pt x="2017327" y="138786"/>
                  <a:pt x="2026823" y="145276"/>
                  <a:pt x="2041297" y="152456"/>
                </a:cubicBezTo>
                <a:cubicBezTo>
                  <a:pt x="2055771" y="159655"/>
                  <a:pt x="2065420" y="165590"/>
                  <a:pt x="2070264" y="170280"/>
                </a:cubicBezTo>
                <a:cubicBezTo>
                  <a:pt x="2075108" y="174971"/>
                  <a:pt x="2077540" y="180772"/>
                  <a:pt x="2077540" y="187645"/>
                </a:cubicBezTo>
                <a:cubicBezTo>
                  <a:pt x="2077540" y="193351"/>
                  <a:pt x="2075357" y="198214"/>
                  <a:pt x="2071011" y="202253"/>
                </a:cubicBezTo>
                <a:cubicBezTo>
                  <a:pt x="2066684" y="206293"/>
                  <a:pt x="2061055" y="208323"/>
                  <a:pt x="2054163" y="208323"/>
                </a:cubicBezTo>
                <a:cubicBezTo>
                  <a:pt x="2044379" y="208323"/>
                  <a:pt x="2035553" y="204781"/>
                  <a:pt x="2027665" y="197697"/>
                </a:cubicBezTo>
                <a:cubicBezTo>
                  <a:pt x="2019777" y="190594"/>
                  <a:pt x="2014436" y="180064"/>
                  <a:pt x="2011641" y="166088"/>
                </a:cubicBezTo>
                <a:lnTo>
                  <a:pt x="2006701" y="166088"/>
                </a:lnTo>
                <a:lnTo>
                  <a:pt x="2006701" y="215062"/>
                </a:lnTo>
                <a:lnTo>
                  <a:pt x="2011641" y="215062"/>
                </a:lnTo>
                <a:cubicBezTo>
                  <a:pt x="2012942" y="212458"/>
                  <a:pt x="2014723" y="211175"/>
                  <a:pt x="2017020" y="211175"/>
                </a:cubicBezTo>
                <a:cubicBezTo>
                  <a:pt x="2019126" y="211175"/>
                  <a:pt x="2021826" y="211673"/>
                  <a:pt x="2025119" y="212669"/>
                </a:cubicBezTo>
                <a:cubicBezTo>
                  <a:pt x="2035898" y="215655"/>
                  <a:pt x="2045490" y="217149"/>
                  <a:pt x="2053876" y="217149"/>
                </a:cubicBezTo>
                <a:cubicBezTo>
                  <a:pt x="2065554" y="217149"/>
                  <a:pt x="2076104" y="213339"/>
                  <a:pt x="2085542" y="205700"/>
                </a:cubicBezTo>
                <a:cubicBezTo>
                  <a:pt x="2094981" y="198061"/>
                  <a:pt x="2099691" y="188009"/>
                  <a:pt x="2099691" y="175526"/>
                </a:cubicBezTo>
                <a:cubicBezTo>
                  <a:pt x="2099691" y="159348"/>
                  <a:pt x="2089563" y="146329"/>
                  <a:pt x="2069288" y="136431"/>
                </a:cubicBezTo>
                <a:lnTo>
                  <a:pt x="2047424" y="125805"/>
                </a:lnTo>
                <a:cubicBezTo>
                  <a:pt x="2037947" y="121210"/>
                  <a:pt x="2031648" y="116864"/>
                  <a:pt x="2028565" y="112767"/>
                </a:cubicBezTo>
                <a:cubicBezTo>
                  <a:pt x="2025368" y="108785"/>
                  <a:pt x="2023779" y="103999"/>
                  <a:pt x="2023779" y="98389"/>
                </a:cubicBezTo>
                <a:cubicBezTo>
                  <a:pt x="2023779" y="93909"/>
                  <a:pt x="2025923" y="89812"/>
                  <a:pt x="2030212" y="86117"/>
                </a:cubicBezTo>
                <a:cubicBezTo>
                  <a:pt x="2034500" y="82422"/>
                  <a:pt x="2040148" y="80584"/>
                  <a:pt x="2047136" y="80584"/>
                </a:cubicBezTo>
                <a:cubicBezTo>
                  <a:pt x="2056326" y="80584"/>
                  <a:pt x="2063889" y="83226"/>
                  <a:pt x="2069824" y="88510"/>
                </a:cubicBezTo>
                <a:cubicBezTo>
                  <a:pt x="2075759" y="93813"/>
                  <a:pt x="2080622" y="103788"/>
                  <a:pt x="2084432" y="118453"/>
                </a:cubicBezTo>
                <a:lnTo>
                  <a:pt x="2089371" y="118453"/>
                </a:lnTo>
                <a:lnTo>
                  <a:pt x="2089371" y="71738"/>
                </a:lnTo>
                <a:lnTo>
                  <a:pt x="2084432" y="71738"/>
                </a:lnTo>
                <a:close/>
                <a:moveTo>
                  <a:pt x="1765888" y="15431"/>
                </a:moveTo>
                <a:cubicBezTo>
                  <a:pt x="1771785" y="15431"/>
                  <a:pt x="1776170" y="15872"/>
                  <a:pt x="1779061" y="16771"/>
                </a:cubicBezTo>
                <a:cubicBezTo>
                  <a:pt x="1784957" y="18667"/>
                  <a:pt x="1789418" y="20715"/>
                  <a:pt x="1792462" y="22917"/>
                </a:cubicBezTo>
                <a:cubicBezTo>
                  <a:pt x="1795507" y="25119"/>
                  <a:pt x="1799987" y="29656"/>
                  <a:pt x="1805864" y="36549"/>
                </a:cubicBezTo>
                <a:lnTo>
                  <a:pt x="1805864" y="177766"/>
                </a:lnTo>
                <a:cubicBezTo>
                  <a:pt x="1805864" y="189158"/>
                  <a:pt x="1804773" y="196433"/>
                  <a:pt x="1802571" y="199631"/>
                </a:cubicBezTo>
                <a:cubicBezTo>
                  <a:pt x="1798991" y="204819"/>
                  <a:pt x="1792845" y="207423"/>
                  <a:pt x="1784153" y="207423"/>
                </a:cubicBezTo>
                <a:lnTo>
                  <a:pt x="1777127" y="207423"/>
                </a:lnTo>
                <a:lnTo>
                  <a:pt x="1777127" y="212956"/>
                </a:lnTo>
                <a:lnTo>
                  <a:pt x="1847812" y="212956"/>
                </a:lnTo>
                <a:lnTo>
                  <a:pt x="1847812" y="207423"/>
                </a:lnTo>
                <a:lnTo>
                  <a:pt x="1840614" y="207423"/>
                </a:lnTo>
                <a:cubicBezTo>
                  <a:pt x="1832726" y="207423"/>
                  <a:pt x="1826886" y="205317"/>
                  <a:pt x="1823095" y="201124"/>
                </a:cubicBezTo>
                <a:cubicBezTo>
                  <a:pt x="1820396" y="198041"/>
                  <a:pt x="1819056" y="190249"/>
                  <a:pt x="1819056" y="177766"/>
                </a:cubicBezTo>
                <a:lnTo>
                  <a:pt x="1819056" y="52708"/>
                </a:lnTo>
                <a:lnTo>
                  <a:pt x="1952940" y="216268"/>
                </a:lnTo>
                <a:lnTo>
                  <a:pt x="1958339" y="216268"/>
                </a:lnTo>
                <a:lnTo>
                  <a:pt x="1958339" y="45088"/>
                </a:lnTo>
                <a:cubicBezTo>
                  <a:pt x="1958339" y="33696"/>
                  <a:pt x="1959431" y="26421"/>
                  <a:pt x="1961632" y="23204"/>
                </a:cubicBezTo>
                <a:cubicBezTo>
                  <a:pt x="1965213" y="18016"/>
                  <a:pt x="1971301" y="15431"/>
                  <a:pt x="1979897" y="15431"/>
                </a:cubicBezTo>
                <a:lnTo>
                  <a:pt x="1987077" y="15431"/>
                </a:lnTo>
                <a:lnTo>
                  <a:pt x="1987077" y="9879"/>
                </a:lnTo>
                <a:lnTo>
                  <a:pt x="1916392" y="9879"/>
                </a:lnTo>
                <a:lnTo>
                  <a:pt x="1916392" y="15431"/>
                </a:lnTo>
                <a:lnTo>
                  <a:pt x="1923437" y="15431"/>
                </a:lnTo>
                <a:cubicBezTo>
                  <a:pt x="1931421" y="15431"/>
                  <a:pt x="1937260" y="17537"/>
                  <a:pt x="1940955" y="21711"/>
                </a:cubicBezTo>
                <a:cubicBezTo>
                  <a:pt x="1943751" y="24813"/>
                  <a:pt x="1945148" y="32605"/>
                  <a:pt x="1945148" y="45088"/>
                </a:cubicBezTo>
                <a:lnTo>
                  <a:pt x="1945148" y="162201"/>
                </a:lnTo>
                <a:lnTo>
                  <a:pt x="1821008" y="9879"/>
                </a:lnTo>
                <a:lnTo>
                  <a:pt x="1765888" y="9879"/>
                </a:lnTo>
                <a:lnTo>
                  <a:pt x="1765888" y="15431"/>
                </a:lnTo>
                <a:close/>
                <a:moveTo>
                  <a:pt x="1544700" y="15431"/>
                </a:moveTo>
                <a:cubicBezTo>
                  <a:pt x="1550578" y="15431"/>
                  <a:pt x="1554981" y="15872"/>
                  <a:pt x="1557872" y="16771"/>
                </a:cubicBezTo>
                <a:cubicBezTo>
                  <a:pt x="1563769" y="18667"/>
                  <a:pt x="1568230" y="20715"/>
                  <a:pt x="1571274" y="22917"/>
                </a:cubicBezTo>
                <a:cubicBezTo>
                  <a:pt x="1574318" y="25119"/>
                  <a:pt x="1578798" y="29656"/>
                  <a:pt x="1584676" y="36549"/>
                </a:cubicBezTo>
                <a:lnTo>
                  <a:pt x="1584676" y="177766"/>
                </a:lnTo>
                <a:cubicBezTo>
                  <a:pt x="1584676" y="189158"/>
                  <a:pt x="1583585" y="196433"/>
                  <a:pt x="1581383" y="199631"/>
                </a:cubicBezTo>
                <a:cubicBezTo>
                  <a:pt x="1577803" y="204819"/>
                  <a:pt x="1571657" y="207423"/>
                  <a:pt x="1562965" y="207423"/>
                </a:cubicBezTo>
                <a:lnTo>
                  <a:pt x="1555939" y="207423"/>
                </a:lnTo>
                <a:lnTo>
                  <a:pt x="1555939" y="212956"/>
                </a:lnTo>
                <a:lnTo>
                  <a:pt x="1626624" y="212956"/>
                </a:lnTo>
                <a:lnTo>
                  <a:pt x="1626624" y="207423"/>
                </a:lnTo>
                <a:lnTo>
                  <a:pt x="1619425" y="207423"/>
                </a:lnTo>
                <a:cubicBezTo>
                  <a:pt x="1611537" y="207423"/>
                  <a:pt x="1605698" y="205317"/>
                  <a:pt x="1601907" y="201124"/>
                </a:cubicBezTo>
                <a:cubicBezTo>
                  <a:pt x="1599207" y="198041"/>
                  <a:pt x="1597867" y="190249"/>
                  <a:pt x="1597867" y="177766"/>
                </a:cubicBezTo>
                <a:lnTo>
                  <a:pt x="1597867" y="52708"/>
                </a:lnTo>
                <a:lnTo>
                  <a:pt x="1731752" y="216268"/>
                </a:lnTo>
                <a:lnTo>
                  <a:pt x="1737132" y="216268"/>
                </a:lnTo>
                <a:lnTo>
                  <a:pt x="1737132" y="45088"/>
                </a:lnTo>
                <a:cubicBezTo>
                  <a:pt x="1737132" y="33696"/>
                  <a:pt x="1738242" y="26421"/>
                  <a:pt x="1740444" y="23204"/>
                </a:cubicBezTo>
                <a:cubicBezTo>
                  <a:pt x="1744024" y="18016"/>
                  <a:pt x="1750113" y="15431"/>
                  <a:pt x="1758709" y="15431"/>
                </a:cubicBezTo>
                <a:lnTo>
                  <a:pt x="1765888" y="15431"/>
                </a:lnTo>
                <a:lnTo>
                  <a:pt x="1765888" y="9879"/>
                </a:lnTo>
                <a:lnTo>
                  <a:pt x="1695203" y="9879"/>
                </a:lnTo>
                <a:lnTo>
                  <a:pt x="1695203" y="15431"/>
                </a:lnTo>
                <a:lnTo>
                  <a:pt x="1702249" y="15431"/>
                </a:lnTo>
                <a:cubicBezTo>
                  <a:pt x="1710232" y="15431"/>
                  <a:pt x="1716072" y="17537"/>
                  <a:pt x="1719767" y="21711"/>
                </a:cubicBezTo>
                <a:cubicBezTo>
                  <a:pt x="1722562" y="24813"/>
                  <a:pt x="1723960" y="32605"/>
                  <a:pt x="1723960" y="45088"/>
                </a:cubicBezTo>
                <a:lnTo>
                  <a:pt x="1723960" y="162201"/>
                </a:lnTo>
                <a:lnTo>
                  <a:pt x="1599801" y="9879"/>
                </a:lnTo>
                <a:lnTo>
                  <a:pt x="1544700" y="9879"/>
                </a:lnTo>
                <a:lnTo>
                  <a:pt x="1544700" y="15431"/>
                </a:lnTo>
                <a:close/>
                <a:moveTo>
                  <a:pt x="1390751" y="25617"/>
                </a:moveTo>
                <a:cubicBezTo>
                  <a:pt x="1402238" y="22726"/>
                  <a:pt x="1412462" y="21271"/>
                  <a:pt x="1421460" y="21271"/>
                </a:cubicBezTo>
                <a:cubicBezTo>
                  <a:pt x="1445411" y="21271"/>
                  <a:pt x="1465036" y="29350"/>
                  <a:pt x="1480314" y="45528"/>
                </a:cubicBezTo>
                <a:cubicBezTo>
                  <a:pt x="1495592" y="61706"/>
                  <a:pt x="1503212" y="83819"/>
                  <a:pt x="1503212" y="111867"/>
                </a:cubicBezTo>
                <a:cubicBezTo>
                  <a:pt x="1503212" y="139724"/>
                  <a:pt x="1495592" y="161799"/>
                  <a:pt x="1480314" y="178073"/>
                </a:cubicBezTo>
                <a:cubicBezTo>
                  <a:pt x="1465036" y="194346"/>
                  <a:pt x="1445813" y="202483"/>
                  <a:pt x="1422647" y="202483"/>
                </a:cubicBezTo>
                <a:cubicBezTo>
                  <a:pt x="1414070" y="202483"/>
                  <a:pt x="1403425" y="201086"/>
                  <a:pt x="1390751" y="198290"/>
                </a:cubicBezTo>
                <a:lnTo>
                  <a:pt x="1390751" y="25617"/>
                </a:lnTo>
                <a:close/>
                <a:moveTo>
                  <a:pt x="1423547" y="212956"/>
                </a:moveTo>
                <a:cubicBezTo>
                  <a:pt x="1462987" y="212956"/>
                  <a:pt x="1492337" y="202387"/>
                  <a:pt x="1511617" y="181212"/>
                </a:cubicBezTo>
                <a:cubicBezTo>
                  <a:pt x="1528771" y="162258"/>
                  <a:pt x="1537367" y="138633"/>
                  <a:pt x="1537367" y="110374"/>
                </a:cubicBezTo>
                <a:cubicBezTo>
                  <a:pt x="1537367" y="89314"/>
                  <a:pt x="1532543" y="70743"/>
                  <a:pt x="1522912" y="54661"/>
                </a:cubicBezTo>
                <a:cubicBezTo>
                  <a:pt x="1513282" y="38597"/>
                  <a:pt x="1500551" y="27110"/>
                  <a:pt x="1484717" y="20218"/>
                </a:cubicBezTo>
                <a:cubicBezTo>
                  <a:pt x="1468903" y="13325"/>
                  <a:pt x="1445813" y="9879"/>
                  <a:pt x="1415468" y="9879"/>
                </a:cubicBezTo>
                <a:lnTo>
                  <a:pt x="1332797" y="9879"/>
                </a:lnTo>
                <a:lnTo>
                  <a:pt x="1332797" y="15431"/>
                </a:lnTo>
                <a:lnTo>
                  <a:pt x="1340436" y="15431"/>
                </a:lnTo>
                <a:cubicBezTo>
                  <a:pt x="1348114" y="15431"/>
                  <a:pt x="1353915" y="17633"/>
                  <a:pt x="1357801" y="22017"/>
                </a:cubicBezTo>
                <a:cubicBezTo>
                  <a:pt x="1360597" y="25215"/>
                  <a:pt x="1361994" y="33160"/>
                  <a:pt x="1361994" y="45834"/>
                </a:cubicBezTo>
                <a:lnTo>
                  <a:pt x="1361994" y="177020"/>
                </a:lnTo>
                <a:cubicBezTo>
                  <a:pt x="1361994" y="188507"/>
                  <a:pt x="1360903" y="195897"/>
                  <a:pt x="1358701" y="199190"/>
                </a:cubicBezTo>
                <a:cubicBezTo>
                  <a:pt x="1355102" y="204685"/>
                  <a:pt x="1349014" y="207423"/>
                  <a:pt x="1340436" y="207423"/>
                </a:cubicBezTo>
                <a:lnTo>
                  <a:pt x="1332797" y="207423"/>
                </a:lnTo>
                <a:lnTo>
                  <a:pt x="1332797" y="212956"/>
                </a:lnTo>
                <a:lnTo>
                  <a:pt x="1423547" y="212956"/>
                </a:lnTo>
                <a:close/>
                <a:moveTo>
                  <a:pt x="1216297" y="0"/>
                </a:moveTo>
                <a:lnTo>
                  <a:pt x="1175402" y="16771"/>
                </a:lnTo>
                <a:lnTo>
                  <a:pt x="1177948" y="22017"/>
                </a:lnTo>
                <a:cubicBezTo>
                  <a:pt x="1181950" y="20428"/>
                  <a:pt x="1185243" y="19624"/>
                  <a:pt x="1187846" y="19624"/>
                </a:cubicBezTo>
                <a:cubicBezTo>
                  <a:pt x="1190240" y="19624"/>
                  <a:pt x="1192212" y="20275"/>
                  <a:pt x="1193762" y="21558"/>
                </a:cubicBezTo>
                <a:cubicBezTo>
                  <a:pt x="1195294" y="22860"/>
                  <a:pt x="1196424" y="25291"/>
                  <a:pt x="1197132" y="28833"/>
                </a:cubicBezTo>
                <a:cubicBezTo>
                  <a:pt x="1197821" y="32375"/>
                  <a:pt x="1198166" y="41890"/>
                  <a:pt x="1198166" y="57360"/>
                </a:cubicBezTo>
                <a:lnTo>
                  <a:pt x="1198166" y="181959"/>
                </a:lnTo>
                <a:cubicBezTo>
                  <a:pt x="1198166" y="190460"/>
                  <a:pt x="1197515" y="196184"/>
                  <a:pt x="1196232" y="199190"/>
                </a:cubicBezTo>
                <a:cubicBezTo>
                  <a:pt x="1194930" y="202177"/>
                  <a:pt x="1193131" y="204321"/>
                  <a:pt x="1190833" y="205623"/>
                </a:cubicBezTo>
                <a:cubicBezTo>
                  <a:pt x="1188536" y="206925"/>
                  <a:pt x="1184247" y="207576"/>
                  <a:pt x="1177948" y="207576"/>
                </a:cubicBezTo>
                <a:lnTo>
                  <a:pt x="1177948" y="212956"/>
                </a:lnTo>
                <a:lnTo>
                  <a:pt x="1245187" y="212956"/>
                </a:lnTo>
                <a:lnTo>
                  <a:pt x="1245187" y="207576"/>
                </a:lnTo>
                <a:cubicBezTo>
                  <a:pt x="1238104" y="207576"/>
                  <a:pt x="1233260" y="206848"/>
                  <a:pt x="1230675" y="205393"/>
                </a:cubicBezTo>
                <a:cubicBezTo>
                  <a:pt x="1228071" y="203957"/>
                  <a:pt x="1226157" y="201832"/>
                  <a:pt x="1224912" y="199037"/>
                </a:cubicBezTo>
                <a:cubicBezTo>
                  <a:pt x="1223649" y="196242"/>
                  <a:pt x="1223036" y="190556"/>
                  <a:pt x="1223036" y="181959"/>
                </a:cubicBezTo>
                <a:lnTo>
                  <a:pt x="1223036" y="0"/>
                </a:lnTo>
                <a:lnTo>
                  <a:pt x="1216297" y="0"/>
                </a:lnTo>
                <a:close/>
                <a:moveTo>
                  <a:pt x="1087811" y="198443"/>
                </a:moveTo>
                <a:cubicBezTo>
                  <a:pt x="1082221" y="198443"/>
                  <a:pt x="1077262" y="196069"/>
                  <a:pt x="1072973" y="191321"/>
                </a:cubicBezTo>
                <a:cubicBezTo>
                  <a:pt x="1068685" y="186592"/>
                  <a:pt x="1066540" y="180619"/>
                  <a:pt x="1066540" y="173439"/>
                </a:cubicBezTo>
                <a:cubicBezTo>
                  <a:pt x="1066540" y="167734"/>
                  <a:pt x="1068244" y="162488"/>
                  <a:pt x="1071633" y="157702"/>
                </a:cubicBezTo>
                <a:cubicBezTo>
                  <a:pt x="1075022" y="152915"/>
                  <a:pt x="1080670" y="148320"/>
                  <a:pt x="1088558" y="143936"/>
                </a:cubicBezTo>
                <a:cubicBezTo>
                  <a:pt x="1092942" y="141428"/>
                  <a:pt x="1102687" y="137197"/>
                  <a:pt x="1117755" y="131204"/>
                </a:cubicBezTo>
                <a:lnTo>
                  <a:pt x="1117755" y="183453"/>
                </a:lnTo>
                <a:cubicBezTo>
                  <a:pt x="1105368" y="193446"/>
                  <a:pt x="1095393" y="198443"/>
                  <a:pt x="1087811" y="198443"/>
                </a:cubicBezTo>
                <a:close/>
                <a:moveTo>
                  <a:pt x="1122254" y="210563"/>
                </a:moveTo>
                <a:cubicBezTo>
                  <a:pt x="1125145" y="213951"/>
                  <a:pt x="1129031" y="215655"/>
                  <a:pt x="1133933" y="215655"/>
                </a:cubicBezTo>
                <a:cubicBezTo>
                  <a:pt x="1144118" y="215655"/>
                  <a:pt x="1154801" y="208169"/>
                  <a:pt x="1165982" y="193198"/>
                </a:cubicBezTo>
                <a:lnTo>
                  <a:pt x="1165982" y="184812"/>
                </a:lnTo>
                <a:cubicBezTo>
                  <a:pt x="1159990" y="190804"/>
                  <a:pt x="1155950" y="194442"/>
                  <a:pt x="1153844" y="195744"/>
                </a:cubicBezTo>
                <a:cubicBezTo>
                  <a:pt x="1152657" y="196433"/>
                  <a:pt x="1151259" y="196797"/>
                  <a:pt x="1149651" y="196797"/>
                </a:cubicBezTo>
                <a:cubicBezTo>
                  <a:pt x="1148158" y="196797"/>
                  <a:pt x="1146837" y="196299"/>
                  <a:pt x="1145688" y="195284"/>
                </a:cubicBezTo>
                <a:cubicBezTo>
                  <a:pt x="1144539" y="194289"/>
                  <a:pt x="1143716" y="192317"/>
                  <a:pt x="1143218" y="189368"/>
                </a:cubicBezTo>
                <a:cubicBezTo>
                  <a:pt x="1142720" y="186420"/>
                  <a:pt x="1142472" y="178417"/>
                  <a:pt x="1142472" y="165341"/>
                </a:cubicBezTo>
                <a:lnTo>
                  <a:pt x="1142472" y="118760"/>
                </a:lnTo>
                <a:cubicBezTo>
                  <a:pt x="1142472" y="105492"/>
                  <a:pt x="1141572" y="96704"/>
                  <a:pt x="1139772" y="92396"/>
                </a:cubicBezTo>
                <a:cubicBezTo>
                  <a:pt x="1136977" y="85810"/>
                  <a:pt x="1132631" y="80966"/>
                  <a:pt x="1126734" y="77884"/>
                </a:cubicBezTo>
                <a:cubicBezTo>
                  <a:pt x="1118961" y="73787"/>
                  <a:pt x="1108967" y="71738"/>
                  <a:pt x="1096790" y="71738"/>
                </a:cubicBezTo>
                <a:cubicBezTo>
                  <a:pt x="1080919" y="71738"/>
                  <a:pt x="1068589" y="75338"/>
                  <a:pt x="1059801" y="82517"/>
                </a:cubicBezTo>
                <a:cubicBezTo>
                  <a:pt x="1051013" y="89716"/>
                  <a:pt x="1046629" y="97604"/>
                  <a:pt x="1046629" y="106181"/>
                </a:cubicBezTo>
                <a:cubicBezTo>
                  <a:pt x="1046629" y="110680"/>
                  <a:pt x="1047797" y="114222"/>
                  <a:pt x="1050133" y="116807"/>
                </a:cubicBezTo>
                <a:cubicBezTo>
                  <a:pt x="1052488" y="119411"/>
                  <a:pt x="1055513" y="120713"/>
                  <a:pt x="1059208" y="120713"/>
                </a:cubicBezTo>
                <a:cubicBezTo>
                  <a:pt x="1062998" y="120713"/>
                  <a:pt x="1066062" y="119468"/>
                  <a:pt x="1068417" y="116960"/>
                </a:cubicBezTo>
                <a:cubicBezTo>
                  <a:pt x="1070752" y="114471"/>
                  <a:pt x="1071939" y="110929"/>
                  <a:pt x="1071939" y="106334"/>
                </a:cubicBezTo>
                <a:lnTo>
                  <a:pt x="1071633" y="97642"/>
                </a:lnTo>
                <a:cubicBezTo>
                  <a:pt x="1071633" y="93258"/>
                  <a:pt x="1073528" y="89371"/>
                  <a:pt x="1077319" y="85963"/>
                </a:cubicBezTo>
                <a:cubicBezTo>
                  <a:pt x="1081014" y="82575"/>
                  <a:pt x="1086011" y="80871"/>
                  <a:pt x="1092291" y="80871"/>
                </a:cubicBezTo>
                <a:cubicBezTo>
                  <a:pt x="1100581" y="80871"/>
                  <a:pt x="1106899" y="83417"/>
                  <a:pt x="1111245" y="88510"/>
                </a:cubicBezTo>
                <a:cubicBezTo>
                  <a:pt x="1115591" y="93603"/>
                  <a:pt x="1117755" y="102984"/>
                  <a:pt x="1117755" y="116673"/>
                </a:cubicBezTo>
                <a:lnTo>
                  <a:pt x="1117755" y="122053"/>
                </a:lnTo>
                <a:cubicBezTo>
                  <a:pt x="1094187" y="130649"/>
                  <a:pt x="1077338" y="137944"/>
                  <a:pt x="1067210" y="143936"/>
                </a:cubicBezTo>
                <a:cubicBezTo>
                  <a:pt x="1057082" y="149910"/>
                  <a:pt x="1049960" y="156304"/>
                  <a:pt x="1045863" y="163101"/>
                </a:cubicBezTo>
                <a:cubicBezTo>
                  <a:pt x="1042876" y="167983"/>
                  <a:pt x="1041383" y="173765"/>
                  <a:pt x="1041383" y="180466"/>
                </a:cubicBezTo>
                <a:cubicBezTo>
                  <a:pt x="1041383" y="191053"/>
                  <a:pt x="1044446" y="199592"/>
                  <a:pt x="1050592" y="206083"/>
                </a:cubicBezTo>
                <a:cubicBezTo>
                  <a:pt x="1056738" y="212573"/>
                  <a:pt x="1064549" y="215808"/>
                  <a:pt x="1074026" y="215808"/>
                </a:cubicBezTo>
                <a:cubicBezTo>
                  <a:pt x="1080115" y="215808"/>
                  <a:pt x="1085858" y="214564"/>
                  <a:pt x="1091257" y="212075"/>
                </a:cubicBezTo>
                <a:cubicBezTo>
                  <a:pt x="1094837" y="210371"/>
                  <a:pt x="1103683" y="204072"/>
                  <a:pt x="1117755" y="193198"/>
                </a:cubicBezTo>
                <a:cubicBezTo>
                  <a:pt x="1117850" y="201392"/>
                  <a:pt x="1119344" y="207174"/>
                  <a:pt x="1122254" y="210563"/>
                </a:cubicBezTo>
                <a:close/>
                <a:moveTo>
                  <a:pt x="995855" y="71738"/>
                </a:moveTo>
                <a:lnTo>
                  <a:pt x="954520" y="88510"/>
                </a:lnTo>
                <a:lnTo>
                  <a:pt x="956626" y="93909"/>
                </a:lnTo>
                <a:cubicBezTo>
                  <a:pt x="960608" y="92396"/>
                  <a:pt x="964016" y="91650"/>
                  <a:pt x="966811" y="91650"/>
                </a:cubicBezTo>
                <a:cubicBezTo>
                  <a:pt x="969396" y="91650"/>
                  <a:pt x="971444" y="92281"/>
                  <a:pt x="972938" y="93526"/>
                </a:cubicBezTo>
                <a:cubicBezTo>
                  <a:pt x="974450" y="94770"/>
                  <a:pt x="975542" y="96991"/>
                  <a:pt x="976231" y="100189"/>
                </a:cubicBezTo>
                <a:cubicBezTo>
                  <a:pt x="977131" y="104592"/>
                  <a:pt x="977590" y="114222"/>
                  <a:pt x="977590" y="129098"/>
                </a:cubicBezTo>
                <a:lnTo>
                  <a:pt x="977590" y="181959"/>
                </a:lnTo>
                <a:cubicBezTo>
                  <a:pt x="977590" y="190460"/>
                  <a:pt x="976920" y="196184"/>
                  <a:pt x="975561" y="199190"/>
                </a:cubicBezTo>
                <a:cubicBezTo>
                  <a:pt x="974221" y="202177"/>
                  <a:pt x="972402" y="204321"/>
                  <a:pt x="970104" y="205623"/>
                </a:cubicBezTo>
                <a:cubicBezTo>
                  <a:pt x="967807" y="206925"/>
                  <a:pt x="963308" y="207576"/>
                  <a:pt x="956626" y="207576"/>
                </a:cubicBezTo>
                <a:lnTo>
                  <a:pt x="956626" y="212956"/>
                </a:lnTo>
                <a:lnTo>
                  <a:pt x="1023271" y="212956"/>
                </a:lnTo>
                <a:lnTo>
                  <a:pt x="1023271" y="207576"/>
                </a:lnTo>
                <a:cubicBezTo>
                  <a:pt x="1016781" y="207576"/>
                  <a:pt x="1012301" y="206868"/>
                  <a:pt x="1009870" y="205470"/>
                </a:cubicBezTo>
                <a:cubicBezTo>
                  <a:pt x="1007419" y="204072"/>
                  <a:pt x="1005562" y="201947"/>
                  <a:pt x="1004317" y="199114"/>
                </a:cubicBezTo>
                <a:cubicBezTo>
                  <a:pt x="1003073" y="196261"/>
                  <a:pt x="1002441" y="190556"/>
                  <a:pt x="1002441" y="181959"/>
                </a:cubicBezTo>
                <a:lnTo>
                  <a:pt x="1002441" y="71738"/>
                </a:lnTo>
                <a:lnTo>
                  <a:pt x="995855" y="71738"/>
                </a:lnTo>
                <a:close/>
                <a:moveTo>
                  <a:pt x="979160" y="4423"/>
                </a:moveTo>
                <a:cubicBezTo>
                  <a:pt x="976212" y="7371"/>
                  <a:pt x="974738" y="10932"/>
                  <a:pt x="974738" y="15125"/>
                </a:cubicBezTo>
                <a:cubicBezTo>
                  <a:pt x="974738" y="19318"/>
                  <a:pt x="976231" y="22917"/>
                  <a:pt x="979237" y="25904"/>
                </a:cubicBezTo>
                <a:cubicBezTo>
                  <a:pt x="982223" y="28910"/>
                  <a:pt x="985823" y="30403"/>
                  <a:pt x="990016" y="30403"/>
                </a:cubicBezTo>
                <a:cubicBezTo>
                  <a:pt x="994209" y="30403"/>
                  <a:pt x="997789" y="28910"/>
                  <a:pt x="1000718" y="25904"/>
                </a:cubicBezTo>
                <a:cubicBezTo>
                  <a:pt x="1003666" y="22917"/>
                  <a:pt x="1005141" y="19318"/>
                  <a:pt x="1005141" y="15125"/>
                </a:cubicBezTo>
                <a:cubicBezTo>
                  <a:pt x="1005141" y="10932"/>
                  <a:pt x="1003666" y="7371"/>
                  <a:pt x="1000718" y="4423"/>
                </a:cubicBezTo>
                <a:cubicBezTo>
                  <a:pt x="997789" y="1474"/>
                  <a:pt x="994209" y="0"/>
                  <a:pt x="990016" y="0"/>
                </a:cubicBezTo>
                <a:cubicBezTo>
                  <a:pt x="985727" y="0"/>
                  <a:pt x="982109" y="1474"/>
                  <a:pt x="979160" y="4423"/>
                </a:cubicBezTo>
                <a:close/>
                <a:moveTo>
                  <a:pt x="905412" y="30709"/>
                </a:moveTo>
                <a:cubicBezTo>
                  <a:pt x="901314" y="40780"/>
                  <a:pt x="898117" y="47730"/>
                  <a:pt x="895820" y="51521"/>
                </a:cubicBezTo>
                <a:cubicBezTo>
                  <a:pt x="891340" y="58700"/>
                  <a:pt x="886209" y="64923"/>
                  <a:pt x="880465" y="70168"/>
                </a:cubicBezTo>
                <a:cubicBezTo>
                  <a:pt x="874740" y="75414"/>
                  <a:pt x="869112" y="79128"/>
                  <a:pt x="863617" y="81330"/>
                </a:cubicBezTo>
                <a:lnTo>
                  <a:pt x="863617" y="86270"/>
                </a:lnTo>
                <a:lnTo>
                  <a:pt x="885347" y="86270"/>
                </a:lnTo>
                <a:lnTo>
                  <a:pt x="885347" y="178513"/>
                </a:lnTo>
                <a:cubicBezTo>
                  <a:pt x="885347" y="188411"/>
                  <a:pt x="886381" y="195725"/>
                  <a:pt x="888487" y="200454"/>
                </a:cubicBezTo>
                <a:cubicBezTo>
                  <a:pt x="890593" y="205202"/>
                  <a:pt x="893828" y="208840"/>
                  <a:pt x="898213" y="211386"/>
                </a:cubicBezTo>
                <a:cubicBezTo>
                  <a:pt x="902616" y="213932"/>
                  <a:pt x="907115" y="215215"/>
                  <a:pt x="911691" y="215215"/>
                </a:cubicBezTo>
                <a:cubicBezTo>
                  <a:pt x="918488" y="215215"/>
                  <a:pt x="925074" y="212745"/>
                  <a:pt x="931469" y="207806"/>
                </a:cubicBezTo>
                <a:cubicBezTo>
                  <a:pt x="937863" y="202847"/>
                  <a:pt x="942803" y="195495"/>
                  <a:pt x="946287" y="185712"/>
                </a:cubicBezTo>
                <a:lnTo>
                  <a:pt x="940448" y="185712"/>
                </a:lnTo>
                <a:cubicBezTo>
                  <a:pt x="938763" y="189713"/>
                  <a:pt x="936351" y="192719"/>
                  <a:pt x="933268" y="194768"/>
                </a:cubicBezTo>
                <a:cubicBezTo>
                  <a:pt x="930167" y="196816"/>
                  <a:pt x="926969" y="197831"/>
                  <a:pt x="923676" y="197831"/>
                </a:cubicBezTo>
                <a:cubicBezTo>
                  <a:pt x="919694" y="197831"/>
                  <a:pt x="916420" y="196299"/>
                  <a:pt x="913874" y="193198"/>
                </a:cubicBezTo>
                <a:cubicBezTo>
                  <a:pt x="911328" y="190096"/>
                  <a:pt x="910045" y="184103"/>
                  <a:pt x="910045" y="175220"/>
                </a:cubicBezTo>
                <a:lnTo>
                  <a:pt x="910045" y="86270"/>
                </a:lnTo>
                <a:lnTo>
                  <a:pt x="942094" y="86270"/>
                </a:lnTo>
                <a:lnTo>
                  <a:pt x="942094" y="75778"/>
                </a:lnTo>
                <a:lnTo>
                  <a:pt x="910045" y="75778"/>
                </a:lnTo>
                <a:lnTo>
                  <a:pt x="910045" y="30709"/>
                </a:lnTo>
                <a:lnTo>
                  <a:pt x="905412" y="30709"/>
                </a:lnTo>
                <a:close/>
                <a:moveTo>
                  <a:pt x="757149" y="71738"/>
                </a:moveTo>
                <a:lnTo>
                  <a:pt x="750716" y="71738"/>
                </a:lnTo>
                <a:lnTo>
                  <a:pt x="709380" y="88510"/>
                </a:lnTo>
                <a:lnTo>
                  <a:pt x="711620" y="93909"/>
                </a:lnTo>
                <a:cubicBezTo>
                  <a:pt x="715526" y="92396"/>
                  <a:pt x="718857" y="91650"/>
                  <a:pt x="721653" y="91650"/>
                </a:cubicBezTo>
                <a:cubicBezTo>
                  <a:pt x="724256" y="91650"/>
                  <a:pt x="726324" y="92301"/>
                  <a:pt x="727875" y="93603"/>
                </a:cubicBezTo>
                <a:cubicBezTo>
                  <a:pt x="729426" y="94904"/>
                  <a:pt x="730574" y="97355"/>
                  <a:pt x="731321" y="100935"/>
                </a:cubicBezTo>
                <a:cubicBezTo>
                  <a:pt x="732068" y="104535"/>
                  <a:pt x="732451" y="114567"/>
                  <a:pt x="732451" y="131032"/>
                </a:cubicBezTo>
                <a:lnTo>
                  <a:pt x="732451" y="181959"/>
                </a:lnTo>
                <a:cubicBezTo>
                  <a:pt x="732451" y="191953"/>
                  <a:pt x="731225" y="198712"/>
                  <a:pt x="728775" y="202253"/>
                </a:cubicBezTo>
                <a:cubicBezTo>
                  <a:pt x="726324" y="205795"/>
                  <a:pt x="721614" y="207576"/>
                  <a:pt x="714626" y="207576"/>
                </a:cubicBezTo>
                <a:lnTo>
                  <a:pt x="711620" y="207576"/>
                </a:lnTo>
                <a:lnTo>
                  <a:pt x="711620" y="212956"/>
                </a:lnTo>
                <a:lnTo>
                  <a:pt x="779472" y="212956"/>
                </a:lnTo>
                <a:lnTo>
                  <a:pt x="779472" y="207576"/>
                </a:lnTo>
                <a:cubicBezTo>
                  <a:pt x="771986" y="207576"/>
                  <a:pt x="767008" y="206906"/>
                  <a:pt x="764558" y="205546"/>
                </a:cubicBezTo>
                <a:cubicBezTo>
                  <a:pt x="762126" y="204206"/>
                  <a:pt x="760193" y="202081"/>
                  <a:pt x="758795" y="199190"/>
                </a:cubicBezTo>
                <a:cubicBezTo>
                  <a:pt x="757704" y="196988"/>
                  <a:pt x="757149" y="191245"/>
                  <a:pt x="757149" y="181959"/>
                </a:cubicBezTo>
                <a:lnTo>
                  <a:pt x="757149" y="109627"/>
                </a:lnTo>
                <a:cubicBezTo>
                  <a:pt x="768942" y="96647"/>
                  <a:pt x="780755" y="90156"/>
                  <a:pt x="792644" y="90156"/>
                </a:cubicBezTo>
                <a:cubicBezTo>
                  <a:pt x="800341" y="90156"/>
                  <a:pt x="805797" y="92990"/>
                  <a:pt x="809052" y="98619"/>
                </a:cubicBezTo>
                <a:cubicBezTo>
                  <a:pt x="812288" y="104267"/>
                  <a:pt x="813915" y="113322"/>
                  <a:pt x="813915" y="125805"/>
                </a:cubicBezTo>
                <a:lnTo>
                  <a:pt x="813915" y="181959"/>
                </a:lnTo>
                <a:cubicBezTo>
                  <a:pt x="813915" y="189847"/>
                  <a:pt x="813704" y="194538"/>
                  <a:pt x="813322" y="196050"/>
                </a:cubicBezTo>
                <a:cubicBezTo>
                  <a:pt x="812307" y="199841"/>
                  <a:pt x="810545" y="202713"/>
                  <a:pt x="807999" y="204647"/>
                </a:cubicBezTo>
                <a:cubicBezTo>
                  <a:pt x="805453" y="206599"/>
                  <a:pt x="800973" y="207576"/>
                  <a:pt x="794597" y="207576"/>
                </a:cubicBezTo>
                <a:lnTo>
                  <a:pt x="791744" y="207576"/>
                </a:lnTo>
                <a:lnTo>
                  <a:pt x="791744" y="212956"/>
                </a:lnTo>
                <a:lnTo>
                  <a:pt x="859596" y="212956"/>
                </a:lnTo>
                <a:lnTo>
                  <a:pt x="859596" y="207576"/>
                </a:lnTo>
                <a:cubicBezTo>
                  <a:pt x="852991" y="207576"/>
                  <a:pt x="848473" y="206868"/>
                  <a:pt x="846041" y="205470"/>
                </a:cubicBezTo>
                <a:cubicBezTo>
                  <a:pt x="843591" y="204072"/>
                  <a:pt x="841810" y="202139"/>
                  <a:pt x="840719" y="199631"/>
                </a:cubicBezTo>
                <a:cubicBezTo>
                  <a:pt x="839321" y="196548"/>
                  <a:pt x="838632" y="190651"/>
                  <a:pt x="838632" y="181959"/>
                </a:cubicBezTo>
                <a:lnTo>
                  <a:pt x="838632" y="123412"/>
                </a:lnTo>
                <a:cubicBezTo>
                  <a:pt x="838632" y="111025"/>
                  <a:pt x="837521" y="101835"/>
                  <a:pt x="835320" y="95862"/>
                </a:cubicBezTo>
                <a:cubicBezTo>
                  <a:pt x="832142" y="87265"/>
                  <a:pt x="827834" y="81100"/>
                  <a:pt x="822454" y="77367"/>
                </a:cubicBezTo>
                <a:cubicBezTo>
                  <a:pt x="817055" y="73615"/>
                  <a:pt x="810622" y="71738"/>
                  <a:pt x="803136" y="71738"/>
                </a:cubicBezTo>
                <a:cubicBezTo>
                  <a:pt x="788547" y="71738"/>
                  <a:pt x="773231" y="81426"/>
                  <a:pt x="757149" y="100782"/>
                </a:cubicBezTo>
                <a:lnTo>
                  <a:pt x="757149" y="71738"/>
                </a:lnTo>
                <a:close/>
                <a:moveTo>
                  <a:pt x="615854" y="91879"/>
                </a:moveTo>
                <a:cubicBezTo>
                  <a:pt x="622402" y="85447"/>
                  <a:pt x="629812" y="82211"/>
                  <a:pt x="638102" y="82211"/>
                </a:cubicBezTo>
                <a:cubicBezTo>
                  <a:pt x="643501" y="82211"/>
                  <a:pt x="648651" y="83819"/>
                  <a:pt x="653609" y="87016"/>
                </a:cubicBezTo>
                <a:cubicBezTo>
                  <a:pt x="658549" y="90214"/>
                  <a:pt x="662263" y="94598"/>
                  <a:pt x="664752" y="100189"/>
                </a:cubicBezTo>
                <a:cubicBezTo>
                  <a:pt x="666360" y="103788"/>
                  <a:pt x="667394" y="109972"/>
                  <a:pt x="667911" y="118760"/>
                </a:cubicBezTo>
                <a:lnTo>
                  <a:pt x="604405" y="118760"/>
                </a:lnTo>
                <a:cubicBezTo>
                  <a:pt x="605497" y="107272"/>
                  <a:pt x="609326" y="98312"/>
                  <a:pt x="615854" y="91879"/>
                </a:cubicBezTo>
                <a:close/>
                <a:moveTo>
                  <a:pt x="699195" y="127452"/>
                </a:moveTo>
                <a:cubicBezTo>
                  <a:pt x="699195" y="110470"/>
                  <a:pt x="694255" y="96915"/>
                  <a:pt x="684376" y="86787"/>
                </a:cubicBezTo>
                <a:cubicBezTo>
                  <a:pt x="674497" y="76659"/>
                  <a:pt x="661861" y="71585"/>
                  <a:pt x="646487" y="71585"/>
                </a:cubicBezTo>
                <a:cubicBezTo>
                  <a:pt x="628318" y="71585"/>
                  <a:pt x="613212" y="78152"/>
                  <a:pt x="601189" y="91286"/>
                </a:cubicBezTo>
                <a:cubicBezTo>
                  <a:pt x="589146" y="104401"/>
                  <a:pt x="583135" y="122704"/>
                  <a:pt x="583135" y="146176"/>
                </a:cubicBezTo>
                <a:cubicBezTo>
                  <a:pt x="583135" y="167830"/>
                  <a:pt x="588993" y="185080"/>
                  <a:pt x="600729" y="197907"/>
                </a:cubicBezTo>
                <a:cubicBezTo>
                  <a:pt x="612466" y="210735"/>
                  <a:pt x="626576" y="217149"/>
                  <a:pt x="643041" y="217149"/>
                </a:cubicBezTo>
                <a:cubicBezTo>
                  <a:pt x="658224" y="217149"/>
                  <a:pt x="670840" y="211539"/>
                  <a:pt x="680930" y="200301"/>
                </a:cubicBezTo>
                <a:cubicBezTo>
                  <a:pt x="691020" y="189081"/>
                  <a:pt x="697108" y="176618"/>
                  <a:pt x="699195" y="162948"/>
                </a:cubicBezTo>
                <a:lnTo>
                  <a:pt x="694562" y="159942"/>
                </a:lnTo>
                <a:cubicBezTo>
                  <a:pt x="690063" y="171927"/>
                  <a:pt x="684491" y="180389"/>
                  <a:pt x="677867" y="185329"/>
                </a:cubicBezTo>
                <a:cubicBezTo>
                  <a:pt x="671223" y="190268"/>
                  <a:pt x="663412" y="192757"/>
                  <a:pt x="654433" y="192757"/>
                </a:cubicBezTo>
                <a:cubicBezTo>
                  <a:pt x="640954" y="192757"/>
                  <a:pt x="629218" y="186956"/>
                  <a:pt x="619224" y="175373"/>
                </a:cubicBezTo>
                <a:cubicBezTo>
                  <a:pt x="609249" y="163790"/>
                  <a:pt x="604310" y="147823"/>
                  <a:pt x="604405" y="127452"/>
                </a:cubicBezTo>
                <a:lnTo>
                  <a:pt x="699195" y="127452"/>
                </a:lnTo>
                <a:close/>
                <a:moveTo>
                  <a:pt x="498837" y="200684"/>
                </a:moveTo>
                <a:cubicBezTo>
                  <a:pt x="488039" y="200684"/>
                  <a:pt x="478255" y="195323"/>
                  <a:pt x="469468" y="184582"/>
                </a:cubicBezTo>
                <a:cubicBezTo>
                  <a:pt x="460680" y="173841"/>
                  <a:pt x="456296" y="158391"/>
                  <a:pt x="456296" y="138231"/>
                </a:cubicBezTo>
                <a:cubicBezTo>
                  <a:pt x="456296" y="118262"/>
                  <a:pt x="460833" y="103099"/>
                  <a:pt x="469927" y="92703"/>
                </a:cubicBezTo>
                <a:cubicBezTo>
                  <a:pt x="476820" y="84815"/>
                  <a:pt x="484650" y="80871"/>
                  <a:pt x="493438" y="80871"/>
                </a:cubicBezTo>
                <a:cubicBezTo>
                  <a:pt x="498129" y="80871"/>
                  <a:pt x="502953" y="82288"/>
                  <a:pt x="507893" y="85140"/>
                </a:cubicBezTo>
                <a:cubicBezTo>
                  <a:pt x="512832" y="87993"/>
                  <a:pt x="516795" y="92205"/>
                  <a:pt x="519801" y="97795"/>
                </a:cubicBezTo>
                <a:cubicBezTo>
                  <a:pt x="522788" y="103386"/>
                  <a:pt x="524588" y="109570"/>
                  <a:pt x="525181" y="116367"/>
                </a:cubicBezTo>
                <a:lnTo>
                  <a:pt x="525181" y="187052"/>
                </a:lnTo>
                <a:cubicBezTo>
                  <a:pt x="516700" y="196146"/>
                  <a:pt x="507912" y="200684"/>
                  <a:pt x="498837" y="200684"/>
                </a:cubicBezTo>
                <a:close/>
                <a:moveTo>
                  <a:pt x="525181" y="217149"/>
                </a:moveTo>
                <a:lnTo>
                  <a:pt x="532074" y="217149"/>
                </a:lnTo>
                <a:lnTo>
                  <a:pt x="572815" y="200243"/>
                </a:lnTo>
                <a:lnTo>
                  <a:pt x="571169" y="194997"/>
                </a:lnTo>
                <a:cubicBezTo>
                  <a:pt x="566670" y="196682"/>
                  <a:pt x="563070" y="197544"/>
                  <a:pt x="560390" y="197544"/>
                </a:cubicBezTo>
                <a:cubicBezTo>
                  <a:pt x="558188" y="197544"/>
                  <a:pt x="556254" y="196835"/>
                  <a:pt x="554608" y="195438"/>
                </a:cubicBezTo>
                <a:cubicBezTo>
                  <a:pt x="552961" y="194040"/>
                  <a:pt x="551774" y="191570"/>
                  <a:pt x="551028" y="188028"/>
                </a:cubicBezTo>
                <a:cubicBezTo>
                  <a:pt x="550281" y="184486"/>
                  <a:pt x="549898" y="174684"/>
                  <a:pt x="549898" y="158602"/>
                </a:cubicBezTo>
                <a:lnTo>
                  <a:pt x="549898" y="0"/>
                </a:lnTo>
                <a:lnTo>
                  <a:pt x="543159" y="0"/>
                </a:lnTo>
                <a:lnTo>
                  <a:pt x="502283" y="16771"/>
                </a:lnTo>
                <a:lnTo>
                  <a:pt x="504217" y="22017"/>
                </a:lnTo>
                <a:cubicBezTo>
                  <a:pt x="508505" y="20428"/>
                  <a:pt x="511952" y="19624"/>
                  <a:pt x="514555" y="19624"/>
                </a:cubicBezTo>
                <a:cubicBezTo>
                  <a:pt x="516949" y="19624"/>
                  <a:pt x="518940" y="20275"/>
                  <a:pt x="520548" y="21558"/>
                </a:cubicBezTo>
                <a:cubicBezTo>
                  <a:pt x="522137" y="22860"/>
                  <a:pt x="523324" y="25310"/>
                  <a:pt x="524071" y="28910"/>
                </a:cubicBezTo>
                <a:cubicBezTo>
                  <a:pt x="524817" y="32509"/>
                  <a:pt x="525181" y="42139"/>
                  <a:pt x="525181" y="57800"/>
                </a:cubicBezTo>
                <a:lnTo>
                  <a:pt x="525181" y="83111"/>
                </a:lnTo>
                <a:cubicBezTo>
                  <a:pt x="517293" y="75433"/>
                  <a:pt x="507318" y="71585"/>
                  <a:pt x="495238" y="71585"/>
                </a:cubicBezTo>
                <a:cubicBezTo>
                  <a:pt x="475767" y="71585"/>
                  <a:pt x="459837" y="79760"/>
                  <a:pt x="447469" y="96072"/>
                </a:cubicBezTo>
                <a:cubicBezTo>
                  <a:pt x="435082" y="112403"/>
                  <a:pt x="428898" y="130400"/>
                  <a:pt x="428898" y="150063"/>
                </a:cubicBezTo>
                <a:cubicBezTo>
                  <a:pt x="428898" y="169744"/>
                  <a:pt x="434489" y="185846"/>
                  <a:pt x="445670" y="198367"/>
                </a:cubicBezTo>
                <a:cubicBezTo>
                  <a:pt x="456851" y="210888"/>
                  <a:pt x="469927" y="217149"/>
                  <a:pt x="484899" y="217149"/>
                </a:cubicBezTo>
                <a:cubicBezTo>
                  <a:pt x="492289" y="217149"/>
                  <a:pt x="499182" y="215636"/>
                  <a:pt x="505576" y="212592"/>
                </a:cubicBezTo>
                <a:cubicBezTo>
                  <a:pt x="511952" y="209548"/>
                  <a:pt x="518499" y="204532"/>
                  <a:pt x="525181" y="197544"/>
                </a:cubicBezTo>
                <a:lnTo>
                  <a:pt x="525181" y="217149"/>
                </a:lnTo>
                <a:close/>
                <a:moveTo>
                  <a:pt x="384117" y="71738"/>
                </a:moveTo>
                <a:lnTo>
                  <a:pt x="342782" y="88510"/>
                </a:lnTo>
                <a:lnTo>
                  <a:pt x="344888" y="93909"/>
                </a:lnTo>
                <a:cubicBezTo>
                  <a:pt x="348870" y="92396"/>
                  <a:pt x="352278" y="91650"/>
                  <a:pt x="355073" y="91650"/>
                </a:cubicBezTo>
                <a:cubicBezTo>
                  <a:pt x="357658" y="91650"/>
                  <a:pt x="359706" y="92281"/>
                  <a:pt x="361200" y="93526"/>
                </a:cubicBezTo>
                <a:cubicBezTo>
                  <a:pt x="362712" y="94770"/>
                  <a:pt x="363803" y="96991"/>
                  <a:pt x="364493" y="100189"/>
                </a:cubicBezTo>
                <a:cubicBezTo>
                  <a:pt x="365393" y="104592"/>
                  <a:pt x="365852" y="114222"/>
                  <a:pt x="365852" y="129098"/>
                </a:cubicBezTo>
                <a:lnTo>
                  <a:pt x="365852" y="181959"/>
                </a:lnTo>
                <a:cubicBezTo>
                  <a:pt x="365852" y="190460"/>
                  <a:pt x="365182" y="196184"/>
                  <a:pt x="363823" y="199190"/>
                </a:cubicBezTo>
                <a:cubicBezTo>
                  <a:pt x="362482" y="202177"/>
                  <a:pt x="360664" y="204321"/>
                  <a:pt x="358366" y="205623"/>
                </a:cubicBezTo>
                <a:cubicBezTo>
                  <a:pt x="356069" y="206925"/>
                  <a:pt x="351569" y="207576"/>
                  <a:pt x="344888" y="207576"/>
                </a:cubicBezTo>
                <a:lnTo>
                  <a:pt x="344888" y="212956"/>
                </a:lnTo>
                <a:lnTo>
                  <a:pt x="411533" y="212956"/>
                </a:lnTo>
                <a:lnTo>
                  <a:pt x="411533" y="207576"/>
                </a:lnTo>
                <a:cubicBezTo>
                  <a:pt x="405043" y="207576"/>
                  <a:pt x="400563" y="206868"/>
                  <a:pt x="398131" y="205470"/>
                </a:cubicBezTo>
                <a:cubicBezTo>
                  <a:pt x="395681" y="204072"/>
                  <a:pt x="393824" y="201947"/>
                  <a:pt x="392579" y="199114"/>
                </a:cubicBezTo>
                <a:cubicBezTo>
                  <a:pt x="391335" y="196261"/>
                  <a:pt x="390703" y="190556"/>
                  <a:pt x="390703" y="181959"/>
                </a:cubicBezTo>
                <a:lnTo>
                  <a:pt x="390703" y="71738"/>
                </a:lnTo>
                <a:lnTo>
                  <a:pt x="384117" y="71738"/>
                </a:lnTo>
                <a:close/>
                <a:moveTo>
                  <a:pt x="367422" y="4423"/>
                </a:moveTo>
                <a:cubicBezTo>
                  <a:pt x="364474" y="7371"/>
                  <a:pt x="362999" y="10932"/>
                  <a:pt x="362999" y="15125"/>
                </a:cubicBezTo>
                <a:cubicBezTo>
                  <a:pt x="362999" y="19318"/>
                  <a:pt x="364493" y="22917"/>
                  <a:pt x="367499" y="25904"/>
                </a:cubicBezTo>
                <a:cubicBezTo>
                  <a:pt x="370485" y="28910"/>
                  <a:pt x="374085" y="30403"/>
                  <a:pt x="378277" y="30403"/>
                </a:cubicBezTo>
                <a:cubicBezTo>
                  <a:pt x="382470" y="30403"/>
                  <a:pt x="386031" y="28910"/>
                  <a:pt x="388980" y="25904"/>
                </a:cubicBezTo>
                <a:cubicBezTo>
                  <a:pt x="391928" y="22917"/>
                  <a:pt x="393402" y="19318"/>
                  <a:pt x="393402" y="15125"/>
                </a:cubicBezTo>
                <a:cubicBezTo>
                  <a:pt x="393402" y="10932"/>
                  <a:pt x="391928" y="7371"/>
                  <a:pt x="388980" y="4423"/>
                </a:cubicBezTo>
                <a:cubicBezTo>
                  <a:pt x="386031" y="1474"/>
                  <a:pt x="382470" y="0"/>
                  <a:pt x="378277" y="0"/>
                </a:cubicBezTo>
                <a:cubicBezTo>
                  <a:pt x="373989" y="0"/>
                  <a:pt x="370370" y="1474"/>
                  <a:pt x="367422" y="4423"/>
                </a:cubicBezTo>
                <a:close/>
                <a:moveTo>
                  <a:pt x="183299" y="81330"/>
                </a:moveTo>
                <a:cubicBezTo>
                  <a:pt x="188296" y="82115"/>
                  <a:pt x="191628" y="82977"/>
                  <a:pt x="193332" y="83857"/>
                </a:cubicBezTo>
                <a:cubicBezTo>
                  <a:pt x="196433" y="85466"/>
                  <a:pt x="198960" y="87438"/>
                  <a:pt x="200971" y="89793"/>
                </a:cubicBezTo>
                <a:cubicBezTo>
                  <a:pt x="202962" y="92128"/>
                  <a:pt x="205068" y="95996"/>
                  <a:pt x="207250" y="101395"/>
                </a:cubicBezTo>
                <a:lnTo>
                  <a:pt x="256225" y="217149"/>
                </a:lnTo>
                <a:lnTo>
                  <a:pt x="262370" y="217149"/>
                </a:lnTo>
                <a:lnTo>
                  <a:pt x="311038" y="99442"/>
                </a:lnTo>
                <a:cubicBezTo>
                  <a:pt x="313834" y="92454"/>
                  <a:pt x="316973" y="87457"/>
                  <a:pt x="320477" y="84470"/>
                </a:cubicBezTo>
                <a:cubicBezTo>
                  <a:pt x="322468" y="82766"/>
                  <a:pt x="326068" y="81732"/>
                  <a:pt x="331256" y="81330"/>
                </a:cubicBezTo>
                <a:lnTo>
                  <a:pt x="331256" y="75778"/>
                </a:lnTo>
                <a:lnTo>
                  <a:pt x="286475" y="75778"/>
                </a:lnTo>
                <a:lnTo>
                  <a:pt x="286475" y="81330"/>
                </a:lnTo>
                <a:cubicBezTo>
                  <a:pt x="291663" y="81330"/>
                  <a:pt x="295109" y="81598"/>
                  <a:pt x="296813" y="82153"/>
                </a:cubicBezTo>
                <a:cubicBezTo>
                  <a:pt x="298517" y="82690"/>
                  <a:pt x="299915" y="83723"/>
                  <a:pt x="301006" y="85217"/>
                </a:cubicBezTo>
                <a:cubicBezTo>
                  <a:pt x="301810" y="86117"/>
                  <a:pt x="302212" y="87265"/>
                  <a:pt x="302212" y="88663"/>
                </a:cubicBezTo>
                <a:cubicBezTo>
                  <a:pt x="302212" y="91554"/>
                  <a:pt x="301064" y="95804"/>
                  <a:pt x="298766" y="101395"/>
                </a:cubicBezTo>
                <a:lnTo>
                  <a:pt x="266716" y="180025"/>
                </a:lnTo>
                <a:lnTo>
                  <a:pt x="234820" y="104228"/>
                </a:lnTo>
                <a:cubicBezTo>
                  <a:pt x="232714" y="99442"/>
                  <a:pt x="231661" y="95306"/>
                  <a:pt x="231661" y="91803"/>
                </a:cubicBezTo>
                <a:cubicBezTo>
                  <a:pt x="231661" y="88606"/>
                  <a:pt x="232695" y="86059"/>
                  <a:pt x="234743" y="84164"/>
                </a:cubicBezTo>
                <a:cubicBezTo>
                  <a:pt x="236792" y="82268"/>
                  <a:pt x="239760" y="81330"/>
                  <a:pt x="243646" y="81330"/>
                </a:cubicBezTo>
                <a:lnTo>
                  <a:pt x="247839" y="81330"/>
                </a:lnTo>
                <a:lnTo>
                  <a:pt x="247839" y="75778"/>
                </a:lnTo>
                <a:lnTo>
                  <a:pt x="183299" y="75778"/>
                </a:lnTo>
                <a:lnTo>
                  <a:pt x="183299" y="81330"/>
                </a:lnTo>
                <a:close/>
                <a:moveTo>
                  <a:pt x="113514" y="20964"/>
                </a:moveTo>
                <a:cubicBezTo>
                  <a:pt x="123604" y="20964"/>
                  <a:pt x="130630" y="21711"/>
                  <a:pt x="134631" y="23204"/>
                </a:cubicBezTo>
                <a:cubicBezTo>
                  <a:pt x="139628" y="25310"/>
                  <a:pt x="143400" y="28355"/>
                  <a:pt x="145946" y="32356"/>
                </a:cubicBezTo>
                <a:cubicBezTo>
                  <a:pt x="148493" y="36338"/>
                  <a:pt x="150809" y="43690"/>
                  <a:pt x="152896" y="54373"/>
                </a:cubicBezTo>
                <a:lnTo>
                  <a:pt x="158736" y="54373"/>
                </a:lnTo>
                <a:lnTo>
                  <a:pt x="156496" y="9879"/>
                </a:lnTo>
                <a:lnTo>
                  <a:pt x="0" y="9879"/>
                </a:lnTo>
                <a:lnTo>
                  <a:pt x="0" y="15431"/>
                </a:lnTo>
                <a:lnTo>
                  <a:pt x="7180" y="15431"/>
                </a:lnTo>
                <a:cubicBezTo>
                  <a:pt x="15565" y="15431"/>
                  <a:pt x="21558" y="17422"/>
                  <a:pt x="25157" y="21424"/>
                </a:cubicBezTo>
                <a:cubicBezTo>
                  <a:pt x="27742" y="24411"/>
                  <a:pt x="29044" y="32356"/>
                  <a:pt x="29044" y="45222"/>
                </a:cubicBezTo>
                <a:lnTo>
                  <a:pt x="29044" y="177173"/>
                </a:lnTo>
                <a:cubicBezTo>
                  <a:pt x="29044" y="187052"/>
                  <a:pt x="28469" y="193600"/>
                  <a:pt x="27321" y="196797"/>
                </a:cubicBezTo>
                <a:cubicBezTo>
                  <a:pt x="26172" y="199994"/>
                  <a:pt x="24009" y="202387"/>
                  <a:pt x="20811" y="203977"/>
                </a:cubicBezTo>
                <a:cubicBezTo>
                  <a:pt x="16523" y="206274"/>
                  <a:pt x="11985" y="207423"/>
                  <a:pt x="7180" y="207423"/>
                </a:cubicBezTo>
                <a:lnTo>
                  <a:pt x="0" y="207423"/>
                </a:lnTo>
                <a:lnTo>
                  <a:pt x="0" y="212956"/>
                </a:lnTo>
                <a:lnTo>
                  <a:pt x="156496" y="212956"/>
                </a:lnTo>
                <a:lnTo>
                  <a:pt x="174014" y="162048"/>
                </a:lnTo>
                <a:lnTo>
                  <a:pt x="168021" y="162048"/>
                </a:lnTo>
                <a:cubicBezTo>
                  <a:pt x="161531" y="174531"/>
                  <a:pt x="155194" y="183855"/>
                  <a:pt x="149010" y="190039"/>
                </a:cubicBezTo>
                <a:cubicBezTo>
                  <a:pt x="144223" y="194748"/>
                  <a:pt x="139226" y="197888"/>
                  <a:pt x="134038" y="199477"/>
                </a:cubicBezTo>
                <a:cubicBezTo>
                  <a:pt x="128830" y="201086"/>
                  <a:pt x="120502" y="201890"/>
                  <a:pt x="109015" y="201890"/>
                </a:cubicBezTo>
                <a:lnTo>
                  <a:pt x="74572" y="201890"/>
                </a:lnTo>
                <a:cubicBezTo>
                  <a:pt x="68981" y="201890"/>
                  <a:pt x="65191" y="201315"/>
                  <a:pt x="63199" y="200167"/>
                </a:cubicBezTo>
                <a:cubicBezTo>
                  <a:pt x="61189" y="199018"/>
                  <a:pt x="59792" y="197467"/>
                  <a:pt x="59007" y="195514"/>
                </a:cubicBezTo>
                <a:cubicBezTo>
                  <a:pt x="58202" y="193561"/>
                  <a:pt x="57800" y="188105"/>
                  <a:pt x="57800" y="179106"/>
                </a:cubicBezTo>
                <a:lnTo>
                  <a:pt x="57800" y="112174"/>
                </a:lnTo>
                <a:lnTo>
                  <a:pt x="102429" y="112174"/>
                </a:lnTo>
                <a:cubicBezTo>
                  <a:pt x="110910" y="112174"/>
                  <a:pt x="117209" y="113169"/>
                  <a:pt x="121306" y="115180"/>
                </a:cubicBezTo>
                <a:cubicBezTo>
                  <a:pt x="125403" y="117171"/>
                  <a:pt x="128333" y="119908"/>
                  <a:pt x="130132" y="123412"/>
                </a:cubicBezTo>
                <a:cubicBezTo>
                  <a:pt x="131530" y="126207"/>
                  <a:pt x="132927" y="132545"/>
                  <a:pt x="134325" y="142424"/>
                </a:cubicBezTo>
                <a:lnTo>
                  <a:pt x="139877" y="142424"/>
                </a:lnTo>
                <a:lnTo>
                  <a:pt x="139877" y="71738"/>
                </a:lnTo>
                <a:lnTo>
                  <a:pt x="134325" y="71738"/>
                </a:lnTo>
                <a:cubicBezTo>
                  <a:pt x="133732" y="83321"/>
                  <a:pt x="130841" y="91420"/>
                  <a:pt x="125652" y="95996"/>
                </a:cubicBezTo>
                <a:cubicBezTo>
                  <a:pt x="121746" y="99499"/>
                  <a:pt x="114012" y="101242"/>
                  <a:pt x="102429" y="101242"/>
                </a:cubicBezTo>
                <a:lnTo>
                  <a:pt x="57800" y="101242"/>
                </a:lnTo>
                <a:lnTo>
                  <a:pt x="57800" y="20964"/>
                </a:lnTo>
                <a:lnTo>
                  <a:pt x="113514" y="20964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D1791-6F95-4BB6-875B-8839DA9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564" y="662678"/>
            <a:ext cx="1083254" cy="651331"/>
          </a:xfrm>
          <a:custGeom xmlns:a="http://schemas.openxmlformats.org/drawingml/2006/main">
            <a:pathLst>
              <a:path w="1083254" h="651331" fill="none">
                <a:moveTo>
                  <a:pt x="0" y="0"/>
                </a:moveTo>
                <a:lnTo>
                  <a:pt x="0" y="651331"/>
                </a:lnTo>
                <a:lnTo>
                  <a:pt x="1083254" y="651331"/>
                </a:lnTo>
                <a:lnTo>
                  <a:pt x="108325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3077" cap="sq">
            <a:solidFill>
              <a:srgbClr val="A8D08D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F76AC-A5C5-4F78-A408-84702524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818" y="988919"/>
            <a:ext cx="551391" cy="10"/>
          </a:xfrm>
          <a:custGeom xmlns:a="http://schemas.openxmlformats.org/drawingml/2006/main">
            <a:pathLst>
              <a:path w="551391" h="1" fill="none">
                <a:moveTo>
                  <a:pt x="0" y="0"/>
                </a:moveTo>
                <a:lnTo>
                  <a:pt x="551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077" cap="rnd">
            <a:solidFill>
              <a:srgbClr val="A8D08D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367F2-3750-49DA-AF72-82373BD9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235" y="897020"/>
            <a:ext cx="182648" cy="182648"/>
          </a:xfrm>
          <a:custGeom xmlns:a="http://schemas.openxmlformats.org/drawingml/2006/main">
            <a:pathLst>
              <a:path w="182648" h="182648">
                <a:moveTo>
                  <a:pt x="0" y="0"/>
                </a:moveTo>
                <a:lnTo>
                  <a:pt x="182648" y="91899"/>
                </a:lnTo>
                <a:lnTo>
                  <a:pt x="0" y="18264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8D0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D3660-0FAA-4118-8B06-DC0BD20C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415" y="3820547"/>
            <a:ext cx="1082106" cy="651329"/>
          </a:xfrm>
          <a:custGeom xmlns:a="http://schemas.openxmlformats.org/drawingml/2006/main">
            <a:pathLst>
              <a:path w="1082106" h="651329" fill="none">
                <a:moveTo>
                  <a:pt x="0" y="0"/>
                </a:moveTo>
                <a:lnTo>
                  <a:pt x="0" y="651329"/>
                </a:lnTo>
                <a:lnTo>
                  <a:pt x="1082106" y="651329"/>
                </a:lnTo>
                <a:lnTo>
                  <a:pt x="10821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3077" cap="sq">
            <a:solidFill>
              <a:srgbClr val="9CC3E5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00FEB-6102-4F2F-A263-6E176E16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8" y="2043014"/>
            <a:ext cx="1424531" cy="217608"/>
          </a:xfrm>
          <a:custGeom xmlns:a="http://schemas.openxmlformats.org/drawingml/2006/main">
            <a:pathLst>
              <a:path w="1424531" h="217608">
                <a:moveTo>
                  <a:pt x="1278966" y="81330"/>
                </a:moveTo>
                <a:cubicBezTo>
                  <a:pt x="1285054" y="81330"/>
                  <a:pt x="1290124" y="82690"/>
                  <a:pt x="1294164" y="85447"/>
                </a:cubicBezTo>
                <a:cubicBezTo>
                  <a:pt x="1298209" y="88184"/>
                  <a:pt x="1303922" y="94943"/>
                  <a:pt x="1311312" y="105741"/>
                </a:cubicBezTo>
                <a:lnTo>
                  <a:pt x="1337375" y="143477"/>
                </a:lnTo>
                <a:lnTo>
                  <a:pt x="1308618" y="181672"/>
                </a:lnTo>
                <a:cubicBezTo>
                  <a:pt x="1299630" y="193542"/>
                  <a:pt x="1293243" y="200932"/>
                  <a:pt x="1289452" y="203823"/>
                </a:cubicBezTo>
                <a:cubicBezTo>
                  <a:pt x="1286750" y="205834"/>
                  <a:pt x="1283611" y="207078"/>
                  <a:pt x="1280013" y="207576"/>
                </a:cubicBezTo>
                <a:lnTo>
                  <a:pt x="1280013" y="212956"/>
                </a:lnTo>
                <a:lnTo>
                  <a:pt x="1324789" y="212956"/>
                </a:lnTo>
                <a:lnTo>
                  <a:pt x="1324789" y="207576"/>
                </a:lnTo>
                <a:cubicBezTo>
                  <a:pt x="1320301" y="207365"/>
                  <a:pt x="1316928" y="206293"/>
                  <a:pt x="1314684" y="204359"/>
                </a:cubicBezTo>
                <a:cubicBezTo>
                  <a:pt x="1312434" y="202407"/>
                  <a:pt x="1311312" y="200243"/>
                  <a:pt x="1311312" y="197831"/>
                </a:cubicBezTo>
                <a:cubicBezTo>
                  <a:pt x="1311312" y="196146"/>
                  <a:pt x="1314707" y="190747"/>
                  <a:pt x="1321498" y="181672"/>
                </a:cubicBezTo>
                <a:lnTo>
                  <a:pt x="1343515" y="152303"/>
                </a:lnTo>
                <a:lnTo>
                  <a:pt x="1363580" y="181672"/>
                </a:lnTo>
                <a:cubicBezTo>
                  <a:pt x="1369966" y="190958"/>
                  <a:pt x="1373160" y="196740"/>
                  <a:pt x="1373160" y="199037"/>
                </a:cubicBezTo>
                <a:cubicBezTo>
                  <a:pt x="1373160" y="201334"/>
                  <a:pt x="1372210" y="203172"/>
                  <a:pt x="1370319" y="204570"/>
                </a:cubicBezTo>
                <a:cubicBezTo>
                  <a:pt x="1367820" y="206580"/>
                  <a:pt x="1364328" y="207576"/>
                  <a:pt x="1359833" y="207576"/>
                </a:cubicBezTo>
                <a:lnTo>
                  <a:pt x="1359833" y="212956"/>
                </a:lnTo>
                <a:lnTo>
                  <a:pt x="1424531" y="212956"/>
                </a:lnTo>
                <a:lnTo>
                  <a:pt x="1424531" y="207576"/>
                </a:lnTo>
                <a:cubicBezTo>
                  <a:pt x="1418841" y="207270"/>
                  <a:pt x="1414204" y="205910"/>
                  <a:pt x="1410607" y="203460"/>
                </a:cubicBezTo>
                <a:cubicBezTo>
                  <a:pt x="1407009" y="201009"/>
                  <a:pt x="1401019" y="193753"/>
                  <a:pt x="1392635" y="181672"/>
                </a:cubicBezTo>
                <a:lnTo>
                  <a:pt x="1358487" y="132545"/>
                </a:lnTo>
                <a:lnTo>
                  <a:pt x="1377207" y="107540"/>
                </a:lnTo>
                <a:cubicBezTo>
                  <a:pt x="1385695" y="96149"/>
                  <a:pt x="1392380" y="88759"/>
                  <a:pt x="1397279" y="85370"/>
                </a:cubicBezTo>
                <a:cubicBezTo>
                  <a:pt x="1400869" y="82977"/>
                  <a:pt x="1405110" y="81617"/>
                  <a:pt x="1410007" y="81330"/>
                </a:cubicBezTo>
                <a:lnTo>
                  <a:pt x="1410007" y="75778"/>
                </a:lnTo>
                <a:lnTo>
                  <a:pt x="1363580" y="75778"/>
                </a:lnTo>
                <a:lnTo>
                  <a:pt x="1363580" y="81330"/>
                </a:lnTo>
                <a:cubicBezTo>
                  <a:pt x="1367372" y="81330"/>
                  <a:pt x="1370116" y="82058"/>
                  <a:pt x="1371814" y="83494"/>
                </a:cubicBezTo>
                <a:cubicBezTo>
                  <a:pt x="1373512" y="84949"/>
                  <a:pt x="1374364" y="86710"/>
                  <a:pt x="1374364" y="88816"/>
                </a:cubicBezTo>
                <a:cubicBezTo>
                  <a:pt x="1374364" y="91401"/>
                  <a:pt x="1370767" y="97642"/>
                  <a:pt x="1363580" y="107540"/>
                </a:cubicBezTo>
                <a:lnTo>
                  <a:pt x="1352347" y="123106"/>
                </a:lnTo>
                <a:lnTo>
                  <a:pt x="1342609" y="107540"/>
                </a:lnTo>
                <a:cubicBezTo>
                  <a:pt x="1340419" y="104133"/>
                  <a:pt x="1338765" y="101644"/>
                  <a:pt x="1337674" y="100035"/>
                </a:cubicBezTo>
                <a:cubicBezTo>
                  <a:pt x="1334174" y="95058"/>
                  <a:pt x="1332432" y="91362"/>
                  <a:pt x="1332432" y="88969"/>
                </a:cubicBezTo>
                <a:cubicBezTo>
                  <a:pt x="1332432" y="86672"/>
                  <a:pt x="1333255" y="84815"/>
                  <a:pt x="1334900" y="83417"/>
                </a:cubicBezTo>
                <a:cubicBezTo>
                  <a:pt x="1336544" y="82019"/>
                  <a:pt x="1339416" y="81330"/>
                  <a:pt x="1343515" y="81330"/>
                </a:cubicBezTo>
                <a:lnTo>
                  <a:pt x="1343515" y="75778"/>
                </a:lnTo>
                <a:lnTo>
                  <a:pt x="1278966" y="75778"/>
                </a:lnTo>
                <a:lnTo>
                  <a:pt x="1278966" y="81330"/>
                </a:lnTo>
                <a:close/>
                <a:moveTo>
                  <a:pt x="1182894" y="91879"/>
                </a:moveTo>
                <a:cubicBezTo>
                  <a:pt x="1189430" y="85447"/>
                  <a:pt x="1196843" y="82230"/>
                  <a:pt x="1205137" y="82230"/>
                </a:cubicBezTo>
                <a:cubicBezTo>
                  <a:pt x="1210528" y="82230"/>
                  <a:pt x="1215688" y="83819"/>
                  <a:pt x="1220631" y="87016"/>
                </a:cubicBezTo>
                <a:cubicBezTo>
                  <a:pt x="1225575" y="90214"/>
                  <a:pt x="1229293" y="94598"/>
                  <a:pt x="1231789" y="100189"/>
                </a:cubicBezTo>
                <a:cubicBezTo>
                  <a:pt x="1233382" y="103788"/>
                  <a:pt x="1234437" y="109972"/>
                  <a:pt x="1234939" y="118760"/>
                </a:cubicBezTo>
                <a:lnTo>
                  <a:pt x="1171437" y="118760"/>
                </a:lnTo>
                <a:cubicBezTo>
                  <a:pt x="1172536" y="107292"/>
                  <a:pt x="1176350" y="98312"/>
                  <a:pt x="1182894" y="91879"/>
                </a:cubicBezTo>
                <a:close/>
                <a:moveTo>
                  <a:pt x="1266238" y="127452"/>
                </a:moveTo>
                <a:cubicBezTo>
                  <a:pt x="1266238" y="110470"/>
                  <a:pt x="1261294" y="96934"/>
                  <a:pt x="1251408" y="86787"/>
                </a:cubicBezTo>
                <a:cubicBezTo>
                  <a:pt x="1241527" y="76659"/>
                  <a:pt x="1228896" y="71585"/>
                  <a:pt x="1213519" y="71585"/>
                </a:cubicBezTo>
                <a:cubicBezTo>
                  <a:pt x="1195346" y="71585"/>
                  <a:pt x="1180248" y="78152"/>
                  <a:pt x="1168213" y="91286"/>
                </a:cubicBezTo>
                <a:cubicBezTo>
                  <a:pt x="1156180" y="104420"/>
                  <a:pt x="1150168" y="122704"/>
                  <a:pt x="1150168" y="146176"/>
                </a:cubicBezTo>
                <a:cubicBezTo>
                  <a:pt x="1150168" y="167830"/>
                  <a:pt x="1156038" y="185080"/>
                  <a:pt x="1167765" y="197907"/>
                </a:cubicBezTo>
                <a:cubicBezTo>
                  <a:pt x="1179499" y="210735"/>
                  <a:pt x="1193604" y="217149"/>
                  <a:pt x="1210073" y="217149"/>
                </a:cubicBezTo>
                <a:cubicBezTo>
                  <a:pt x="1225245" y="217149"/>
                  <a:pt x="1237878" y="211539"/>
                  <a:pt x="1247967" y="200301"/>
                </a:cubicBezTo>
                <a:cubicBezTo>
                  <a:pt x="1258047" y="189081"/>
                  <a:pt x="1264143" y="176618"/>
                  <a:pt x="1266238" y="162948"/>
                </a:cubicBezTo>
                <a:lnTo>
                  <a:pt x="1261593" y="159942"/>
                </a:lnTo>
                <a:cubicBezTo>
                  <a:pt x="1257098" y="171927"/>
                  <a:pt x="1251534" y="180389"/>
                  <a:pt x="1244893" y="185329"/>
                </a:cubicBezTo>
                <a:cubicBezTo>
                  <a:pt x="1238251" y="190268"/>
                  <a:pt x="1230443" y="192738"/>
                  <a:pt x="1221455" y="192738"/>
                </a:cubicBezTo>
                <a:cubicBezTo>
                  <a:pt x="1207978" y="192738"/>
                  <a:pt x="1196244" y="186956"/>
                  <a:pt x="1186259" y="175373"/>
                </a:cubicBezTo>
                <a:cubicBezTo>
                  <a:pt x="1176275" y="163790"/>
                  <a:pt x="1171332" y="147823"/>
                  <a:pt x="1171437" y="127452"/>
                </a:cubicBezTo>
                <a:lnTo>
                  <a:pt x="1266238" y="127452"/>
                </a:lnTo>
                <a:close/>
                <a:moveTo>
                  <a:pt x="1098354" y="30709"/>
                </a:moveTo>
                <a:cubicBezTo>
                  <a:pt x="1094255" y="40799"/>
                  <a:pt x="1091064" y="47730"/>
                  <a:pt x="1088766" y="51521"/>
                </a:cubicBezTo>
                <a:cubicBezTo>
                  <a:pt x="1084273" y="58700"/>
                  <a:pt x="1079157" y="64923"/>
                  <a:pt x="1073421" y="70168"/>
                </a:cubicBezTo>
                <a:cubicBezTo>
                  <a:pt x="1067678" y="75414"/>
                  <a:pt x="1062060" y="79128"/>
                  <a:pt x="1056571" y="81330"/>
                </a:cubicBezTo>
                <a:lnTo>
                  <a:pt x="1056571" y="86270"/>
                </a:lnTo>
                <a:lnTo>
                  <a:pt x="1078282" y="86270"/>
                </a:lnTo>
                <a:lnTo>
                  <a:pt x="1078282" y="178513"/>
                </a:lnTo>
                <a:cubicBezTo>
                  <a:pt x="1078282" y="188411"/>
                  <a:pt x="1079337" y="195725"/>
                  <a:pt x="1081430" y="200454"/>
                </a:cubicBezTo>
                <a:cubicBezTo>
                  <a:pt x="1083524" y="205202"/>
                  <a:pt x="1086770" y="208840"/>
                  <a:pt x="1091160" y="211386"/>
                </a:cubicBezTo>
                <a:cubicBezTo>
                  <a:pt x="1095557" y="213932"/>
                  <a:pt x="1100053" y="215215"/>
                  <a:pt x="1104644" y="215215"/>
                </a:cubicBezTo>
                <a:cubicBezTo>
                  <a:pt x="1111427" y="215215"/>
                  <a:pt x="1118025" y="212745"/>
                  <a:pt x="1124410" y="207806"/>
                </a:cubicBezTo>
                <a:cubicBezTo>
                  <a:pt x="1130797" y="202847"/>
                  <a:pt x="1135740" y="195495"/>
                  <a:pt x="1139242" y="185712"/>
                </a:cubicBezTo>
                <a:lnTo>
                  <a:pt x="1133400" y="185712"/>
                </a:lnTo>
                <a:cubicBezTo>
                  <a:pt x="1131695" y="189694"/>
                  <a:pt x="1129301" y="192719"/>
                  <a:pt x="1126206" y="194768"/>
                </a:cubicBezTo>
                <a:cubicBezTo>
                  <a:pt x="1123110" y="196816"/>
                  <a:pt x="1119916" y="197831"/>
                  <a:pt x="1116625" y="197831"/>
                </a:cubicBezTo>
                <a:cubicBezTo>
                  <a:pt x="1112631" y="197831"/>
                  <a:pt x="1109356" y="196299"/>
                  <a:pt x="1106813" y="193198"/>
                </a:cubicBezTo>
                <a:cubicBezTo>
                  <a:pt x="1104270" y="190096"/>
                  <a:pt x="1102999" y="184103"/>
                  <a:pt x="1102999" y="175220"/>
                </a:cubicBezTo>
                <a:lnTo>
                  <a:pt x="1102999" y="86270"/>
                </a:lnTo>
                <a:lnTo>
                  <a:pt x="1135045" y="86270"/>
                </a:lnTo>
                <a:lnTo>
                  <a:pt x="1135045" y="75778"/>
                </a:lnTo>
                <a:lnTo>
                  <a:pt x="1102999" y="75778"/>
                </a:lnTo>
                <a:lnTo>
                  <a:pt x="1102999" y="30709"/>
                </a:lnTo>
                <a:lnTo>
                  <a:pt x="1098354" y="30709"/>
                </a:lnTo>
                <a:close/>
                <a:moveTo>
                  <a:pt x="922903" y="188698"/>
                </a:moveTo>
                <a:cubicBezTo>
                  <a:pt x="919658" y="191991"/>
                  <a:pt x="918042" y="195935"/>
                  <a:pt x="918042" y="200530"/>
                </a:cubicBezTo>
                <a:cubicBezTo>
                  <a:pt x="918042" y="205125"/>
                  <a:pt x="919658" y="209050"/>
                  <a:pt x="922903" y="212286"/>
                </a:cubicBezTo>
                <a:cubicBezTo>
                  <a:pt x="926150" y="215540"/>
                  <a:pt x="930069" y="217149"/>
                  <a:pt x="934660" y="217149"/>
                </a:cubicBezTo>
                <a:cubicBezTo>
                  <a:pt x="939253" y="217149"/>
                  <a:pt x="943201" y="215540"/>
                  <a:pt x="946492" y="212286"/>
                </a:cubicBezTo>
                <a:cubicBezTo>
                  <a:pt x="949789" y="209050"/>
                  <a:pt x="951435" y="205125"/>
                  <a:pt x="951435" y="200530"/>
                </a:cubicBezTo>
                <a:cubicBezTo>
                  <a:pt x="951435" y="195935"/>
                  <a:pt x="949812" y="191991"/>
                  <a:pt x="946567" y="188698"/>
                </a:cubicBezTo>
                <a:cubicBezTo>
                  <a:pt x="943322" y="185405"/>
                  <a:pt x="939357" y="183759"/>
                  <a:pt x="934660" y="183759"/>
                </a:cubicBezTo>
                <a:cubicBezTo>
                  <a:pt x="930069" y="183759"/>
                  <a:pt x="926150" y="185405"/>
                  <a:pt x="922903" y="188698"/>
                </a:cubicBezTo>
                <a:close/>
                <a:moveTo>
                  <a:pt x="923211" y="76448"/>
                </a:moveTo>
                <a:cubicBezTo>
                  <a:pt x="919956" y="79703"/>
                  <a:pt x="918342" y="83628"/>
                  <a:pt x="918342" y="88203"/>
                </a:cubicBezTo>
                <a:cubicBezTo>
                  <a:pt x="918342" y="92798"/>
                  <a:pt x="919956" y="96723"/>
                  <a:pt x="923211" y="99978"/>
                </a:cubicBezTo>
                <a:cubicBezTo>
                  <a:pt x="926449" y="103214"/>
                  <a:pt x="930368" y="104841"/>
                  <a:pt x="934959" y="104841"/>
                </a:cubicBezTo>
                <a:cubicBezTo>
                  <a:pt x="939552" y="104841"/>
                  <a:pt x="943471" y="103214"/>
                  <a:pt x="946724" y="99978"/>
                </a:cubicBezTo>
                <a:cubicBezTo>
                  <a:pt x="949961" y="96723"/>
                  <a:pt x="951585" y="92798"/>
                  <a:pt x="951585" y="88203"/>
                </a:cubicBezTo>
                <a:cubicBezTo>
                  <a:pt x="951585" y="83628"/>
                  <a:pt x="949961" y="79703"/>
                  <a:pt x="946724" y="76448"/>
                </a:cubicBezTo>
                <a:cubicBezTo>
                  <a:pt x="943471" y="73213"/>
                  <a:pt x="939552" y="71585"/>
                  <a:pt x="934959" y="71585"/>
                </a:cubicBezTo>
                <a:cubicBezTo>
                  <a:pt x="930368" y="71585"/>
                  <a:pt x="926449" y="73213"/>
                  <a:pt x="923211" y="76448"/>
                </a:cubicBezTo>
                <a:close/>
                <a:moveTo>
                  <a:pt x="776516" y="34443"/>
                </a:moveTo>
                <a:cubicBezTo>
                  <a:pt x="783104" y="31360"/>
                  <a:pt x="788243" y="29810"/>
                  <a:pt x="791936" y="29810"/>
                </a:cubicBezTo>
                <a:cubicBezTo>
                  <a:pt x="794540" y="29810"/>
                  <a:pt x="796761" y="30556"/>
                  <a:pt x="798608" y="32050"/>
                </a:cubicBezTo>
                <a:cubicBezTo>
                  <a:pt x="800448" y="33543"/>
                  <a:pt x="801727" y="35898"/>
                  <a:pt x="802422" y="39095"/>
                </a:cubicBezTo>
                <a:cubicBezTo>
                  <a:pt x="803423" y="43288"/>
                  <a:pt x="803925" y="52765"/>
                  <a:pt x="803925" y="67545"/>
                </a:cubicBezTo>
                <a:lnTo>
                  <a:pt x="803925" y="177173"/>
                </a:lnTo>
                <a:cubicBezTo>
                  <a:pt x="803925" y="189349"/>
                  <a:pt x="803372" y="196663"/>
                  <a:pt x="802273" y="199114"/>
                </a:cubicBezTo>
                <a:cubicBezTo>
                  <a:pt x="801172" y="201564"/>
                  <a:pt x="799228" y="203498"/>
                  <a:pt x="796431" y="204953"/>
                </a:cubicBezTo>
                <a:cubicBezTo>
                  <a:pt x="793642" y="206408"/>
                  <a:pt x="787448" y="207231"/>
                  <a:pt x="777862" y="207423"/>
                </a:cubicBezTo>
                <a:lnTo>
                  <a:pt x="777862" y="212956"/>
                </a:lnTo>
                <a:lnTo>
                  <a:pt x="854241" y="212956"/>
                </a:lnTo>
                <a:lnTo>
                  <a:pt x="854241" y="207423"/>
                </a:lnTo>
                <a:cubicBezTo>
                  <a:pt x="845057" y="207231"/>
                  <a:pt x="838963" y="206370"/>
                  <a:pt x="835971" y="204876"/>
                </a:cubicBezTo>
                <a:cubicBezTo>
                  <a:pt x="832972" y="203383"/>
                  <a:pt x="831004" y="201239"/>
                  <a:pt x="830055" y="198443"/>
                </a:cubicBezTo>
                <a:cubicBezTo>
                  <a:pt x="829105" y="195648"/>
                  <a:pt x="828634" y="188545"/>
                  <a:pt x="828634" y="177173"/>
                </a:cubicBezTo>
                <a:lnTo>
                  <a:pt x="828634" y="5686"/>
                </a:lnTo>
                <a:lnTo>
                  <a:pt x="823691" y="5686"/>
                </a:lnTo>
                <a:lnTo>
                  <a:pt x="774272" y="29810"/>
                </a:lnTo>
                <a:lnTo>
                  <a:pt x="776516" y="34443"/>
                </a:lnTo>
                <a:close/>
                <a:moveTo>
                  <a:pt x="442097" y="81330"/>
                </a:moveTo>
                <a:cubicBezTo>
                  <a:pt x="448088" y="82613"/>
                  <a:pt x="452484" y="84547"/>
                  <a:pt x="455273" y="87093"/>
                </a:cubicBezTo>
                <a:cubicBezTo>
                  <a:pt x="458070" y="89639"/>
                  <a:pt x="460921" y="94560"/>
                  <a:pt x="463814" y="101835"/>
                </a:cubicBezTo>
                <a:lnTo>
                  <a:pt x="507843" y="217149"/>
                </a:lnTo>
                <a:lnTo>
                  <a:pt x="513384" y="217149"/>
                </a:lnTo>
                <a:lnTo>
                  <a:pt x="553373" y="129539"/>
                </a:lnTo>
                <a:lnTo>
                  <a:pt x="587670" y="217149"/>
                </a:lnTo>
                <a:lnTo>
                  <a:pt x="593810" y="217149"/>
                </a:lnTo>
                <a:lnTo>
                  <a:pt x="639631" y="99002"/>
                </a:lnTo>
                <a:cubicBezTo>
                  <a:pt x="643723" y="88510"/>
                  <a:pt x="650117" y="82613"/>
                  <a:pt x="658800" y="81330"/>
                </a:cubicBezTo>
                <a:lnTo>
                  <a:pt x="658800" y="75778"/>
                </a:lnTo>
                <a:lnTo>
                  <a:pt x="615521" y="75778"/>
                </a:lnTo>
                <a:lnTo>
                  <a:pt x="615521" y="81330"/>
                </a:lnTo>
                <a:cubicBezTo>
                  <a:pt x="621211" y="81522"/>
                  <a:pt x="625033" y="82364"/>
                  <a:pt x="626978" y="83877"/>
                </a:cubicBezTo>
                <a:cubicBezTo>
                  <a:pt x="628923" y="85370"/>
                  <a:pt x="629902" y="87074"/>
                  <a:pt x="629902" y="88969"/>
                </a:cubicBezTo>
                <a:cubicBezTo>
                  <a:pt x="629902" y="92167"/>
                  <a:pt x="628900" y="96455"/>
                  <a:pt x="626903" y="101835"/>
                </a:cubicBezTo>
                <a:lnTo>
                  <a:pt x="597997" y="177766"/>
                </a:lnTo>
                <a:lnTo>
                  <a:pt x="566850" y="99002"/>
                </a:lnTo>
                <a:cubicBezTo>
                  <a:pt x="566049" y="96896"/>
                  <a:pt x="565653" y="94847"/>
                  <a:pt x="565653" y="92856"/>
                </a:cubicBezTo>
                <a:cubicBezTo>
                  <a:pt x="565653" y="89352"/>
                  <a:pt x="566647" y="86825"/>
                  <a:pt x="568643" y="85217"/>
                </a:cubicBezTo>
                <a:cubicBezTo>
                  <a:pt x="571644" y="82919"/>
                  <a:pt x="576736" y="81617"/>
                  <a:pt x="583924" y="81330"/>
                </a:cubicBezTo>
                <a:lnTo>
                  <a:pt x="583924" y="75778"/>
                </a:lnTo>
                <a:lnTo>
                  <a:pt x="518626" y="75778"/>
                </a:lnTo>
                <a:lnTo>
                  <a:pt x="518626" y="81330"/>
                </a:lnTo>
                <a:cubicBezTo>
                  <a:pt x="524616" y="81617"/>
                  <a:pt x="528708" y="82479"/>
                  <a:pt x="530906" y="83877"/>
                </a:cubicBezTo>
                <a:cubicBezTo>
                  <a:pt x="534804" y="86174"/>
                  <a:pt x="537944" y="90309"/>
                  <a:pt x="540344" y="96302"/>
                </a:cubicBezTo>
                <a:lnTo>
                  <a:pt x="548129" y="116520"/>
                </a:lnTo>
                <a:lnTo>
                  <a:pt x="518626" y="180772"/>
                </a:lnTo>
                <a:lnTo>
                  <a:pt x="489272" y="101835"/>
                </a:lnTo>
                <a:cubicBezTo>
                  <a:pt x="487576" y="97451"/>
                  <a:pt x="486729" y="93698"/>
                  <a:pt x="486729" y="90616"/>
                </a:cubicBezTo>
                <a:cubicBezTo>
                  <a:pt x="486729" y="87821"/>
                  <a:pt x="487553" y="85657"/>
                  <a:pt x="489197" y="84164"/>
                </a:cubicBezTo>
                <a:cubicBezTo>
                  <a:pt x="490844" y="82670"/>
                  <a:pt x="494313" y="81732"/>
                  <a:pt x="499608" y="81330"/>
                </a:cubicBezTo>
                <a:lnTo>
                  <a:pt x="499608" y="75778"/>
                </a:lnTo>
                <a:lnTo>
                  <a:pt x="442097" y="75778"/>
                </a:lnTo>
                <a:lnTo>
                  <a:pt x="442097" y="81330"/>
                </a:lnTo>
                <a:close/>
                <a:moveTo>
                  <a:pt x="348127" y="91879"/>
                </a:moveTo>
                <a:cubicBezTo>
                  <a:pt x="354663" y="85447"/>
                  <a:pt x="362075" y="82230"/>
                  <a:pt x="370361" y="82230"/>
                </a:cubicBezTo>
                <a:cubicBezTo>
                  <a:pt x="375752" y="82230"/>
                  <a:pt x="380921" y="83819"/>
                  <a:pt x="385865" y="87016"/>
                </a:cubicBezTo>
                <a:cubicBezTo>
                  <a:pt x="390808" y="90214"/>
                  <a:pt x="394524" y="94598"/>
                  <a:pt x="397023" y="100189"/>
                </a:cubicBezTo>
                <a:cubicBezTo>
                  <a:pt x="398616" y="103788"/>
                  <a:pt x="399663" y="109972"/>
                  <a:pt x="400163" y="118760"/>
                </a:cubicBezTo>
                <a:lnTo>
                  <a:pt x="336669" y="118760"/>
                </a:lnTo>
                <a:cubicBezTo>
                  <a:pt x="337762" y="107292"/>
                  <a:pt x="341583" y="98312"/>
                  <a:pt x="348127" y="91879"/>
                </a:cubicBezTo>
                <a:close/>
                <a:moveTo>
                  <a:pt x="431470" y="127452"/>
                </a:moveTo>
                <a:cubicBezTo>
                  <a:pt x="431470" y="110470"/>
                  <a:pt x="426526" y="96934"/>
                  <a:pt x="416639" y="86787"/>
                </a:cubicBezTo>
                <a:cubicBezTo>
                  <a:pt x="406753" y="76659"/>
                  <a:pt x="394120" y="71585"/>
                  <a:pt x="378752" y="71585"/>
                </a:cubicBezTo>
                <a:cubicBezTo>
                  <a:pt x="360579" y="71585"/>
                  <a:pt x="345479" y="78152"/>
                  <a:pt x="333446" y="91286"/>
                </a:cubicBezTo>
                <a:cubicBezTo>
                  <a:pt x="321413" y="104420"/>
                  <a:pt x="315400" y="122704"/>
                  <a:pt x="315400" y="146176"/>
                </a:cubicBezTo>
                <a:cubicBezTo>
                  <a:pt x="315400" y="167830"/>
                  <a:pt x="321262" y="185080"/>
                  <a:pt x="332996" y="197907"/>
                </a:cubicBezTo>
                <a:cubicBezTo>
                  <a:pt x="344723" y="210735"/>
                  <a:pt x="358828" y="217149"/>
                  <a:pt x="375304" y="217149"/>
                </a:cubicBezTo>
                <a:cubicBezTo>
                  <a:pt x="390479" y="217149"/>
                  <a:pt x="403109" y="211539"/>
                  <a:pt x="413199" y="200301"/>
                </a:cubicBezTo>
                <a:cubicBezTo>
                  <a:pt x="423281" y="189081"/>
                  <a:pt x="429367" y="176618"/>
                  <a:pt x="431470" y="162948"/>
                </a:cubicBezTo>
                <a:lnTo>
                  <a:pt x="426825" y="159942"/>
                </a:lnTo>
                <a:cubicBezTo>
                  <a:pt x="422329" y="171927"/>
                  <a:pt x="416766" y="180389"/>
                  <a:pt x="410124" y="185329"/>
                </a:cubicBezTo>
                <a:cubicBezTo>
                  <a:pt x="403485" y="190268"/>
                  <a:pt x="395669" y="192738"/>
                  <a:pt x="386686" y="192738"/>
                </a:cubicBezTo>
                <a:cubicBezTo>
                  <a:pt x="373210" y="192738"/>
                  <a:pt x="361475" y="186956"/>
                  <a:pt x="351491" y="175373"/>
                </a:cubicBezTo>
                <a:cubicBezTo>
                  <a:pt x="341508" y="163790"/>
                  <a:pt x="336565" y="147823"/>
                  <a:pt x="336669" y="127452"/>
                </a:cubicBezTo>
                <a:lnTo>
                  <a:pt x="431470" y="127452"/>
                </a:lnTo>
                <a:close/>
                <a:moveTo>
                  <a:pt x="269121" y="71738"/>
                </a:moveTo>
                <a:lnTo>
                  <a:pt x="227786" y="88510"/>
                </a:lnTo>
                <a:lnTo>
                  <a:pt x="229888" y="93909"/>
                </a:lnTo>
                <a:cubicBezTo>
                  <a:pt x="233882" y="92396"/>
                  <a:pt x="237276" y="91650"/>
                  <a:pt x="240066" y="91650"/>
                </a:cubicBezTo>
                <a:cubicBezTo>
                  <a:pt x="242670" y="91650"/>
                  <a:pt x="244711" y="92281"/>
                  <a:pt x="246214" y="93526"/>
                </a:cubicBezTo>
                <a:cubicBezTo>
                  <a:pt x="247709" y="94770"/>
                  <a:pt x="248810" y="96991"/>
                  <a:pt x="249505" y="100189"/>
                </a:cubicBezTo>
                <a:cubicBezTo>
                  <a:pt x="250403" y="104592"/>
                  <a:pt x="250851" y="114222"/>
                  <a:pt x="250851" y="129098"/>
                </a:cubicBezTo>
                <a:lnTo>
                  <a:pt x="250851" y="181959"/>
                </a:lnTo>
                <a:cubicBezTo>
                  <a:pt x="250851" y="190441"/>
                  <a:pt x="250177" y="196184"/>
                  <a:pt x="248831" y="199190"/>
                </a:cubicBezTo>
                <a:cubicBezTo>
                  <a:pt x="247485" y="202177"/>
                  <a:pt x="245660" y="204321"/>
                  <a:pt x="243365" y="205623"/>
                </a:cubicBezTo>
                <a:cubicBezTo>
                  <a:pt x="241069" y="206925"/>
                  <a:pt x="236574" y="207576"/>
                  <a:pt x="229888" y="207576"/>
                </a:cubicBezTo>
                <a:lnTo>
                  <a:pt x="229888" y="212956"/>
                </a:lnTo>
                <a:lnTo>
                  <a:pt x="296530" y="212956"/>
                </a:lnTo>
                <a:lnTo>
                  <a:pt x="296530" y="207576"/>
                </a:lnTo>
                <a:cubicBezTo>
                  <a:pt x="290040" y="207576"/>
                  <a:pt x="285575" y="206868"/>
                  <a:pt x="283128" y="205470"/>
                </a:cubicBezTo>
                <a:cubicBezTo>
                  <a:pt x="280675" y="204072"/>
                  <a:pt x="278828" y="201947"/>
                  <a:pt x="277587" y="199114"/>
                </a:cubicBezTo>
                <a:cubicBezTo>
                  <a:pt x="276339" y="196261"/>
                  <a:pt x="275709" y="190556"/>
                  <a:pt x="275709" y="181959"/>
                </a:cubicBezTo>
                <a:lnTo>
                  <a:pt x="275709" y="71738"/>
                </a:lnTo>
                <a:lnTo>
                  <a:pt x="269121" y="71738"/>
                </a:lnTo>
                <a:close/>
                <a:moveTo>
                  <a:pt x="252420" y="4423"/>
                </a:moveTo>
                <a:cubicBezTo>
                  <a:pt x="249482" y="7371"/>
                  <a:pt x="248009" y="10932"/>
                  <a:pt x="248009" y="15125"/>
                </a:cubicBezTo>
                <a:cubicBezTo>
                  <a:pt x="248009" y="19318"/>
                  <a:pt x="249505" y="22917"/>
                  <a:pt x="252503" y="25904"/>
                </a:cubicBezTo>
                <a:cubicBezTo>
                  <a:pt x="255495" y="28910"/>
                  <a:pt x="259093" y="30403"/>
                  <a:pt x="263280" y="30403"/>
                </a:cubicBezTo>
                <a:cubicBezTo>
                  <a:pt x="267477" y="30403"/>
                  <a:pt x="271043" y="28910"/>
                  <a:pt x="273990" y="25904"/>
                </a:cubicBezTo>
                <a:cubicBezTo>
                  <a:pt x="276936" y="22917"/>
                  <a:pt x="278411" y="19318"/>
                  <a:pt x="278411" y="15125"/>
                </a:cubicBezTo>
                <a:cubicBezTo>
                  <a:pt x="278411" y="10932"/>
                  <a:pt x="276936" y="7371"/>
                  <a:pt x="273990" y="4423"/>
                </a:cubicBezTo>
                <a:cubicBezTo>
                  <a:pt x="271043" y="1474"/>
                  <a:pt x="267477" y="0"/>
                  <a:pt x="263280" y="0"/>
                </a:cubicBezTo>
                <a:cubicBezTo>
                  <a:pt x="258987" y="0"/>
                  <a:pt x="255367" y="1474"/>
                  <a:pt x="252420" y="4423"/>
                </a:cubicBezTo>
                <a:close/>
                <a:moveTo>
                  <a:pt x="152460" y="9879"/>
                </a:moveTo>
                <a:lnTo>
                  <a:pt x="152460" y="15431"/>
                </a:lnTo>
                <a:cubicBezTo>
                  <a:pt x="153656" y="15623"/>
                  <a:pt x="154503" y="15776"/>
                  <a:pt x="155004" y="15872"/>
                </a:cubicBezTo>
                <a:cubicBezTo>
                  <a:pt x="161891" y="16982"/>
                  <a:pt x="166790" y="18858"/>
                  <a:pt x="169685" y="21500"/>
                </a:cubicBezTo>
                <a:cubicBezTo>
                  <a:pt x="172578" y="24143"/>
                  <a:pt x="174021" y="26919"/>
                  <a:pt x="174021" y="29810"/>
                </a:cubicBezTo>
                <a:cubicBezTo>
                  <a:pt x="174021" y="34290"/>
                  <a:pt x="171680" y="42331"/>
                  <a:pt x="166984" y="53914"/>
                </a:cubicBezTo>
                <a:lnTo>
                  <a:pt x="119060" y="171487"/>
                </a:lnTo>
                <a:lnTo>
                  <a:pt x="67398" y="52420"/>
                </a:lnTo>
                <a:cubicBezTo>
                  <a:pt x="62797" y="41833"/>
                  <a:pt x="60502" y="34041"/>
                  <a:pt x="60502" y="29063"/>
                </a:cubicBezTo>
                <a:cubicBezTo>
                  <a:pt x="60502" y="25464"/>
                  <a:pt x="61901" y="22515"/>
                  <a:pt x="64699" y="20218"/>
                </a:cubicBezTo>
                <a:cubicBezTo>
                  <a:pt x="67496" y="17920"/>
                  <a:pt x="73582" y="16331"/>
                  <a:pt x="82969" y="15431"/>
                </a:cubicBezTo>
                <a:lnTo>
                  <a:pt x="82969" y="9879"/>
                </a:lnTo>
                <a:lnTo>
                  <a:pt x="0" y="9879"/>
                </a:lnTo>
                <a:lnTo>
                  <a:pt x="0" y="15431"/>
                </a:lnTo>
                <a:cubicBezTo>
                  <a:pt x="6192" y="15929"/>
                  <a:pt x="11104" y="17059"/>
                  <a:pt x="14755" y="18801"/>
                </a:cubicBezTo>
                <a:cubicBezTo>
                  <a:pt x="18397" y="20543"/>
                  <a:pt x="21470" y="22975"/>
                  <a:pt x="23961" y="26057"/>
                </a:cubicBezTo>
                <a:cubicBezTo>
                  <a:pt x="25561" y="28067"/>
                  <a:pt x="28307" y="33543"/>
                  <a:pt x="32203" y="42541"/>
                </a:cubicBezTo>
                <a:lnTo>
                  <a:pt x="108276" y="217608"/>
                </a:lnTo>
                <a:lnTo>
                  <a:pt x="113818" y="217608"/>
                </a:lnTo>
                <a:lnTo>
                  <a:pt x="184657" y="44781"/>
                </a:lnTo>
                <a:cubicBezTo>
                  <a:pt x="188754" y="34692"/>
                  <a:pt x="193445" y="27206"/>
                  <a:pt x="198738" y="22324"/>
                </a:cubicBezTo>
                <a:cubicBezTo>
                  <a:pt x="202426" y="19031"/>
                  <a:pt x="207871" y="16733"/>
                  <a:pt x="215058" y="15431"/>
                </a:cubicBezTo>
                <a:lnTo>
                  <a:pt x="215058" y="9879"/>
                </a:lnTo>
                <a:lnTo>
                  <a:pt x="152460" y="9879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E6D8E7-A5C8-4F31-BF8D-705F7201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825" y="2073723"/>
            <a:ext cx="82669" cy="184506"/>
          </a:xfrm>
          <a:custGeom xmlns:a="http://schemas.openxmlformats.org/drawingml/2006/main">
            <a:pathLst>
              <a:path w="82669" h="184506">
                <a:moveTo>
                  <a:pt x="41783" y="0"/>
                </a:moveTo>
                <a:cubicBezTo>
                  <a:pt x="37684" y="10090"/>
                  <a:pt x="34491" y="17020"/>
                  <a:pt x="32195" y="20811"/>
                </a:cubicBezTo>
                <a:cubicBezTo>
                  <a:pt x="27700" y="27991"/>
                  <a:pt x="22586" y="34213"/>
                  <a:pt x="16848" y="39459"/>
                </a:cubicBezTo>
                <a:cubicBezTo>
                  <a:pt x="11104" y="44705"/>
                  <a:pt x="5489" y="48419"/>
                  <a:pt x="0" y="50621"/>
                </a:cubicBezTo>
                <a:lnTo>
                  <a:pt x="0" y="55560"/>
                </a:lnTo>
                <a:lnTo>
                  <a:pt x="21711" y="55560"/>
                </a:lnTo>
                <a:lnTo>
                  <a:pt x="21711" y="147804"/>
                </a:lnTo>
                <a:cubicBezTo>
                  <a:pt x="21711" y="157702"/>
                  <a:pt x="22764" y="165015"/>
                  <a:pt x="24859" y="169744"/>
                </a:cubicBezTo>
                <a:cubicBezTo>
                  <a:pt x="26953" y="174492"/>
                  <a:pt x="30198" y="178130"/>
                  <a:pt x="34588" y="180676"/>
                </a:cubicBezTo>
                <a:cubicBezTo>
                  <a:pt x="38986" y="183223"/>
                  <a:pt x="43481" y="184506"/>
                  <a:pt x="48073" y="184506"/>
                </a:cubicBezTo>
                <a:cubicBezTo>
                  <a:pt x="54863" y="184506"/>
                  <a:pt x="61451" y="182036"/>
                  <a:pt x="67838" y="177096"/>
                </a:cubicBezTo>
                <a:cubicBezTo>
                  <a:pt x="74225" y="172138"/>
                  <a:pt x="79169" y="164786"/>
                  <a:pt x="82669" y="155002"/>
                </a:cubicBezTo>
                <a:lnTo>
                  <a:pt x="76829" y="155002"/>
                </a:lnTo>
                <a:cubicBezTo>
                  <a:pt x="75131" y="158985"/>
                  <a:pt x="72730" y="162010"/>
                  <a:pt x="69634" y="164058"/>
                </a:cubicBezTo>
                <a:cubicBezTo>
                  <a:pt x="66544" y="166107"/>
                  <a:pt x="63345" y="167121"/>
                  <a:pt x="60054" y="167121"/>
                </a:cubicBezTo>
                <a:cubicBezTo>
                  <a:pt x="56060" y="167121"/>
                  <a:pt x="52792" y="165590"/>
                  <a:pt x="50242" y="162488"/>
                </a:cubicBezTo>
                <a:cubicBezTo>
                  <a:pt x="47699" y="159387"/>
                  <a:pt x="46428" y="153394"/>
                  <a:pt x="46428" y="144511"/>
                </a:cubicBezTo>
                <a:lnTo>
                  <a:pt x="46428" y="55560"/>
                </a:lnTo>
                <a:lnTo>
                  <a:pt x="78474" y="55560"/>
                </a:lnTo>
                <a:lnTo>
                  <a:pt x="78474" y="45069"/>
                </a:lnTo>
                <a:lnTo>
                  <a:pt x="46428" y="45069"/>
                </a:lnTo>
                <a:lnTo>
                  <a:pt x="46428" y="0"/>
                </a:lnTo>
                <a:lnTo>
                  <a:pt x="41783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6BA3602E-AE9C-471C-B780-475BD6A2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562" y="1961895"/>
            <a:ext cx="389413" cy="385974"/>
          </a:xfrm>
          <a:custGeom xmlns:a="http://schemas.openxmlformats.org/drawingml/2006/main">
            <a:pathLst>
              <a:path w="389413" h="385974">
                <a:moveTo>
                  <a:pt x="0" y="0"/>
                </a:moveTo>
                <a:lnTo>
                  <a:pt x="389413" y="0"/>
                </a:lnTo>
                <a:lnTo>
                  <a:pt x="389413" y="385974"/>
                </a:lnTo>
                <a:lnTo>
                  <a:pt x="0" y="3859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36" name="Native source glyph inset-6.png">
            <a:extLst xmlns:a="http://schemas.openxmlformats.org/drawingml/2006/main">
              <a:ext uri="{FF2B5EF4-FFF2-40B4-BE49-F238E27FC236}">
                <a16:creationId xmlns:a16="http://schemas.microsoft.com/office/drawing/2014/main" id="{5B8AF3B6-DFFB-4BA5-819F-F038528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787" y="2106054"/>
            <a:ext cx="187669" cy="144159"/>
          </a:xfrm>
          <a:custGeom xmlns:a="http://schemas.openxmlformats.org/drawingml/2006/main">
            <a:pathLst>
              <a:path w="187669" h="144159">
                <a:moveTo>
                  <a:pt x="28150" y="18601"/>
                </a:moveTo>
                <a:lnTo>
                  <a:pt x="4692" y="18601"/>
                </a:lnTo>
                <a:lnTo>
                  <a:pt x="4692" y="0"/>
                </a:lnTo>
                <a:lnTo>
                  <a:pt x="79759" y="0"/>
                </a:lnTo>
                <a:lnTo>
                  <a:pt x="79759" y="18601"/>
                </a:lnTo>
                <a:lnTo>
                  <a:pt x="70376" y="18601"/>
                </a:lnTo>
                <a:lnTo>
                  <a:pt x="70376" y="23251"/>
                </a:lnTo>
                <a:lnTo>
                  <a:pt x="75067" y="23251"/>
                </a:lnTo>
                <a:lnTo>
                  <a:pt x="75067" y="27902"/>
                </a:lnTo>
                <a:lnTo>
                  <a:pt x="79759" y="27902"/>
                </a:lnTo>
                <a:lnTo>
                  <a:pt x="79759" y="37202"/>
                </a:lnTo>
                <a:lnTo>
                  <a:pt x="84451" y="37202"/>
                </a:lnTo>
                <a:lnTo>
                  <a:pt x="84451" y="41853"/>
                </a:lnTo>
                <a:lnTo>
                  <a:pt x="89143" y="41853"/>
                </a:lnTo>
                <a:lnTo>
                  <a:pt x="89143" y="46503"/>
                </a:lnTo>
                <a:lnTo>
                  <a:pt x="93834" y="46503"/>
                </a:lnTo>
                <a:lnTo>
                  <a:pt x="93834" y="51153"/>
                </a:lnTo>
                <a:lnTo>
                  <a:pt x="103218" y="51153"/>
                </a:lnTo>
                <a:lnTo>
                  <a:pt x="103218" y="41853"/>
                </a:lnTo>
                <a:lnTo>
                  <a:pt x="107909" y="41853"/>
                </a:lnTo>
                <a:lnTo>
                  <a:pt x="107909" y="37202"/>
                </a:lnTo>
                <a:lnTo>
                  <a:pt x="112601" y="37202"/>
                </a:lnTo>
                <a:lnTo>
                  <a:pt x="112601" y="32552"/>
                </a:lnTo>
                <a:lnTo>
                  <a:pt x="117293" y="32552"/>
                </a:lnTo>
                <a:lnTo>
                  <a:pt x="117293" y="27902"/>
                </a:lnTo>
                <a:lnTo>
                  <a:pt x="121985" y="27902"/>
                </a:lnTo>
                <a:lnTo>
                  <a:pt x="121985" y="23251"/>
                </a:lnTo>
                <a:lnTo>
                  <a:pt x="126676" y="23251"/>
                </a:lnTo>
                <a:lnTo>
                  <a:pt x="126676" y="18601"/>
                </a:lnTo>
                <a:lnTo>
                  <a:pt x="117293" y="18601"/>
                </a:lnTo>
                <a:lnTo>
                  <a:pt x="117293" y="13951"/>
                </a:lnTo>
                <a:lnTo>
                  <a:pt x="112601" y="13951"/>
                </a:lnTo>
                <a:lnTo>
                  <a:pt x="112601" y="0"/>
                </a:lnTo>
                <a:lnTo>
                  <a:pt x="178285" y="0"/>
                </a:lnTo>
                <a:lnTo>
                  <a:pt x="178285" y="4650"/>
                </a:lnTo>
                <a:lnTo>
                  <a:pt x="182977" y="4650"/>
                </a:lnTo>
                <a:lnTo>
                  <a:pt x="182977" y="13951"/>
                </a:lnTo>
                <a:lnTo>
                  <a:pt x="178285" y="13951"/>
                </a:lnTo>
                <a:lnTo>
                  <a:pt x="178285" y="18601"/>
                </a:lnTo>
                <a:lnTo>
                  <a:pt x="150135" y="18601"/>
                </a:lnTo>
                <a:lnTo>
                  <a:pt x="150135" y="23251"/>
                </a:lnTo>
                <a:lnTo>
                  <a:pt x="145443" y="23251"/>
                </a:lnTo>
                <a:lnTo>
                  <a:pt x="145443" y="27902"/>
                </a:lnTo>
                <a:lnTo>
                  <a:pt x="140752" y="27902"/>
                </a:lnTo>
                <a:lnTo>
                  <a:pt x="140752" y="32552"/>
                </a:lnTo>
                <a:lnTo>
                  <a:pt x="136060" y="32552"/>
                </a:lnTo>
                <a:lnTo>
                  <a:pt x="136060" y="37202"/>
                </a:lnTo>
                <a:lnTo>
                  <a:pt x="131368" y="37202"/>
                </a:lnTo>
                <a:lnTo>
                  <a:pt x="131368" y="41853"/>
                </a:lnTo>
                <a:lnTo>
                  <a:pt x="126676" y="41853"/>
                </a:lnTo>
                <a:lnTo>
                  <a:pt x="126676" y="51153"/>
                </a:lnTo>
                <a:lnTo>
                  <a:pt x="121985" y="51153"/>
                </a:lnTo>
                <a:lnTo>
                  <a:pt x="121985" y="55803"/>
                </a:lnTo>
                <a:lnTo>
                  <a:pt x="117293" y="55803"/>
                </a:lnTo>
                <a:lnTo>
                  <a:pt x="117293" y="60454"/>
                </a:lnTo>
                <a:lnTo>
                  <a:pt x="112601" y="60454"/>
                </a:lnTo>
                <a:lnTo>
                  <a:pt x="112601" y="65104"/>
                </a:lnTo>
                <a:lnTo>
                  <a:pt x="107909" y="65104"/>
                </a:lnTo>
                <a:lnTo>
                  <a:pt x="107909" y="69754"/>
                </a:lnTo>
                <a:lnTo>
                  <a:pt x="112601" y="69754"/>
                </a:lnTo>
                <a:lnTo>
                  <a:pt x="112601" y="74405"/>
                </a:lnTo>
                <a:lnTo>
                  <a:pt x="117293" y="74405"/>
                </a:lnTo>
                <a:lnTo>
                  <a:pt x="117293" y="79055"/>
                </a:lnTo>
                <a:lnTo>
                  <a:pt x="121985" y="79055"/>
                </a:lnTo>
                <a:lnTo>
                  <a:pt x="121985" y="83705"/>
                </a:lnTo>
                <a:lnTo>
                  <a:pt x="126676" y="83705"/>
                </a:lnTo>
                <a:lnTo>
                  <a:pt x="126676" y="88355"/>
                </a:lnTo>
                <a:lnTo>
                  <a:pt x="131368" y="88355"/>
                </a:lnTo>
                <a:lnTo>
                  <a:pt x="131368" y="93006"/>
                </a:lnTo>
                <a:lnTo>
                  <a:pt x="136060" y="93006"/>
                </a:lnTo>
                <a:lnTo>
                  <a:pt x="136060" y="102306"/>
                </a:lnTo>
                <a:lnTo>
                  <a:pt x="140752" y="102306"/>
                </a:lnTo>
                <a:lnTo>
                  <a:pt x="140752" y="106957"/>
                </a:lnTo>
                <a:lnTo>
                  <a:pt x="145443" y="106957"/>
                </a:lnTo>
                <a:lnTo>
                  <a:pt x="145443" y="111607"/>
                </a:lnTo>
                <a:lnTo>
                  <a:pt x="150135" y="111607"/>
                </a:lnTo>
                <a:lnTo>
                  <a:pt x="150135" y="116257"/>
                </a:lnTo>
                <a:lnTo>
                  <a:pt x="154827" y="116257"/>
                </a:lnTo>
                <a:lnTo>
                  <a:pt x="154827" y="120908"/>
                </a:lnTo>
                <a:lnTo>
                  <a:pt x="159518" y="120908"/>
                </a:lnTo>
                <a:lnTo>
                  <a:pt x="159518" y="125558"/>
                </a:lnTo>
                <a:lnTo>
                  <a:pt x="182977" y="125558"/>
                </a:lnTo>
                <a:lnTo>
                  <a:pt x="182977" y="130208"/>
                </a:lnTo>
                <a:lnTo>
                  <a:pt x="187669" y="130208"/>
                </a:lnTo>
                <a:lnTo>
                  <a:pt x="187669" y="144159"/>
                </a:lnTo>
                <a:lnTo>
                  <a:pt x="107909" y="144159"/>
                </a:lnTo>
                <a:lnTo>
                  <a:pt x="107909" y="130208"/>
                </a:lnTo>
                <a:lnTo>
                  <a:pt x="112601" y="130208"/>
                </a:lnTo>
                <a:lnTo>
                  <a:pt x="112601" y="125558"/>
                </a:lnTo>
                <a:lnTo>
                  <a:pt x="117293" y="125558"/>
                </a:lnTo>
                <a:lnTo>
                  <a:pt x="117293" y="120908"/>
                </a:lnTo>
                <a:lnTo>
                  <a:pt x="112601" y="120908"/>
                </a:lnTo>
                <a:lnTo>
                  <a:pt x="112601" y="116257"/>
                </a:lnTo>
                <a:lnTo>
                  <a:pt x="107909" y="116257"/>
                </a:lnTo>
                <a:lnTo>
                  <a:pt x="107909" y="106957"/>
                </a:lnTo>
                <a:lnTo>
                  <a:pt x="103218" y="106957"/>
                </a:lnTo>
                <a:lnTo>
                  <a:pt x="103218" y="102306"/>
                </a:lnTo>
                <a:lnTo>
                  <a:pt x="98526" y="102306"/>
                </a:lnTo>
                <a:lnTo>
                  <a:pt x="98526" y="97656"/>
                </a:lnTo>
                <a:lnTo>
                  <a:pt x="93834" y="97656"/>
                </a:lnTo>
                <a:lnTo>
                  <a:pt x="93834" y="93006"/>
                </a:lnTo>
                <a:lnTo>
                  <a:pt x="89143" y="93006"/>
                </a:lnTo>
                <a:lnTo>
                  <a:pt x="89143" y="88355"/>
                </a:lnTo>
                <a:lnTo>
                  <a:pt x="84451" y="88355"/>
                </a:lnTo>
                <a:lnTo>
                  <a:pt x="84451" y="93006"/>
                </a:lnTo>
                <a:lnTo>
                  <a:pt x="79759" y="93006"/>
                </a:lnTo>
                <a:lnTo>
                  <a:pt x="79759" y="97656"/>
                </a:lnTo>
                <a:lnTo>
                  <a:pt x="75067" y="97656"/>
                </a:lnTo>
                <a:lnTo>
                  <a:pt x="75067" y="102306"/>
                </a:lnTo>
                <a:lnTo>
                  <a:pt x="70376" y="102306"/>
                </a:lnTo>
                <a:lnTo>
                  <a:pt x="70376" y="106957"/>
                </a:lnTo>
                <a:lnTo>
                  <a:pt x="65684" y="106957"/>
                </a:lnTo>
                <a:lnTo>
                  <a:pt x="65684" y="111607"/>
                </a:lnTo>
                <a:lnTo>
                  <a:pt x="60992" y="111607"/>
                </a:lnTo>
                <a:lnTo>
                  <a:pt x="60992" y="120908"/>
                </a:lnTo>
                <a:lnTo>
                  <a:pt x="56301" y="120908"/>
                </a:lnTo>
                <a:lnTo>
                  <a:pt x="56301" y="125558"/>
                </a:lnTo>
                <a:lnTo>
                  <a:pt x="65684" y="125558"/>
                </a:lnTo>
                <a:lnTo>
                  <a:pt x="65684" y="144159"/>
                </a:lnTo>
                <a:lnTo>
                  <a:pt x="0" y="144159"/>
                </a:lnTo>
                <a:lnTo>
                  <a:pt x="0" y="130208"/>
                </a:lnTo>
                <a:lnTo>
                  <a:pt x="4692" y="130208"/>
                </a:lnTo>
                <a:lnTo>
                  <a:pt x="4692" y="125558"/>
                </a:lnTo>
                <a:lnTo>
                  <a:pt x="32842" y="125558"/>
                </a:lnTo>
                <a:lnTo>
                  <a:pt x="32842" y="120908"/>
                </a:lnTo>
                <a:lnTo>
                  <a:pt x="37534" y="120908"/>
                </a:lnTo>
                <a:lnTo>
                  <a:pt x="37534" y="116257"/>
                </a:lnTo>
                <a:lnTo>
                  <a:pt x="42225" y="116257"/>
                </a:lnTo>
                <a:lnTo>
                  <a:pt x="42225" y="111607"/>
                </a:lnTo>
                <a:lnTo>
                  <a:pt x="46917" y="111607"/>
                </a:lnTo>
                <a:lnTo>
                  <a:pt x="46917" y="106957"/>
                </a:lnTo>
                <a:lnTo>
                  <a:pt x="51609" y="106957"/>
                </a:lnTo>
                <a:lnTo>
                  <a:pt x="51609" y="102306"/>
                </a:lnTo>
                <a:lnTo>
                  <a:pt x="56301" y="102306"/>
                </a:lnTo>
                <a:lnTo>
                  <a:pt x="56301" y="93006"/>
                </a:lnTo>
                <a:lnTo>
                  <a:pt x="60992" y="93006"/>
                </a:lnTo>
                <a:lnTo>
                  <a:pt x="60992" y="88355"/>
                </a:lnTo>
                <a:lnTo>
                  <a:pt x="65684" y="88355"/>
                </a:lnTo>
                <a:lnTo>
                  <a:pt x="65684" y="83705"/>
                </a:lnTo>
                <a:lnTo>
                  <a:pt x="70376" y="83705"/>
                </a:lnTo>
                <a:lnTo>
                  <a:pt x="70376" y="79055"/>
                </a:lnTo>
                <a:lnTo>
                  <a:pt x="75067" y="79055"/>
                </a:lnTo>
                <a:lnTo>
                  <a:pt x="75067" y="69754"/>
                </a:lnTo>
                <a:lnTo>
                  <a:pt x="70376" y="69754"/>
                </a:lnTo>
                <a:lnTo>
                  <a:pt x="70376" y="65104"/>
                </a:lnTo>
                <a:lnTo>
                  <a:pt x="65684" y="65104"/>
                </a:lnTo>
                <a:lnTo>
                  <a:pt x="65684" y="60454"/>
                </a:lnTo>
                <a:lnTo>
                  <a:pt x="60992" y="60454"/>
                </a:lnTo>
                <a:lnTo>
                  <a:pt x="60992" y="55803"/>
                </a:lnTo>
                <a:lnTo>
                  <a:pt x="56301" y="55803"/>
                </a:lnTo>
                <a:lnTo>
                  <a:pt x="56301" y="51153"/>
                </a:lnTo>
                <a:lnTo>
                  <a:pt x="51609" y="51153"/>
                </a:lnTo>
                <a:lnTo>
                  <a:pt x="51609" y="41853"/>
                </a:lnTo>
                <a:lnTo>
                  <a:pt x="46917" y="41853"/>
                </a:lnTo>
                <a:lnTo>
                  <a:pt x="46917" y="37202"/>
                </a:lnTo>
                <a:lnTo>
                  <a:pt x="42225" y="37202"/>
                </a:lnTo>
                <a:lnTo>
                  <a:pt x="42225" y="32552"/>
                </a:lnTo>
                <a:lnTo>
                  <a:pt x="37534" y="32552"/>
                </a:lnTo>
                <a:lnTo>
                  <a:pt x="37534" y="27902"/>
                </a:lnTo>
                <a:lnTo>
                  <a:pt x="32842" y="27902"/>
                </a:lnTo>
                <a:lnTo>
                  <a:pt x="32842" y="23251"/>
                </a:lnTo>
                <a:lnTo>
                  <a:pt x="28150" y="23251"/>
                </a:lnTo>
                <a:lnTo>
                  <a:pt x="28150" y="1860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7" name="Native source glyph inset-6.png">
            <a:extLst xmlns:a="http://schemas.openxmlformats.org/drawingml/2006/main">
              <a:ext uri="{FF2B5EF4-FFF2-40B4-BE49-F238E27FC236}">
                <a16:creationId xmlns:a16="http://schemas.microsoft.com/office/drawing/2014/main" id="{4991CF43-0BD9-4539-9799-2EEAEB8D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06" y="1985147"/>
            <a:ext cx="84451" cy="148809"/>
          </a:xfrm>
          <a:custGeom xmlns:a="http://schemas.openxmlformats.org/drawingml/2006/main">
            <a:pathLst>
              <a:path w="84451" h="148809">
                <a:moveTo>
                  <a:pt x="23459" y="23251"/>
                </a:moveTo>
                <a:lnTo>
                  <a:pt x="0" y="23251"/>
                </a:lnTo>
                <a:lnTo>
                  <a:pt x="0" y="13951"/>
                </a:lnTo>
                <a:lnTo>
                  <a:pt x="28150" y="13951"/>
                </a:lnTo>
                <a:lnTo>
                  <a:pt x="28150" y="9301"/>
                </a:lnTo>
                <a:lnTo>
                  <a:pt x="37534" y="9301"/>
                </a:lnTo>
                <a:lnTo>
                  <a:pt x="37534" y="4650"/>
                </a:lnTo>
                <a:lnTo>
                  <a:pt x="42225" y="4650"/>
                </a:lnTo>
                <a:lnTo>
                  <a:pt x="42225" y="0"/>
                </a:lnTo>
                <a:lnTo>
                  <a:pt x="51609" y="0"/>
                </a:lnTo>
                <a:lnTo>
                  <a:pt x="51609" y="134858"/>
                </a:lnTo>
                <a:lnTo>
                  <a:pt x="56301" y="134858"/>
                </a:lnTo>
                <a:lnTo>
                  <a:pt x="56301" y="139509"/>
                </a:lnTo>
                <a:lnTo>
                  <a:pt x="84451" y="139509"/>
                </a:lnTo>
                <a:lnTo>
                  <a:pt x="84451" y="148809"/>
                </a:lnTo>
                <a:lnTo>
                  <a:pt x="0" y="148809"/>
                </a:lnTo>
                <a:lnTo>
                  <a:pt x="0" y="144159"/>
                </a:lnTo>
                <a:lnTo>
                  <a:pt x="4692" y="144159"/>
                </a:lnTo>
                <a:lnTo>
                  <a:pt x="4692" y="139509"/>
                </a:lnTo>
                <a:lnTo>
                  <a:pt x="32842" y="139509"/>
                </a:lnTo>
                <a:lnTo>
                  <a:pt x="32842" y="18601"/>
                </a:lnTo>
                <a:lnTo>
                  <a:pt x="23459" y="18601"/>
                </a:lnTo>
                <a:lnTo>
                  <a:pt x="23459" y="2325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8" name="Native source glyph inset-6.png">
            <a:extLst xmlns:a="http://schemas.openxmlformats.org/drawingml/2006/main">
              <a:ext uri="{FF2B5EF4-FFF2-40B4-BE49-F238E27FC236}">
                <a16:creationId xmlns:a16="http://schemas.microsoft.com/office/drawing/2014/main" id="{3D903F8B-8609-4F14-A2C8-AB2DD9E2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531" y="2231612"/>
            <a:ext cx="140752" cy="102306"/>
          </a:xfrm>
          <a:custGeom xmlns:a="http://schemas.openxmlformats.org/drawingml/2006/main">
            <a:pathLst>
              <a:path w="140752" h="102306">
                <a:moveTo>
                  <a:pt x="14075" y="9301"/>
                </a:moveTo>
                <a:lnTo>
                  <a:pt x="14075" y="4650"/>
                </a:lnTo>
                <a:lnTo>
                  <a:pt x="18767" y="4650"/>
                </a:lnTo>
                <a:lnTo>
                  <a:pt x="18767" y="0"/>
                </a:lnTo>
                <a:lnTo>
                  <a:pt x="42225" y="0"/>
                </a:lnTo>
                <a:lnTo>
                  <a:pt x="42225" y="4650"/>
                </a:lnTo>
                <a:lnTo>
                  <a:pt x="46917" y="4650"/>
                </a:lnTo>
                <a:lnTo>
                  <a:pt x="46917" y="9301"/>
                </a:lnTo>
                <a:lnTo>
                  <a:pt x="51609" y="9301"/>
                </a:lnTo>
                <a:lnTo>
                  <a:pt x="51609" y="18601"/>
                </a:lnTo>
                <a:lnTo>
                  <a:pt x="56301" y="18601"/>
                </a:lnTo>
                <a:lnTo>
                  <a:pt x="56301" y="13951"/>
                </a:lnTo>
                <a:lnTo>
                  <a:pt x="60992" y="13951"/>
                </a:lnTo>
                <a:lnTo>
                  <a:pt x="60992" y="9301"/>
                </a:lnTo>
                <a:lnTo>
                  <a:pt x="65684" y="9301"/>
                </a:lnTo>
                <a:lnTo>
                  <a:pt x="65684" y="4650"/>
                </a:lnTo>
                <a:lnTo>
                  <a:pt x="70376" y="4650"/>
                </a:lnTo>
                <a:lnTo>
                  <a:pt x="70376" y="0"/>
                </a:lnTo>
                <a:lnTo>
                  <a:pt x="107909" y="0"/>
                </a:lnTo>
                <a:lnTo>
                  <a:pt x="107909" y="4650"/>
                </a:lnTo>
                <a:lnTo>
                  <a:pt x="112601" y="4650"/>
                </a:lnTo>
                <a:lnTo>
                  <a:pt x="112601" y="9301"/>
                </a:lnTo>
                <a:lnTo>
                  <a:pt x="117293" y="9301"/>
                </a:lnTo>
                <a:lnTo>
                  <a:pt x="117293" y="18601"/>
                </a:lnTo>
                <a:lnTo>
                  <a:pt x="121985" y="18601"/>
                </a:lnTo>
                <a:lnTo>
                  <a:pt x="121985" y="27902"/>
                </a:lnTo>
                <a:lnTo>
                  <a:pt x="117293" y="27902"/>
                </a:lnTo>
                <a:lnTo>
                  <a:pt x="117293" y="46503"/>
                </a:lnTo>
                <a:lnTo>
                  <a:pt x="112601" y="46503"/>
                </a:lnTo>
                <a:lnTo>
                  <a:pt x="112601" y="60454"/>
                </a:lnTo>
                <a:lnTo>
                  <a:pt x="107909" y="60454"/>
                </a:lnTo>
                <a:lnTo>
                  <a:pt x="107909" y="74405"/>
                </a:lnTo>
                <a:lnTo>
                  <a:pt x="103218" y="74405"/>
                </a:lnTo>
                <a:lnTo>
                  <a:pt x="103218" y="93006"/>
                </a:lnTo>
                <a:lnTo>
                  <a:pt x="117293" y="93006"/>
                </a:lnTo>
                <a:lnTo>
                  <a:pt x="117293" y="88355"/>
                </a:lnTo>
                <a:lnTo>
                  <a:pt x="121985" y="88355"/>
                </a:lnTo>
                <a:lnTo>
                  <a:pt x="121985" y="83705"/>
                </a:lnTo>
                <a:lnTo>
                  <a:pt x="126676" y="83705"/>
                </a:lnTo>
                <a:lnTo>
                  <a:pt x="126676" y="74405"/>
                </a:lnTo>
                <a:lnTo>
                  <a:pt x="131368" y="74405"/>
                </a:lnTo>
                <a:lnTo>
                  <a:pt x="131368" y="65104"/>
                </a:lnTo>
                <a:lnTo>
                  <a:pt x="140752" y="65104"/>
                </a:lnTo>
                <a:lnTo>
                  <a:pt x="140752" y="74405"/>
                </a:lnTo>
                <a:lnTo>
                  <a:pt x="136060" y="74405"/>
                </a:lnTo>
                <a:lnTo>
                  <a:pt x="136060" y="83705"/>
                </a:lnTo>
                <a:lnTo>
                  <a:pt x="131368" y="83705"/>
                </a:lnTo>
                <a:lnTo>
                  <a:pt x="131368" y="88355"/>
                </a:lnTo>
                <a:lnTo>
                  <a:pt x="126676" y="88355"/>
                </a:lnTo>
                <a:lnTo>
                  <a:pt x="126676" y="93006"/>
                </a:lnTo>
                <a:lnTo>
                  <a:pt x="121985" y="93006"/>
                </a:lnTo>
                <a:lnTo>
                  <a:pt x="121985" y="97656"/>
                </a:lnTo>
                <a:lnTo>
                  <a:pt x="107909" y="97656"/>
                </a:lnTo>
                <a:lnTo>
                  <a:pt x="107909" y="102306"/>
                </a:lnTo>
                <a:lnTo>
                  <a:pt x="103218" y="102306"/>
                </a:lnTo>
                <a:lnTo>
                  <a:pt x="103218" y="97656"/>
                </a:lnTo>
                <a:lnTo>
                  <a:pt x="89143" y="97656"/>
                </a:lnTo>
                <a:lnTo>
                  <a:pt x="89143" y="88355"/>
                </a:lnTo>
                <a:lnTo>
                  <a:pt x="84451" y="88355"/>
                </a:lnTo>
                <a:lnTo>
                  <a:pt x="84451" y="74405"/>
                </a:lnTo>
                <a:lnTo>
                  <a:pt x="89143" y="74405"/>
                </a:lnTo>
                <a:lnTo>
                  <a:pt x="89143" y="60454"/>
                </a:lnTo>
                <a:lnTo>
                  <a:pt x="93834" y="60454"/>
                </a:lnTo>
                <a:lnTo>
                  <a:pt x="93834" y="46503"/>
                </a:lnTo>
                <a:lnTo>
                  <a:pt x="98526" y="46503"/>
                </a:lnTo>
                <a:lnTo>
                  <a:pt x="98526" y="32552"/>
                </a:lnTo>
                <a:lnTo>
                  <a:pt x="103218" y="32552"/>
                </a:lnTo>
                <a:lnTo>
                  <a:pt x="103218" y="13951"/>
                </a:lnTo>
                <a:lnTo>
                  <a:pt x="98526" y="13951"/>
                </a:lnTo>
                <a:lnTo>
                  <a:pt x="98526" y="9301"/>
                </a:lnTo>
                <a:lnTo>
                  <a:pt x="93834" y="9301"/>
                </a:lnTo>
                <a:lnTo>
                  <a:pt x="93834" y="4650"/>
                </a:lnTo>
                <a:lnTo>
                  <a:pt x="79759" y="4650"/>
                </a:lnTo>
                <a:lnTo>
                  <a:pt x="79759" y="9301"/>
                </a:lnTo>
                <a:lnTo>
                  <a:pt x="70376" y="9301"/>
                </a:lnTo>
                <a:lnTo>
                  <a:pt x="70376" y="13951"/>
                </a:lnTo>
                <a:lnTo>
                  <a:pt x="65684" y="13951"/>
                </a:lnTo>
                <a:lnTo>
                  <a:pt x="65684" y="18601"/>
                </a:lnTo>
                <a:lnTo>
                  <a:pt x="60992" y="18601"/>
                </a:lnTo>
                <a:lnTo>
                  <a:pt x="60992" y="23251"/>
                </a:lnTo>
                <a:lnTo>
                  <a:pt x="56301" y="23251"/>
                </a:lnTo>
                <a:lnTo>
                  <a:pt x="56301" y="27902"/>
                </a:lnTo>
                <a:lnTo>
                  <a:pt x="51609" y="27902"/>
                </a:lnTo>
                <a:lnTo>
                  <a:pt x="51609" y="37202"/>
                </a:lnTo>
                <a:lnTo>
                  <a:pt x="46917" y="37202"/>
                </a:lnTo>
                <a:lnTo>
                  <a:pt x="46917" y="55803"/>
                </a:lnTo>
                <a:lnTo>
                  <a:pt x="42225" y="55803"/>
                </a:lnTo>
                <a:lnTo>
                  <a:pt x="42225" y="74405"/>
                </a:lnTo>
                <a:lnTo>
                  <a:pt x="37534" y="74405"/>
                </a:lnTo>
                <a:lnTo>
                  <a:pt x="37534" y="88355"/>
                </a:lnTo>
                <a:lnTo>
                  <a:pt x="32842" y="88355"/>
                </a:lnTo>
                <a:lnTo>
                  <a:pt x="32842" y="97656"/>
                </a:lnTo>
                <a:lnTo>
                  <a:pt x="14075" y="97656"/>
                </a:lnTo>
                <a:lnTo>
                  <a:pt x="14075" y="79055"/>
                </a:lnTo>
                <a:lnTo>
                  <a:pt x="18767" y="79055"/>
                </a:lnTo>
                <a:lnTo>
                  <a:pt x="18767" y="60454"/>
                </a:lnTo>
                <a:lnTo>
                  <a:pt x="23459" y="60454"/>
                </a:lnTo>
                <a:lnTo>
                  <a:pt x="23459" y="41853"/>
                </a:lnTo>
                <a:lnTo>
                  <a:pt x="28150" y="41853"/>
                </a:lnTo>
                <a:lnTo>
                  <a:pt x="28150" y="23251"/>
                </a:lnTo>
                <a:lnTo>
                  <a:pt x="32842" y="23251"/>
                </a:lnTo>
                <a:lnTo>
                  <a:pt x="32842" y="9301"/>
                </a:lnTo>
                <a:lnTo>
                  <a:pt x="28150" y="9301"/>
                </a:lnTo>
                <a:lnTo>
                  <a:pt x="28150" y="4650"/>
                </a:lnTo>
                <a:lnTo>
                  <a:pt x="23459" y="4650"/>
                </a:lnTo>
                <a:lnTo>
                  <a:pt x="23459" y="9301"/>
                </a:lnTo>
                <a:lnTo>
                  <a:pt x="18767" y="9301"/>
                </a:lnTo>
                <a:lnTo>
                  <a:pt x="18767" y="13951"/>
                </a:lnTo>
                <a:lnTo>
                  <a:pt x="14075" y="13951"/>
                </a:lnTo>
                <a:lnTo>
                  <a:pt x="14075" y="27902"/>
                </a:lnTo>
                <a:lnTo>
                  <a:pt x="9383" y="27902"/>
                </a:lnTo>
                <a:lnTo>
                  <a:pt x="9383" y="37202"/>
                </a:lnTo>
                <a:lnTo>
                  <a:pt x="0" y="37202"/>
                </a:lnTo>
                <a:lnTo>
                  <a:pt x="0" y="23251"/>
                </a:lnTo>
                <a:lnTo>
                  <a:pt x="4692" y="23251"/>
                </a:lnTo>
                <a:lnTo>
                  <a:pt x="4692" y="13951"/>
                </a:lnTo>
                <a:lnTo>
                  <a:pt x="9383" y="13951"/>
                </a:lnTo>
                <a:lnTo>
                  <a:pt x="9383" y="9301"/>
                </a:lnTo>
                <a:lnTo>
                  <a:pt x="14075" y="930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9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F57A463A-5E27-4230-95D4-99E59D81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554" y="2347103"/>
            <a:ext cx="390569" cy="7658"/>
          </a:xfrm>
          <a:custGeom xmlns:a="http://schemas.openxmlformats.org/drawingml/2006/main">
            <a:pathLst>
              <a:path w="390569" h="7658">
                <a:moveTo>
                  <a:pt x="0" y="0"/>
                </a:moveTo>
                <a:lnTo>
                  <a:pt x="390569" y="0"/>
                </a:lnTo>
                <a:lnTo>
                  <a:pt x="390569" y="7658"/>
                </a:lnTo>
                <a:lnTo>
                  <a:pt x="0" y="76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40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BF908010-23AF-45B2-9F2A-511AD883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794" y="2017034"/>
            <a:ext cx="338876" cy="385974"/>
          </a:xfrm>
          <a:custGeom xmlns:a="http://schemas.openxmlformats.org/drawingml/2006/main">
            <a:pathLst>
              <a:path w="338876" h="385974">
                <a:moveTo>
                  <a:pt x="0" y="0"/>
                </a:moveTo>
                <a:lnTo>
                  <a:pt x="338876" y="0"/>
                </a:lnTo>
                <a:lnTo>
                  <a:pt x="338876" y="385974"/>
                </a:lnTo>
                <a:lnTo>
                  <a:pt x="0" y="3859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41" name="Native source glyph inset-8.png">
            <a:extLst xmlns:a="http://schemas.openxmlformats.org/drawingml/2006/main">
              <a:ext uri="{FF2B5EF4-FFF2-40B4-BE49-F238E27FC236}">
                <a16:creationId xmlns:a16="http://schemas.microsoft.com/office/drawing/2014/main" id="{ACF85C43-4F0D-4969-A0AC-CC936DC8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500" y="2162951"/>
            <a:ext cx="150612" cy="150624"/>
          </a:xfrm>
          <a:custGeom xmlns:a="http://schemas.openxmlformats.org/drawingml/2006/main">
            <a:pathLst>
              <a:path w="150612" h="150624">
                <a:moveTo>
                  <a:pt x="32946" y="14121"/>
                </a:moveTo>
                <a:lnTo>
                  <a:pt x="32946" y="9414"/>
                </a:lnTo>
                <a:lnTo>
                  <a:pt x="42359" y="9414"/>
                </a:lnTo>
                <a:lnTo>
                  <a:pt x="42359" y="4707"/>
                </a:lnTo>
                <a:lnTo>
                  <a:pt x="56479" y="4707"/>
                </a:lnTo>
                <a:lnTo>
                  <a:pt x="56479" y="0"/>
                </a:lnTo>
                <a:lnTo>
                  <a:pt x="103545" y="0"/>
                </a:lnTo>
                <a:lnTo>
                  <a:pt x="103545" y="4707"/>
                </a:lnTo>
                <a:lnTo>
                  <a:pt x="117665" y="4707"/>
                </a:lnTo>
                <a:lnTo>
                  <a:pt x="117665" y="9414"/>
                </a:lnTo>
                <a:lnTo>
                  <a:pt x="131785" y="9414"/>
                </a:lnTo>
                <a:lnTo>
                  <a:pt x="131785" y="14121"/>
                </a:lnTo>
                <a:lnTo>
                  <a:pt x="136492" y="14121"/>
                </a:lnTo>
                <a:lnTo>
                  <a:pt x="136492" y="18828"/>
                </a:lnTo>
                <a:lnTo>
                  <a:pt x="141198" y="18828"/>
                </a:lnTo>
                <a:lnTo>
                  <a:pt x="141198" y="28242"/>
                </a:lnTo>
                <a:lnTo>
                  <a:pt x="145905" y="28242"/>
                </a:lnTo>
                <a:lnTo>
                  <a:pt x="145905" y="37656"/>
                </a:lnTo>
                <a:lnTo>
                  <a:pt x="150612" y="37656"/>
                </a:lnTo>
                <a:lnTo>
                  <a:pt x="150612" y="75312"/>
                </a:lnTo>
                <a:lnTo>
                  <a:pt x="42359" y="75312"/>
                </a:lnTo>
                <a:lnTo>
                  <a:pt x="42359" y="94140"/>
                </a:lnTo>
                <a:lnTo>
                  <a:pt x="47066" y="94140"/>
                </a:lnTo>
                <a:lnTo>
                  <a:pt x="47066" y="108261"/>
                </a:lnTo>
                <a:lnTo>
                  <a:pt x="51773" y="108261"/>
                </a:lnTo>
                <a:lnTo>
                  <a:pt x="51773" y="117675"/>
                </a:lnTo>
                <a:lnTo>
                  <a:pt x="56479" y="117675"/>
                </a:lnTo>
                <a:lnTo>
                  <a:pt x="56479" y="122382"/>
                </a:lnTo>
                <a:lnTo>
                  <a:pt x="61186" y="122382"/>
                </a:lnTo>
                <a:lnTo>
                  <a:pt x="61186" y="127089"/>
                </a:lnTo>
                <a:lnTo>
                  <a:pt x="65893" y="127089"/>
                </a:lnTo>
                <a:lnTo>
                  <a:pt x="65893" y="131796"/>
                </a:lnTo>
                <a:lnTo>
                  <a:pt x="80012" y="131796"/>
                </a:lnTo>
                <a:lnTo>
                  <a:pt x="80012" y="136503"/>
                </a:lnTo>
                <a:lnTo>
                  <a:pt x="98839" y="136503"/>
                </a:lnTo>
                <a:lnTo>
                  <a:pt x="98839" y="131796"/>
                </a:lnTo>
                <a:lnTo>
                  <a:pt x="112959" y="131796"/>
                </a:lnTo>
                <a:lnTo>
                  <a:pt x="112959" y="127089"/>
                </a:lnTo>
                <a:lnTo>
                  <a:pt x="117665" y="127089"/>
                </a:lnTo>
                <a:lnTo>
                  <a:pt x="117665" y="122382"/>
                </a:lnTo>
                <a:lnTo>
                  <a:pt x="122372" y="122382"/>
                </a:lnTo>
                <a:lnTo>
                  <a:pt x="122372" y="117675"/>
                </a:lnTo>
                <a:lnTo>
                  <a:pt x="127078" y="117675"/>
                </a:lnTo>
                <a:lnTo>
                  <a:pt x="127078" y="112968"/>
                </a:lnTo>
                <a:lnTo>
                  <a:pt x="131785" y="112968"/>
                </a:lnTo>
                <a:lnTo>
                  <a:pt x="131785" y="103554"/>
                </a:lnTo>
                <a:lnTo>
                  <a:pt x="141198" y="103554"/>
                </a:lnTo>
                <a:lnTo>
                  <a:pt x="141198" y="98847"/>
                </a:lnTo>
                <a:lnTo>
                  <a:pt x="145905" y="98847"/>
                </a:lnTo>
                <a:lnTo>
                  <a:pt x="145905" y="103554"/>
                </a:lnTo>
                <a:lnTo>
                  <a:pt x="150612" y="103554"/>
                </a:lnTo>
                <a:lnTo>
                  <a:pt x="150612" y="117675"/>
                </a:lnTo>
                <a:lnTo>
                  <a:pt x="145905" y="117675"/>
                </a:lnTo>
                <a:lnTo>
                  <a:pt x="145905" y="122382"/>
                </a:lnTo>
                <a:lnTo>
                  <a:pt x="141198" y="122382"/>
                </a:lnTo>
                <a:lnTo>
                  <a:pt x="141198" y="127089"/>
                </a:lnTo>
                <a:lnTo>
                  <a:pt x="136492" y="127089"/>
                </a:lnTo>
                <a:lnTo>
                  <a:pt x="136492" y="131796"/>
                </a:lnTo>
                <a:lnTo>
                  <a:pt x="131785" y="131796"/>
                </a:lnTo>
                <a:lnTo>
                  <a:pt x="131785" y="136503"/>
                </a:lnTo>
                <a:lnTo>
                  <a:pt x="122372" y="136503"/>
                </a:lnTo>
                <a:lnTo>
                  <a:pt x="122372" y="141210"/>
                </a:lnTo>
                <a:lnTo>
                  <a:pt x="117665" y="141210"/>
                </a:lnTo>
                <a:lnTo>
                  <a:pt x="117665" y="145917"/>
                </a:lnTo>
                <a:lnTo>
                  <a:pt x="94132" y="145917"/>
                </a:lnTo>
                <a:lnTo>
                  <a:pt x="94132" y="150624"/>
                </a:lnTo>
                <a:lnTo>
                  <a:pt x="80012" y="150624"/>
                </a:lnTo>
                <a:lnTo>
                  <a:pt x="80012" y="145917"/>
                </a:lnTo>
                <a:lnTo>
                  <a:pt x="51773" y="145917"/>
                </a:lnTo>
                <a:lnTo>
                  <a:pt x="51773" y="141210"/>
                </a:lnTo>
                <a:lnTo>
                  <a:pt x="37653" y="141210"/>
                </a:lnTo>
                <a:lnTo>
                  <a:pt x="37653" y="136503"/>
                </a:lnTo>
                <a:lnTo>
                  <a:pt x="32946" y="136503"/>
                </a:lnTo>
                <a:lnTo>
                  <a:pt x="32946" y="131796"/>
                </a:lnTo>
                <a:lnTo>
                  <a:pt x="23533" y="131796"/>
                </a:lnTo>
                <a:lnTo>
                  <a:pt x="23533" y="127089"/>
                </a:lnTo>
                <a:lnTo>
                  <a:pt x="18826" y="127089"/>
                </a:lnTo>
                <a:lnTo>
                  <a:pt x="18826" y="122382"/>
                </a:lnTo>
                <a:lnTo>
                  <a:pt x="14120" y="122382"/>
                </a:lnTo>
                <a:lnTo>
                  <a:pt x="14120" y="117675"/>
                </a:lnTo>
                <a:lnTo>
                  <a:pt x="9413" y="117675"/>
                </a:lnTo>
                <a:lnTo>
                  <a:pt x="9413" y="108261"/>
                </a:lnTo>
                <a:lnTo>
                  <a:pt x="4707" y="108261"/>
                </a:lnTo>
                <a:lnTo>
                  <a:pt x="4707" y="94140"/>
                </a:lnTo>
                <a:lnTo>
                  <a:pt x="0" y="94140"/>
                </a:lnTo>
                <a:lnTo>
                  <a:pt x="0" y="51777"/>
                </a:lnTo>
                <a:lnTo>
                  <a:pt x="4707" y="51777"/>
                </a:lnTo>
                <a:lnTo>
                  <a:pt x="4707" y="37656"/>
                </a:lnTo>
                <a:lnTo>
                  <a:pt x="9413" y="37656"/>
                </a:lnTo>
                <a:lnTo>
                  <a:pt x="9413" y="32949"/>
                </a:lnTo>
                <a:lnTo>
                  <a:pt x="14120" y="32949"/>
                </a:lnTo>
                <a:lnTo>
                  <a:pt x="14120" y="23535"/>
                </a:lnTo>
                <a:lnTo>
                  <a:pt x="18826" y="23535"/>
                </a:lnTo>
                <a:lnTo>
                  <a:pt x="18826" y="18828"/>
                </a:lnTo>
                <a:lnTo>
                  <a:pt x="28240" y="18828"/>
                </a:lnTo>
                <a:lnTo>
                  <a:pt x="28240" y="14121"/>
                </a:lnTo>
                <a:lnTo>
                  <a:pt x="32946" y="14121"/>
                </a:lnTo>
                <a:close/>
                <a:moveTo>
                  <a:pt x="47066" y="61191"/>
                </a:moveTo>
                <a:lnTo>
                  <a:pt x="47066" y="65898"/>
                </a:lnTo>
                <a:lnTo>
                  <a:pt x="117665" y="65898"/>
                </a:lnTo>
                <a:lnTo>
                  <a:pt x="117665" y="42363"/>
                </a:lnTo>
                <a:lnTo>
                  <a:pt x="112959" y="42363"/>
                </a:lnTo>
                <a:lnTo>
                  <a:pt x="112959" y="28242"/>
                </a:lnTo>
                <a:lnTo>
                  <a:pt x="108252" y="28242"/>
                </a:lnTo>
                <a:lnTo>
                  <a:pt x="108252" y="23535"/>
                </a:lnTo>
                <a:lnTo>
                  <a:pt x="103545" y="23535"/>
                </a:lnTo>
                <a:lnTo>
                  <a:pt x="103545" y="18828"/>
                </a:lnTo>
                <a:lnTo>
                  <a:pt x="98839" y="18828"/>
                </a:lnTo>
                <a:lnTo>
                  <a:pt x="98839" y="14121"/>
                </a:lnTo>
                <a:lnTo>
                  <a:pt x="61186" y="14121"/>
                </a:lnTo>
                <a:lnTo>
                  <a:pt x="61186" y="18828"/>
                </a:lnTo>
                <a:lnTo>
                  <a:pt x="56479" y="18828"/>
                </a:lnTo>
                <a:lnTo>
                  <a:pt x="56479" y="23535"/>
                </a:lnTo>
                <a:lnTo>
                  <a:pt x="51773" y="23535"/>
                </a:lnTo>
                <a:lnTo>
                  <a:pt x="51773" y="28242"/>
                </a:lnTo>
                <a:lnTo>
                  <a:pt x="47066" y="28242"/>
                </a:lnTo>
                <a:lnTo>
                  <a:pt x="47066" y="37656"/>
                </a:lnTo>
                <a:lnTo>
                  <a:pt x="42359" y="37656"/>
                </a:lnTo>
                <a:lnTo>
                  <a:pt x="42359" y="42363"/>
                </a:lnTo>
                <a:lnTo>
                  <a:pt x="47066" y="42363"/>
                </a:lnTo>
                <a:lnTo>
                  <a:pt x="47066" y="51777"/>
                </a:lnTo>
                <a:lnTo>
                  <a:pt x="42359" y="51777"/>
                </a:lnTo>
                <a:lnTo>
                  <a:pt x="42359" y="61191"/>
                </a:lnTo>
                <a:lnTo>
                  <a:pt x="47066" y="6119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42" name="Native source glyph inset-8.png">
            <a:extLst xmlns:a="http://schemas.openxmlformats.org/drawingml/2006/main">
              <a:ext uri="{FF2B5EF4-FFF2-40B4-BE49-F238E27FC236}">
                <a16:creationId xmlns:a16="http://schemas.microsoft.com/office/drawing/2014/main" id="{A27D7C90-CEEF-4D4F-866F-47E25086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058" y="2040569"/>
            <a:ext cx="89426" cy="150624"/>
          </a:xfrm>
          <a:custGeom xmlns:a="http://schemas.openxmlformats.org/drawingml/2006/main">
            <a:pathLst>
              <a:path w="89426" h="150624">
                <a:moveTo>
                  <a:pt x="23533" y="23535"/>
                </a:moveTo>
                <a:lnTo>
                  <a:pt x="4707" y="23535"/>
                </a:lnTo>
                <a:lnTo>
                  <a:pt x="4707" y="18828"/>
                </a:lnTo>
                <a:lnTo>
                  <a:pt x="0" y="18828"/>
                </a:lnTo>
                <a:lnTo>
                  <a:pt x="0" y="14121"/>
                </a:lnTo>
                <a:lnTo>
                  <a:pt x="23533" y="14121"/>
                </a:lnTo>
                <a:lnTo>
                  <a:pt x="23533" y="9414"/>
                </a:lnTo>
                <a:lnTo>
                  <a:pt x="37653" y="9414"/>
                </a:lnTo>
                <a:lnTo>
                  <a:pt x="37653" y="4707"/>
                </a:lnTo>
                <a:lnTo>
                  <a:pt x="42359" y="4707"/>
                </a:lnTo>
                <a:lnTo>
                  <a:pt x="42359" y="0"/>
                </a:lnTo>
                <a:lnTo>
                  <a:pt x="56479" y="0"/>
                </a:lnTo>
                <a:lnTo>
                  <a:pt x="56479" y="141210"/>
                </a:lnTo>
                <a:lnTo>
                  <a:pt x="89426" y="141210"/>
                </a:lnTo>
                <a:lnTo>
                  <a:pt x="89426" y="145917"/>
                </a:lnTo>
                <a:lnTo>
                  <a:pt x="84719" y="145917"/>
                </a:lnTo>
                <a:lnTo>
                  <a:pt x="84719" y="150624"/>
                </a:lnTo>
                <a:lnTo>
                  <a:pt x="4707" y="150624"/>
                </a:lnTo>
                <a:lnTo>
                  <a:pt x="4707" y="141210"/>
                </a:lnTo>
                <a:lnTo>
                  <a:pt x="32946" y="141210"/>
                </a:lnTo>
                <a:lnTo>
                  <a:pt x="32946" y="136503"/>
                </a:lnTo>
                <a:lnTo>
                  <a:pt x="37653" y="136503"/>
                </a:lnTo>
                <a:lnTo>
                  <a:pt x="37653" y="18828"/>
                </a:lnTo>
                <a:lnTo>
                  <a:pt x="23533" y="18828"/>
                </a:lnTo>
                <a:lnTo>
                  <a:pt x="23533" y="2353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43" name="Native source glyph inset-8.png">
            <a:extLst xmlns:a="http://schemas.openxmlformats.org/drawingml/2006/main">
              <a:ext uri="{FF2B5EF4-FFF2-40B4-BE49-F238E27FC236}">
                <a16:creationId xmlns:a16="http://schemas.microsoft.com/office/drawing/2014/main" id="{EFB56F46-8D76-4BE9-B511-375D7A43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38" y="2285333"/>
            <a:ext cx="141198" cy="103554"/>
          </a:xfrm>
          <a:custGeom xmlns:a="http://schemas.openxmlformats.org/drawingml/2006/main">
            <a:pathLst>
              <a:path w="141198" h="103554">
                <a:moveTo>
                  <a:pt x="14120" y="9414"/>
                </a:moveTo>
                <a:lnTo>
                  <a:pt x="14120" y="4707"/>
                </a:lnTo>
                <a:lnTo>
                  <a:pt x="23533" y="4707"/>
                </a:lnTo>
                <a:lnTo>
                  <a:pt x="23533" y="0"/>
                </a:lnTo>
                <a:lnTo>
                  <a:pt x="32946" y="0"/>
                </a:lnTo>
                <a:lnTo>
                  <a:pt x="32946" y="4707"/>
                </a:lnTo>
                <a:lnTo>
                  <a:pt x="47066" y="4707"/>
                </a:lnTo>
                <a:lnTo>
                  <a:pt x="47066" y="9414"/>
                </a:lnTo>
                <a:lnTo>
                  <a:pt x="51773" y="9414"/>
                </a:lnTo>
                <a:lnTo>
                  <a:pt x="51773" y="18828"/>
                </a:lnTo>
                <a:lnTo>
                  <a:pt x="61186" y="18828"/>
                </a:lnTo>
                <a:lnTo>
                  <a:pt x="61186" y="14121"/>
                </a:lnTo>
                <a:lnTo>
                  <a:pt x="65893" y="14121"/>
                </a:lnTo>
                <a:lnTo>
                  <a:pt x="65893" y="9414"/>
                </a:lnTo>
                <a:lnTo>
                  <a:pt x="70599" y="9414"/>
                </a:lnTo>
                <a:lnTo>
                  <a:pt x="70599" y="4707"/>
                </a:lnTo>
                <a:lnTo>
                  <a:pt x="84719" y="4707"/>
                </a:lnTo>
                <a:lnTo>
                  <a:pt x="84719" y="0"/>
                </a:lnTo>
                <a:lnTo>
                  <a:pt x="98839" y="0"/>
                </a:lnTo>
                <a:lnTo>
                  <a:pt x="98839" y="4707"/>
                </a:lnTo>
                <a:lnTo>
                  <a:pt x="112959" y="4707"/>
                </a:lnTo>
                <a:lnTo>
                  <a:pt x="112959" y="9414"/>
                </a:lnTo>
                <a:lnTo>
                  <a:pt x="117665" y="9414"/>
                </a:lnTo>
                <a:lnTo>
                  <a:pt x="117665" y="14121"/>
                </a:lnTo>
                <a:lnTo>
                  <a:pt x="122372" y="14121"/>
                </a:lnTo>
                <a:lnTo>
                  <a:pt x="122372" y="42363"/>
                </a:lnTo>
                <a:lnTo>
                  <a:pt x="117665" y="42363"/>
                </a:lnTo>
                <a:lnTo>
                  <a:pt x="117665" y="61191"/>
                </a:lnTo>
                <a:lnTo>
                  <a:pt x="112959" y="61191"/>
                </a:lnTo>
                <a:lnTo>
                  <a:pt x="112959" y="70605"/>
                </a:lnTo>
                <a:lnTo>
                  <a:pt x="108252" y="70605"/>
                </a:lnTo>
                <a:lnTo>
                  <a:pt x="108252" y="84726"/>
                </a:lnTo>
                <a:lnTo>
                  <a:pt x="103545" y="84726"/>
                </a:lnTo>
                <a:lnTo>
                  <a:pt x="103545" y="94140"/>
                </a:lnTo>
                <a:lnTo>
                  <a:pt x="108252" y="94140"/>
                </a:lnTo>
                <a:lnTo>
                  <a:pt x="108252" y="98847"/>
                </a:lnTo>
                <a:lnTo>
                  <a:pt x="112959" y="98847"/>
                </a:lnTo>
                <a:lnTo>
                  <a:pt x="112959" y="94140"/>
                </a:lnTo>
                <a:lnTo>
                  <a:pt x="122372" y="94140"/>
                </a:lnTo>
                <a:lnTo>
                  <a:pt x="122372" y="89433"/>
                </a:lnTo>
                <a:lnTo>
                  <a:pt x="127078" y="89433"/>
                </a:lnTo>
                <a:lnTo>
                  <a:pt x="127078" y="84726"/>
                </a:lnTo>
                <a:lnTo>
                  <a:pt x="131785" y="84726"/>
                </a:lnTo>
                <a:lnTo>
                  <a:pt x="131785" y="70605"/>
                </a:lnTo>
                <a:lnTo>
                  <a:pt x="136492" y="70605"/>
                </a:lnTo>
                <a:lnTo>
                  <a:pt x="136492" y="65898"/>
                </a:lnTo>
                <a:lnTo>
                  <a:pt x="141198" y="65898"/>
                </a:lnTo>
                <a:lnTo>
                  <a:pt x="141198" y="80019"/>
                </a:lnTo>
                <a:lnTo>
                  <a:pt x="136492" y="80019"/>
                </a:lnTo>
                <a:lnTo>
                  <a:pt x="136492" y="89433"/>
                </a:lnTo>
                <a:lnTo>
                  <a:pt x="131785" y="89433"/>
                </a:lnTo>
                <a:lnTo>
                  <a:pt x="131785" y="94140"/>
                </a:lnTo>
                <a:lnTo>
                  <a:pt x="127078" y="94140"/>
                </a:lnTo>
                <a:lnTo>
                  <a:pt x="127078" y="98847"/>
                </a:lnTo>
                <a:lnTo>
                  <a:pt x="122372" y="98847"/>
                </a:lnTo>
                <a:lnTo>
                  <a:pt x="122372" y="103554"/>
                </a:lnTo>
                <a:lnTo>
                  <a:pt x="98839" y="103554"/>
                </a:lnTo>
                <a:lnTo>
                  <a:pt x="98839" y="98847"/>
                </a:lnTo>
                <a:lnTo>
                  <a:pt x="94132" y="98847"/>
                </a:lnTo>
                <a:lnTo>
                  <a:pt x="94132" y="94140"/>
                </a:lnTo>
                <a:lnTo>
                  <a:pt x="89426" y="94140"/>
                </a:lnTo>
                <a:lnTo>
                  <a:pt x="89426" y="70605"/>
                </a:lnTo>
                <a:lnTo>
                  <a:pt x="94132" y="70605"/>
                </a:lnTo>
                <a:lnTo>
                  <a:pt x="94132" y="61191"/>
                </a:lnTo>
                <a:lnTo>
                  <a:pt x="98839" y="61191"/>
                </a:lnTo>
                <a:lnTo>
                  <a:pt x="98839" y="42363"/>
                </a:lnTo>
                <a:lnTo>
                  <a:pt x="103545" y="42363"/>
                </a:lnTo>
                <a:lnTo>
                  <a:pt x="103545" y="14121"/>
                </a:lnTo>
                <a:lnTo>
                  <a:pt x="98839" y="14121"/>
                </a:lnTo>
                <a:lnTo>
                  <a:pt x="98839" y="9414"/>
                </a:lnTo>
                <a:lnTo>
                  <a:pt x="80012" y="9414"/>
                </a:lnTo>
                <a:lnTo>
                  <a:pt x="80012" y="14121"/>
                </a:lnTo>
                <a:lnTo>
                  <a:pt x="70599" y="14121"/>
                </a:lnTo>
                <a:lnTo>
                  <a:pt x="70599" y="18828"/>
                </a:lnTo>
                <a:lnTo>
                  <a:pt x="65893" y="18828"/>
                </a:lnTo>
                <a:lnTo>
                  <a:pt x="65893" y="23535"/>
                </a:lnTo>
                <a:lnTo>
                  <a:pt x="61186" y="23535"/>
                </a:lnTo>
                <a:lnTo>
                  <a:pt x="61186" y="28242"/>
                </a:lnTo>
                <a:lnTo>
                  <a:pt x="56479" y="28242"/>
                </a:lnTo>
                <a:lnTo>
                  <a:pt x="56479" y="37656"/>
                </a:lnTo>
                <a:lnTo>
                  <a:pt x="51773" y="37656"/>
                </a:lnTo>
                <a:lnTo>
                  <a:pt x="51773" y="47070"/>
                </a:lnTo>
                <a:lnTo>
                  <a:pt x="47066" y="47070"/>
                </a:lnTo>
                <a:lnTo>
                  <a:pt x="47066" y="65898"/>
                </a:lnTo>
                <a:lnTo>
                  <a:pt x="42359" y="65898"/>
                </a:lnTo>
                <a:lnTo>
                  <a:pt x="42359" y="84726"/>
                </a:lnTo>
                <a:lnTo>
                  <a:pt x="37653" y="84726"/>
                </a:lnTo>
                <a:lnTo>
                  <a:pt x="37653" y="98847"/>
                </a:lnTo>
                <a:lnTo>
                  <a:pt x="32946" y="98847"/>
                </a:lnTo>
                <a:lnTo>
                  <a:pt x="32946" y="103554"/>
                </a:lnTo>
                <a:lnTo>
                  <a:pt x="18826" y="103554"/>
                </a:lnTo>
                <a:lnTo>
                  <a:pt x="18826" y="84726"/>
                </a:lnTo>
                <a:lnTo>
                  <a:pt x="23533" y="84726"/>
                </a:lnTo>
                <a:lnTo>
                  <a:pt x="23533" y="65898"/>
                </a:lnTo>
                <a:lnTo>
                  <a:pt x="28240" y="65898"/>
                </a:lnTo>
                <a:lnTo>
                  <a:pt x="28240" y="47070"/>
                </a:lnTo>
                <a:lnTo>
                  <a:pt x="32946" y="47070"/>
                </a:lnTo>
                <a:lnTo>
                  <a:pt x="32946" y="28242"/>
                </a:lnTo>
                <a:lnTo>
                  <a:pt x="37653" y="28242"/>
                </a:lnTo>
                <a:lnTo>
                  <a:pt x="37653" y="14121"/>
                </a:lnTo>
                <a:lnTo>
                  <a:pt x="32946" y="14121"/>
                </a:lnTo>
                <a:lnTo>
                  <a:pt x="32946" y="9414"/>
                </a:lnTo>
                <a:lnTo>
                  <a:pt x="23533" y="9414"/>
                </a:lnTo>
                <a:lnTo>
                  <a:pt x="23533" y="14121"/>
                </a:lnTo>
                <a:lnTo>
                  <a:pt x="18826" y="14121"/>
                </a:lnTo>
                <a:lnTo>
                  <a:pt x="18826" y="23535"/>
                </a:lnTo>
                <a:lnTo>
                  <a:pt x="14120" y="23535"/>
                </a:lnTo>
                <a:lnTo>
                  <a:pt x="14120" y="37656"/>
                </a:lnTo>
                <a:lnTo>
                  <a:pt x="0" y="37656"/>
                </a:lnTo>
                <a:lnTo>
                  <a:pt x="0" y="32949"/>
                </a:lnTo>
                <a:lnTo>
                  <a:pt x="4707" y="32949"/>
                </a:lnTo>
                <a:lnTo>
                  <a:pt x="4707" y="18828"/>
                </a:lnTo>
                <a:lnTo>
                  <a:pt x="9413" y="18828"/>
                </a:lnTo>
                <a:lnTo>
                  <a:pt x="9413" y="9414"/>
                </a:lnTo>
                <a:lnTo>
                  <a:pt x="14120" y="9414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44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8D88C831-40EF-4DC4-A7DB-70FFF4D1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262" y="2402625"/>
            <a:ext cx="340791" cy="7658"/>
          </a:xfrm>
          <a:custGeom xmlns:a="http://schemas.openxmlformats.org/drawingml/2006/main">
            <a:pathLst>
              <a:path w="340791" h="7658">
                <a:moveTo>
                  <a:pt x="0" y="0"/>
                </a:moveTo>
                <a:lnTo>
                  <a:pt x="340791" y="0"/>
                </a:lnTo>
                <a:lnTo>
                  <a:pt x="340791" y="7658"/>
                </a:lnTo>
                <a:lnTo>
                  <a:pt x="0" y="76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B6666-8871-416F-BB5B-50905F85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285" y="2095856"/>
            <a:ext cx="1126045" cy="217149"/>
          </a:xfrm>
          <a:custGeom xmlns:a="http://schemas.openxmlformats.org/drawingml/2006/main">
            <a:pathLst>
              <a:path w="1126045" h="217149">
                <a:moveTo>
                  <a:pt x="1042704" y="91879"/>
                </a:moveTo>
                <a:cubicBezTo>
                  <a:pt x="1049252" y="85447"/>
                  <a:pt x="1056661" y="82230"/>
                  <a:pt x="1064951" y="82230"/>
                </a:cubicBezTo>
                <a:cubicBezTo>
                  <a:pt x="1070331" y="82230"/>
                  <a:pt x="1075500" y="83819"/>
                  <a:pt x="1080440" y="87016"/>
                </a:cubicBezTo>
                <a:cubicBezTo>
                  <a:pt x="1085399" y="90214"/>
                  <a:pt x="1089113" y="94598"/>
                  <a:pt x="1091602" y="100189"/>
                </a:cubicBezTo>
                <a:cubicBezTo>
                  <a:pt x="1093210" y="103788"/>
                  <a:pt x="1094244" y="109972"/>
                  <a:pt x="1094742" y="118760"/>
                </a:cubicBezTo>
                <a:lnTo>
                  <a:pt x="1031255" y="118760"/>
                </a:lnTo>
                <a:cubicBezTo>
                  <a:pt x="1032346" y="107292"/>
                  <a:pt x="1036176" y="98331"/>
                  <a:pt x="1042704" y="91879"/>
                </a:cubicBezTo>
                <a:close/>
                <a:moveTo>
                  <a:pt x="1126045" y="127452"/>
                </a:moveTo>
                <a:cubicBezTo>
                  <a:pt x="1126045" y="110470"/>
                  <a:pt x="1121105" y="96934"/>
                  <a:pt x="1111226" y="86787"/>
                </a:cubicBezTo>
                <a:cubicBezTo>
                  <a:pt x="1101347" y="76659"/>
                  <a:pt x="1088711" y="71585"/>
                  <a:pt x="1073337" y="71585"/>
                </a:cubicBezTo>
                <a:cubicBezTo>
                  <a:pt x="1055168" y="71585"/>
                  <a:pt x="1040062" y="78152"/>
                  <a:pt x="1028039" y="91286"/>
                </a:cubicBezTo>
                <a:cubicBezTo>
                  <a:pt x="1015996" y="104420"/>
                  <a:pt x="1009984" y="122704"/>
                  <a:pt x="1009984" y="146176"/>
                </a:cubicBezTo>
                <a:cubicBezTo>
                  <a:pt x="1009984" y="167830"/>
                  <a:pt x="1015843" y="185080"/>
                  <a:pt x="1027579" y="197907"/>
                </a:cubicBezTo>
                <a:cubicBezTo>
                  <a:pt x="1039315" y="210735"/>
                  <a:pt x="1053426" y="217149"/>
                  <a:pt x="1069891" y="217149"/>
                </a:cubicBezTo>
                <a:cubicBezTo>
                  <a:pt x="1085073" y="217149"/>
                  <a:pt x="1097690" y="211539"/>
                  <a:pt x="1107780" y="200301"/>
                </a:cubicBezTo>
                <a:cubicBezTo>
                  <a:pt x="1117870" y="189081"/>
                  <a:pt x="1123958" y="176618"/>
                  <a:pt x="1126045" y="162948"/>
                </a:cubicBezTo>
                <a:lnTo>
                  <a:pt x="1121411" y="159942"/>
                </a:lnTo>
                <a:cubicBezTo>
                  <a:pt x="1116912" y="171927"/>
                  <a:pt x="1111341" y="180389"/>
                  <a:pt x="1104717" y="185329"/>
                </a:cubicBezTo>
                <a:cubicBezTo>
                  <a:pt x="1098073" y="190268"/>
                  <a:pt x="1090262" y="192738"/>
                  <a:pt x="1081263" y="192738"/>
                </a:cubicBezTo>
                <a:cubicBezTo>
                  <a:pt x="1067785" y="192738"/>
                  <a:pt x="1056068" y="186956"/>
                  <a:pt x="1046074" y="175373"/>
                </a:cubicBezTo>
                <a:cubicBezTo>
                  <a:pt x="1036099" y="163790"/>
                  <a:pt x="1031159" y="147823"/>
                  <a:pt x="1031255" y="127452"/>
                </a:cubicBezTo>
                <a:lnTo>
                  <a:pt x="1126045" y="127452"/>
                </a:lnTo>
                <a:close/>
                <a:moveTo>
                  <a:pt x="984234" y="158755"/>
                </a:moveTo>
                <a:cubicBezTo>
                  <a:pt x="979026" y="170836"/>
                  <a:pt x="973685" y="179164"/>
                  <a:pt x="968209" y="183759"/>
                </a:cubicBezTo>
                <a:cubicBezTo>
                  <a:pt x="960417" y="190460"/>
                  <a:pt x="951629" y="193791"/>
                  <a:pt x="941845" y="193791"/>
                </a:cubicBezTo>
                <a:cubicBezTo>
                  <a:pt x="928156" y="193791"/>
                  <a:pt x="917301" y="187531"/>
                  <a:pt x="909279" y="175009"/>
                </a:cubicBezTo>
                <a:cubicBezTo>
                  <a:pt x="901238" y="162469"/>
                  <a:pt x="897217" y="148014"/>
                  <a:pt x="897217" y="131645"/>
                </a:cubicBezTo>
                <a:cubicBezTo>
                  <a:pt x="897217" y="115562"/>
                  <a:pt x="901257" y="102639"/>
                  <a:pt x="909356" y="92856"/>
                </a:cubicBezTo>
                <a:cubicBezTo>
                  <a:pt x="915444" y="85466"/>
                  <a:pt x="923466" y="81771"/>
                  <a:pt x="933460" y="81771"/>
                </a:cubicBezTo>
                <a:cubicBezTo>
                  <a:pt x="939644" y="81771"/>
                  <a:pt x="944488" y="83264"/>
                  <a:pt x="947991" y="86270"/>
                </a:cubicBezTo>
                <a:cubicBezTo>
                  <a:pt x="951476" y="89371"/>
                  <a:pt x="953505" y="93851"/>
                  <a:pt x="954041" y="99748"/>
                </a:cubicBezTo>
                <a:cubicBezTo>
                  <a:pt x="954596" y="105645"/>
                  <a:pt x="955726" y="109627"/>
                  <a:pt x="957430" y="111733"/>
                </a:cubicBezTo>
                <a:cubicBezTo>
                  <a:pt x="960417" y="115524"/>
                  <a:pt x="964858" y="117420"/>
                  <a:pt x="970755" y="117420"/>
                </a:cubicBezTo>
                <a:cubicBezTo>
                  <a:pt x="975140" y="117420"/>
                  <a:pt x="978567" y="116252"/>
                  <a:pt x="980998" y="113897"/>
                </a:cubicBezTo>
                <a:cubicBezTo>
                  <a:pt x="983449" y="111561"/>
                  <a:pt x="984674" y="108479"/>
                  <a:pt x="984674" y="104688"/>
                </a:cubicBezTo>
                <a:cubicBezTo>
                  <a:pt x="984674" y="96991"/>
                  <a:pt x="980328" y="89582"/>
                  <a:pt x="971655" y="82441"/>
                </a:cubicBezTo>
                <a:cubicBezTo>
                  <a:pt x="962963" y="75319"/>
                  <a:pt x="951878" y="71738"/>
                  <a:pt x="938399" y="71738"/>
                </a:cubicBezTo>
                <a:cubicBezTo>
                  <a:pt x="920422" y="71738"/>
                  <a:pt x="905029" y="78478"/>
                  <a:pt x="892201" y="91956"/>
                </a:cubicBezTo>
                <a:cubicBezTo>
                  <a:pt x="879374" y="105434"/>
                  <a:pt x="872960" y="122953"/>
                  <a:pt x="872960" y="144530"/>
                </a:cubicBezTo>
                <a:cubicBezTo>
                  <a:pt x="872960" y="166796"/>
                  <a:pt x="878742" y="184467"/>
                  <a:pt x="890325" y="197544"/>
                </a:cubicBezTo>
                <a:cubicBezTo>
                  <a:pt x="901908" y="210620"/>
                  <a:pt x="915482" y="217149"/>
                  <a:pt x="931067" y="217149"/>
                </a:cubicBezTo>
                <a:cubicBezTo>
                  <a:pt x="944143" y="217149"/>
                  <a:pt x="956071" y="212286"/>
                  <a:pt x="966850" y="202560"/>
                </a:cubicBezTo>
                <a:cubicBezTo>
                  <a:pt x="977648" y="192815"/>
                  <a:pt x="984885" y="178915"/>
                  <a:pt x="988580" y="160842"/>
                </a:cubicBezTo>
                <a:lnTo>
                  <a:pt x="984234" y="158755"/>
                </a:lnTo>
                <a:close/>
                <a:moveTo>
                  <a:pt x="758680" y="71738"/>
                </a:moveTo>
                <a:lnTo>
                  <a:pt x="752247" y="71738"/>
                </a:lnTo>
                <a:lnTo>
                  <a:pt x="710912" y="88510"/>
                </a:lnTo>
                <a:lnTo>
                  <a:pt x="713152" y="93909"/>
                </a:lnTo>
                <a:cubicBezTo>
                  <a:pt x="717058" y="92416"/>
                  <a:pt x="720389" y="91650"/>
                  <a:pt x="723184" y="91650"/>
                </a:cubicBezTo>
                <a:cubicBezTo>
                  <a:pt x="725788" y="91650"/>
                  <a:pt x="727856" y="92301"/>
                  <a:pt x="729407" y="93603"/>
                </a:cubicBezTo>
                <a:cubicBezTo>
                  <a:pt x="730957" y="94904"/>
                  <a:pt x="732106" y="97355"/>
                  <a:pt x="732853" y="100935"/>
                </a:cubicBezTo>
                <a:cubicBezTo>
                  <a:pt x="733599" y="104535"/>
                  <a:pt x="733982" y="114567"/>
                  <a:pt x="733982" y="131051"/>
                </a:cubicBezTo>
                <a:lnTo>
                  <a:pt x="733982" y="181959"/>
                </a:lnTo>
                <a:cubicBezTo>
                  <a:pt x="733982" y="191953"/>
                  <a:pt x="732757" y="198712"/>
                  <a:pt x="730306" y="202253"/>
                </a:cubicBezTo>
                <a:cubicBezTo>
                  <a:pt x="727856" y="205795"/>
                  <a:pt x="723146" y="207576"/>
                  <a:pt x="716158" y="207576"/>
                </a:cubicBezTo>
                <a:lnTo>
                  <a:pt x="713152" y="207576"/>
                </a:lnTo>
                <a:lnTo>
                  <a:pt x="713152" y="212956"/>
                </a:lnTo>
                <a:lnTo>
                  <a:pt x="781004" y="212956"/>
                </a:lnTo>
                <a:lnTo>
                  <a:pt x="781004" y="207576"/>
                </a:lnTo>
                <a:cubicBezTo>
                  <a:pt x="773518" y="207576"/>
                  <a:pt x="768540" y="206906"/>
                  <a:pt x="766109" y="205546"/>
                </a:cubicBezTo>
                <a:cubicBezTo>
                  <a:pt x="763658" y="204206"/>
                  <a:pt x="761724" y="202081"/>
                  <a:pt x="760327" y="199190"/>
                </a:cubicBezTo>
                <a:cubicBezTo>
                  <a:pt x="759235" y="196988"/>
                  <a:pt x="758680" y="191245"/>
                  <a:pt x="758680" y="181959"/>
                </a:cubicBezTo>
                <a:lnTo>
                  <a:pt x="758680" y="109627"/>
                </a:lnTo>
                <a:cubicBezTo>
                  <a:pt x="770474" y="96647"/>
                  <a:pt x="782306" y="90156"/>
                  <a:pt x="794176" y="90156"/>
                </a:cubicBezTo>
                <a:cubicBezTo>
                  <a:pt x="801872" y="90156"/>
                  <a:pt x="807329" y="92990"/>
                  <a:pt x="810584" y="98619"/>
                </a:cubicBezTo>
                <a:cubicBezTo>
                  <a:pt x="813819" y="104267"/>
                  <a:pt x="815447" y="113322"/>
                  <a:pt x="815447" y="125805"/>
                </a:cubicBezTo>
                <a:lnTo>
                  <a:pt x="815447" y="181959"/>
                </a:lnTo>
                <a:cubicBezTo>
                  <a:pt x="815447" y="189847"/>
                  <a:pt x="815236" y="194538"/>
                  <a:pt x="814853" y="196050"/>
                </a:cubicBezTo>
                <a:cubicBezTo>
                  <a:pt x="813858" y="199841"/>
                  <a:pt x="812077" y="202713"/>
                  <a:pt x="809531" y="204647"/>
                </a:cubicBezTo>
                <a:cubicBezTo>
                  <a:pt x="806984" y="206599"/>
                  <a:pt x="802523" y="207576"/>
                  <a:pt x="796129" y="207576"/>
                </a:cubicBezTo>
                <a:lnTo>
                  <a:pt x="793276" y="207576"/>
                </a:lnTo>
                <a:lnTo>
                  <a:pt x="793276" y="212956"/>
                </a:lnTo>
                <a:lnTo>
                  <a:pt x="861128" y="212956"/>
                </a:lnTo>
                <a:lnTo>
                  <a:pt x="861128" y="207576"/>
                </a:lnTo>
                <a:cubicBezTo>
                  <a:pt x="854542" y="207576"/>
                  <a:pt x="850023" y="206868"/>
                  <a:pt x="847573" y="205470"/>
                </a:cubicBezTo>
                <a:cubicBezTo>
                  <a:pt x="845122" y="204072"/>
                  <a:pt x="843342" y="202139"/>
                  <a:pt x="842250" y="199631"/>
                </a:cubicBezTo>
                <a:cubicBezTo>
                  <a:pt x="840853" y="196548"/>
                  <a:pt x="840164" y="190651"/>
                  <a:pt x="840164" y="181959"/>
                </a:cubicBezTo>
                <a:lnTo>
                  <a:pt x="840164" y="123412"/>
                </a:lnTo>
                <a:cubicBezTo>
                  <a:pt x="840164" y="111025"/>
                  <a:pt x="839053" y="101835"/>
                  <a:pt x="836871" y="95843"/>
                </a:cubicBezTo>
                <a:cubicBezTo>
                  <a:pt x="833673" y="87265"/>
                  <a:pt x="829365" y="81100"/>
                  <a:pt x="823986" y="77348"/>
                </a:cubicBezTo>
                <a:cubicBezTo>
                  <a:pt x="818587" y="73615"/>
                  <a:pt x="812154" y="71738"/>
                  <a:pt x="804668" y="71738"/>
                </a:cubicBezTo>
                <a:cubicBezTo>
                  <a:pt x="790079" y="71738"/>
                  <a:pt x="774762" y="81426"/>
                  <a:pt x="758680" y="100801"/>
                </a:cubicBezTo>
                <a:lnTo>
                  <a:pt x="758680" y="71738"/>
                </a:lnTo>
                <a:close/>
                <a:moveTo>
                  <a:pt x="617080" y="91879"/>
                </a:moveTo>
                <a:cubicBezTo>
                  <a:pt x="623628" y="85447"/>
                  <a:pt x="631037" y="82230"/>
                  <a:pt x="639327" y="82230"/>
                </a:cubicBezTo>
                <a:cubicBezTo>
                  <a:pt x="644726" y="82230"/>
                  <a:pt x="649876" y="83819"/>
                  <a:pt x="654835" y="87016"/>
                </a:cubicBezTo>
                <a:cubicBezTo>
                  <a:pt x="659774" y="90214"/>
                  <a:pt x="663489" y="94598"/>
                  <a:pt x="665977" y="100189"/>
                </a:cubicBezTo>
                <a:cubicBezTo>
                  <a:pt x="667586" y="103788"/>
                  <a:pt x="668620" y="109972"/>
                  <a:pt x="669136" y="118760"/>
                </a:cubicBezTo>
                <a:lnTo>
                  <a:pt x="605631" y="118760"/>
                </a:lnTo>
                <a:cubicBezTo>
                  <a:pt x="606722" y="107292"/>
                  <a:pt x="610551" y="98331"/>
                  <a:pt x="617080" y="91879"/>
                </a:cubicBezTo>
                <a:close/>
                <a:moveTo>
                  <a:pt x="700420" y="127452"/>
                </a:moveTo>
                <a:cubicBezTo>
                  <a:pt x="700420" y="110470"/>
                  <a:pt x="695481" y="96934"/>
                  <a:pt x="685602" y="86787"/>
                </a:cubicBezTo>
                <a:cubicBezTo>
                  <a:pt x="675723" y="76659"/>
                  <a:pt x="663086" y="71585"/>
                  <a:pt x="647713" y="71585"/>
                </a:cubicBezTo>
                <a:cubicBezTo>
                  <a:pt x="629544" y="71585"/>
                  <a:pt x="614438" y="78152"/>
                  <a:pt x="602414" y="91286"/>
                </a:cubicBezTo>
                <a:cubicBezTo>
                  <a:pt x="590372" y="104420"/>
                  <a:pt x="584360" y="122704"/>
                  <a:pt x="584360" y="146176"/>
                </a:cubicBezTo>
                <a:cubicBezTo>
                  <a:pt x="584360" y="167830"/>
                  <a:pt x="590238" y="185080"/>
                  <a:pt x="601955" y="197907"/>
                </a:cubicBezTo>
                <a:cubicBezTo>
                  <a:pt x="613691" y="210735"/>
                  <a:pt x="627801" y="217149"/>
                  <a:pt x="644266" y="217149"/>
                </a:cubicBezTo>
                <a:cubicBezTo>
                  <a:pt x="659449" y="217149"/>
                  <a:pt x="672066" y="211539"/>
                  <a:pt x="682155" y="200301"/>
                </a:cubicBezTo>
                <a:cubicBezTo>
                  <a:pt x="692245" y="189081"/>
                  <a:pt x="698333" y="176618"/>
                  <a:pt x="700420" y="162948"/>
                </a:cubicBezTo>
                <a:lnTo>
                  <a:pt x="695787" y="159942"/>
                </a:lnTo>
                <a:cubicBezTo>
                  <a:pt x="691288" y="171927"/>
                  <a:pt x="685736" y="180389"/>
                  <a:pt x="679092" y="185329"/>
                </a:cubicBezTo>
                <a:cubicBezTo>
                  <a:pt x="672449" y="190268"/>
                  <a:pt x="664637" y="192738"/>
                  <a:pt x="655658" y="192738"/>
                </a:cubicBezTo>
                <a:cubicBezTo>
                  <a:pt x="642180" y="192738"/>
                  <a:pt x="630443" y="186956"/>
                  <a:pt x="620449" y="175373"/>
                </a:cubicBezTo>
                <a:cubicBezTo>
                  <a:pt x="610475" y="163790"/>
                  <a:pt x="605535" y="147823"/>
                  <a:pt x="605631" y="127452"/>
                </a:cubicBezTo>
                <a:lnTo>
                  <a:pt x="700420" y="127452"/>
                </a:lnTo>
                <a:close/>
                <a:moveTo>
                  <a:pt x="499756" y="200684"/>
                </a:moveTo>
                <a:cubicBezTo>
                  <a:pt x="488958" y="200684"/>
                  <a:pt x="479174" y="195323"/>
                  <a:pt x="470406" y="184582"/>
                </a:cubicBezTo>
                <a:cubicBezTo>
                  <a:pt x="461618" y="173861"/>
                  <a:pt x="457215" y="158410"/>
                  <a:pt x="457215" y="138231"/>
                </a:cubicBezTo>
                <a:cubicBezTo>
                  <a:pt x="457215" y="118262"/>
                  <a:pt x="461752" y="103099"/>
                  <a:pt x="470846" y="92703"/>
                </a:cubicBezTo>
                <a:cubicBezTo>
                  <a:pt x="477739" y="84815"/>
                  <a:pt x="485569" y="80871"/>
                  <a:pt x="494357" y="80871"/>
                </a:cubicBezTo>
                <a:cubicBezTo>
                  <a:pt x="499048" y="80871"/>
                  <a:pt x="503872" y="82307"/>
                  <a:pt x="508812" y="85140"/>
                </a:cubicBezTo>
                <a:cubicBezTo>
                  <a:pt x="513751" y="87993"/>
                  <a:pt x="517714" y="92205"/>
                  <a:pt x="520720" y="97795"/>
                </a:cubicBezTo>
                <a:cubicBezTo>
                  <a:pt x="523707" y="103386"/>
                  <a:pt x="525507" y="109589"/>
                  <a:pt x="526100" y="116367"/>
                </a:cubicBezTo>
                <a:lnTo>
                  <a:pt x="526100" y="187052"/>
                </a:lnTo>
                <a:cubicBezTo>
                  <a:pt x="517619" y="196146"/>
                  <a:pt x="508831" y="200684"/>
                  <a:pt x="499756" y="200684"/>
                </a:cubicBezTo>
                <a:close/>
                <a:moveTo>
                  <a:pt x="526100" y="217149"/>
                </a:moveTo>
                <a:lnTo>
                  <a:pt x="532993" y="217149"/>
                </a:lnTo>
                <a:lnTo>
                  <a:pt x="573734" y="200243"/>
                </a:lnTo>
                <a:lnTo>
                  <a:pt x="572088" y="194997"/>
                </a:lnTo>
                <a:cubicBezTo>
                  <a:pt x="567589" y="196701"/>
                  <a:pt x="563989" y="197544"/>
                  <a:pt x="561309" y="197544"/>
                </a:cubicBezTo>
                <a:cubicBezTo>
                  <a:pt x="559107" y="197544"/>
                  <a:pt x="557193" y="196835"/>
                  <a:pt x="555527" y="195438"/>
                </a:cubicBezTo>
                <a:cubicBezTo>
                  <a:pt x="553880" y="194040"/>
                  <a:pt x="552693" y="191570"/>
                  <a:pt x="551947" y="188028"/>
                </a:cubicBezTo>
                <a:cubicBezTo>
                  <a:pt x="551200" y="184486"/>
                  <a:pt x="550817" y="174684"/>
                  <a:pt x="550817" y="158602"/>
                </a:cubicBezTo>
                <a:lnTo>
                  <a:pt x="550817" y="0"/>
                </a:lnTo>
                <a:lnTo>
                  <a:pt x="544078" y="0"/>
                </a:lnTo>
                <a:lnTo>
                  <a:pt x="503202" y="16771"/>
                </a:lnTo>
                <a:lnTo>
                  <a:pt x="505136" y="22017"/>
                </a:lnTo>
                <a:cubicBezTo>
                  <a:pt x="509424" y="20428"/>
                  <a:pt x="512871" y="19624"/>
                  <a:pt x="515474" y="19624"/>
                </a:cubicBezTo>
                <a:cubicBezTo>
                  <a:pt x="517868" y="19624"/>
                  <a:pt x="519859" y="20275"/>
                  <a:pt x="521467" y="21577"/>
                </a:cubicBezTo>
                <a:cubicBezTo>
                  <a:pt x="523056" y="22860"/>
                  <a:pt x="524243" y="25310"/>
                  <a:pt x="524990" y="28910"/>
                </a:cubicBezTo>
                <a:cubicBezTo>
                  <a:pt x="525736" y="32509"/>
                  <a:pt x="526100" y="42139"/>
                  <a:pt x="526100" y="57820"/>
                </a:cubicBezTo>
                <a:lnTo>
                  <a:pt x="526100" y="83130"/>
                </a:lnTo>
                <a:cubicBezTo>
                  <a:pt x="518212" y="75433"/>
                  <a:pt x="508237" y="71585"/>
                  <a:pt x="496157" y="71585"/>
                </a:cubicBezTo>
                <a:cubicBezTo>
                  <a:pt x="476686" y="71585"/>
                  <a:pt x="460756" y="79760"/>
                  <a:pt x="448388" y="96072"/>
                </a:cubicBezTo>
                <a:cubicBezTo>
                  <a:pt x="436001" y="112403"/>
                  <a:pt x="429817" y="130400"/>
                  <a:pt x="429817" y="150063"/>
                </a:cubicBezTo>
                <a:cubicBezTo>
                  <a:pt x="429817" y="169744"/>
                  <a:pt x="435408" y="185827"/>
                  <a:pt x="446589" y="198367"/>
                </a:cubicBezTo>
                <a:cubicBezTo>
                  <a:pt x="457770" y="210888"/>
                  <a:pt x="470846" y="217149"/>
                  <a:pt x="485818" y="217149"/>
                </a:cubicBezTo>
                <a:cubicBezTo>
                  <a:pt x="493208" y="217149"/>
                  <a:pt x="500101" y="215636"/>
                  <a:pt x="506495" y="212592"/>
                </a:cubicBezTo>
                <a:cubicBezTo>
                  <a:pt x="512871" y="209548"/>
                  <a:pt x="519418" y="204532"/>
                  <a:pt x="526100" y="197544"/>
                </a:cubicBezTo>
                <a:lnTo>
                  <a:pt x="526100" y="217149"/>
                </a:lnTo>
                <a:close/>
                <a:moveTo>
                  <a:pt x="384730" y="71738"/>
                </a:moveTo>
                <a:lnTo>
                  <a:pt x="343394" y="88510"/>
                </a:lnTo>
                <a:lnTo>
                  <a:pt x="345500" y="93909"/>
                </a:lnTo>
                <a:cubicBezTo>
                  <a:pt x="349483" y="92416"/>
                  <a:pt x="352891" y="91650"/>
                  <a:pt x="355686" y="91650"/>
                </a:cubicBezTo>
                <a:cubicBezTo>
                  <a:pt x="358270" y="91650"/>
                  <a:pt x="360319" y="92281"/>
                  <a:pt x="361812" y="93526"/>
                </a:cubicBezTo>
                <a:cubicBezTo>
                  <a:pt x="363325" y="94770"/>
                  <a:pt x="364416" y="96991"/>
                  <a:pt x="365105" y="100189"/>
                </a:cubicBezTo>
                <a:cubicBezTo>
                  <a:pt x="366005" y="104592"/>
                  <a:pt x="366465" y="114222"/>
                  <a:pt x="366465" y="129098"/>
                </a:cubicBezTo>
                <a:lnTo>
                  <a:pt x="366465" y="181959"/>
                </a:lnTo>
                <a:cubicBezTo>
                  <a:pt x="366465" y="190460"/>
                  <a:pt x="365795" y="196184"/>
                  <a:pt x="364435" y="199190"/>
                </a:cubicBezTo>
                <a:cubicBezTo>
                  <a:pt x="363095" y="202177"/>
                  <a:pt x="361276" y="204321"/>
                  <a:pt x="358979" y="205623"/>
                </a:cubicBezTo>
                <a:cubicBezTo>
                  <a:pt x="356681" y="206925"/>
                  <a:pt x="352182" y="207576"/>
                  <a:pt x="345500" y="207576"/>
                </a:cubicBezTo>
                <a:lnTo>
                  <a:pt x="345500" y="212956"/>
                </a:lnTo>
                <a:lnTo>
                  <a:pt x="412146" y="212956"/>
                </a:lnTo>
                <a:lnTo>
                  <a:pt x="412146" y="207576"/>
                </a:lnTo>
                <a:cubicBezTo>
                  <a:pt x="405656" y="207576"/>
                  <a:pt x="401176" y="206868"/>
                  <a:pt x="398744" y="205470"/>
                </a:cubicBezTo>
                <a:cubicBezTo>
                  <a:pt x="396293" y="204072"/>
                  <a:pt x="394436" y="201966"/>
                  <a:pt x="393192" y="199114"/>
                </a:cubicBezTo>
                <a:cubicBezTo>
                  <a:pt x="391947" y="196261"/>
                  <a:pt x="391316" y="190556"/>
                  <a:pt x="391316" y="181959"/>
                </a:cubicBezTo>
                <a:lnTo>
                  <a:pt x="391316" y="71738"/>
                </a:lnTo>
                <a:lnTo>
                  <a:pt x="384730" y="71738"/>
                </a:lnTo>
                <a:close/>
                <a:moveTo>
                  <a:pt x="368035" y="4423"/>
                </a:moveTo>
                <a:cubicBezTo>
                  <a:pt x="365086" y="7371"/>
                  <a:pt x="363612" y="10932"/>
                  <a:pt x="363612" y="15125"/>
                </a:cubicBezTo>
                <a:cubicBezTo>
                  <a:pt x="363612" y="19318"/>
                  <a:pt x="365105" y="22917"/>
                  <a:pt x="368111" y="25904"/>
                </a:cubicBezTo>
                <a:cubicBezTo>
                  <a:pt x="371098" y="28910"/>
                  <a:pt x="374697" y="30403"/>
                  <a:pt x="378890" y="30403"/>
                </a:cubicBezTo>
                <a:cubicBezTo>
                  <a:pt x="383083" y="30403"/>
                  <a:pt x="386663" y="28910"/>
                  <a:pt x="389593" y="25904"/>
                </a:cubicBezTo>
                <a:cubicBezTo>
                  <a:pt x="392541" y="22917"/>
                  <a:pt x="394015" y="19318"/>
                  <a:pt x="394015" y="15125"/>
                </a:cubicBezTo>
                <a:cubicBezTo>
                  <a:pt x="394015" y="10932"/>
                  <a:pt x="392541" y="7371"/>
                  <a:pt x="389593" y="4423"/>
                </a:cubicBezTo>
                <a:cubicBezTo>
                  <a:pt x="386663" y="1474"/>
                  <a:pt x="383083" y="0"/>
                  <a:pt x="378890" y="0"/>
                </a:cubicBezTo>
                <a:cubicBezTo>
                  <a:pt x="374602" y="0"/>
                  <a:pt x="370983" y="1474"/>
                  <a:pt x="368035" y="4423"/>
                </a:cubicBezTo>
                <a:close/>
                <a:moveTo>
                  <a:pt x="183606" y="81330"/>
                </a:moveTo>
                <a:cubicBezTo>
                  <a:pt x="188603" y="82134"/>
                  <a:pt x="191934" y="82977"/>
                  <a:pt x="193638" y="83877"/>
                </a:cubicBezTo>
                <a:cubicBezTo>
                  <a:pt x="196740" y="85466"/>
                  <a:pt x="199286" y="87438"/>
                  <a:pt x="201277" y="89793"/>
                </a:cubicBezTo>
                <a:cubicBezTo>
                  <a:pt x="203268" y="92128"/>
                  <a:pt x="205374" y="95996"/>
                  <a:pt x="207557" y="101395"/>
                </a:cubicBezTo>
                <a:lnTo>
                  <a:pt x="256531" y="217149"/>
                </a:lnTo>
                <a:lnTo>
                  <a:pt x="262677" y="217149"/>
                </a:lnTo>
                <a:lnTo>
                  <a:pt x="311345" y="99442"/>
                </a:lnTo>
                <a:cubicBezTo>
                  <a:pt x="314140" y="92454"/>
                  <a:pt x="317280" y="87457"/>
                  <a:pt x="320783" y="84470"/>
                </a:cubicBezTo>
                <a:cubicBezTo>
                  <a:pt x="322775" y="82766"/>
                  <a:pt x="326374" y="81732"/>
                  <a:pt x="331562" y="81330"/>
                </a:cubicBezTo>
                <a:lnTo>
                  <a:pt x="331562" y="75778"/>
                </a:lnTo>
                <a:lnTo>
                  <a:pt x="286781" y="75778"/>
                </a:lnTo>
                <a:lnTo>
                  <a:pt x="286781" y="81330"/>
                </a:lnTo>
                <a:cubicBezTo>
                  <a:pt x="291989" y="81330"/>
                  <a:pt x="295416" y="81598"/>
                  <a:pt x="297120" y="82153"/>
                </a:cubicBezTo>
                <a:cubicBezTo>
                  <a:pt x="298824" y="82690"/>
                  <a:pt x="300221" y="83723"/>
                  <a:pt x="301312" y="85217"/>
                </a:cubicBezTo>
                <a:cubicBezTo>
                  <a:pt x="302117" y="86117"/>
                  <a:pt x="302519" y="87265"/>
                  <a:pt x="302519" y="88663"/>
                </a:cubicBezTo>
                <a:cubicBezTo>
                  <a:pt x="302519" y="91554"/>
                  <a:pt x="301370" y="95804"/>
                  <a:pt x="299072" y="101395"/>
                </a:cubicBezTo>
                <a:lnTo>
                  <a:pt x="267023" y="180025"/>
                </a:lnTo>
                <a:lnTo>
                  <a:pt x="235126" y="104247"/>
                </a:lnTo>
                <a:cubicBezTo>
                  <a:pt x="233020" y="99442"/>
                  <a:pt x="231967" y="95306"/>
                  <a:pt x="231967" y="91803"/>
                </a:cubicBezTo>
                <a:cubicBezTo>
                  <a:pt x="231967" y="88606"/>
                  <a:pt x="233001" y="86059"/>
                  <a:pt x="235050" y="84164"/>
                </a:cubicBezTo>
                <a:cubicBezTo>
                  <a:pt x="237098" y="82268"/>
                  <a:pt x="240066" y="81330"/>
                  <a:pt x="243952" y="81330"/>
                </a:cubicBezTo>
                <a:lnTo>
                  <a:pt x="248145" y="81330"/>
                </a:lnTo>
                <a:lnTo>
                  <a:pt x="248145" y="75778"/>
                </a:lnTo>
                <a:lnTo>
                  <a:pt x="183606" y="75778"/>
                </a:lnTo>
                <a:lnTo>
                  <a:pt x="183606" y="81330"/>
                </a:lnTo>
                <a:close/>
                <a:moveTo>
                  <a:pt x="113514" y="20964"/>
                </a:moveTo>
                <a:cubicBezTo>
                  <a:pt x="123604" y="20964"/>
                  <a:pt x="130630" y="21711"/>
                  <a:pt x="134631" y="23224"/>
                </a:cubicBezTo>
                <a:cubicBezTo>
                  <a:pt x="139628" y="25310"/>
                  <a:pt x="143400" y="28355"/>
                  <a:pt x="145946" y="32356"/>
                </a:cubicBezTo>
                <a:cubicBezTo>
                  <a:pt x="148493" y="36338"/>
                  <a:pt x="150809" y="43690"/>
                  <a:pt x="152896" y="54373"/>
                </a:cubicBezTo>
                <a:lnTo>
                  <a:pt x="158736" y="54373"/>
                </a:lnTo>
                <a:lnTo>
                  <a:pt x="156496" y="9898"/>
                </a:lnTo>
                <a:lnTo>
                  <a:pt x="0" y="9898"/>
                </a:lnTo>
                <a:lnTo>
                  <a:pt x="0" y="15431"/>
                </a:lnTo>
                <a:lnTo>
                  <a:pt x="7180" y="15431"/>
                </a:lnTo>
                <a:cubicBezTo>
                  <a:pt x="15565" y="15431"/>
                  <a:pt x="21558" y="17422"/>
                  <a:pt x="25157" y="21424"/>
                </a:cubicBezTo>
                <a:cubicBezTo>
                  <a:pt x="27742" y="24411"/>
                  <a:pt x="29044" y="32356"/>
                  <a:pt x="29044" y="45241"/>
                </a:cubicBezTo>
                <a:lnTo>
                  <a:pt x="29044" y="177173"/>
                </a:lnTo>
                <a:cubicBezTo>
                  <a:pt x="29044" y="187052"/>
                  <a:pt x="28469" y="193600"/>
                  <a:pt x="27321" y="196797"/>
                </a:cubicBezTo>
                <a:cubicBezTo>
                  <a:pt x="26172" y="199994"/>
                  <a:pt x="24009" y="202387"/>
                  <a:pt x="20811" y="203977"/>
                </a:cubicBezTo>
                <a:cubicBezTo>
                  <a:pt x="16523" y="206274"/>
                  <a:pt x="11985" y="207423"/>
                  <a:pt x="7180" y="207423"/>
                </a:cubicBezTo>
                <a:lnTo>
                  <a:pt x="0" y="207423"/>
                </a:lnTo>
                <a:lnTo>
                  <a:pt x="0" y="212956"/>
                </a:lnTo>
                <a:lnTo>
                  <a:pt x="156496" y="212956"/>
                </a:lnTo>
                <a:lnTo>
                  <a:pt x="174014" y="162048"/>
                </a:lnTo>
                <a:lnTo>
                  <a:pt x="168021" y="162048"/>
                </a:lnTo>
                <a:cubicBezTo>
                  <a:pt x="161531" y="174531"/>
                  <a:pt x="155194" y="183855"/>
                  <a:pt x="149010" y="190058"/>
                </a:cubicBezTo>
                <a:cubicBezTo>
                  <a:pt x="144223" y="194748"/>
                  <a:pt x="139226" y="197888"/>
                  <a:pt x="134038" y="199477"/>
                </a:cubicBezTo>
                <a:cubicBezTo>
                  <a:pt x="128849" y="201086"/>
                  <a:pt x="120502" y="201890"/>
                  <a:pt x="109015" y="201890"/>
                </a:cubicBezTo>
                <a:lnTo>
                  <a:pt x="74572" y="201890"/>
                </a:lnTo>
                <a:cubicBezTo>
                  <a:pt x="68981" y="201890"/>
                  <a:pt x="65191" y="201315"/>
                  <a:pt x="63199" y="200167"/>
                </a:cubicBezTo>
                <a:cubicBezTo>
                  <a:pt x="61189" y="199018"/>
                  <a:pt x="59792" y="197467"/>
                  <a:pt x="59007" y="195514"/>
                </a:cubicBezTo>
                <a:cubicBezTo>
                  <a:pt x="58202" y="193561"/>
                  <a:pt x="57800" y="188105"/>
                  <a:pt x="57800" y="179126"/>
                </a:cubicBezTo>
                <a:lnTo>
                  <a:pt x="57800" y="112174"/>
                </a:lnTo>
                <a:lnTo>
                  <a:pt x="102429" y="112174"/>
                </a:lnTo>
                <a:cubicBezTo>
                  <a:pt x="110910" y="112174"/>
                  <a:pt x="117209" y="113169"/>
                  <a:pt x="121306" y="115180"/>
                </a:cubicBezTo>
                <a:cubicBezTo>
                  <a:pt x="125403" y="117171"/>
                  <a:pt x="128333" y="119908"/>
                  <a:pt x="130132" y="123412"/>
                </a:cubicBezTo>
                <a:cubicBezTo>
                  <a:pt x="131530" y="126207"/>
                  <a:pt x="132927" y="132545"/>
                  <a:pt x="134325" y="142424"/>
                </a:cubicBezTo>
                <a:lnTo>
                  <a:pt x="139877" y="142424"/>
                </a:lnTo>
                <a:lnTo>
                  <a:pt x="139877" y="71738"/>
                </a:lnTo>
                <a:lnTo>
                  <a:pt x="134325" y="71738"/>
                </a:lnTo>
                <a:cubicBezTo>
                  <a:pt x="133732" y="83321"/>
                  <a:pt x="130841" y="91420"/>
                  <a:pt x="125652" y="95996"/>
                </a:cubicBezTo>
                <a:cubicBezTo>
                  <a:pt x="121746" y="99499"/>
                  <a:pt x="114012" y="101242"/>
                  <a:pt x="102429" y="101242"/>
                </a:cubicBezTo>
                <a:lnTo>
                  <a:pt x="57800" y="101242"/>
                </a:lnTo>
                <a:lnTo>
                  <a:pt x="57800" y="20964"/>
                </a:lnTo>
                <a:lnTo>
                  <a:pt x="113514" y="20964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6A72F9F7-40BD-429B-9ED4-8AF338E5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803" y="5150795"/>
            <a:ext cx="415841" cy="385932"/>
          </a:xfrm>
          <a:custGeom xmlns:a="http://schemas.openxmlformats.org/drawingml/2006/main">
            <a:pathLst>
              <a:path w="415841" h="385932">
                <a:moveTo>
                  <a:pt x="0" y="0"/>
                </a:moveTo>
                <a:lnTo>
                  <a:pt x="415841" y="0"/>
                </a:lnTo>
                <a:lnTo>
                  <a:pt x="415841" y="385932"/>
                </a:lnTo>
                <a:lnTo>
                  <a:pt x="0" y="38593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47" name="Native source glyph inset-10.png">
            <a:extLst xmlns:a="http://schemas.openxmlformats.org/drawingml/2006/main">
              <a:ext uri="{FF2B5EF4-FFF2-40B4-BE49-F238E27FC236}">
                <a16:creationId xmlns:a16="http://schemas.microsoft.com/office/drawing/2014/main" id="{37F18275-704F-467F-9E1D-C0033497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156" y="5296696"/>
            <a:ext cx="151215" cy="145901"/>
          </a:xfrm>
          <a:custGeom xmlns:a="http://schemas.openxmlformats.org/drawingml/2006/main">
            <a:pathLst>
              <a:path w="151215" h="145901">
                <a:moveTo>
                  <a:pt x="33078" y="14119"/>
                </a:moveTo>
                <a:lnTo>
                  <a:pt x="33078" y="9413"/>
                </a:lnTo>
                <a:lnTo>
                  <a:pt x="37804" y="9413"/>
                </a:lnTo>
                <a:lnTo>
                  <a:pt x="37804" y="4706"/>
                </a:lnTo>
                <a:lnTo>
                  <a:pt x="51980" y="4706"/>
                </a:lnTo>
                <a:lnTo>
                  <a:pt x="51980" y="0"/>
                </a:lnTo>
                <a:lnTo>
                  <a:pt x="113411" y="0"/>
                </a:lnTo>
                <a:lnTo>
                  <a:pt x="113411" y="4706"/>
                </a:lnTo>
                <a:lnTo>
                  <a:pt x="122862" y="4706"/>
                </a:lnTo>
                <a:lnTo>
                  <a:pt x="122862" y="9413"/>
                </a:lnTo>
                <a:lnTo>
                  <a:pt x="132313" y="9413"/>
                </a:lnTo>
                <a:lnTo>
                  <a:pt x="132313" y="14119"/>
                </a:lnTo>
                <a:lnTo>
                  <a:pt x="137039" y="14119"/>
                </a:lnTo>
                <a:lnTo>
                  <a:pt x="137039" y="23532"/>
                </a:lnTo>
                <a:lnTo>
                  <a:pt x="141764" y="23532"/>
                </a:lnTo>
                <a:lnTo>
                  <a:pt x="141764" y="28239"/>
                </a:lnTo>
                <a:lnTo>
                  <a:pt x="146489" y="28239"/>
                </a:lnTo>
                <a:lnTo>
                  <a:pt x="146489" y="42358"/>
                </a:lnTo>
                <a:lnTo>
                  <a:pt x="151215" y="42358"/>
                </a:lnTo>
                <a:lnTo>
                  <a:pt x="151215" y="75304"/>
                </a:lnTo>
                <a:lnTo>
                  <a:pt x="42529" y="75304"/>
                </a:lnTo>
                <a:lnTo>
                  <a:pt x="42529" y="89423"/>
                </a:lnTo>
                <a:lnTo>
                  <a:pt x="47255" y="89423"/>
                </a:lnTo>
                <a:lnTo>
                  <a:pt x="47255" y="108249"/>
                </a:lnTo>
                <a:lnTo>
                  <a:pt x="51980" y="108249"/>
                </a:lnTo>
                <a:lnTo>
                  <a:pt x="51980" y="117662"/>
                </a:lnTo>
                <a:lnTo>
                  <a:pt x="56706" y="117662"/>
                </a:lnTo>
                <a:lnTo>
                  <a:pt x="56706" y="122369"/>
                </a:lnTo>
                <a:lnTo>
                  <a:pt x="61431" y="122369"/>
                </a:lnTo>
                <a:lnTo>
                  <a:pt x="61431" y="127075"/>
                </a:lnTo>
                <a:lnTo>
                  <a:pt x="70882" y="127075"/>
                </a:lnTo>
                <a:lnTo>
                  <a:pt x="70882" y="131782"/>
                </a:lnTo>
                <a:lnTo>
                  <a:pt x="108686" y="131782"/>
                </a:lnTo>
                <a:lnTo>
                  <a:pt x="108686" y="127075"/>
                </a:lnTo>
                <a:lnTo>
                  <a:pt x="118137" y="127075"/>
                </a:lnTo>
                <a:lnTo>
                  <a:pt x="118137" y="122369"/>
                </a:lnTo>
                <a:lnTo>
                  <a:pt x="127588" y="122369"/>
                </a:lnTo>
                <a:lnTo>
                  <a:pt x="127588" y="117662"/>
                </a:lnTo>
                <a:lnTo>
                  <a:pt x="132313" y="117662"/>
                </a:lnTo>
                <a:lnTo>
                  <a:pt x="132313" y="108249"/>
                </a:lnTo>
                <a:lnTo>
                  <a:pt x="137039" y="108249"/>
                </a:lnTo>
                <a:lnTo>
                  <a:pt x="137039" y="103543"/>
                </a:lnTo>
                <a:lnTo>
                  <a:pt x="141764" y="103543"/>
                </a:lnTo>
                <a:lnTo>
                  <a:pt x="141764" y="98836"/>
                </a:lnTo>
                <a:lnTo>
                  <a:pt x="146489" y="98836"/>
                </a:lnTo>
                <a:lnTo>
                  <a:pt x="146489" y="103543"/>
                </a:lnTo>
                <a:lnTo>
                  <a:pt x="151215" y="103543"/>
                </a:lnTo>
                <a:lnTo>
                  <a:pt x="151215" y="117662"/>
                </a:lnTo>
                <a:lnTo>
                  <a:pt x="146489" y="117662"/>
                </a:lnTo>
                <a:lnTo>
                  <a:pt x="146489" y="122369"/>
                </a:lnTo>
                <a:lnTo>
                  <a:pt x="141764" y="122369"/>
                </a:lnTo>
                <a:lnTo>
                  <a:pt x="141764" y="127075"/>
                </a:lnTo>
                <a:lnTo>
                  <a:pt x="137039" y="127075"/>
                </a:lnTo>
                <a:lnTo>
                  <a:pt x="137039" y="131782"/>
                </a:lnTo>
                <a:lnTo>
                  <a:pt x="132313" y="131782"/>
                </a:lnTo>
                <a:lnTo>
                  <a:pt x="132313" y="136488"/>
                </a:lnTo>
                <a:lnTo>
                  <a:pt x="122862" y="136488"/>
                </a:lnTo>
                <a:lnTo>
                  <a:pt x="122862" y="141195"/>
                </a:lnTo>
                <a:lnTo>
                  <a:pt x="113411" y="141195"/>
                </a:lnTo>
                <a:lnTo>
                  <a:pt x="113411" y="145901"/>
                </a:lnTo>
                <a:lnTo>
                  <a:pt x="61431" y="145901"/>
                </a:lnTo>
                <a:lnTo>
                  <a:pt x="61431" y="141195"/>
                </a:lnTo>
                <a:lnTo>
                  <a:pt x="47255" y="141195"/>
                </a:lnTo>
                <a:lnTo>
                  <a:pt x="47255" y="136488"/>
                </a:lnTo>
                <a:lnTo>
                  <a:pt x="37804" y="136488"/>
                </a:lnTo>
                <a:lnTo>
                  <a:pt x="37804" y="131782"/>
                </a:lnTo>
                <a:lnTo>
                  <a:pt x="28353" y="131782"/>
                </a:lnTo>
                <a:lnTo>
                  <a:pt x="28353" y="127075"/>
                </a:lnTo>
                <a:lnTo>
                  <a:pt x="23627" y="127075"/>
                </a:lnTo>
                <a:lnTo>
                  <a:pt x="23627" y="122369"/>
                </a:lnTo>
                <a:lnTo>
                  <a:pt x="18902" y="122369"/>
                </a:lnTo>
                <a:lnTo>
                  <a:pt x="18902" y="117662"/>
                </a:lnTo>
                <a:lnTo>
                  <a:pt x="14176" y="117662"/>
                </a:lnTo>
                <a:lnTo>
                  <a:pt x="14176" y="108249"/>
                </a:lnTo>
                <a:lnTo>
                  <a:pt x="9451" y="108249"/>
                </a:lnTo>
                <a:lnTo>
                  <a:pt x="9451" y="98836"/>
                </a:lnTo>
                <a:lnTo>
                  <a:pt x="4725" y="98836"/>
                </a:lnTo>
                <a:lnTo>
                  <a:pt x="4725" y="80010"/>
                </a:lnTo>
                <a:lnTo>
                  <a:pt x="0" y="80010"/>
                </a:lnTo>
                <a:lnTo>
                  <a:pt x="0" y="61184"/>
                </a:lnTo>
                <a:lnTo>
                  <a:pt x="4725" y="61184"/>
                </a:lnTo>
                <a:lnTo>
                  <a:pt x="4725" y="42358"/>
                </a:lnTo>
                <a:lnTo>
                  <a:pt x="9451" y="42358"/>
                </a:lnTo>
                <a:lnTo>
                  <a:pt x="9451" y="32945"/>
                </a:lnTo>
                <a:lnTo>
                  <a:pt x="14176" y="32945"/>
                </a:lnTo>
                <a:lnTo>
                  <a:pt x="14176" y="28239"/>
                </a:lnTo>
                <a:lnTo>
                  <a:pt x="18902" y="28239"/>
                </a:lnTo>
                <a:lnTo>
                  <a:pt x="18902" y="18826"/>
                </a:lnTo>
                <a:lnTo>
                  <a:pt x="23627" y="18826"/>
                </a:lnTo>
                <a:lnTo>
                  <a:pt x="23627" y="14119"/>
                </a:lnTo>
                <a:lnTo>
                  <a:pt x="33078" y="14119"/>
                </a:lnTo>
                <a:close/>
                <a:moveTo>
                  <a:pt x="42529" y="51771"/>
                </a:moveTo>
                <a:lnTo>
                  <a:pt x="42529" y="61184"/>
                </a:lnTo>
                <a:lnTo>
                  <a:pt x="122862" y="61184"/>
                </a:lnTo>
                <a:lnTo>
                  <a:pt x="122862" y="56478"/>
                </a:lnTo>
                <a:lnTo>
                  <a:pt x="118137" y="56478"/>
                </a:lnTo>
                <a:lnTo>
                  <a:pt x="118137" y="32945"/>
                </a:lnTo>
                <a:lnTo>
                  <a:pt x="113411" y="32945"/>
                </a:lnTo>
                <a:lnTo>
                  <a:pt x="113411" y="23532"/>
                </a:lnTo>
                <a:lnTo>
                  <a:pt x="108686" y="23532"/>
                </a:lnTo>
                <a:lnTo>
                  <a:pt x="108686" y="18826"/>
                </a:lnTo>
                <a:lnTo>
                  <a:pt x="103960" y="18826"/>
                </a:lnTo>
                <a:lnTo>
                  <a:pt x="103960" y="14119"/>
                </a:lnTo>
                <a:lnTo>
                  <a:pt x="94509" y="14119"/>
                </a:lnTo>
                <a:lnTo>
                  <a:pt x="94509" y="9413"/>
                </a:lnTo>
                <a:lnTo>
                  <a:pt x="70882" y="9413"/>
                </a:lnTo>
                <a:lnTo>
                  <a:pt x="70882" y="14119"/>
                </a:lnTo>
                <a:lnTo>
                  <a:pt x="61431" y="14119"/>
                </a:lnTo>
                <a:lnTo>
                  <a:pt x="61431" y="18826"/>
                </a:lnTo>
                <a:lnTo>
                  <a:pt x="56706" y="18826"/>
                </a:lnTo>
                <a:lnTo>
                  <a:pt x="56706" y="23532"/>
                </a:lnTo>
                <a:lnTo>
                  <a:pt x="51980" y="23532"/>
                </a:lnTo>
                <a:lnTo>
                  <a:pt x="51980" y="28239"/>
                </a:lnTo>
                <a:lnTo>
                  <a:pt x="47255" y="28239"/>
                </a:lnTo>
                <a:lnTo>
                  <a:pt x="47255" y="51771"/>
                </a:lnTo>
                <a:lnTo>
                  <a:pt x="42529" y="5177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48" name="Native source glyph inset-10.png">
            <a:extLst xmlns:a="http://schemas.openxmlformats.org/drawingml/2006/main">
              <a:ext uri="{FF2B5EF4-FFF2-40B4-BE49-F238E27FC236}">
                <a16:creationId xmlns:a16="http://schemas.microsoft.com/office/drawing/2014/main" id="{206A76B4-AF42-4B64-BCD3-4D3795EC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998" y="5419065"/>
            <a:ext cx="141764" cy="103543"/>
          </a:xfrm>
          <a:custGeom xmlns:a="http://schemas.openxmlformats.org/drawingml/2006/main">
            <a:pathLst>
              <a:path w="141764" h="103543">
                <a:moveTo>
                  <a:pt x="4725" y="14119"/>
                </a:moveTo>
                <a:lnTo>
                  <a:pt x="9451" y="14119"/>
                </a:lnTo>
                <a:lnTo>
                  <a:pt x="9451" y="9413"/>
                </a:lnTo>
                <a:lnTo>
                  <a:pt x="14176" y="9413"/>
                </a:lnTo>
                <a:lnTo>
                  <a:pt x="14176" y="4706"/>
                </a:lnTo>
                <a:lnTo>
                  <a:pt x="18902" y="4706"/>
                </a:lnTo>
                <a:lnTo>
                  <a:pt x="18902" y="0"/>
                </a:lnTo>
                <a:lnTo>
                  <a:pt x="33078" y="0"/>
                </a:lnTo>
                <a:lnTo>
                  <a:pt x="33078" y="4706"/>
                </a:lnTo>
                <a:lnTo>
                  <a:pt x="42529" y="4706"/>
                </a:lnTo>
                <a:lnTo>
                  <a:pt x="42529" y="9413"/>
                </a:lnTo>
                <a:lnTo>
                  <a:pt x="47255" y="9413"/>
                </a:lnTo>
                <a:lnTo>
                  <a:pt x="47255" y="18826"/>
                </a:lnTo>
                <a:lnTo>
                  <a:pt x="51980" y="18826"/>
                </a:lnTo>
                <a:lnTo>
                  <a:pt x="51980" y="14119"/>
                </a:lnTo>
                <a:lnTo>
                  <a:pt x="61431" y="14119"/>
                </a:lnTo>
                <a:lnTo>
                  <a:pt x="61431" y="9413"/>
                </a:lnTo>
                <a:lnTo>
                  <a:pt x="66157" y="9413"/>
                </a:lnTo>
                <a:lnTo>
                  <a:pt x="66157" y="4706"/>
                </a:lnTo>
                <a:lnTo>
                  <a:pt x="80333" y="4706"/>
                </a:lnTo>
                <a:lnTo>
                  <a:pt x="80333" y="0"/>
                </a:lnTo>
                <a:lnTo>
                  <a:pt x="99235" y="0"/>
                </a:lnTo>
                <a:lnTo>
                  <a:pt x="99235" y="4706"/>
                </a:lnTo>
                <a:lnTo>
                  <a:pt x="108686" y="4706"/>
                </a:lnTo>
                <a:lnTo>
                  <a:pt x="108686" y="9413"/>
                </a:lnTo>
                <a:lnTo>
                  <a:pt x="113411" y="9413"/>
                </a:lnTo>
                <a:lnTo>
                  <a:pt x="113411" y="18826"/>
                </a:lnTo>
                <a:lnTo>
                  <a:pt x="118137" y="18826"/>
                </a:lnTo>
                <a:lnTo>
                  <a:pt x="118137" y="37652"/>
                </a:lnTo>
                <a:lnTo>
                  <a:pt x="113411" y="37652"/>
                </a:lnTo>
                <a:lnTo>
                  <a:pt x="113411" y="56478"/>
                </a:lnTo>
                <a:lnTo>
                  <a:pt x="108686" y="56478"/>
                </a:lnTo>
                <a:lnTo>
                  <a:pt x="108686" y="70597"/>
                </a:lnTo>
                <a:lnTo>
                  <a:pt x="103960" y="70597"/>
                </a:lnTo>
                <a:lnTo>
                  <a:pt x="103960" y="80010"/>
                </a:lnTo>
                <a:lnTo>
                  <a:pt x="99235" y="80010"/>
                </a:lnTo>
                <a:lnTo>
                  <a:pt x="99235" y="94130"/>
                </a:lnTo>
                <a:lnTo>
                  <a:pt x="103960" y="94130"/>
                </a:lnTo>
                <a:lnTo>
                  <a:pt x="103960" y="98836"/>
                </a:lnTo>
                <a:lnTo>
                  <a:pt x="108686" y="98836"/>
                </a:lnTo>
                <a:lnTo>
                  <a:pt x="108686" y="94130"/>
                </a:lnTo>
                <a:lnTo>
                  <a:pt x="118137" y="94130"/>
                </a:lnTo>
                <a:lnTo>
                  <a:pt x="118137" y="89423"/>
                </a:lnTo>
                <a:lnTo>
                  <a:pt x="122862" y="89423"/>
                </a:lnTo>
                <a:lnTo>
                  <a:pt x="122862" y="80010"/>
                </a:lnTo>
                <a:lnTo>
                  <a:pt x="127588" y="80010"/>
                </a:lnTo>
                <a:lnTo>
                  <a:pt x="127588" y="70597"/>
                </a:lnTo>
                <a:lnTo>
                  <a:pt x="132313" y="70597"/>
                </a:lnTo>
                <a:lnTo>
                  <a:pt x="132313" y="65891"/>
                </a:lnTo>
                <a:lnTo>
                  <a:pt x="141764" y="65891"/>
                </a:lnTo>
                <a:lnTo>
                  <a:pt x="141764" y="70597"/>
                </a:lnTo>
                <a:lnTo>
                  <a:pt x="137039" y="70597"/>
                </a:lnTo>
                <a:lnTo>
                  <a:pt x="137039" y="80010"/>
                </a:lnTo>
                <a:lnTo>
                  <a:pt x="132313" y="80010"/>
                </a:lnTo>
                <a:lnTo>
                  <a:pt x="132313" y="89423"/>
                </a:lnTo>
                <a:lnTo>
                  <a:pt x="127588" y="89423"/>
                </a:lnTo>
                <a:lnTo>
                  <a:pt x="127588" y="94130"/>
                </a:lnTo>
                <a:lnTo>
                  <a:pt x="122862" y="94130"/>
                </a:lnTo>
                <a:lnTo>
                  <a:pt x="122862" y="98836"/>
                </a:lnTo>
                <a:lnTo>
                  <a:pt x="118137" y="98836"/>
                </a:lnTo>
                <a:lnTo>
                  <a:pt x="118137" y="103543"/>
                </a:lnTo>
                <a:lnTo>
                  <a:pt x="94509" y="103543"/>
                </a:lnTo>
                <a:lnTo>
                  <a:pt x="94509" y="98836"/>
                </a:lnTo>
                <a:lnTo>
                  <a:pt x="85058" y="98836"/>
                </a:lnTo>
                <a:lnTo>
                  <a:pt x="85058" y="70597"/>
                </a:lnTo>
                <a:lnTo>
                  <a:pt x="89784" y="70597"/>
                </a:lnTo>
                <a:lnTo>
                  <a:pt x="89784" y="56478"/>
                </a:lnTo>
                <a:lnTo>
                  <a:pt x="94509" y="56478"/>
                </a:lnTo>
                <a:lnTo>
                  <a:pt x="94509" y="37652"/>
                </a:lnTo>
                <a:lnTo>
                  <a:pt x="99235" y="37652"/>
                </a:lnTo>
                <a:lnTo>
                  <a:pt x="99235" y="14119"/>
                </a:lnTo>
                <a:lnTo>
                  <a:pt x="94509" y="14119"/>
                </a:lnTo>
                <a:lnTo>
                  <a:pt x="94509" y="9413"/>
                </a:lnTo>
                <a:lnTo>
                  <a:pt x="70882" y="9413"/>
                </a:lnTo>
                <a:lnTo>
                  <a:pt x="70882" y="14119"/>
                </a:lnTo>
                <a:lnTo>
                  <a:pt x="66157" y="14119"/>
                </a:lnTo>
                <a:lnTo>
                  <a:pt x="66157" y="18826"/>
                </a:lnTo>
                <a:lnTo>
                  <a:pt x="61431" y="18826"/>
                </a:lnTo>
                <a:lnTo>
                  <a:pt x="61431" y="23532"/>
                </a:lnTo>
                <a:lnTo>
                  <a:pt x="56706" y="23532"/>
                </a:lnTo>
                <a:lnTo>
                  <a:pt x="56706" y="28239"/>
                </a:lnTo>
                <a:lnTo>
                  <a:pt x="51980" y="28239"/>
                </a:lnTo>
                <a:lnTo>
                  <a:pt x="51980" y="32945"/>
                </a:lnTo>
                <a:lnTo>
                  <a:pt x="47255" y="32945"/>
                </a:lnTo>
                <a:lnTo>
                  <a:pt x="47255" y="42358"/>
                </a:lnTo>
                <a:lnTo>
                  <a:pt x="42529" y="42358"/>
                </a:lnTo>
                <a:lnTo>
                  <a:pt x="42529" y="61184"/>
                </a:lnTo>
                <a:lnTo>
                  <a:pt x="37804" y="61184"/>
                </a:lnTo>
                <a:lnTo>
                  <a:pt x="37804" y="80010"/>
                </a:lnTo>
                <a:lnTo>
                  <a:pt x="33078" y="80010"/>
                </a:lnTo>
                <a:lnTo>
                  <a:pt x="33078" y="98836"/>
                </a:lnTo>
                <a:lnTo>
                  <a:pt x="28353" y="98836"/>
                </a:lnTo>
                <a:lnTo>
                  <a:pt x="28353" y="103543"/>
                </a:lnTo>
                <a:lnTo>
                  <a:pt x="14176" y="103543"/>
                </a:lnTo>
                <a:lnTo>
                  <a:pt x="14176" y="84717"/>
                </a:lnTo>
                <a:lnTo>
                  <a:pt x="18902" y="84717"/>
                </a:lnTo>
                <a:lnTo>
                  <a:pt x="18902" y="65891"/>
                </a:lnTo>
                <a:lnTo>
                  <a:pt x="23627" y="65891"/>
                </a:lnTo>
                <a:lnTo>
                  <a:pt x="23627" y="47065"/>
                </a:lnTo>
                <a:lnTo>
                  <a:pt x="28353" y="47065"/>
                </a:lnTo>
                <a:lnTo>
                  <a:pt x="28353" y="23532"/>
                </a:lnTo>
                <a:lnTo>
                  <a:pt x="33078" y="23532"/>
                </a:lnTo>
                <a:lnTo>
                  <a:pt x="33078" y="14119"/>
                </a:lnTo>
                <a:lnTo>
                  <a:pt x="28353" y="14119"/>
                </a:lnTo>
                <a:lnTo>
                  <a:pt x="28353" y="9413"/>
                </a:lnTo>
                <a:lnTo>
                  <a:pt x="18902" y="9413"/>
                </a:lnTo>
                <a:lnTo>
                  <a:pt x="18902" y="14119"/>
                </a:lnTo>
                <a:lnTo>
                  <a:pt x="14176" y="14119"/>
                </a:lnTo>
                <a:lnTo>
                  <a:pt x="14176" y="18826"/>
                </a:lnTo>
                <a:lnTo>
                  <a:pt x="9451" y="18826"/>
                </a:lnTo>
                <a:lnTo>
                  <a:pt x="9451" y="32945"/>
                </a:lnTo>
                <a:lnTo>
                  <a:pt x="4725" y="32945"/>
                </a:lnTo>
                <a:lnTo>
                  <a:pt x="4725" y="37652"/>
                </a:lnTo>
                <a:lnTo>
                  <a:pt x="0" y="37652"/>
                </a:lnTo>
                <a:lnTo>
                  <a:pt x="0" y="23532"/>
                </a:lnTo>
                <a:lnTo>
                  <a:pt x="4725" y="23532"/>
                </a:lnTo>
                <a:lnTo>
                  <a:pt x="4725" y="141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49" name="Native source glyph inset-10.png">
            <a:extLst xmlns:a="http://schemas.openxmlformats.org/drawingml/2006/main">
              <a:ext uri="{FF2B5EF4-FFF2-40B4-BE49-F238E27FC236}">
                <a16:creationId xmlns:a16="http://schemas.microsoft.com/office/drawing/2014/main" id="{27F0BB4C-C76A-40DE-A09E-EF25F854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24" y="5169621"/>
            <a:ext cx="184293" cy="160021"/>
          </a:xfrm>
          <a:custGeom xmlns:a="http://schemas.openxmlformats.org/drawingml/2006/main">
            <a:pathLst>
              <a:path w="184293" h="160021">
                <a:moveTo>
                  <a:pt x="18902" y="9413"/>
                </a:moveTo>
                <a:lnTo>
                  <a:pt x="0" y="9413"/>
                </a:lnTo>
                <a:lnTo>
                  <a:pt x="0" y="0"/>
                </a:lnTo>
                <a:lnTo>
                  <a:pt x="66157" y="0"/>
                </a:lnTo>
                <a:lnTo>
                  <a:pt x="66157" y="4706"/>
                </a:lnTo>
                <a:lnTo>
                  <a:pt x="61431" y="4706"/>
                </a:lnTo>
                <a:lnTo>
                  <a:pt x="61431" y="9413"/>
                </a:lnTo>
                <a:lnTo>
                  <a:pt x="42529" y="9413"/>
                </a:lnTo>
                <a:lnTo>
                  <a:pt x="42529" y="23532"/>
                </a:lnTo>
                <a:lnTo>
                  <a:pt x="47255" y="23532"/>
                </a:lnTo>
                <a:lnTo>
                  <a:pt x="47255" y="51771"/>
                </a:lnTo>
                <a:lnTo>
                  <a:pt x="51980" y="51771"/>
                </a:lnTo>
                <a:lnTo>
                  <a:pt x="51980" y="75304"/>
                </a:lnTo>
                <a:lnTo>
                  <a:pt x="56706" y="75304"/>
                </a:lnTo>
                <a:lnTo>
                  <a:pt x="56706" y="103543"/>
                </a:lnTo>
                <a:lnTo>
                  <a:pt x="61431" y="103543"/>
                </a:lnTo>
                <a:lnTo>
                  <a:pt x="61431" y="131782"/>
                </a:lnTo>
                <a:lnTo>
                  <a:pt x="66157" y="131782"/>
                </a:lnTo>
                <a:lnTo>
                  <a:pt x="66157" y="127075"/>
                </a:lnTo>
                <a:lnTo>
                  <a:pt x="70882" y="127075"/>
                </a:lnTo>
                <a:lnTo>
                  <a:pt x="70882" y="117662"/>
                </a:lnTo>
                <a:lnTo>
                  <a:pt x="75607" y="117662"/>
                </a:lnTo>
                <a:lnTo>
                  <a:pt x="75607" y="112956"/>
                </a:lnTo>
                <a:lnTo>
                  <a:pt x="80333" y="112956"/>
                </a:lnTo>
                <a:lnTo>
                  <a:pt x="80333" y="103543"/>
                </a:lnTo>
                <a:lnTo>
                  <a:pt x="85058" y="103543"/>
                </a:lnTo>
                <a:lnTo>
                  <a:pt x="85058" y="98836"/>
                </a:lnTo>
                <a:lnTo>
                  <a:pt x="89784" y="98836"/>
                </a:lnTo>
                <a:lnTo>
                  <a:pt x="89784" y="89423"/>
                </a:lnTo>
                <a:lnTo>
                  <a:pt x="94509" y="89423"/>
                </a:lnTo>
                <a:lnTo>
                  <a:pt x="94509" y="84717"/>
                </a:lnTo>
                <a:lnTo>
                  <a:pt x="99235" y="84717"/>
                </a:lnTo>
                <a:lnTo>
                  <a:pt x="99235" y="75304"/>
                </a:lnTo>
                <a:lnTo>
                  <a:pt x="103960" y="75304"/>
                </a:lnTo>
                <a:lnTo>
                  <a:pt x="103960" y="70597"/>
                </a:lnTo>
                <a:lnTo>
                  <a:pt x="108686" y="70597"/>
                </a:lnTo>
                <a:lnTo>
                  <a:pt x="108686" y="65891"/>
                </a:lnTo>
                <a:lnTo>
                  <a:pt x="113411" y="65891"/>
                </a:lnTo>
                <a:lnTo>
                  <a:pt x="113411" y="56478"/>
                </a:lnTo>
                <a:lnTo>
                  <a:pt x="118137" y="56478"/>
                </a:lnTo>
                <a:lnTo>
                  <a:pt x="118137" y="51771"/>
                </a:lnTo>
                <a:lnTo>
                  <a:pt x="122862" y="51771"/>
                </a:lnTo>
                <a:lnTo>
                  <a:pt x="122862" y="42358"/>
                </a:lnTo>
                <a:lnTo>
                  <a:pt x="127588" y="42358"/>
                </a:lnTo>
                <a:lnTo>
                  <a:pt x="127588" y="37652"/>
                </a:lnTo>
                <a:lnTo>
                  <a:pt x="132313" y="37652"/>
                </a:lnTo>
                <a:lnTo>
                  <a:pt x="132313" y="28239"/>
                </a:lnTo>
                <a:lnTo>
                  <a:pt x="137039" y="28239"/>
                </a:lnTo>
                <a:lnTo>
                  <a:pt x="137039" y="23532"/>
                </a:lnTo>
                <a:lnTo>
                  <a:pt x="141764" y="23532"/>
                </a:lnTo>
                <a:lnTo>
                  <a:pt x="141764" y="9413"/>
                </a:lnTo>
                <a:lnTo>
                  <a:pt x="132313" y="9413"/>
                </a:lnTo>
                <a:lnTo>
                  <a:pt x="132313" y="4706"/>
                </a:lnTo>
                <a:lnTo>
                  <a:pt x="127588" y="4706"/>
                </a:lnTo>
                <a:lnTo>
                  <a:pt x="127588" y="0"/>
                </a:lnTo>
                <a:lnTo>
                  <a:pt x="184293" y="0"/>
                </a:lnTo>
                <a:lnTo>
                  <a:pt x="184293" y="4706"/>
                </a:lnTo>
                <a:lnTo>
                  <a:pt x="179568" y="4706"/>
                </a:lnTo>
                <a:lnTo>
                  <a:pt x="179568" y="9413"/>
                </a:lnTo>
                <a:lnTo>
                  <a:pt x="160666" y="9413"/>
                </a:lnTo>
                <a:lnTo>
                  <a:pt x="160666" y="14119"/>
                </a:lnTo>
                <a:lnTo>
                  <a:pt x="155940" y="14119"/>
                </a:lnTo>
                <a:lnTo>
                  <a:pt x="155940" y="18826"/>
                </a:lnTo>
                <a:lnTo>
                  <a:pt x="151215" y="18826"/>
                </a:lnTo>
                <a:lnTo>
                  <a:pt x="151215" y="23532"/>
                </a:lnTo>
                <a:lnTo>
                  <a:pt x="146489" y="23532"/>
                </a:lnTo>
                <a:lnTo>
                  <a:pt x="146489" y="28239"/>
                </a:lnTo>
                <a:lnTo>
                  <a:pt x="141764" y="28239"/>
                </a:lnTo>
                <a:lnTo>
                  <a:pt x="141764" y="37652"/>
                </a:lnTo>
                <a:lnTo>
                  <a:pt x="137039" y="37652"/>
                </a:lnTo>
                <a:lnTo>
                  <a:pt x="137039" y="42358"/>
                </a:lnTo>
                <a:lnTo>
                  <a:pt x="132313" y="42358"/>
                </a:lnTo>
                <a:lnTo>
                  <a:pt x="132313" y="51771"/>
                </a:lnTo>
                <a:lnTo>
                  <a:pt x="127588" y="51771"/>
                </a:lnTo>
                <a:lnTo>
                  <a:pt x="127588" y="56478"/>
                </a:lnTo>
                <a:lnTo>
                  <a:pt x="122862" y="56478"/>
                </a:lnTo>
                <a:lnTo>
                  <a:pt x="122862" y="65891"/>
                </a:lnTo>
                <a:lnTo>
                  <a:pt x="118137" y="65891"/>
                </a:lnTo>
                <a:lnTo>
                  <a:pt x="118137" y="70597"/>
                </a:lnTo>
                <a:lnTo>
                  <a:pt x="113411" y="70597"/>
                </a:lnTo>
                <a:lnTo>
                  <a:pt x="113411" y="80010"/>
                </a:lnTo>
                <a:lnTo>
                  <a:pt x="108686" y="80010"/>
                </a:lnTo>
                <a:lnTo>
                  <a:pt x="108686" y="84717"/>
                </a:lnTo>
                <a:lnTo>
                  <a:pt x="103960" y="84717"/>
                </a:lnTo>
                <a:lnTo>
                  <a:pt x="103960" y="94130"/>
                </a:lnTo>
                <a:lnTo>
                  <a:pt x="99235" y="94130"/>
                </a:lnTo>
                <a:lnTo>
                  <a:pt x="99235" y="98836"/>
                </a:lnTo>
                <a:lnTo>
                  <a:pt x="94509" y="98836"/>
                </a:lnTo>
                <a:lnTo>
                  <a:pt x="94509" y="108249"/>
                </a:lnTo>
                <a:lnTo>
                  <a:pt x="89784" y="108249"/>
                </a:lnTo>
                <a:lnTo>
                  <a:pt x="89784" y="112956"/>
                </a:lnTo>
                <a:lnTo>
                  <a:pt x="85058" y="112956"/>
                </a:lnTo>
                <a:lnTo>
                  <a:pt x="85058" y="122369"/>
                </a:lnTo>
                <a:lnTo>
                  <a:pt x="80333" y="122369"/>
                </a:lnTo>
                <a:lnTo>
                  <a:pt x="80333" y="127075"/>
                </a:lnTo>
                <a:lnTo>
                  <a:pt x="75607" y="127075"/>
                </a:lnTo>
                <a:lnTo>
                  <a:pt x="75607" y="131782"/>
                </a:lnTo>
                <a:lnTo>
                  <a:pt x="70882" y="131782"/>
                </a:lnTo>
                <a:lnTo>
                  <a:pt x="70882" y="141195"/>
                </a:lnTo>
                <a:lnTo>
                  <a:pt x="66157" y="141195"/>
                </a:lnTo>
                <a:lnTo>
                  <a:pt x="66157" y="145901"/>
                </a:lnTo>
                <a:lnTo>
                  <a:pt x="61431" y="145901"/>
                </a:lnTo>
                <a:lnTo>
                  <a:pt x="61431" y="155314"/>
                </a:lnTo>
                <a:lnTo>
                  <a:pt x="56706" y="155314"/>
                </a:lnTo>
                <a:lnTo>
                  <a:pt x="56706" y="160021"/>
                </a:lnTo>
                <a:lnTo>
                  <a:pt x="47255" y="160021"/>
                </a:lnTo>
                <a:lnTo>
                  <a:pt x="47255" y="150608"/>
                </a:lnTo>
                <a:lnTo>
                  <a:pt x="42529" y="150608"/>
                </a:lnTo>
                <a:lnTo>
                  <a:pt x="42529" y="122369"/>
                </a:lnTo>
                <a:lnTo>
                  <a:pt x="37804" y="122369"/>
                </a:lnTo>
                <a:lnTo>
                  <a:pt x="37804" y="98836"/>
                </a:lnTo>
                <a:lnTo>
                  <a:pt x="33078" y="98836"/>
                </a:lnTo>
                <a:lnTo>
                  <a:pt x="33078" y="70597"/>
                </a:lnTo>
                <a:lnTo>
                  <a:pt x="28353" y="70597"/>
                </a:lnTo>
                <a:lnTo>
                  <a:pt x="28353" y="47065"/>
                </a:lnTo>
                <a:lnTo>
                  <a:pt x="23627" y="47065"/>
                </a:lnTo>
                <a:lnTo>
                  <a:pt x="23627" y="18826"/>
                </a:lnTo>
                <a:lnTo>
                  <a:pt x="18902" y="18826"/>
                </a:lnTo>
                <a:lnTo>
                  <a:pt x="18902" y="94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50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1AFC9A57-1EB3-411F-98D1-C31710BB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803" y="5536750"/>
            <a:ext cx="415841" cy="5744"/>
          </a:xfrm>
          <a:custGeom xmlns:a="http://schemas.openxmlformats.org/drawingml/2006/main">
            <a:pathLst>
              <a:path w="415841" h="5744">
                <a:moveTo>
                  <a:pt x="0" y="0"/>
                </a:moveTo>
                <a:lnTo>
                  <a:pt x="415841" y="0"/>
                </a:lnTo>
                <a:lnTo>
                  <a:pt x="415841" y="5744"/>
                </a:lnTo>
                <a:lnTo>
                  <a:pt x="0" y="57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EC3373-FAED-43B4-910D-8F4C175C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592" y="5226152"/>
            <a:ext cx="1126045" cy="217166"/>
          </a:xfrm>
          <a:custGeom xmlns:a="http://schemas.openxmlformats.org/drawingml/2006/main">
            <a:pathLst>
              <a:path w="1126045" h="217166">
                <a:moveTo>
                  <a:pt x="1042704" y="91883"/>
                </a:moveTo>
                <a:cubicBezTo>
                  <a:pt x="1049252" y="85443"/>
                  <a:pt x="1056661" y="82228"/>
                  <a:pt x="1064951" y="82228"/>
                </a:cubicBezTo>
                <a:cubicBezTo>
                  <a:pt x="1070331" y="82228"/>
                  <a:pt x="1075500" y="83821"/>
                  <a:pt x="1080440" y="87015"/>
                </a:cubicBezTo>
                <a:cubicBezTo>
                  <a:pt x="1085399" y="90216"/>
                  <a:pt x="1089113" y="94598"/>
                  <a:pt x="1091602" y="100192"/>
                </a:cubicBezTo>
                <a:cubicBezTo>
                  <a:pt x="1093210" y="103788"/>
                  <a:pt x="1094244" y="109974"/>
                  <a:pt x="1094742" y="118762"/>
                </a:cubicBezTo>
                <a:lnTo>
                  <a:pt x="1031255" y="118762"/>
                </a:lnTo>
                <a:cubicBezTo>
                  <a:pt x="1032346" y="107290"/>
                  <a:pt x="1036176" y="98330"/>
                  <a:pt x="1042704" y="91883"/>
                </a:cubicBezTo>
                <a:close/>
                <a:moveTo>
                  <a:pt x="1126045" y="127452"/>
                </a:moveTo>
                <a:cubicBezTo>
                  <a:pt x="1126045" y="110489"/>
                  <a:pt x="1121105" y="96930"/>
                  <a:pt x="1111226" y="86791"/>
                </a:cubicBezTo>
                <a:cubicBezTo>
                  <a:pt x="1101347" y="76657"/>
                  <a:pt x="1088711" y="71585"/>
                  <a:pt x="1073337" y="71585"/>
                </a:cubicBezTo>
                <a:cubicBezTo>
                  <a:pt x="1055168" y="71585"/>
                  <a:pt x="1040062" y="78152"/>
                  <a:pt x="1028039" y="91284"/>
                </a:cubicBezTo>
                <a:cubicBezTo>
                  <a:pt x="1015996" y="104418"/>
                  <a:pt x="1009984" y="122702"/>
                  <a:pt x="1009984" y="146178"/>
                </a:cubicBezTo>
                <a:cubicBezTo>
                  <a:pt x="1009984" y="167830"/>
                  <a:pt x="1015843" y="185082"/>
                  <a:pt x="1027579" y="197909"/>
                </a:cubicBezTo>
                <a:cubicBezTo>
                  <a:pt x="1039315" y="210758"/>
                  <a:pt x="1053407" y="217166"/>
                  <a:pt x="1069891" y="217166"/>
                </a:cubicBezTo>
                <a:cubicBezTo>
                  <a:pt x="1085073" y="217166"/>
                  <a:pt x="1097690" y="211543"/>
                  <a:pt x="1107780" y="200316"/>
                </a:cubicBezTo>
                <a:cubicBezTo>
                  <a:pt x="1117870" y="189083"/>
                  <a:pt x="1123958" y="176616"/>
                  <a:pt x="1126045" y="162946"/>
                </a:cubicBezTo>
                <a:lnTo>
                  <a:pt x="1121411" y="159940"/>
                </a:lnTo>
                <a:cubicBezTo>
                  <a:pt x="1116912" y="171927"/>
                  <a:pt x="1111341" y="180385"/>
                  <a:pt x="1104717" y="185329"/>
                </a:cubicBezTo>
                <a:cubicBezTo>
                  <a:pt x="1098073" y="190265"/>
                  <a:pt x="1090262" y="192740"/>
                  <a:pt x="1081263" y="192740"/>
                </a:cubicBezTo>
                <a:cubicBezTo>
                  <a:pt x="1067785" y="192740"/>
                  <a:pt x="1056068" y="186960"/>
                  <a:pt x="1046074" y="175375"/>
                </a:cubicBezTo>
                <a:cubicBezTo>
                  <a:pt x="1036099" y="163790"/>
                  <a:pt x="1031159" y="147823"/>
                  <a:pt x="1031255" y="127452"/>
                </a:cubicBezTo>
                <a:lnTo>
                  <a:pt x="1126045" y="127452"/>
                </a:lnTo>
                <a:close/>
                <a:moveTo>
                  <a:pt x="984234" y="158757"/>
                </a:moveTo>
                <a:cubicBezTo>
                  <a:pt x="979026" y="170836"/>
                  <a:pt x="973685" y="179168"/>
                  <a:pt x="968209" y="183759"/>
                </a:cubicBezTo>
                <a:cubicBezTo>
                  <a:pt x="960417" y="190460"/>
                  <a:pt x="951629" y="193787"/>
                  <a:pt x="941845" y="193787"/>
                </a:cubicBezTo>
                <a:cubicBezTo>
                  <a:pt x="928156" y="193787"/>
                  <a:pt x="917301" y="187529"/>
                  <a:pt x="909279" y="175009"/>
                </a:cubicBezTo>
                <a:cubicBezTo>
                  <a:pt x="901238" y="162467"/>
                  <a:pt x="897217" y="148010"/>
                  <a:pt x="897217" y="131647"/>
                </a:cubicBezTo>
                <a:cubicBezTo>
                  <a:pt x="897217" y="115561"/>
                  <a:pt x="901257" y="102637"/>
                  <a:pt x="909356" y="92856"/>
                </a:cubicBezTo>
                <a:cubicBezTo>
                  <a:pt x="915425" y="85466"/>
                  <a:pt x="923466" y="81771"/>
                  <a:pt x="933460" y="81771"/>
                </a:cubicBezTo>
                <a:cubicBezTo>
                  <a:pt x="939644" y="81771"/>
                  <a:pt x="944488" y="83268"/>
                  <a:pt x="947991" y="86266"/>
                </a:cubicBezTo>
                <a:cubicBezTo>
                  <a:pt x="951476" y="89369"/>
                  <a:pt x="953505" y="93850"/>
                  <a:pt x="954041" y="99750"/>
                </a:cubicBezTo>
                <a:cubicBezTo>
                  <a:pt x="954596" y="105643"/>
                  <a:pt x="955726" y="109629"/>
                  <a:pt x="957411" y="111731"/>
                </a:cubicBezTo>
                <a:cubicBezTo>
                  <a:pt x="960417" y="115522"/>
                  <a:pt x="964858" y="117423"/>
                  <a:pt x="970755" y="117423"/>
                </a:cubicBezTo>
                <a:cubicBezTo>
                  <a:pt x="975140" y="117423"/>
                  <a:pt x="978567" y="116248"/>
                  <a:pt x="980998" y="113901"/>
                </a:cubicBezTo>
                <a:cubicBezTo>
                  <a:pt x="983449" y="111559"/>
                  <a:pt x="984674" y="108479"/>
                  <a:pt x="984674" y="104686"/>
                </a:cubicBezTo>
                <a:cubicBezTo>
                  <a:pt x="984674" y="97012"/>
                  <a:pt x="980328" y="89580"/>
                  <a:pt x="971655" y="82437"/>
                </a:cubicBezTo>
                <a:cubicBezTo>
                  <a:pt x="962963" y="75317"/>
                  <a:pt x="951878" y="71734"/>
                  <a:pt x="938399" y="71734"/>
                </a:cubicBezTo>
                <a:cubicBezTo>
                  <a:pt x="920422" y="71734"/>
                  <a:pt x="905029" y="78481"/>
                  <a:pt x="892201" y="91958"/>
                </a:cubicBezTo>
                <a:cubicBezTo>
                  <a:pt x="879374" y="105434"/>
                  <a:pt x="872960" y="122949"/>
                  <a:pt x="872960" y="144533"/>
                </a:cubicBezTo>
                <a:cubicBezTo>
                  <a:pt x="872960" y="166798"/>
                  <a:pt x="878742" y="184469"/>
                  <a:pt x="890325" y="197542"/>
                </a:cubicBezTo>
                <a:cubicBezTo>
                  <a:pt x="901908" y="210622"/>
                  <a:pt x="915482" y="217166"/>
                  <a:pt x="931067" y="217166"/>
                </a:cubicBezTo>
                <a:cubicBezTo>
                  <a:pt x="944143" y="217166"/>
                  <a:pt x="956071" y="212282"/>
                  <a:pt x="966850" y="202560"/>
                </a:cubicBezTo>
                <a:cubicBezTo>
                  <a:pt x="977628" y="192815"/>
                  <a:pt x="984866" y="178913"/>
                  <a:pt x="988561" y="160844"/>
                </a:cubicBezTo>
                <a:lnTo>
                  <a:pt x="984234" y="158757"/>
                </a:lnTo>
                <a:close/>
                <a:moveTo>
                  <a:pt x="758680" y="71734"/>
                </a:moveTo>
                <a:lnTo>
                  <a:pt x="752247" y="71734"/>
                </a:lnTo>
                <a:lnTo>
                  <a:pt x="710912" y="88510"/>
                </a:lnTo>
                <a:lnTo>
                  <a:pt x="713152" y="93909"/>
                </a:lnTo>
                <a:cubicBezTo>
                  <a:pt x="717058" y="92414"/>
                  <a:pt x="720389" y="91652"/>
                  <a:pt x="723184" y="91652"/>
                </a:cubicBezTo>
                <a:cubicBezTo>
                  <a:pt x="725788" y="91652"/>
                  <a:pt x="727856" y="92301"/>
                  <a:pt x="729407" y="93603"/>
                </a:cubicBezTo>
                <a:cubicBezTo>
                  <a:pt x="730957" y="94904"/>
                  <a:pt x="732106" y="97357"/>
                  <a:pt x="732853" y="100931"/>
                </a:cubicBezTo>
                <a:cubicBezTo>
                  <a:pt x="733599" y="104537"/>
                  <a:pt x="733982" y="114565"/>
                  <a:pt x="733982" y="131049"/>
                </a:cubicBezTo>
                <a:lnTo>
                  <a:pt x="733982" y="181957"/>
                </a:lnTo>
                <a:cubicBezTo>
                  <a:pt x="733982" y="191955"/>
                  <a:pt x="732757" y="198710"/>
                  <a:pt x="730306" y="202253"/>
                </a:cubicBezTo>
                <a:cubicBezTo>
                  <a:pt x="727856" y="205792"/>
                  <a:pt x="723146" y="207578"/>
                  <a:pt x="716158" y="207578"/>
                </a:cubicBezTo>
                <a:lnTo>
                  <a:pt x="713152" y="207578"/>
                </a:lnTo>
                <a:lnTo>
                  <a:pt x="713152" y="212956"/>
                </a:lnTo>
                <a:lnTo>
                  <a:pt x="781004" y="212956"/>
                </a:lnTo>
                <a:lnTo>
                  <a:pt x="781004" y="207578"/>
                </a:lnTo>
                <a:cubicBezTo>
                  <a:pt x="773518" y="207578"/>
                  <a:pt x="768540" y="206906"/>
                  <a:pt x="766109" y="205545"/>
                </a:cubicBezTo>
                <a:cubicBezTo>
                  <a:pt x="763658" y="204206"/>
                  <a:pt x="761724" y="202081"/>
                  <a:pt x="760327" y="199188"/>
                </a:cubicBezTo>
                <a:cubicBezTo>
                  <a:pt x="759235" y="196988"/>
                  <a:pt x="758680" y="191245"/>
                  <a:pt x="758680" y="181957"/>
                </a:cubicBezTo>
                <a:lnTo>
                  <a:pt x="758680" y="109629"/>
                </a:lnTo>
                <a:cubicBezTo>
                  <a:pt x="770474" y="96647"/>
                  <a:pt x="782306" y="90154"/>
                  <a:pt x="794176" y="90154"/>
                </a:cubicBezTo>
                <a:cubicBezTo>
                  <a:pt x="801872" y="90154"/>
                  <a:pt x="807329" y="92990"/>
                  <a:pt x="810584" y="98621"/>
                </a:cubicBezTo>
                <a:cubicBezTo>
                  <a:pt x="813819" y="104267"/>
                  <a:pt x="815447" y="113324"/>
                  <a:pt x="815447" y="125805"/>
                </a:cubicBezTo>
                <a:lnTo>
                  <a:pt x="815447" y="181957"/>
                </a:lnTo>
                <a:cubicBezTo>
                  <a:pt x="815447" y="189847"/>
                  <a:pt x="815236" y="194536"/>
                  <a:pt x="814853" y="196046"/>
                </a:cubicBezTo>
                <a:cubicBezTo>
                  <a:pt x="813838" y="199837"/>
                  <a:pt x="812077" y="202709"/>
                  <a:pt x="809531" y="204647"/>
                </a:cubicBezTo>
                <a:cubicBezTo>
                  <a:pt x="806984" y="206599"/>
                  <a:pt x="802523" y="207578"/>
                  <a:pt x="796129" y="207578"/>
                </a:cubicBezTo>
                <a:lnTo>
                  <a:pt x="793276" y="207578"/>
                </a:lnTo>
                <a:lnTo>
                  <a:pt x="793276" y="212956"/>
                </a:lnTo>
                <a:lnTo>
                  <a:pt x="861128" y="212956"/>
                </a:lnTo>
                <a:lnTo>
                  <a:pt x="861128" y="207578"/>
                </a:lnTo>
                <a:cubicBezTo>
                  <a:pt x="854542" y="207578"/>
                  <a:pt x="850023" y="206868"/>
                  <a:pt x="847573" y="205470"/>
                </a:cubicBezTo>
                <a:cubicBezTo>
                  <a:pt x="845122" y="204070"/>
                  <a:pt x="843342" y="202142"/>
                  <a:pt x="842250" y="199629"/>
                </a:cubicBezTo>
                <a:cubicBezTo>
                  <a:pt x="840853" y="196548"/>
                  <a:pt x="840164" y="190655"/>
                  <a:pt x="840164" y="181957"/>
                </a:cubicBezTo>
                <a:lnTo>
                  <a:pt x="840164" y="123412"/>
                </a:lnTo>
                <a:cubicBezTo>
                  <a:pt x="840164" y="111029"/>
                  <a:pt x="839053" y="101837"/>
                  <a:pt x="836851" y="95839"/>
                </a:cubicBezTo>
                <a:cubicBezTo>
                  <a:pt x="833673" y="87269"/>
                  <a:pt x="829365" y="81099"/>
                  <a:pt x="823986" y="77344"/>
                </a:cubicBezTo>
                <a:cubicBezTo>
                  <a:pt x="818587" y="73613"/>
                  <a:pt x="812154" y="71734"/>
                  <a:pt x="804668" y="71734"/>
                </a:cubicBezTo>
                <a:cubicBezTo>
                  <a:pt x="790079" y="71734"/>
                  <a:pt x="774762" y="81428"/>
                  <a:pt x="758680" y="100805"/>
                </a:cubicBezTo>
                <a:lnTo>
                  <a:pt x="758680" y="71734"/>
                </a:lnTo>
                <a:close/>
                <a:moveTo>
                  <a:pt x="617080" y="91883"/>
                </a:moveTo>
                <a:cubicBezTo>
                  <a:pt x="623628" y="85443"/>
                  <a:pt x="631037" y="82228"/>
                  <a:pt x="639327" y="82228"/>
                </a:cubicBezTo>
                <a:cubicBezTo>
                  <a:pt x="644726" y="82228"/>
                  <a:pt x="649876" y="83821"/>
                  <a:pt x="654835" y="87015"/>
                </a:cubicBezTo>
                <a:cubicBezTo>
                  <a:pt x="659774" y="90216"/>
                  <a:pt x="663489" y="94598"/>
                  <a:pt x="665977" y="100192"/>
                </a:cubicBezTo>
                <a:cubicBezTo>
                  <a:pt x="667586" y="103788"/>
                  <a:pt x="668620" y="109974"/>
                  <a:pt x="669136" y="118762"/>
                </a:cubicBezTo>
                <a:lnTo>
                  <a:pt x="605631" y="118762"/>
                </a:lnTo>
                <a:cubicBezTo>
                  <a:pt x="606722" y="107290"/>
                  <a:pt x="610551" y="98330"/>
                  <a:pt x="617080" y="91883"/>
                </a:cubicBezTo>
                <a:close/>
                <a:moveTo>
                  <a:pt x="700420" y="127452"/>
                </a:moveTo>
                <a:cubicBezTo>
                  <a:pt x="700420" y="110489"/>
                  <a:pt x="695481" y="96930"/>
                  <a:pt x="685602" y="86791"/>
                </a:cubicBezTo>
                <a:cubicBezTo>
                  <a:pt x="675723" y="76657"/>
                  <a:pt x="663086" y="71585"/>
                  <a:pt x="647713" y="71585"/>
                </a:cubicBezTo>
                <a:cubicBezTo>
                  <a:pt x="629544" y="71585"/>
                  <a:pt x="614438" y="78152"/>
                  <a:pt x="602414" y="91284"/>
                </a:cubicBezTo>
                <a:cubicBezTo>
                  <a:pt x="590372" y="104418"/>
                  <a:pt x="584360" y="122702"/>
                  <a:pt x="584360" y="146178"/>
                </a:cubicBezTo>
                <a:cubicBezTo>
                  <a:pt x="584360" y="167830"/>
                  <a:pt x="590219" y="185082"/>
                  <a:pt x="601955" y="197909"/>
                </a:cubicBezTo>
                <a:cubicBezTo>
                  <a:pt x="613691" y="210758"/>
                  <a:pt x="627801" y="217166"/>
                  <a:pt x="644266" y="217166"/>
                </a:cubicBezTo>
                <a:cubicBezTo>
                  <a:pt x="659449" y="217166"/>
                  <a:pt x="672066" y="211543"/>
                  <a:pt x="682155" y="200316"/>
                </a:cubicBezTo>
                <a:cubicBezTo>
                  <a:pt x="692245" y="189083"/>
                  <a:pt x="698333" y="176616"/>
                  <a:pt x="700420" y="162946"/>
                </a:cubicBezTo>
                <a:lnTo>
                  <a:pt x="695787" y="159940"/>
                </a:lnTo>
                <a:cubicBezTo>
                  <a:pt x="691288" y="171927"/>
                  <a:pt x="685736" y="180385"/>
                  <a:pt x="679092" y="185329"/>
                </a:cubicBezTo>
                <a:cubicBezTo>
                  <a:pt x="672449" y="190265"/>
                  <a:pt x="664637" y="192740"/>
                  <a:pt x="655658" y="192740"/>
                </a:cubicBezTo>
                <a:cubicBezTo>
                  <a:pt x="642180" y="192740"/>
                  <a:pt x="630443" y="186960"/>
                  <a:pt x="620449" y="175375"/>
                </a:cubicBezTo>
                <a:cubicBezTo>
                  <a:pt x="610475" y="163790"/>
                  <a:pt x="605535" y="147823"/>
                  <a:pt x="605631" y="127452"/>
                </a:cubicBezTo>
                <a:lnTo>
                  <a:pt x="700420" y="127452"/>
                </a:lnTo>
                <a:close/>
                <a:moveTo>
                  <a:pt x="499756" y="200684"/>
                </a:moveTo>
                <a:cubicBezTo>
                  <a:pt x="488958" y="200684"/>
                  <a:pt x="479174" y="195321"/>
                  <a:pt x="470387" y="184582"/>
                </a:cubicBezTo>
                <a:cubicBezTo>
                  <a:pt x="461618" y="173857"/>
                  <a:pt x="457215" y="158414"/>
                  <a:pt x="457215" y="138229"/>
                </a:cubicBezTo>
                <a:cubicBezTo>
                  <a:pt x="457215" y="118260"/>
                  <a:pt x="461752" y="103101"/>
                  <a:pt x="470846" y="92705"/>
                </a:cubicBezTo>
                <a:cubicBezTo>
                  <a:pt x="477739" y="84815"/>
                  <a:pt x="485569" y="80875"/>
                  <a:pt x="494357" y="80875"/>
                </a:cubicBezTo>
                <a:cubicBezTo>
                  <a:pt x="499048" y="80875"/>
                  <a:pt x="503872" y="82310"/>
                  <a:pt x="508812" y="85136"/>
                </a:cubicBezTo>
                <a:cubicBezTo>
                  <a:pt x="513751" y="87993"/>
                  <a:pt x="517714" y="92205"/>
                  <a:pt x="520720" y="97799"/>
                </a:cubicBezTo>
                <a:cubicBezTo>
                  <a:pt x="523707" y="103386"/>
                  <a:pt x="525507" y="109593"/>
                  <a:pt x="526100" y="116368"/>
                </a:cubicBezTo>
                <a:lnTo>
                  <a:pt x="526100" y="187050"/>
                </a:lnTo>
                <a:cubicBezTo>
                  <a:pt x="517619" y="196144"/>
                  <a:pt x="508831" y="200684"/>
                  <a:pt x="499756" y="200684"/>
                </a:cubicBezTo>
                <a:close/>
                <a:moveTo>
                  <a:pt x="526100" y="217166"/>
                </a:moveTo>
                <a:lnTo>
                  <a:pt x="532993" y="217166"/>
                </a:lnTo>
                <a:lnTo>
                  <a:pt x="573734" y="200241"/>
                </a:lnTo>
                <a:lnTo>
                  <a:pt x="572088" y="194999"/>
                </a:lnTo>
                <a:cubicBezTo>
                  <a:pt x="567589" y="196705"/>
                  <a:pt x="563989" y="197542"/>
                  <a:pt x="561309" y="197542"/>
                </a:cubicBezTo>
                <a:cubicBezTo>
                  <a:pt x="559107" y="197542"/>
                  <a:pt x="557173" y="196831"/>
                  <a:pt x="555527" y="195441"/>
                </a:cubicBezTo>
                <a:cubicBezTo>
                  <a:pt x="553880" y="194042"/>
                  <a:pt x="552693" y="191566"/>
                  <a:pt x="551947" y="188028"/>
                </a:cubicBezTo>
                <a:cubicBezTo>
                  <a:pt x="551200" y="184484"/>
                  <a:pt x="550817" y="174680"/>
                  <a:pt x="550817" y="158600"/>
                </a:cubicBezTo>
                <a:lnTo>
                  <a:pt x="550817" y="0"/>
                </a:lnTo>
                <a:lnTo>
                  <a:pt x="544078" y="0"/>
                </a:lnTo>
                <a:lnTo>
                  <a:pt x="503202" y="16773"/>
                </a:lnTo>
                <a:lnTo>
                  <a:pt x="505136" y="22017"/>
                </a:lnTo>
                <a:cubicBezTo>
                  <a:pt x="509424" y="20430"/>
                  <a:pt x="512871" y="19624"/>
                  <a:pt x="515474" y="19624"/>
                </a:cubicBezTo>
                <a:cubicBezTo>
                  <a:pt x="517868" y="19624"/>
                  <a:pt x="519859" y="20273"/>
                  <a:pt x="521467" y="21575"/>
                </a:cubicBezTo>
                <a:cubicBezTo>
                  <a:pt x="523056" y="22862"/>
                  <a:pt x="524243" y="25307"/>
                  <a:pt x="524990" y="28912"/>
                </a:cubicBezTo>
                <a:cubicBezTo>
                  <a:pt x="525736" y="32509"/>
                  <a:pt x="526100" y="42141"/>
                  <a:pt x="526100" y="57818"/>
                </a:cubicBezTo>
                <a:lnTo>
                  <a:pt x="526100" y="83132"/>
                </a:lnTo>
                <a:cubicBezTo>
                  <a:pt x="518212" y="75430"/>
                  <a:pt x="508237" y="71585"/>
                  <a:pt x="496157" y="71585"/>
                </a:cubicBezTo>
                <a:cubicBezTo>
                  <a:pt x="476686" y="71585"/>
                  <a:pt x="460756" y="79760"/>
                  <a:pt x="448388" y="96070"/>
                </a:cubicBezTo>
                <a:cubicBezTo>
                  <a:pt x="436001" y="112403"/>
                  <a:pt x="429817" y="130398"/>
                  <a:pt x="429817" y="150059"/>
                </a:cubicBezTo>
                <a:cubicBezTo>
                  <a:pt x="429817" y="169744"/>
                  <a:pt x="435408" y="185823"/>
                  <a:pt x="446589" y="198365"/>
                </a:cubicBezTo>
                <a:cubicBezTo>
                  <a:pt x="457770" y="210892"/>
                  <a:pt x="470846" y="217166"/>
                  <a:pt x="485818" y="217166"/>
                </a:cubicBezTo>
                <a:cubicBezTo>
                  <a:pt x="493208" y="217166"/>
                  <a:pt x="500101" y="215632"/>
                  <a:pt x="506495" y="212590"/>
                </a:cubicBezTo>
                <a:cubicBezTo>
                  <a:pt x="512871" y="209546"/>
                  <a:pt x="519418" y="204536"/>
                  <a:pt x="526100" y="197542"/>
                </a:cubicBezTo>
                <a:lnTo>
                  <a:pt x="526100" y="217166"/>
                </a:lnTo>
                <a:close/>
                <a:moveTo>
                  <a:pt x="384730" y="71734"/>
                </a:moveTo>
                <a:lnTo>
                  <a:pt x="343394" y="88510"/>
                </a:lnTo>
                <a:lnTo>
                  <a:pt x="345500" y="93909"/>
                </a:lnTo>
                <a:cubicBezTo>
                  <a:pt x="349483" y="92414"/>
                  <a:pt x="352891" y="91652"/>
                  <a:pt x="355686" y="91652"/>
                </a:cubicBezTo>
                <a:cubicBezTo>
                  <a:pt x="358270" y="91652"/>
                  <a:pt x="360319" y="92280"/>
                  <a:pt x="361812" y="93528"/>
                </a:cubicBezTo>
                <a:cubicBezTo>
                  <a:pt x="363325" y="94770"/>
                  <a:pt x="364416" y="97012"/>
                  <a:pt x="365105" y="100192"/>
                </a:cubicBezTo>
                <a:cubicBezTo>
                  <a:pt x="366005" y="104588"/>
                  <a:pt x="366465" y="114222"/>
                  <a:pt x="366465" y="129096"/>
                </a:cubicBezTo>
                <a:lnTo>
                  <a:pt x="366465" y="181957"/>
                </a:lnTo>
                <a:cubicBezTo>
                  <a:pt x="366465" y="190460"/>
                  <a:pt x="365795" y="196180"/>
                  <a:pt x="364435" y="199188"/>
                </a:cubicBezTo>
                <a:cubicBezTo>
                  <a:pt x="363095" y="202179"/>
                  <a:pt x="361276" y="204340"/>
                  <a:pt x="358979" y="205619"/>
                </a:cubicBezTo>
                <a:cubicBezTo>
                  <a:pt x="356681" y="206929"/>
                  <a:pt x="352182" y="207578"/>
                  <a:pt x="345500" y="207578"/>
                </a:cubicBezTo>
                <a:lnTo>
                  <a:pt x="345500" y="212956"/>
                </a:lnTo>
                <a:lnTo>
                  <a:pt x="412146" y="212956"/>
                </a:lnTo>
                <a:lnTo>
                  <a:pt x="412146" y="207578"/>
                </a:lnTo>
                <a:cubicBezTo>
                  <a:pt x="405656" y="207578"/>
                  <a:pt x="401176" y="206868"/>
                  <a:pt x="398725" y="205470"/>
                </a:cubicBezTo>
                <a:cubicBezTo>
                  <a:pt x="396293" y="204070"/>
                  <a:pt x="394436" y="201970"/>
                  <a:pt x="393192" y="199112"/>
                </a:cubicBezTo>
                <a:cubicBezTo>
                  <a:pt x="391947" y="196263"/>
                  <a:pt x="391316" y="190557"/>
                  <a:pt x="391316" y="181957"/>
                </a:cubicBezTo>
                <a:lnTo>
                  <a:pt x="391316" y="71734"/>
                </a:lnTo>
                <a:lnTo>
                  <a:pt x="384730" y="71734"/>
                </a:lnTo>
                <a:close/>
                <a:moveTo>
                  <a:pt x="368035" y="4419"/>
                </a:moveTo>
                <a:cubicBezTo>
                  <a:pt x="365086" y="7373"/>
                  <a:pt x="363612" y="10932"/>
                  <a:pt x="363612" y="15121"/>
                </a:cubicBezTo>
                <a:cubicBezTo>
                  <a:pt x="363612" y="19316"/>
                  <a:pt x="365105" y="22913"/>
                  <a:pt x="368111" y="25921"/>
                </a:cubicBezTo>
                <a:cubicBezTo>
                  <a:pt x="371098" y="28912"/>
                  <a:pt x="374697" y="30399"/>
                  <a:pt x="378890" y="30399"/>
                </a:cubicBezTo>
                <a:cubicBezTo>
                  <a:pt x="383083" y="30399"/>
                  <a:pt x="386644" y="28912"/>
                  <a:pt x="389593" y="25921"/>
                </a:cubicBezTo>
                <a:cubicBezTo>
                  <a:pt x="392541" y="22913"/>
                  <a:pt x="394015" y="19316"/>
                  <a:pt x="394015" y="15121"/>
                </a:cubicBezTo>
                <a:cubicBezTo>
                  <a:pt x="394015" y="10932"/>
                  <a:pt x="392541" y="7373"/>
                  <a:pt x="389593" y="4419"/>
                </a:cubicBezTo>
                <a:cubicBezTo>
                  <a:pt x="386644" y="1472"/>
                  <a:pt x="383083" y="0"/>
                  <a:pt x="378890" y="0"/>
                </a:cubicBezTo>
                <a:cubicBezTo>
                  <a:pt x="374602" y="0"/>
                  <a:pt x="370983" y="1472"/>
                  <a:pt x="368035" y="4419"/>
                </a:cubicBezTo>
                <a:close/>
                <a:moveTo>
                  <a:pt x="183606" y="81330"/>
                </a:moveTo>
                <a:cubicBezTo>
                  <a:pt x="188603" y="82131"/>
                  <a:pt x="191934" y="82975"/>
                  <a:pt x="193638" y="83873"/>
                </a:cubicBezTo>
                <a:cubicBezTo>
                  <a:pt x="196720" y="85466"/>
                  <a:pt x="199267" y="87440"/>
                  <a:pt x="201277" y="89789"/>
                </a:cubicBezTo>
                <a:cubicBezTo>
                  <a:pt x="203268" y="92130"/>
                  <a:pt x="205374" y="95996"/>
                  <a:pt x="207557" y="101395"/>
                </a:cubicBezTo>
                <a:lnTo>
                  <a:pt x="256531" y="217166"/>
                </a:lnTo>
                <a:lnTo>
                  <a:pt x="262677" y="217166"/>
                </a:lnTo>
                <a:lnTo>
                  <a:pt x="311345" y="99444"/>
                </a:lnTo>
                <a:cubicBezTo>
                  <a:pt x="314140" y="92452"/>
                  <a:pt x="317280" y="87455"/>
                  <a:pt x="320783" y="84472"/>
                </a:cubicBezTo>
                <a:cubicBezTo>
                  <a:pt x="322775" y="82766"/>
                  <a:pt x="326374" y="81734"/>
                  <a:pt x="331562" y="81330"/>
                </a:cubicBezTo>
                <a:lnTo>
                  <a:pt x="331562" y="75782"/>
                </a:lnTo>
                <a:lnTo>
                  <a:pt x="286781" y="75782"/>
                </a:lnTo>
                <a:lnTo>
                  <a:pt x="286781" y="81330"/>
                </a:lnTo>
                <a:cubicBezTo>
                  <a:pt x="291969" y="81330"/>
                  <a:pt x="295416" y="81600"/>
                  <a:pt x="297120" y="82153"/>
                </a:cubicBezTo>
                <a:cubicBezTo>
                  <a:pt x="298824" y="82691"/>
                  <a:pt x="300221" y="83723"/>
                  <a:pt x="301312" y="85219"/>
                </a:cubicBezTo>
                <a:cubicBezTo>
                  <a:pt x="302117" y="86117"/>
                  <a:pt x="302519" y="87269"/>
                  <a:pt x="302519" y="88659"/>
                </a:cubicBezTo>
                <a:cubicBezTo>
                  <a:pt x="302519" y="91554"/>
                  <a:pt x="301370" y="95802"/>
                  <a:pt x="299072" y="101395"/>
                </a:cubicBezTo>
                <a:lnTo>
                  <a:pt x="267023" y="180027"/>
                </a:lnTo>
                <a:lnTo>
                  <a:pt x="235126" y="104246"/>
                </a:lnTo>
                <a:cubicBezTo>
                  <a:pt x="233020" y="99444"/>
                  <a:pt x="231967" y="95308"/>
                  <a:pt x="231967" y="91801"/>
                </a:cubicBezTo>
                <a:cubicBezTo>
                  <a:pt x="231967" y="88607"/>
                  <a:pt x="233001" y="86057"/>
                  <a:pt x="235050" y="84164"/>
                </a:cubicBezTo>
                <a:cubicBezTo>
                  <a:pt x="237098" y="82265"/>
                  <a:pt x="240066" y="81330"/>
                  <a:pt x="243952" y="81330"/>
                </a:cubicBezTo>
                <a:lnTo>
                  <a:pt x="248145" y="81330"/>
                </a:lnTo>
                <a:lnTo>
                  <a:pt x="248145" y="75782"/>
                </a:lnTo>
                <a:lnTo>
                  <a:pt x="183606" y="75782"/>
                </a:lnTo>
                <a:lnTo>
                  <a:pt x="183606" y="81330"/>
                </a:lnTo>
                <a:close/>
                <a:moveTo>
                  <a:pt x="113514" y="20962"/>
                </a:moveTo>
                <a:cubicBezTo>
                  <a:pt x="123604" y="20962"/>
                  <a:pt x="130630" y="21709"/>
                  <a:pt x="134631" y="23220"/>
                </a:cubicBezTo>
                <a:cubicBezTo>
                  <a:pt x="139628" y="25307"/>
                  <a:pt x="143400" y="28351"/>
                  <a:pt x="145946" y="32352"/>
                </a:cubicBezTo>
                <a:cubicBezTo>
                  <a:pt x="148493" y="36338"/>
                  <a:pt x="150809" y="43690"/>
                  <a:pt x="152896" y="54369"/>
                </a:cubicBezTo>
                <a:lnTo>
                  <a:pt x="158736" y="54369"/>
                </a:lnTo>
                <a:lnTo>
                  <a:pt x="156496" y="9900"/>
                </a:lnTo>
                <a:lnTo>
                  <a:pt x="0" y="9900"/>
                </a:lnTo>
                <a:lnTo>
                  <a:pt x="0" y="15427"/>
                </a:lnTo>
                <a:lnTo>
                  <a:pt x="7180" y="15427"/>
                </a:lnTo>
                <a:cubicBezTo>
                  <a:pt x="15565" y="15427"/>
                  <a:pt x="21558" y="17424"/>
                  <a:pt x="25157" y="21426"/>
                </a:cubicBezTo>
                <a:cubicBezTo>
                  <a:pt x="27742" y="24411"/>
                  <a:pt x="29044" y="32352"/>
                  <a:pt x="29044" y="45237"/>
                </a:cubicBezTo>
                <a:lnTo>
                  <a:pt x="29044" y="177171"/>
                </a:lnTo>
                <a:cubicBezTo>
                  <a:pt x="29044" y="187050"/>
                  <a:pt x="28469" y="193602"/>
                  <a:pt x="27321" y="196795"/>
                </a:cubicBezTo>
                <a:cubicBezTo>
                  <a:pt x="26172" y="199994"/>
                  <a:pt x="24009" y="202387"/>
                  <a:pt x="20811" y="203975"/>
                </a:cubicBezTo>
                <a:cubicBezTo>
                  <a:pt x="16523" y="206278"/>
                  <a:pt x="11985" y="207421"/>
                  <a:pt x="7180" y="207421"/>
                </a:cubicBezTo>
                <a:lnTo>
                  <a:pt x="0" y="207421"/>
                </a:lnTo>
                <a:lnTo>
                  <a:pt x="0" y="212956"/>
                </a:lnTo>
                <a:lnTo>
                  <a:pt x="156496" y="212956"/>
                </a:lnTo>
                <a:lnTo>
                  <a:pt x="174014" y="162048"/>
                </a:lnTo>
                <a:lnTo>
                  <a:pt x="168021" y="162048"/>
                </a:lnTo>
                <a:cubicBezTo>
                  <a:pt x="161531" y="174531"/>
                  <a:pt x="155194" y="183856"/>
                  <a:pt x="149010" y="190056"/>
                </a:cubicBezTo>
                <a:cubicBezTo>
                  <a:pt x="144223" y="194745"/>
                  <a:pt x="139226" y="197886"/>
                  <a:pt x="134038" y="199479"/>
                </a:cubicBezTo>
                <a:cubicBezTo>
                  <a:pt x="128830" y="201087"/>
                  <a:pt x="120502" y="201888"/>
                  <a:pt x="109015" y="201888"/>
                </a:cubicBezTo>
                <a:lnTo>
                  <a:pt x="74572" y="201888"/>
                </a:lnTo>
                <a:cubicBezTo>
                  <a:pt x="68981" y="201888"/>
                  <a:pt x="65191" y="201319"/>
                  <a:pt x="63199" y="200167"/>
                </a:cubicBezTo>
                <a:cubicBezTo>
                  <a:pt x="61189" y="199016"/>
                  <a:pt x="59792" y="197467"/>
                  <a:pt x="59007" y="195516"/>
                </a:cubicBezTo>
                <a:cubicBezTo>
                  <a:pt x="58202" y="193579"/>
                  <a:pt x="57800" y="188103"/>
                  <a:pt x="57800" y="179122"/>
                </a:cubicBezTo>
                <a:lnTo>
                  <a:pt x="57800" y="112172"/>
                </a:lnTo>
                <a:lnTo>
                  <a:pt x="102429" y="112172"/>
                </a:lnTo>
                <a:cubicBezTo>
                  <a:pt x="110910" y="112172"/>
                  <a:pt x="117209" y="113167"/>
                  <a:pt x="121306" y="115180"/>
                </a:cubicBezTo>
                <a:cubicBezTo>
                  <a:pt x="125403" y="117169"/>
                  <a:pt x="128333" y="119905"/>
                  <a:pt x="130132" y="123412"/>
                </a:cubicBezTo>
                <a:cubicBezTo>
                  <a:pt x="131530" y="126209"/>
                  <a:pt x="132927" y="132545"/>
                  <a:pt x="134325" y="142424"/>
                </a:cubicBezTo>
                <a:lnTo>
                  <a:pt x="139877" y="142424"/>
                </a:lnTo>
                <a:lnTo>
                  <a:pt x="139877" y="71734"/>
                </a:lnTo>
                <a:lnTo>
                  <a:pt x="134325" y="71734"/>
                </a:lnTo>
                <a:cubicBezTo>
                  <a:pt x="133732" y="83319"/>
                  <a:pt x="130841" y="91420"/>
                  <a:pt x="125652" y="95996"/>
                </a:cubicBezTo>
                <a:cubicBezTo>
                  <a:pt x="121746" y="99496"/>
                  <a:pt x="114012" y="101238"/>
                  <a:pt x="102429" y="101238"/>
                </a:cubicBezTo>
                <a:lnTo>
                  <a:pt x="57800" y="101238"/>
                </a:lnTo>
                <a:lnTo>
                  <a:pt x="57800" y="20962"/>
                </a:lnTo>
                <a:lnTo>
                  <a:pt x="113514" y="20962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D69636BF-DD11-4CDC-B3D2-5B7A7798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22" y="811631"/>
            <a:ext cx="572452" cy="302499"/>
          </a:xfrm>
          <a:custGeom xmlns:a="http://schemas.openxmlformats.org/drawingml/2006/main">
            <a:pathLst>
              <a:path w="572452" h="302499">
                <a:moveTo>
                  <a:pt x="0" y="0"/>
                </a:moveTo>
                <a:lnTo>
                  <a:pt x="572452" y="0"/>
                </a:lnTo>
                <a:lnTo>
                  <a:pt x="572452" y="302499"/>
                </a:lnTo>
                <a:lnTo>
                  <a:pt x="0" y="30249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53" name="Native source glyph inset-12.png">
            <a:extLst xmlns:a="http://schemas.openxmlformats.org/drawingml/2006/main">
              <a:ext uri="{FF2B5EF4-FFF2-40B4-BE49-F238E27FC236}">
                <a16:creationId xmlns:a16="http://schemas.microsoft.com/office/drawing/2014/main" id="{47524B16-4F50-4D1B-AAB2-68913776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839" y="853516"/>
            <a:ext cx="139622" cy="260615"/>
          </a:xfrm>
          <a:custGeom xmlns:a="http://schemas.openxmlformats.org/drawingml/2006/main">
            <a:pathLst>
              <a:path w="139622" h="260615">
                <a:moveTo>
                  <a:pt x="69811" y="60500"/>
                </a:moveTo>
                <a:lnTo>
                  <a:pt x="74465" y="60500"/>
                </a:lnTo>
                <a:lnTo>
                  <a:pt x="74465" y="41885"/>
                </a:lnTo>
                <a:lnTo>
                  <a:pt x="79119" y="41885"/>
                </a:lnTo>
                <a:lnTo>
                  <a:pt x="79119" y="27923"/>
                </a:lnTo>
                <a:lnTo>
                  <a:pt x="83773" y="27923"/>
                </a:lnTo>
                <a:lnTo>
                  <a:pt x="83773" y="18615"/>
                </a:lnTo>
                <a:lnTo>
                  <a:pt x="88427" y="18615"/>
                </a:lnTo>
                <a:lnTo>
                  <a:pt x="88427" y="13962"/>
                </a:lnTo>
                <a:lnTo>
                  <a:pt x="93082" y="13962"/>
                </a:lnTo>
                <a:lnTo>
                  <a:pt x="93082" y="9308"/>
                </a:lnTo>
                <a:lnTo>
                  <a:pt x="102390" y="9308"/>
                </a:lnTo>
                <a:lnTo>
                  <a:pt x="102390" y="4654"/>
                </a:lnTo>
                <a:lnTo>
                  <a:pt x="111698" y="4654"/>
                </a:lnTo>
                <a:lnTo>
                  <a:pt x="111698" y="0"/>
                </a:lnTo>
                <a:lnTo>
                  <a:pt x="121006" y="0"/>
                </a:lnTo>
                <a:lnTo>
                  <a:pt x="121006" y="4654"/>
                </a:lnTo>
                <a:lnTo>
                  <a:pt x="130314" y="4654"/>
                </a:lnTo>
                <a:lnTo>
                  <a:pt x="130314" y="9308"/>
                </a:lnTo>
                <a:lnTo>
                  <a:pt x="134968" y="9308"/>
                </a:lnTo>
                <a:lnTo>
                  <a:pt x="134968" y="13962"/>
                </a:lnTo>
                <a:lnTo>
                  <a:pt x="139622" y="13962"/>
                </a:lnTo>
                <a:lnTo>
                  <a:pt x="139622" y="32577"/>
                </a:lnTo>
                <a:lnTo>
                  <a:pt x="134968" y="32577"/>
                </a:lnTo>
                <a:lnTo>
                  <a:pt x="134968" y="37231"/>
                </a:lnTo>
                <a:lnTo>
                  <a:pt x="130314" y="37231"/>
                </a:lnTo>
                <a:lnTo>
                  <a:pt x="130314" y="41885"/>
                </a:lnTo>
                <a:lnTo>
                  <a:pt x="121006" y="41885"/>
                </a:lnTo>
                <a:lnTo>
                  <a:pt x="121006" y="37231"/>
                </a:lnTo>
                <a:lnTo>
                  <a:pt x="116352" y="37231"/>
                </a:lnTo>
                <a:lnTo>
                  <a:pt x="116352" y="32577"/>
                </a:lnTo>
                <a:lnTo>
                  <a:pt x="111698" y="32577"/>
                </a:lnTo>
                <a:lnTo>
                  <a:pt x="111698" y="23269"/>
                </a:lnTo>
                <a:lnTo>
                  <a:pt x="116352" y="23269"/>
                </a:lnTo>
                <a:lnTo>
                  <a:pt x="116352" y="18615"/>
                </a:lnTo>
                <a:lnTo>
                  <a:pt x="125660" y="18615"/>
                </a:lnTo>
                <a:lnTo>
                  <a:pt x="125660" y="13962"/>
                </a:lnTo>
                <a:lnTo>
                  <a:pt x="102390" y="13962"/>
                </a:lnTo>
                <a:lnTo>
                  <a:pt x="102390" y="32577"/>
                </a:lnTo>
                <a:lnTo>
                  <a:pt x="97736" y="32577"/>
                </a:lnTo>
                <a:lnTo>
                  <a:pt x="97736" y="60500"/>
                </a:lnTo>
                <a:lnTo>
                  <a:pt x="93082" y="60500"/>
                </a:lnTo>
                <a:lnTo>
                  <a:pt x="93082" y="83769"/>
                </a:lnTo>
                <a:lnTo>
                  <a:pt x="97736" y="83769"/>
                </a:lnTo>
                <a:lnTo>
                  <a:pt x="97736" y="79115"/>
                </a:lnTo>
                <a:lnTo>
                  <a:pt x="116352" y="79115"/>
                </a:lnTo>
                <a:lnTo>
                  <a:pt x="116352" y="83769"/>
                </a:lnTo>
                <a:lnTo>
                  <a:pt x="121006" y="83769"/>
                </a:lnTo>
                <a:lnTo>
                  <a:pt x="121006" y="88423"/>
                </a:lnTo>
                <a:lnTo>
                  <a:pt x="88427" y="88423"/>
                </a:lnTo>
                <a:lnTo>
                  <a:pt x="88427" y="107038"/>
                </a:lnTo>
                <a:lnTo>
                  <a:pt x="83773" y="107038"/>
                </a:lnTo>
                <a:lnTo>
                  <a:pt x="83773" y="134961"/>
                </a:lnTo>
                <a:lnTo>
                  <a:pt x="79119" y="134961"/>
                </a:lnTo>
                <a:lnTo>
                  <a:pt x="79119" y="158230"/>
                </a:lnTo>
                <a:lnTo>
                  <a:pt x="74465" y="158230"/>
                </a:lnTo>
                <a:lnTo>
                  <a:pt x="74465" y="181500"/>
                </a:lnTo>
                <a:lnTo>
                  <a:pt x="69811" y="181500"/>
                </a:lnTo>
                <a:lnTo>
                  <a:pt x="69811" y="204769"/>
                </a:lnTo>
                <a:lnTo>
                  <a:pt x="65157" y="204769"/>
                </a:lnTo>
                <a:lnTo>
                  <a:pt x="65157" y="218730"/>
                </a:lnTo>
                <a:lnTo>
                  <a:pt x="60503" y="218730"/>
                </a:lnTo>
                <a:lnTo>
                  <a:pt x="60503" y="228038"/>
                </a:lnTo>
                <a:lnTo>
                  <a:pt x="55849" y="228038"/>
                </a:lnTo>
                <a:lnTo>
                  <a:pt x="55849" y="237346"/>
                </a:lnTo>
                <a:lnTo>
                  <a:pt x="51195" y="237346"/>
                </a:lnTo>
                <a:lnTo>
                  <a:pt x="51195" y="246653"/>
                </a:lnTo>
                <a:lnTo>
                  <a:pt x="46541" y="246653"/>
                </a:lnTo>
                <a:lnTo>
                  <a:pt x="46541" y="251307"/>
                </a:lnTo>
                <a:lnTo>
                  <a:pt x="41887" y="251307"/>
                </a:lnTo>
                <a:lnTo>
                  <a:pt x="41887" y="255961"/>
                </a:lnTo>
                <a:lnTo>
                  <a:pt x="32579" y="255961"/>
                </a:lnTo>
                <a:lnTo>
                  <a:pt x="32579" y="260615"/>
                </a:lnTo>
                <a:lnTo>
                  <a:pt x="18616" y="260615"/>
                </a:lnTo>
                <a:lnTo>
                  <a:pt x="18616" y="255961"/>
                </a:lnTo>
                <a:lnTo>
                  <a:pt x="4654" y="255961"/>
                </a:lnTo>
                <a:lnTo>
                  <a:pt x="4654" y="251307"/>
                </a:lnTo>
                <a:lnTo>
                  <a:pt x="0" y="251307"/>
                </a:lnTo>
                <a:lnTo>
                  <a:pt x="0" y="228038"/>
                </a:lnTo>
                <a:lnTo>
                  <a:pt x="4654" y="228038"/>
                </a:lnTo>
                <a:lnTo>
                  <a:pt x="4654" y="223384"/>
                </a:lnTo>
                <a:lnTo>
                  <a:pt x="23270" y="223384"/>
                </a:lnTo>
                <a:lnTo>
                  <a:pt x="23270" y="228038"/>
                </a:lnTo>
                <a:lnTo>
                  <a:pt x="27924" y="228038"/>
                </a:lnTo>
                <a:lnTo>
                  <a:pt x="27924" y="242000"/>
                </a:lnTo>
                <a:lnTo>
                  <a:pt x="23270" y="242000"/>
                </a:lnTo>
                <a:lnTo>
                  <a:pt x="23270" y="246653"/>
                </a:lnTo>
                <a:lnTo>
                  <a:pt x="13962" y="246653"/>
                </a:lnTo>
                <a:lnTo>
                  <a:pt x="13962" y="251307"/>
                </a:lnTo>
                <a:lnTo>
                  <a:pt x="32579" y="251307"/>
                </a:lnTo>
                <a:lnTo>
                  <a:pt x="32579" y="242000"/>
                </a:lnTo>
                <a:lnTo>
                  <a:pt x="37233" y="242000"/>
                </a:lnTo>
                <a:lnTo>
                  <a:pt x="37233" y="232692"/>
                </a:lnTo>
                <a:lnTo>
                  <a:pt x="41887" y="232692"/>
                </a:lnTo>
                <a:lnTo>
                  <a:pt x="41887" y="209423"/>
                </a:lnTo>
                <a:lnTo>
                  <a:pt x="46541" y="209423"/>
                </a:lnTo>
                <a:lnTo>
                  <a:pt x="46541" y="186154"/>
                </a:lnTo>
                <a:lnTo>
                  <a:pt x="51195" y="186154"/>
                </a:lnTo>
                <a:lnTo>
                  <a:pt x="51195" y="162884"/>
                </a:lnTo>
                <a:lnTo>
                  <a:pt x="55849" y="162884"/>
                </a:lnTo>
                <a:lnTo>
                  <a:pt x="55849" y="134961"/>
                </a:lnTo>
                <a:lnTo>
                  <a:pt x="60503" y="134961"/>
                </a:lnTo>
                <a:lnTo>
                  <a:pt x="60503" y="111692"/>
                </a:lnTo>
                <a:lnTo>
                  <a:pt x="65157" y="111692"/>
                </a:lnTo>
                <a:lnTo>
                  <a:pt x="65157" y="88423"/>
                </a:lnTo>
                <a:lnTo>
                  <a:pt x="41887" y="88423"/>
                </a:lnTo>
                <a:lnTo>
                  <a:pt x="41887" y="83769"/>
                </a:lnTo>
                <a:lnTo>
                  <a:pt x="46541" y="83769"/>
                </a:lnTo>
                <a:lnTo>
                  <a:pt x="46541" y="79115"/>
                </a:lnTo>
                <a:lnTo>
                  <a:pt x="69811" y="79115"/>
                </a:lnTo>
                <a:lnTo>
                  <a:pt x="69811" y="605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54" name="Native source glyph inset-12.png">
            <a:extLst xmlns:a="http://schemas.openxmlformats.org/drawingml/2006/main">
              <a:ext uri="{FF2B5EF4-FFF2-40B4-BE49-F238E27FC236}">
                <a16:creationId xmlns:a16="http://schemas.microsoft.com/office/drawing/2014/main" id="{129C24F6-B292-425B-9D8E-5297B156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039" y="820939"/>
            <a:ext cx="74465" cy="134961"/>
          </a:xfrm>
          <a:custGeom xmlns:a="http://schemas.openxmlformats.org/drawingml/2006/main">
            <a:pathLst>
              <a:path w="74465" h="134961">
                <a:moveTo>
                  <a:pt x="27924" y="18615"/>
                </a:moveTo>
                <a:lnTo>
                  <a:pt x="18616" y="18615"/>
                </a:lnTo>
                <a:lnTo>
                  <a:pt x="18616" y="23269"/>
                </a:lnTo>
                <a:lnTo>
                  <a:pt x="0" y="23269"/>
                </a:lnTo>
                <a:lnTo>
                  <a:pt x="0" y="13962"/>
                </a:lnTo>
                <a:lnTo>
                  <a:pt x="13962" y="13962"/>
                </a:lnTo>
                <a:lnTo>
                  <a:pt x="13962" y="9308"/>
                </a:lnTo>
                <a:lnTo>
                  <a:pt x="32579" y="9308"/>
                </a:lnTo>
                <a:lnTo>
                  <a:pt x="32579" y="4654"/>
                </a:lnTo>
                <a:lnTo>
                  <a:pt x="37233" y="4654"/>
                </a:lnTo>
                <a:lnTo>
                  <a:pt x="37233" y="0"/>
                </a:lnTo>
                <a:lnTo>
                  <a:pt x="41887" y="0"/>
                </a:lnTo>
                <a:lnTo>
                  <a:pt x="41887" y="4654"/>
                </a:lnTo>
                <a:lnTo>
                  <a:pt x="46541" y="4654"/>
                </a:lnTo>
                <a:lnTo>
                  <a:pt x="46541" y="125654"/>
                </a:lnTo>
                <a:lnTo>
                  <a:pt x="74465" y="125654"/>
                </a:lnTo>
                <a:lnTo>
                  <a:pt x="74465" y="134961"/>
                </a:lnTo>
                <a:lnTo>
                  <a:pt x="0" y="134961"/>
                </a:lnTo>
                <a:lnTo>
                  <a:pt x="0" y="125654"/>
                </a:lnTo>
                <a:lnTo>
                  <a:pt x="23270" y="125654"/>
                </a:lnTo>
                <a:lnTo>
                  <a:pt x="23270" y="121000"/>
                </a:lnTo>
                <a:lnTo>
                  <a:pt x="27924" y="121000"/>
                </a:lnTo>
                <a:lnTo>
                  <a:pt x="27924" y="1861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55" name="Native source glyph inset-12.png">
            <a:extLst xmlns:a="http://schemas.openxmlformats.org/drawingml/2006/main">
              <a:ext uri="{FF2B5EF4-FFF2-40B4-BE49-F238E27FC236}">
                <a16:creationId xmlns:a16="http://schemas.microsoft.com/office/drawing/2014/main" id="{7C17161A-555F-4033-9045-3A6054FA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54" y="844208"/>
            <a:ext cx="65157" cy="269923"/>
          </a:xfrm>
          <a:custGeom xmlns:a="http://schemas.openxmlformats.org/drawingml/2006/main">
            <a:pathLst>
              <a:path w="65157" h="269923">
                <a:moveTo>
                  <a:pt x="13962" y="69808"/>
                </a:moveTo>
                <a:lnTo>
                  <a:pt x="13962" y="55846"/>
                </a:lnTo>
                <a:lnTo>
                  <a:pt x="18616" y="55846"/>
                </a:lnTo>
                <a:lnTo>
                  <a:pt x="18616" y="46538"/>
                </a:lnTo>
                <a:lnTo>
                  <a:pt x="23270" y="46538"/>
                </a:lnTo>
                <a:lnTo>
                  <a:pt x="23270" y="41885"/>
                </a:lnTo>
                <a:lnTo>
                  <a:pt x="27924" y="41885"/>
                </a:lnTo>
                <a:lnTo>
                  <a:pt x="27924" y="32577"/>
                </a:lnTo>
                <a:lnTo>
                  <a:pt x="32579" y="32577"/>
                </a:lnTo>
                <a:lnTo>
                  <a:pt x="32579" y="27923"/>
                </a:lnTo>
                <a:lnTo>
                  <a:pt x="37233" y="27923"/>
                </a:lnTo>
                <a:lnTo>
                  <a:pt x="37233" y="23269"/>
                </a:lnTo>
                <a:lnTo>
                  <a:pt x="41887" y="23269"/>
                </a:lnTo>
                <a:lnTo>
                  <a:pt x="41887" y="18615"/>
                </a:lnTo>
                <a:lnTo>
                  <a:pt x="46541" y="18615"/>
                </a:lnTo>
                <a:lnTo>
                  <a:pt x="46541" y="13962"/>
                </a:lnTo>
                <a:lnTo>
                  <a:pt x="51195" y="13962"/>
                </a:lnTo>
                <a:lnTo>
                  <a:pt x="51195" y="9308"/>
                </a:lnTo>
                <a:lnTo>
                  <a:pt x="55849" y="9308"/>
                </a:lnTo>
                <a:lnTo>
                  <a:pt x="55849" y="4654"/>
                </a:lnTo>
                <a:lnTo>
                  <a:pt x="60503" y="4654"/>
                </a:lnTo>
                <a:lnTo>
                  <a:pt x="60503" y="0"/>
                </a:lnTo>
                <a:lnTo>
                  <a:pt x="65157" y="0"/>
                </a:lnTo>
                <a:lnTo>
                  <a:pt x="65157" y="9308"/>
                </a:lnTo>
                <a:lnTo>
                  <a:pt x="60503" y="9308"/>
                </a:lnTo>
                <a:lnTo>
                  <a:pt x="60503" y="13962"/>
                </a:lnTo>
                <a:lnTo>
                  <a:pt x="55849" y="13962"/>
                </a:lnTo>
                <a:lnTo>
                  <a:pt x="55849" y="18615"/>
                </a:lnTo>
                <a:lnTo>
                  <a:pt x="51195" y="18615"/>
                </a:lnTo>
                <a:lnTo>
                  <a:pt x="51195" y="23269"/>
                </a:lnTo>
                <a:lnTo>
                  <a:pt x="46541" y="23269"/>
                </a:lnTo>
                <a:lnTo>
                  <a:pt x="46541" y="32577"/>
                </a:lnTo>
                <a:lnTo>
                  <a:pt x="41887" y="32577"/>
                </a:lnTo>
                <a:lnTo>
                  <a:pt x="41887" y="41885"/>
                </a:lnTo>
                <a:lnTo>
                  <a:pt x="37233" y="41885"/>
                </a:lnTo>
                <a:lnTo>
                  <a:pt x="37233" y="55846"/>
                </a:lnTo>
                <a:lnTo>
                  <a:pt x="32579" y="55846"/>
                </a:lnTo>
                <a:lnTo>
                  <a:pt x="32579" y="65154"/>
                </a:lnTo>
                <a:lnTo>
                  <a:pt x="27924" y="65154"/>
                </a:lnTo>
                <a:lnTo>
                  <a:pt x="27924" y="83769"/>
                </a:lnTo>
                <a:lnTo>
                  <a:pt x="23270" y="83769"/>
                </a:lnTo>
                <a:lnTo>
                  <a:pt x="23270" y="111692"/>
                </a:lnTo>
                <a:lnTo>
                  <a:pt x="18616" y="111692"/>
                </a:lnTo>
                <a:lnTo>
                  <a:pt x="18616" y="167538"/>
                </a:lnTo>
                <a:lnTo>
                  <a:pt x="23270" y="167538"/>
                </a:lnTo>
                <a:lnTo>
                  <a:pt x="23270" y="195461"/>
                </a:lnTo>
                <a:lnTo>
                  <a:pt x="27924" y="195461"/>
                </a:lnTo>
                <a:lnTo>
                  <a:pt x="27924" y="214077"/>
                </a:lnTo>
                <a:lnTo>
                  <a:pt x="32579" y="214077"/>
                </a:lnTo>
                <a:lnTo>
                  <a:pt x="32579" y="232692"/>
                </a:lnTo>
                <a:lnTo>
                  <a:pt x="37233" y="232692"/>
                </a:lnTo>
                <a:lnTo>
                  <a:pt x="37233" y="242000"/>
                </a:lnTo>
                <a:lnTo>
                  <a:pt x="41887" y="242000"/>
                </a:lnTo>
                <a:lnTo>
                  <a:pt x="41887" y="251307"/>
                </a:lnTo>
                <a:lnTo>
                  <a:pt x="46541" y="251307"/>
                </a:lnTo>
                <a:lnTo>
                  <a:pt x="46541" y="255961"/>
                </a:lnTo>
                <a:lnTo>
                  <a:pt x="51195" y="255961"/>
                </a:lnTo>
                <a:lnTo>
                  <a:pt x="51195" y="260615"/>
                </a:lnTo>
                <a:lnTo>
                  <a:pt x="55849" y="260615"/>
                </a:lnTo>
                <a:lnTo>
                  <a:pt x="55849" y="269923"/>
                </a:lnTo>
                <a:lnTo>
                  <a:pt x="41887" y="269923"/>
                </a:lnTo>
                <a:lnTo>
                  <a:pt x="41887" y="265269"/>
                </a:lnTo>
                <a:lnTo>
                  <a:pt x="37233" y="265269"/>
                </a:lnTo>
                <a:lnTo>
                  <a:pt x="37233" y="255961"/>
                </a:lnTo>
                <a:lnTo>
                  <a:pt x="32579" y="255961"/>
                </a:lnTo>
                <a:lnTo>
                  <a:pt x="32579" y="251307"/>
                </a:lnTo>
                <a:lnTo>
                  <a:pt x="27924" y="251307"/>
                </a:lnTo>
                <a:lnTo>
                  <a:pt x="27924" y="242000"/>
                </a:lnTo>
                <a:lnTo>
                  <a:pt x="23270" y="242000"/>
                </a:lnTo>
                <a:lnTo>
                  <a:pt x="23270" y="232692"/>
                </a:lnTo>
                <a:lnTo>
                  <a:pt x="18616" y="232692"/>
                </a:lnTo>
                <a:lnTo>
                  <a:pt x="18616" y="223384"/>
                </a:lnTo>
                <a:lnTo>
                  <a:pt x="13962" y="223384"/>
                </a:lnTo>
                <a:lnTo>
                  <a:pt x="13962" y="214077"/>
                </a:lnTo>
                <a:lnTo>
                  <a:pt x="9308" y="214077"/>
                </a:lnTo>
                <a:lnTo>
                  <a:pt x="9308" y="200115"/>
                </a:lnTo>
                <a:lnTo>
                  <a:pt x="4654" y="200115"/>
                </a:lnTo>
                <a:lnTo>
                  <a:pt x="4654" y="176846"/>
                </a:lnTo>
                <a:lnTo>
                  <a:pt x="0" y="176846"/>
                </a:lnTo>
                <a:lnTo>
                  <a:pt x="0" y="107038"/>
                </a:lnTo>
                <a:lnTo>
                  <a:pt x="4654" y="107038"/>
                </a:lnTo>
                <a:lnTo>
                  <a:pt x="4654" y="83769"/>
                </a:lnTo>
                <a:lnTo>
                  <a:pt x="9308" y="83769"/>
                </a:lnTo>
                <a:lnTo>
                  <a:pt x="9308" y="69808"/>
                </a:lnTo>
                <a:lnTo>
                  <a:pt x="13962" y="6980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56" name="Native source glyph inset-12.png">
            <a:extLst xmlns:a="http://schemas.openxmlformats.org/drawingml/2006/main">
              <a:ext uri="{FF2B5EF4-FFF2-40B4-BE49-F238E27FC236}">
                <a16:creationId xmlns:a16="http://schemas.microsoft.com/office/drawing/2014/main" id="{410C8932-4B2C-4900-9485-20989F8C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209" y="844208"/>
            <a:ext cx="65157" cy="269923"/>
          </a:xfrm>
          <a:custGeom xmlns:a="http://schemas.openxmlformats.org/drawingml/2006/main">
            <a:pathLst>
              <a:path w="65157" h="269923">
                <a:moveTo>
                  <a:pt x="4654" y="0"/>
                </a:moveTo>
                <a:lnTo>
                  <a:pt x="4654" y="4654"/>
                </a:lnTo>
                <a:lnTo>
                  <a:pt x="9308" y="4654"/>
                </a:lnTo>
                <a:lnTo>
                  <a:pt x="9308" y="9308"/>
                </a:lnTo>
                <a:lnTo>
                  <a:pt x="13962" y="9308"/>
                </a:lnTo>
                <a:lnTo>
                  <a:pt x="13962" y="13962"/>
                </a:lnTo>
                <a:lnTo>
                  <a:pt x="18616" y="13962"/>
                </a:lnTo>
                <a:lnTo>
                  <a:pt x="18616" y="18615"/>
                </a:lnTo>
                <a:lnTo>
                  <a:pt x="23270" y="18615"/>
                </a:lnTo>
                <a:lnTo>
                  <a:pt x="23270" y="23269"/>
                </a:lnTo>
                <a:lnTo>
                  <a:pt x="27924" y="23269"/>
                </a:lnTo>
                <a:lnTo>
                  <a:pt x="27924" y="27923"/>
                </a:lnTo>
                <a:lnTo>
                  <a:pt x="32579" y="27923"/>
                </a:lnTo>
                <a:lnTo>
                  <a:pt x="32579" y="37231"/>
                </a:lnTo>
                <a:lnTo>
                  <a:pt x="37233" y="37231"/>
                </a:lnTo>
                <a:lnTo>
                  <a:pt x="37233" y="41885"/>
                </a:lnTo>
                <a:lnTo>
                  <a:pt x="41887" y="41885"/>
                </a:lnTo>
                <a:lnTo>
                  <a:pt x="41887" y="51192"/>
                </a:lnTo>
                <a:lnTo>
                  <a:pt x="46541" y="51192"/>
                </a:lnTo>
                <a:lnTo>
                  <a:pt x="46541" y="60500"/>
                </a:lnTo>
                <a:lnTo>
                  <a:pt x="51195" y="60500"/>
                </a:lnTo>
                <a:lnTo>
                  <a:pt x="51195" y="74461"/>
                </a:lnTo>
                <a:lnTo>
                  <a:pt x="55849" y="74461"/>
                </a:lnTo>
                <a:lnTo>
                  <a:pt x="55849" y="88423"/>
                </a:lnTo>
                <a:lnTo>
                  <a:pt x="60503" y="88423"/>
                </a:lnTo>
                <a:lnTo>
                  <a:pt x="60503" y="111692"/>
                </a:lnTo>
                <a:lnTo>
                  <a:pt x="65157" y="111692"/>
                </a:lnTo>
                <a:lnTo>
                  <a:pt x="65157" y="172192"/>
                </a:lnTo>
                <a:lnTo>
                  <a:pt x="60503" y="172192"/>
                </a:lnTo>
                <a:lnTo>
                  <a:pt x="60503" y="195461"/>
                </a:lnTo>
                <a:lnTo>
                  <a:pt x="55849" y="195461"/>
                </a:lnTo>
                <a:lnTo>
                  <a:pt x="55849" y="209423"/>
                </a:lnTo>
                <a:lnTo>
                  <a:pt x="51195" y="209423"/>
                </a:lnTo>
                <a:lnTo>
                  <a:pt x="51195" y="223384"/>
                </a:lnTo>
                <a:lnTo>
                  <a:pt x="46541" y="223384"/>
                </a:lnTo>
                <a:lnTo>
                  <a:pt x="46541" y="232692"/>
                </a:lnTo>
                <a:lnTo>
                  <a:pt x="41887" y="232692"/>
                </a:lnTo>
                <a:lnTo>
                  <a:pt x="41887" y="242000"/>
                </a:lnTo>
                <a:lnTo>
                  <a:pt x="37233" y="242000"/>
                </a:lnTo>
                <a:lnTo>
                  <a:pt x="37233" y="251307"/>
                </a:lnTo>
                <a:lnTo>
                  <a:pt x="32579" y="251307"/>
                </a:lnTo>
                <a:lnTo>
                  <a:pt x="32579" y="255961"/>
                </a:lnTo>
                <a:lnTo>
                  <a:pt x="27924" y="255961"/>
                </a:lnTo>
                <a:lnTo>
                  <a:pt x="27924" y="260615"/>
                </a:lnTo>
                <a:lnTo>
                  <a:pt x="23270" y="260615"/>
                </a:lnTo>
                <a:lnTo>
                  <a:pt x="23270" y="265269"/>
                </a:lnTo>
                <a:lnTo>
                  <a:pt x="18616" y="265269"/>
                </a:lnTo>
                <a:lnTo>
                  <a:pt x="18616" y="269923"/>
                </a:lnTo>
                <a:lnTo>
                  <a:pt x="4654" y="269923"/>
                </a:lnTo>
                <a:lnTo>
                  <a:pt x="4654" y="265269"/>
                </a:lnTo>
                <a:lnTo>
                  <a:pt x="9308" y="265269"/>
                </a:lnTo>
                <a:lnTo>
                  <a:pt x="9308" y="260615"/>
                </a:lnTo>
                <a:lnTo>
                  <a:pt x="13962" y="260615"/>
                </a:lnTo>
                <a:lnTo>
                  <a:pt x="13962" y="255961"/>
                </a:lnTo>
                <a:lnTo>
                  <a:pt x="18616" y="255961"/>
                </a:lnTo>
                <a:lnTo>
                  <a:pt x="18616" y="246653"/>
                </a:lnTo>
                <a:lnTo>
                  <a:pt x="23270" y="246653"/>
                </a:lnTo>
                <a:lnTo>
                  <a:pt x="23270" y="237346"/>
                </a:lnTo>
                <a:lnTo>
                  <a:pt x="27924" y="237346"/>
                </a:lnTo>
                <a:lnTo>
                  <a:pt x="27924" y="228038"/>
                </a:lnTo>
                <a:lnTo>
                  <a:pt x="32579" y="228038"/>
                </a:lnTo>
                <a:lnTo>
                  <a:pt x="32579" y="214077"/>
                </a:lnTo>
                <a:lnTo>
                  <a:pt x="37233" y="214077"/>
                </a:lnTo>
                <a:lnTo>
                  <a:pt x="37233" y="195461"/>
                </a:lnTo>
                <a:lnTo>
                  <a:pt x="41887" y="195461"/>
                </a:lnTo>
                <a:lnTo>
                  <a:pt x="41887" y="148923"/>
                </a:lnTo>
                <a:lnTo>
                  <a:pt x="46541" y="148923"/>
                </a:lnTo>
                <a:lnTo>
                  <a:pt x="46541" y="134961"/>
                </a:lnTo>
                <a:lnTo>
                  <a:pt x="41887" y="134961"/>
                </a:lnTo>
                <a:lnTo>
                  <a:pt x="41887" y="88423"/>
                </a:lnTo>
                <a:lnTo>
                  <a:pt x="37233" y="88423"/>
                </a:lnTo>
                <a:lnTo>
                  <a:pt x="37233" y="69808"/>
                </a:lnTo>
                <a:lnTo>
                  <a:pt x="32579" y="69808"/>
                </a:lnTo>
                <a:lnTo>
                  <a:pt x="32579" y="55846"/>
                </a:lnTo>
                <a:lnTo>
                  <a:pt x="27924" y="55846"/>
                </a:lnTo>
                <a:lnTo>
                  <a:pt x="27924" y="41885"/>
                </a:lnTo>
                <a:lnTo>
                  <a:pt x="23270" y="41885"/>
                </a:lnTo>
                <a:lnTo>
                  <a:pt x="23270" y="32577"/>
                </a:lnTo>
                <a:lnTo>
                  <a:pt x="18616" y="32577"/>
                </a:lnTo>
                <a:lnTo>
                  <a:pt x="18616" y="27923"/>
                </a:lnTo>
                <a:lnTo>
                  <a:pt x="13962" y="27923"/>
                </a:lnTo>
                <a:lnTo>
                  <a:pt x="13962" y="18615"/>
                </a:lnTo>
                <a:lnTo>
                  <a:pt x="9308" y="18615"/>
                </a:lnTo>
                <a:lnTo>
                  <a:pt x="9308" y="13962"/>
                </a:lnTo>
                <a:lnTo>
                  <a:pt x="4654" y="13962"/>
                </a:lnTo>
                <a:lnTo>
                  <a:pt x="4654" y="9308"/>
                </a:lnTo>
                <a:lnTo>
                  <a:pt x="0" y="9308"/>
                </a:lnTo>
                <a:lnTo>
                  <a:pt x="0" y="0"/>
                </a:lnTo>
                <a:lnTo>
                  <a:pt x="4654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57" name="Native source glyph inset-12.png">
            <a:extLst xmlns:a="http://schemas.openxmlformats.org/drawingml/2006/main">
              <a:ext uri="{FF2B5EF4-FFF2-40B4-BE49-F238E27FC236}">
                <a16:creationId xmlns:a16="http://schemas.microsoft.com/office/drawing/2014/main" id="{7B41B384-69CA-4C10-B63A-FADC3C60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743" y="969862"/>
            <a:ext cx="32579" cy="32577"/>
          </a:xfrm>
          <a:custGeom xmlns:a="http://schemas.openxmlformats.org/drawingml/2006/main">
            <a:pathLst>
              <a:path w="32579" h="32577">
                <a:moveTo>
                  <a:pt x="0" y="23269"/>
                </a:moveTo>
                <a:lnTo>
                  <a:pt x="0" y="9308"/>
                </a:lnTo>
                <a:lnTo>
                  <a:pt x="4654" y="9308"/>
                </a:lnTo>
                <a:lnTo>
                  <a:pt x="4654" y="4654"/>
                </a:lnTo>
                <a:lnTo>
                  <a:pt x="18616" y="4654"/>
                </a:lnTo>
                <a:lnTo>
                  <a:pt x="18616" y="0"/>
                </a:lnTo>
                <a:lnTo>
                  <a:pt x="23270" y="0"/>
                </a:lnTo>
                <a:lnTo>
                  <a:pt x="23270" y="4654"/>
                </a:lnTo>
                <a:lnTo>
                  <a:pt x="32579" y="4654"/>
                </a:lnTo>
                <a:lnTo>
                  <a:pt x="32579" y="27923"/>
                </a:lnTo>
                <a:lnTo>
                  <a:pt x="27924" y="27923"/>
                </a:lnTo>
                <a:lnTo>
                  <a:pt x="27924" y="32577"/>
                </a:lnTo>
                <a:lnTo>
                  <a:pt x="9308" y="32577"/>
                </a:lnTo>
                <a:lnTo>
                  <a:pt x="9308" y="23269"/>
                </a:lnTo>
                <a:lnTo>
                  <a:pt x="0" y="2326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58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99F40733-C8D5-4846-A7C6-AA7C4454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988" y="1112982"/>
            <a:ext cx="570920" cy="24123"/>
          </a:xfrm>
          <a:custGeom xmlns:a="http://schemas.openxmlformats.org/drawingml/2006/main">
            <a:pathLst>
              <a:path w="570920" h="24123">
                <a:moveTo>
                  <a:pt x="0" y="0"/>
                </a:moveTo>
                <a:lnTo>
                  <a:pt x="570920" y="0"/>
                </a:lnTo>
                <a:lnTo>
                  <a:pt x="570920" y="24123"/>
                </a:lnTo>
                <a:lnTo>
                  <a:pt x="0" y="241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59" name="Native source glyph inset-13.png">
            <a:extLst xmlns:a="http://schemas.openxmlformats.org/drawingml/2006/main">
              <a:ext uri="{FF2B5EF4-FFF2-40B4-BE49-F238E27FC236}">
                <a16:creationId xmlns:a16="http://schemas.microsoft.com/office/drawing/2014/main" id="{23DAEE8C-FF61-48D6-9636-2CC4B893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764" y="1112982"/>
            <a:ext cx="14010" cy="10339"/>
          </a:xfrm>
          <a:custGeom xmlns:a="http://schemas.openxmlformats.org/drawingml/2006/main">
            <a:pathLst>
              <a:path w="14010" h="10339">
                <a:moveTo>
                  <a:pt x="0" y="0"/>
                </a:moveTo>
                <a:lnTo>
                  <a:pt x="10508" y="0"/>
                </a:lnTo>
                <a:lnTo>
                  <a:pt x="10508" y="3446"/>
                </a:lnTo>
                <a:lnTo>
                  <a:pt x="14010" y="3446"/>
                </a:lnTo>
                <a:lnTo>
                  <a:pt x="14010" y="10339"/>
                </a:lnTo>
                <a:lnTo>
                  <a:pt x="3503" y="10339"/>
                </a:lnTo>
                <a:lnTo>
                  <a:pt x="3503" y="3446"/>
                </a:lnTo>
                <a:lnTo>
                  <a:pt x="0" y="34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60" name="Native source glyph inset-13.png">
            <a:extLst xmlns:a="http://schemas.openxmlformats.org/drawingml/2006/main">
              <a:ext uri="{FF2B5EF4-FFF2-40B4-BE49-F238E27FC236}">
                <a16:creationId xmlns:a16="http://schemas.microsoft.com/office/drawing/2014/main" id="{54BD7B9D-9BBA-466B-8779-48E3ED0B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354" y="1112982"/>
            <a:ext cx="14010" cy="10339"/>
          </a:xfrm>
          <a:custGeom xmlns:a="http://schemas.openxmlformats.org/drawingml/2006/main">
            <a:pathLst>
              <a:path w="14010" h="10339">
                <a:moveTo>
                  <a:pt x="14010" y="3446"/>
                </a:moveTo>
                <a:lnTo>
                  <a:pt x="10508" y="3446"/>
                </a:lnTo>
                <a:lnTo>
                  <a:pt x="10508" y="6892"/>
                </a:lnTo>
                <a:lnTo>
                  <a:pt x="7005" y="6892"/>
                </a:lnTo>
                <a:lnTo>
                  <a:pt x="7005" y="10339"/>
                </a:lnTo>
                <a:lnTo>
                  <a:pt x="0" y="10339"/>
                </a:lnTo>
                <a:lnTo>
                  <a:pt x="0" y="3446"/>
                </a:lnTo>
                <a:lnTo>
                  <a:pt x="3503" y="3446"/>
                </a:lnTo>
                <a:lnTo>
                  <a:pt x="3503" y="0"/>
                </a:lnTo>
                <a:lnTo>
                  <a:pt x="14010" y="0"/>
                </a:lnTo>
                <a:lnTo>
                  <a:pt x="14010" y="344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61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C910E349-4A7F-454A-A53E-F5FA1BDD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352" y="3973321"/>
            <a:ext cx="623762" cy="299823"/>
          </a:xfrm>
          <a:custGeom xmlns:a="http://schemas.openxmlformats.org/drawingml/2006/main">
            <a:pathLst>
              <a:path w="623762" h="299823">
                <a:moveTo>
                  <a:pt x="0" y="0"/>
                </a:moveTo>
                <a:lnTo>
                  <a:pt x="623762" y="0"/>
                </a:lnTo>
                <a:lnTo>
                  <a:pt x="623762" y="299823"/>
                </a:lnTo>
                <a:lnTo>
                  <a:pt x="0" y="2998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62" name="Native source glyph inset-14.png">
            <a:extLst xmlns:a="http://schemas.openxmlformats.org/drawingml/2006/main">
              <a:ext uri="{FF2B5EF4-FFF2-40B4-BE49-F238E27FC236}">
                <a16:creationId xmlns:a16="http://schemas.microsoft.com/office/drawing/2014/main" id="{E9F78968-CFF7-446B-A018-C404AFC5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182" y="4020169"/>
            <a:ext cx="117248" cy="252976"/>
          </a:xfrm>
          <a:custGeom xmlns:a="http://schemas.openxmlformats.org/drawingml/2006/main">
            <a:pathLst>
              <a:path w="117248" h="252976">
                <a:moveTo>
                  <a:pt x="46899" y="74956"/>
                </a:moveTo>
                <a:lnTo>
                  <a:pt x="46899" y="65586"/>
                </a:lnTo>
                <a:lnTo>
                  <a:pt x="51589" y="65586"/>
                </a:lnTo>
                <a:lnTo>
                  <a:pt x="51589" y="42163"/>
                </a:lnTo>
                <a:lnTo>
                  <a:pt x="56279" y="42163"/>
                </a:lnTo>
                <a:lnTo>
                  <a:pt x="56279" y="23424"/>
                </a:lnTo>
                <a:lnTo>
                  <a:pt x="60969" y="23424"/>
                </a:lnTo>
                <a:lnTo>
                  <a:pt x="60969" y="14054"/>
                </a:lnTo>
                <a:lnTo>
                  <a:pt x="65659" y="14054"/>
                </a:lnTo>
                <a:lnTo>
                  <a:pt x="65659" y="9369"/>
                </a:lnTo>
                <a:lnTo>
                  <a:pt x="70349" y="9369"/>
                </a:lnTo>
                <a:lnTo>
                  <a:pt x="70349" y="4685"/>
                </a:lnTo>
                <a:lnTo>
                  <a:pt x="75039" y="4685"/>
                </a:lnTo>
                <a:lnTo>
                  <a:pt x="75039" y="0"/>
                </a:lnTo>
                <a:lnTo>
                  <a:pt x="107869" y="0"/>
                </a:lnTo>
                <a:lnTo>
                  <a:pt x="107869" y="4685"/>
                </a:lnTo>
                <a:lnTo>
                  <a:pt x="112558" y="4685"/>
                </a:lnTo>
                <a:lnTo>
                  <a:pt x="112558" y="9369"/>
                </a:lnTo>
                <a:lnTo>
                  <a:pt x="117248" y="9369"/>
                </a:lnTo>
                <a:lnTo>
                  <a:pt x="117248" y="28108"/>
                </a:lnTo>
                <a:lnTo>
                  <a:pt x="112558" y="28108"/>
                </a:lnTo>
                <a:lnTo>
                  <a:pt x="112558" y="32793"/>
                </a:lnTo>
                <a:lnTo>
                  <a:pt x="107869" y="32793"/>
                </a:lnTo>
                <a:lnTo>
                  <a:pt x="107869" y="37478"/>
                </a:lnTo>
                <a:lnTo>
                  <a:pt x="93799" y="37478"/>
                </a:lnTo>
                <a:lnTo>
                  <a:pt x="93799" y="32793"/>
                </a:lnTo>
                <a:lnTo>
                  <a:pt x="89109" y="32793"/>
                </a:lnTo>
                <a:lnTo>
                  <a:pt x="89109" y="18739"/>
                </a:lnTo>
                <a:lnTo>
                  <a:pt x="93799" y="18739"/>
                </a:lnTo>
                <a:lnTo>
                  <a:pt x="93799" y="14054"/>
                </a:lnTo>
                <a:lnTo>
                  <a:pt x="98489" y="14054"/>
                </a:lnTo>
                <a:lnTo>
                  <a:pt x="98489" y="9369"/>
                </a:lnTo>
                <a:lnTo>
                  <a:pt x="79729" y="9369"/>
                </a:lnTo>
                <a:lnTo>
                  <a:pt x="79729" y="23424"/>
                </a:lnTo>
                <a:lnTo>
                  <a:pt x="75039" y="23424"/>
                </a:lnTo>
                <a:lnTo>
                  <a:pt x="75039" y="42163"/>
                </a:lnTo>
                <a:lnTo>
                  <a:pt x="70349" y="42163"/>
                </a:lnTo>
                <a:lnTo>
                  <a:pt x="70349" y="70271"/>
                </a:lnTo>
                <a:lnTo>
                  <a:pt x="65659" y="70271"/>
                </a:lnTo>
                <a:lnTo>
                  <a:pt x="65659" y="74956"/>
                </a:lnTo>
                <a:lnTo>
                  <a:pt x="98489" y="74956"/>
                </a:lnTo>
                <a:lnTo>
                  <a:pt x="98489" y="84325"/>
                </a:lnTo>
                <a:lnTo>
                  <a:pt x="93799" y="84325"/>
                </a:lnTo>
                <a:lnTo>
                  <a:pt x="93799" y="89010"/>
                </a:lnTo>
                <a:lnTo>
                  <a:pt x="65659" y="89010"/>
                </a:lnTo>
                <a:lnTo>
                  <a:pt x="65659" y="93695"/>
                </a:lnTo>
                <a:lnTo>
                  <a:pt x="60969" y="93695"/>
                </a:lnTo>
                <a:lnTo>
                  <a:pt x="60969" y="117118"/>
                </a:lnTo>
                <a:lnTo>
                  <a:pt x="56279" y="117118"/>
                </a:lnTo>
                <a:lnTo>
                  <a:pt x="56279" y="145227"/>
                </a:lnTo>
                <a:lnTo>
                  <a:pt x="51589" y="145227"/>
                </a:lnTo>
                <a:lnTo>
                  <a:pt x="51589" y="168650"/>
                </a:lnTo>
                <a:lnTo>
                  <a:pt x="46899" y="168650"/>
                </a:lnTo>
                <a:lnTo>
                  <a:pt x="46899" y="192074"/>
                </a:lnTo>
                <a:lnTo>
                  <a:pt x="42209" y="192074"/>
                </a:lnTo>
                <a:lnTo>
                  <a:pt x="42209" y="210813"/>
                </a:lnTo>
                <a:lnTo>
                  <a:pt x="37519" y="210813"/>
                </a:lnTo>
                <a:lnTo>
                  <a:pt x="37519" y="224867"/>
                </a:lnTo>
                <a:lnTo>
                  <a:pt x="32830" y="224867"/>
                </a:lnTo>
                <a:lnTo>
                  <a:pt x="32830" y="234237"/>
                </a:lnTo>
                <a:lnTo>
                  <a:pt x="28140" y="234237"/>
                </a:lnTo>
                <a:lnTo>
                  <a:pt x="28140" y="238921"/>
                </a:lnTo>
                <a:lnTo>
                  <a:pt x="23450" y="238921"/>
                </a:lnTo>
                <a:lnTo>
                  <a:pt x="23450" y="248291"/>
                </a:lnTo>
                <a:lnTo>
                  <a:pt x="18760" y="248291"/>
                </a:lnTo>
                <a:lnTo>
                  <a:pt x="18760" y="252976"/>
                </a:lnTo>
                <a:lnTo>
                  <a:pt x="0" y="252976"/>
                </a:lnTo>
                <a:lnTo>
                  <a:pt x="0" y="248291"/>
                </a:lnTo>
                <a:lnTo>
                  <a:pt x="4690" y="248291"/>
                </a:lnTo>
                <a:lnTo>
                  <a:pt x="4690" y="243606"/>
                </a:lnTo>
                <a:lnTo>
                  <a:pt x="9380" y="243606"/>
                </a:lnTo>
                <a:lnTo>
                  <a:pt x="9380" y="238921"/>
                </a:lnTo>
                <a:lnTo>
                  <a:pt x="14070" y="238921"/>
                </a:lnTo>
                <a:lnTo>
                  <a:pt x="14070" y="229552"/>
                </a:lnTo>
                <a:lnTo>
                  <a:pt x="18760" y="229552"/>
                </a:lnTo>
                <a:lnTo>
                  <a:pt x="18760" y="215498"/>
                </a:lnTo>
                <a:lnTo>
                  <a:pt x="23450" y="215498"/>
                </a:lnTo>
                <a:lnTo>
                  <a:pt x="23450" y="192074"/>
                </a:lnTo>
                <a:lnTo>
                  <a:pt x="28140" y="192074"/>
                </a:lnTo>
                <a:lnTo>
                  <a:pt x="28140" y="163966"/>
                </a:lnTo>
                <a:lnTo>
                  <a:pt x="32830" y="163966"/>
                </a:lnTo>
                <a:lnTo>
                  <a:pt x="32830" y="140542"/>
                </a:lnTo>
                <a:lnTo>
                  <a:pt x="37519" y="140542"/>
                </a:lnTo>
                <a:lnTo>
                  <a:pt x="37519" y="117118"/>
                </a:lnTo>
                <a:lnTo>
                  <a:pt x="42209" y="117118"/>
                </a:lnTo>
                <a:lnTo>
                  <a:pt x="42209" y="93695"/>
                </a:lnTo>
                <a:lnTo>
                  <a:pt x="46899" y="93695"/>
                </a:lnTo>
                <a:lnTo>
                  <a:pt x="46899" y="89010"/>
                </a:lnTo>
                <a:lnTo>
                  <a:pt x="18760" y="89010"/>
                </a:lnTo>
                <a:lnTo>
                  <a:pt x="18760" y="74956"/>
                </a:lnTo>
                <a:lnTo>
                  <a:pt x="46899" y="7495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63" name="Native source glyph inset-14.png">
            <a:extLst xmlns:a="http://schemas.openxmlformats.org/drawingml/2006/main">
              <a:ext uri="{FF2B5EF4-FFF2-40B4-BE49-F238E27FC236}">
                <a16:creationId xmlns:a16="http://schemas.microsoft.com/office/drawing/2014/main" id="{65CF519F-E2BE-4F80-A840-86AE89B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732" y="4235666"/>
            <a:ext cx="28140" cy="37478"/>
          </a:xfrm>
          <a:custGeom xmlns:a="http://schemas.openxmlformats.org/drawingml/2006/main">
            <a:pathLst>
              <a:path w="28140" h="37478">
                <a:moveTo>
                  <a:pt x="4690" y="9369"/>
                </a:moveTo>
                <a:lnTo>
                  <a:pt x="4690" y="4685"/>
                </a:lnTo>
                <a:lnTo>
                  <a:pt x="9380" y="4685"/>
                </a:lnTo>
                <a:lnTo>
                  <a:pt x="9380" y="0"/>
                </a:lnTo>
                <a:lnTo>
                  <a:pt x="14070" y="0"/>
                </a:lnTo>
                <a:lnTo>
                  <a:pt x="14070" y="4685"/>
                </a:lnTo>
                <a:lnTo>
                  <a:pt x="23450" y="4685"/>
                </a:lnTo>
                <a:lnTo>
                  <a:pt x="23450" y="14054"/>
                </a:lnTo>
                <a:lnTo>
                  <a:pt x="28140" y="14054"/>
                </a:lnTo>
                <a:lnTo>
                  <a:pt x="28140" y="18739"/>
                </a:lnTo>
                <a:lnTo>
                  <a:pt x="23450" y="18739"/>
                </a:lnTo>
                <a:lnTo>
                  <a:pt x="23450" y="28108"/>
                </a:lnTo>
                <a:lnTo>
                  <a:pt x="14070" y="28108"/>
                </a:lnTo>
                <a:lnTo>
                  <a:pt x="14070" y="32793"/>
                </a:lnTo>
                <a:lnTo>
                  <a:pt x="18760" y="32793"/>
                </a:lnTo>
                <a:lnTo>
                  <a:pt x="18760" y="37478"/>
                </a:lnTo>
                <a:lnTo>
                  <a:pt x="4690" y="37478"/>
                </a:lnTo>
                <a:lnTo>
                  <a:pt x="4690" y="32793"/>
                </a:lnTo>
                <a:lnTo>
                  <a:pt x="0" y="32793"/>
                </a:lnTo>
                <a:lnTo>
                  <a:pt x="0" y="9369"/>
                </a:lnTo>
                <a:lnTo>
                  <a:pt x="4690" y="936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64" name="Native source glyph inset-14.png">
            <a:extLst xmlns:a="http://schemas.openxmlformats.org/drawingml/2006/main">
              <a:ext uri="{FF2B5EF4-FFF2-40B4-BE49-F238E27FC236}">
                <a16:creationId xmlns:a16="http://schemas.microsoft.com/office/drawing/2014/main" id="{8E8EE286-9AB6-488C-8F5E-A75C9BE4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70" y="3978006"/>
            <a:ext cx="150078" cy="145227"/>
          </a:xfrm>
          <a:custGeom xmlns:a="http://schemas.openxmlformats.org/drawingml/2006/main">
            <a:pathLst>
              <a:path w="150078" h="145227">
                <a:moveTo>
                  <a:pt x="0" y="14054"/>
                </a:moveTo>
                <a:lnTo>
                  <a:pt x="0" y="0"/>
                </a:lnTo>
                <a:lnTo>
                  <a:pt x="23450" y="0"/>
                </a:lnTo>
                <a:lnTo>
                  <a:pt x="23450" y="4685"/>
                </a:lnTo>
                <a:lnTo>
                  <a:pt x="28140" y="4685"/>
                </a:lnTo>
                <a:lnTo>
                  <a:pt x="28140" y="0"/>
                </a:lnTo>
                <a:lnTo>
                  <a:pt x="51589" y="0"/>
                </a:lnTo>
                <a:lnTo>
                  <a:pt x="51589" y="14054"/>
                </a:lnTo>
                <a:lnTo>
                  <a:pt x="37519" y="14054"/>
                </a:lnTo>
                <a:lnTo>
                  <a:pt x="37519" y="42163"/>
                </a:lnTo>
                <a:lnTo>
                  <a:pt x="42209" y="42163"/>
                </a:lnTo>
                <a:lnTo>
                  <a:pt x="42209" y="65586"/>
                </a:lnTo>
                <a:lnTo>
                  <a:pt x="46899" y="65586"/>
                </a:lnTo>
                <a:lnTo>
                  <a:pt x="46899" y="93695"/>
                </a:lnTo>
                <a:lnTo>
                  <a:pt x="51589" y="93695"/>
                </a:lnTo>
                <a:lnTo>
                  <a:pt x="51589" y="117118"/>
                </a:lnTo>
                <a:lnTo>
                  <a:pt x="56279" y="117118"/>
                </a:lnTo>
                <a:lnTo>
                  <a:pt x="56279" y="112434"/>
                </a:lnTo>
                <a:lnTo>
                  <a:pt x="60969" y="112434"/>
                </a:lnTo>
                <a:lnTo>
                  <a:pt x="60969" y="103064"/>
                </a:lnTo>
                <a:lnTo>
                  <a:pt x="65659" y="103064"/>
                </a:lnTo>
                <a:lnTo>
                  <a:pt x="65659" y="98379"/>
                </a:lnTo>
                <a:lnTo>
                  <a:pt x="70349" y="98379"/>
                </a:lnTo>
                <a:lnTo>
                  <a:pt x="70349" y="89010"/>
                </a:lnTo>
                <a:lnTo>
                  <a:pt x="75039" y="89010"/>
                </a:lnTo>
                <a:lnTo>
                  <a:pt x="75039" y="84325"/>
                </a:lnTo>
                <a:lnTo>
                  <a:pt x="79729" y="84325"/>
                </a:lnTo>
                <a:lnTo>
                  <a:pt x="79729" y="74956"/>
                </a:lnTo>
                <a:lnTo>
                  <a:pt x="84419" y="74956"/>
                </a:lnTo>
                <a:lnTo>
                  <a:pt x="84419" y="70271"/>
                </a:lnTo>
                <a:lnTo>
                  <a:pt x="89109" y="70271"/>
                </a:lnTo>
                <a:lnTo>
                  <a:pt x="89109" y="60902"/>
                </a:lnTo>
                <a:lnTo>
                  <a:pt x="93799" y="60902"/>
                </a:lnTo>
                <a:lnTo>
                  <a:pt x="93799" y="56217"/>
                </a:lnTo>
                <a:lnTo>
                  <a:pt x="98489" y="56217"/>
                </a:lnTo>
                <a:lnTo>
                  <a:pt x="98489" y="46847"/>
                </a:lnTo>
                <a:lnTo>
                  <a:pt x="103179" y="46847"/>
                </a:lnTo>
                <a:lnTo>
                  <a:pt x="103179" y="42163"/>
                </a:lnTo>
                <a:lnTo>
                  <a:pt x="107869" y="42163"/>
                </a:lnTo>
                <a:lnTo>
                  <a:pt x="107869" y="32793"/>
                </a:lnTo>
                <a:lnTo>
                  <a:pt x="112558" y="32793"/>
                </a:lnTo>
                <a:lnTo>
                  <a:pt x="112558" y="28108"/>
                </a:lnTo>
                <a:lnTo>
                  <a:pt x="117248" y="28108"/>
                </a:lnTo>
                <a:lnTo>
                  <a:pt x="117248" y="18739"/>
                </a:lnTo>
                <a:lnTo>
                  <a:pt x="121938" y="18739"/>
                </a:lnTo>
                <a:lnTo>
                  <a:pt x="121938" y="14054"/>
                </a:lnTo>
                <a:lnTo>
                  <a:pt x="112558" y="14054"/>
                </a:lnTo>
                <a:lnTo>
                  <a:pt x="112558" y="0"/>
                </a:lnTo>
                <a:lnTo>
                  <a:pt x="131318" y="0"/>
                </a:lnTo>
                <a:lnTo>
                  <a:pt x="131318" y="4685"/>
                </a:lnTo>
                <a:lnTo>
                  <a:pt x="136008" y="4685"/>
                </a:lnTo>
                <a:lnTo>
                  <a:pt x="136008" y="0"/>
                </a:lnTo>
                <a:lnTo>
                  <a:pt x="150078" y="0"/>
                </a:lnTo>
                <a:lnTo>
                  <a:pt x="150078" y="14054"/>
                </a:lnTo>
                <a:lnTo>
                  <a:pt x="131318" y="14054"/>
                </a:lnTo>
                <a:lnTo>
                  <a:pt x="131318" y="18739"/>
                </a:lnTo>
                <a:lnTo>
                  <a:pt x="126628" y="18739"/>
                </a:lnTo>
                <a:lnTo>
                  <a:pt x="126628" y="23424"/>
                </a:lnTo>
                <a:lnTo>
                  <a:pt x="121938" y="23424"/>
                </a:lnTo>
                <a:lnTo>
                  <a:pt x="121938" y="32793"/>
                </a:lnTo>
                <a:lnTo>
                  <a:pt x="117248" y="32793"/>
                </a:lnTo>
                <a:lnTo>
                  <a:pt x="117248" y="42163"/>
                </a:lnTo>
                <a:lnTo>
                  <a:pt x="112558" y="42163"/>
                </a:lnTo>
                <a:lnTo>
                  <a:pt x="112558" y="46847"/>
                </a:lnTo>
                <a:lnTo>
                  <a:pt x="107869" y="46847"/>
                </a:lnTo>
                <a:lnTo>
                  <a:pt x="107869" y="56217"/>
                </a:lnTo>
                <a:lnTo>
                  <a:pt x="103179" y="56217"/>
                </a:lnTo>
                <a:lnTo>
                  <a:pt x="103179" y="60902"/>
                </a:lnTo>
                <a:lnTo>
                  <a:pt x="98489" y="60902"/>
                </a:lnTo>
                <a:lnTo>
                  <a:pt x="98489" y="65586"/>
                </a:lnTo>
                <a:lnTo>
                  <a:pt x="93799" y="65586"/>
                </a:lnTo>
                <a:lnTo>
                  <a:pt x="93799" y="74956"/>
                </a:lnTo>
                <a:lnTo>
                  <a:pt x="89109" y="74956"/>
                </a:lnTo>
                <a:lnTo>
                  <a:pt x="89109" y="79640"/>
                </a:lnTo>
                <a:lnTo>
                  <a:pt x="84419" y="79640"/>
                </a:lnTo>
                <a:lnTo>
                  <a:pt x="84419" y="89010"/>
                </a:lnTo>
                <a:lnTo>
                  <a:pt x="79729" y="89010"/>
                </a:lnTo>
                <a:lnTo>
                  <a:pt x="79729" y="93695"/>
                </a:lnTo>
                <a:lnTo>
                  <a:pt x="75039" y="93695"/>
                </a:lnTo>
                <a:lnTo>
                  <a:pt x="75039" y="103064"/>
                </a:lnTo>
                <a:lnTo>
                  <a:pt x="70349" y="103064"/>
                </a:lnTo>
                <a:lnTo>
                  <a:pt x="70349" y="107749"/>
                </a:lnTo>
                <a:lnTo>
                  <a:pt x="65659" y="107749"/>
                </a:lnTo>
                <a:lnTo>
                  <a:pt x="65659" y="117118"/>
                </a:lnTo>
                <a:lnTo>
                  <a:pt x="60969" y="117118"/>
                </a:lnTo>
                <a:lnTo>
                  <a:pt x="60969" y="121803"/>
                </a:lnTo>
                <a:lnTo>
                  <a:pt x="56279" y="121803"/>
                </a:lnTo>
                <a:lnTo>
                  <a:pt x="56279" y="131173"/>
                </a:lnTo>
                <a:lnTo>
                  <a:pt x="51589" y="131173"/>
                </a:lnTo>
                <a:lnTo>
                  <a:pt x="51589" y="140542"/>
                </a:lnTo>
                <a:lnTo>
                  <a:pt x="46899" y="140542"/>
                </a:lnTo>
                <a:lnTo>
                  <a:pt x="46899" y="145227"/>
                </a:lnTo>
                <a:lnTo>
                  <a:pt x="37519" y="145227"/>
                </a:lnTo>
                <a:lnTo>
                  <a:pt x="37519" y="121803"/>
                </a:lnTo>
                <a:lnTo>
                  <a:pt x="32830" y="121803"/>
                </a:lnTo>
                <a:lnTo>
                  <a:pt x="32830" y="98379"/>
                </a:lnTo>
                <a:lnTo>
                  <a:pt x="28140" y="98379"/>
                </a:lnTo>
                <a:lnTo>
                  <a:pt x="28140" y="70271"/>
                </a:lnTo>
                <a:lnTo>
                  <a:pt x="23450" y="70271"/>
                </a:lnTo>
                <a:lnTo>
                  <a:pt x="23450" y="46847"/>
                </a:lnTo>
                <a:lnTo>
                  <a:pt x="18760" y="46847"/>
                </a:lnTo>
                <a:lnTo>
                  <a:pt x="18760" y="18739"/>
                </a:lnTo>
                <a:lnTo>
                  <a:pt x="14070" y="18739"/>
                </a:lnTo>
                <a:lnTo>
                  <a:pt x="14070" y="14054"/>
                </a:lnTo>
                <a:lnTo>
                  <a:pt x="0" y="14054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65" name="Native source glyph inset-14.png">
            <a:extLst xmlns:a="http://schemas.openxmlformats.org/drawingml/2006/main">
              <a:ext uri="{FF2B5EF4-FFF2-40B4-BE49-F238E27FC236}">
                <a16:creationId xmlns:a16="http://schemas.microsoft.com/office/drawing/2014/main" id="{E6F6CD91-79A0-441E-80C6-07B79315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927" y="4006114"/>
            <a:ext cx="65659" cy="267030"/>
          </a:xfrm>
          <a:custGeom xmlns:a="http://schemas.openxmlformats.org/drawingml/2006/main">
            <a:pathLst>
              <a:path w="65659" h="267030">
                <a:moveTo>
                  <a:pt x="0" y="103064"/>
                </a:moveTo>
                <a:lnTo>
                  <a:pt x="4690" y="103064"/>
                </a:lnTo>
                <a:lnTo>
                  <a:pt x="4690" y="84325"/>
                </a:lnTo>
                <a:lnTo>
                  <a:pt x="9380" y="84325"/>
                </a:lnTo>
                <a:lnTo>
                  <a:pt x="9380" y="65586"/>
                </a:lnTo>
                <a:lnTo>
                  <a:pt x="14070" y="65586"/>
                </a:lnTo>
                <a:lnTo>
                  <a:pt x="14070" y="56217"/>
                </a:lnTo>
                <a:lnTo>
                  <a:pt x="18760" y="56217"/>
                </a:lnTo>
                <a:lnTo>
                  <a:pt x="18760" y="46847"/>
                </a:lnTo>
                <a:lnTo>
                  <a:pt x="23450" y="46847"/>
                </a:lnTo>
                <a:lnTo>
                  <a:pt x="23450" y="37478"/>
                </a:lnTo>
                <a:lnTo>
                  <a:pt x="28140" y="37478"/>
                </a:lnTo>
                <a:lnTo>
                  <a:pt x="28140" y="32793"/>
                </a:lnTo>
                <a:lnTo>
                  <a:pt x="32830" y="32793"/>
                </a:lnTo>
                <a:lnTo>
                  <a:pt x="32830" y="23424"/>
                </a:lnTo>
                <a:lnTo>
                  <a:pt x="37519" y="23424"/>
                </a:lnTo>
                <a:lnTo>
                  <a:pt x="37519" y="18739"/>
                </a:lnTo>
                <a:lnTo>
                  <a:pt x="42209" y="18739"/>
                </a:lnTo>
                <a:lnTo>
                  <a:pt x="42209" y="14054"/>
                </a:lnTo>
                <a:lnTo>
                  <a:pt x="46899" y="14054"/>
                </a:lnTo>
                <a:lnTo>
                  <a:pt x="46899" y="9369"/>
                </a:lnTo>
                <a:lnTo>
                  <a:pt x="51589" y="9369"/>
                </a:lnTo>
                <a:lnTo>
                  <a:pt x="51589" y="4685"/>
                </a:lnTo>
                <a:lnTo>
                  <a:pt x="56279" y="4685"/>
                </a:lnTo>
                <a:lnTo>
                  <a:pt x="56279" y="0"/>
                </a:lnTo>
                <a:lnTo>
                  <a:pt x="65659" y="0"/>
                </a:lnTo>
                <a:lnTo>
                  <a:pt x="65659" y="9369"/>
                </a:lnTo>
                <a:lnTo>
                  <a:pt x="56279" y="9369"/>
                </a:lnTo>
                <a:lnTo>
                  <a:pt x="56279" y="14054"/>
                </a:lnTo>
                <a:lnTo>
                  <a:pt x="51589" y="14054"/>
                </a:lnTo>
                <a:lnTo>
                  <a:pt x="51589" y="23424"/>
                </a:lnTo>
                <a:lnTo>
                  <a:pt x="46899" y="23424"/>
                </a:lnTo>
                <a:lnTo>
                  <a:pt x="46899" y="28108"/>
                </a:lnTo>
                <a:lnTo>
                  <a:pt x="42209" y="28108"/>
                </a:lnTo>
                <a:lnTo>
                  <a:pt x="42209" y="37478"/>
                </a:lnTo>
                <a:lnTo>
                  <a:pt x="37519" y="37478"/>
                </a:lnTo>
                <a:lnTo>
                  <a:pt x="37519" y="46847"/>
                </a:lnTo>
                <a:lnTo>
                  <a:pt x="32830" y="46847"/>
                </a:lnTo>
                <a:lnTo>
                  <a:pt x="32830" y="56217"/>
                </a:lnTo>
                <a:lnTo>
                  <a:pt x="28140" y="56217"/>
                </a:lnTo>
                <a:lnTo>
                  <a:pt x="28140" y="70271"/>
                </a:lnTo>
                <a:lnTo>
                  <a:pt x="23450" y="70271"/>
                </a:lnTo>
                <a:lnTo>
                  <a:pt x="23450" y="89010"/>
                </a:lnTo>
                <a:lnTo>
                  <a:pt x="18760" y="89010"/>
                </a:lnTo>
                <a:lnTo>
                  <a:pt x="18760" y="126488"/>
                </a:lnTo>
                <a:lnTo>
                  <a:pt x="14070" y="126488"/>
                </a:lnTo>
                <a:lnTo>
                  <a:pt x="14070" y="159281"/>
                </a:lnTo>
                <a:lnTo>
                  <a:pt x="18760" y="159281"/>
                </a:lnTo>
                <a:lnTo>
                  <a:pt x="18760" y="196759"/>
                </a:lnTo>
                <a:lnTo>
                  <a:pt x="23450" y="196759"/>
                </a:lnTo>
                <a:lnTo>
                  <a:pt x="23450" y="215498"/>
                </a:lnTo>
                <a:lnTo>
                  <a:pt x="28140" y="215498"/>
                </a:lnTo>
                <a:lnTo>
                  <a:pt x="28140" y="229552"/>
                </a:lnTo>
                <a:lnTo>
                  <a:pt x="32830" y="229552"/>
                </a:lnTo>
                <a:lnTo>
                  <a:pt x="32830" y="238921"/>
                </a:lnTo>
                <a:lnTo>
                  <a:pt x="37519" y="238921"/>
                </a:lnTo>
                <a:lnTo>
                  <a:pt x="37519" y="248291"/>
                </a:lnTo>
                <a:lnTo>
                  <a:pt x="42209" y="248291"/>
                </a:lnTo>
                <a:lnTo>
                  <a:pt x="42209" y="257660"/>
                </a:lnTo>
                <a:lnTo>
                  <a:pt x="46899" y="257660"/>
                </a:lnTo>
                <a:lnTo>
                  <a:pt x="46899" y="262345"/>
                </a:lnTo>
                <a:lnTo>
                  <a:pt x="51589" y="262345"/>
                </a:lnTo>
                <a:lnTo>
                  <a:pt x="51589" y="267030"/>
                </a:lnTo>
                <a:lnTo>
                  <a:pt x="37519" y="267030"/>
                </a:lnTo>
                <a:lnTo>
                  <a:pt x="37519" y="257660"/>
                </a:lnTo>
                <a:lnTo>
                  <a:pt x="32830" y="257660"/>
                </a:lnTo>
                <a:lnTo>
                  <a:pt x="32830" y="252976"/>
                </a:lnTo>
                <a:lnTo>
                  <a:pt x="28140" y="252976"/>
                </a:lnTo>
                <a:lnTo>
                  <a:pt x="28140" y="243606"/>
                </a:lnTo>
                <a:lnTo>
                  <a:pt x="23450" y="243606"/>
                </a:lnTo>
                <a:lnTo>
                  <a:pt x="23450" y="238921"/>
                </a:lnTo>
                <a:lnTo>
                  <a:pt x="18760" y="238921"/>
                </a:lnTo>
                <a:lnTo>
                  <a:pt x="18760" y="229552"/>
                </a:lnTo>
                <a:lnTo>
                  <a:pt x="14070" y="229552"/>
                </a:lnTo>
                <a:lnTo>
                  <a:pt x="14070" y="215498"/>
                </a:lnTo>
                <a:lnTo>
                  <a:pt x="9380" y="215498"/>
                </a:lnTo>
                <a:lnTo>
                  <a:pt x="9380" y="201444"/>
                </a:lnTo>
                <a:lnTo>
                  <a:pt x="4690" y="201444"/>
                </a:lnTo>
                <a:lnTo>
                  <a:pt x="4690" y="178020"/>
                </a:lnTo>
                <a:lnTo>
                  <a:pt x="0" y="178020"/>
                </a:lnTo>
                <a:lnTo>
                  <a:pt x="0" y="103064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66" name="Native source glyph inset-14.png">
            <a:extLst xmlns:a="http://schemas.openxmlformats.org/drawingml/2006/main">
              <a:ext uri="{FF2B5EF4-FFF2-40B4-BE49-F238E27FC236}">
                <a16:creationId xmlns:a16="http://schemas.microsoft.com/office/drawing/2014/main" id="{58AAC108-E2D8-4DFE-AE5F-EC98A69A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454" y="4006114"/>
            <a:ext cx="65659" cy="267030"/>
          </a:xfrm>
          <a:custGeom xmlns:a="http://schemas.openxmlformats.org/drawingml/2006/main">
            <a:pathLst>
              <a:path w="65659" h="267030">
                <a:moveTo>
                  <a:pt x="0" y="0"/>
                </a:moveTo>
                <a:lnTo>
                  <a:pt x="9380" y="0"/>
                </a:lnTo>
                <a:lnTo>
                  <a:pt x="9380" y="4685"/>
                </a:lnTo>
                <a:lnTo>
                  <a:pt x="14070" y="4685"/>
                </a:lnTo>
                <a:lnTo>
                  <a:pt x="14070" y="9369"/>
                </a:lnTo>
                <a:lnTo>
                  <a:pt x="18760" y="9369"/>
                </a:lnTo>
                <a:lnTo>
                  <a:pt x="18760" y="14054"/>
                </a:lnTo>
                <a:lnTo>
                  <a:pt x="23450" y="14054"/>
                </a:lnTo>
                <a:lnTo>
                  <a:pt x="23450" y="18739"/>
                </a:lnTo>
                <a:lnTo>
                  <a:pt x="28140" y="18739"/>
                </a:lnTo>
                <a:lnTo>
                  <a:pt x="28140" y="23424"/>
                </a:lnTo>
                <a:lnTo>
                  <a:pt x="32830" y="23424"/>
                </a:lnTo>
                <a:lnTo>
                  <a:pt x="32830" y="32793"/>
                </a:lnTo>
                <a:lnTo>
                  <a:pt x="37519" y="32793"/>
                </a:lnTo>
                <a:lnTo>
                  <a:pt x="37519" y="37478"/>
                </a:lnTo>
                <a:lnTo>
                  <a:pt x="42209" y="37478"/>
                </a:lnTo>
                <a:lnTo>
                  <a:pt x="42209" y="46847"/>
                </a:lnTo>
                <a:lnTo>
                  <a:pt x="46899" y="46847"/>
                </a:lnTo>
                <a:lnTo>
                  <a:pt x="46899" y="56217"/>
                </a:lnTo>
                <a:lnTo>
                  <a:pt x="51589" y="56217"/>
                </a:lnTo>
                <a:lnTo>
                  <a:pt x="51589" y="65586"/>
                </a:lnTo>
                <a:lnTo>
                  <a:pt x="56279" y="65586"/>
                </a:lnTo>
                <a:lnTo>
                  <a:pt x="56279" y="79640"/>
                </a:lnTo>
                <a:lnTo>
                  <a:pt x="60969" y="79640"/>
                </a:lnTo>
                <a:lnTo>
                  <a:pt x="60969" y="103064"/>
                </a:lnTo>
                <a:lnTo>
                  <a:pt x="65659" y="103064"/>
                </a:lnTo>
                <a:lnTo>
                  <a:pt x="65659" y="182705"/>
                </a:lnTo>
                <a:lnTo>
                  <a:pt x="60969" y="182705"/>
                </a:lnTo>
                <a:lnTo>
                  <a:pt x="60969" y="201444"/>
                </a:lnTo>
                <a:lnTo>
                  <a:pt x="56279" y="201444"/>
                </a:lnTo>
                <a:lnTo>
                  <a:pt x="56279" y="215498"/>
                </a:lnTo>
                <a:lnTo>
                  <a:pt x="51589" y="215498"/>
                </a:lnTo>
                <a:lnTo>
                  <a:pt x="51589" y="229552"/>
                </a:lnTo>
                <a:lnTo>
                  <a:pt x="46899" y="229552"/>
                </a:lnTo>
                <a:lnTo>
                  <a:pt x="46899" y="238921"/>
                </a:lnTo>
                <a:lnTo>
                  <a:pt x="42209" y="238921"/>
                </a:lnTo>
                <a:lnTo>
                  <a:pt x="42209" y="248291"/>
                </a:lnTo>
                <a:lnTo>
                  <a:pt x="37519" y="248291"/>
                </a:lnTo>
                <a:lnTo>
                  <a:pt x="37519" y="252976"/>
                </a:lnTo>
                <a:lnTo>
                  <a:pt x="32830" y="252976"/>
                </a:lnTo>
                <a:lnTo>
                  <a:pt x="32830" y="257660"/>
                </a:lnTo>
                <a:lnTo>
                  <a:pt x="28140" y="257660"/>
                </a:lnTo>
                <a:lnTo>
                  <a:pt x="28140" y="267030"/>
                </a:lnTo>
                <a:lnTo>
                  <a:pt x="14070" y="267030"/>
                </a:lnTo>
                <a:lnTo>
                  <a:pt x="14070" y="257660"/>
                </a:lnTo>
                <a:lnTo>
                  <a:pt x="18760" y="257660"/>
                </a:lnTo>
                <a:lnTo>
                  <a:pt x="18760" y="252976"/>
                </a:lnTo>
                <a:lnTo>
                  <a:pt x="23450" y="252976"/>
                </a:lnTo>
                <a:lnTo>
                  <a:pt x="23450" y="243606"/>
                </a:lnTo>
                <a:lnTo>
                  <a:pt x="28140" y="243606"/>
                </a:lnTo>
                <a:lnTo>
                  <a:pt x="28140" y="238921"/>
                </a:lnTo>
                <a:lnTo>
                  <a:pt x="32830" y="238921"/>
                </a:lnTo>
                <a:lnTo>
                  <a:pt x="32830" y="229552"/>
                </a:lnTo>
                <a:lnTo>
                  <a:pt x="37519" y="229552"/>
                </a:lnTo>
                <a:lnTo>
                  <a:pt x="37519" y="215498"/>
                </a:lnTo>
                <a:lnTo>
                  <a:pt x="42209" y="215498"/>
                </a:lnTo>
                <a:lnTo>
                  <a:pt x="42209" y="196759"/>
                </a:lnTo>
                <a:lnTo>
                  <a:pt x="46899" y="196759"/>
                </a:lnTo>
                <a:lnTo>
                  <a:pt x="46899" y="168650"/>
                </a:lnTo>
                <a:lnTo>
                  <a:pt x="51589" y="168650"/>
                </a:lnTo>
                <a:lnTo>
                  <a:pt x="51589" y="117118"/>
                </a:lnTo>
                <a:lnTo>
                  <a:pt x="46899" y="117118"/>
                </a:lnTo>
                <a:lnTo>
                  <a:pt x="46899" y="84325"/>
                </a:lnTo>
                <a:lnTo>
                  <a:pt x="42209" y="84325"/>
                </a:lnTo>
                <a:lnTo>
                  <a:pt x="42209" y="70271"/>
                </a:lnTo>
                <a:lnTo>
                  <a:pt x="37519" y="70271"/>
                </a:lnTo>
                <a:lnTo>
                  <a:pt x="37519" y="56217"/>
                </a:lnTo>
                <a:lnTo>
                  <a:pt x="32830" y="56217"/>
                </a:lnTo>
                <a:lnTo>
                  <a:pt x="32830" y="46847"/>
                </a:lnTo>
                <a:lnTo>
                  <a:pt x="28140" y="46847"/>
                </a:lnTo>
                <a:lnTo>
                  <a:pt x="28140" y="37478"/>
                </a:lnTo>
                <a:lnTo>
                  <a:pt x="23450" y="37478"/>
                </a:lnTo>
                <a:lnTo>
                  <a:pt x="23450" y="28108"/>
                </a:lnTo>
                <a:lnTo>
                  <a:pt x="18760" y="28108"/>
                </a:lnTo>
                <a:lnTo>
                  <a:pt x="18760" y="23424"/>
                </a:lnTo>
                <a:lnTo>
                  <a:pt x="14070" y="23424"/>
                </a:lnTo>
                <a:lnTo>
                  <a:pt x="14070" y="18739"/>
                </a:lnTo>
                <a:lnTo>
                  <a:pt x="9380" y="18739"/>
                </a:lnTo>
                <a:lnTo>
                  <a:pt x="9380" y="14054"/>
                </a:lnTo>
                <a:lnTo>
                  <a:pt x="4690" y="14054"/>
                </a:lnTo>
                <a:lnTo>
                  <a:pt x="4690" y="9369"/>
                </a:lnTo>
                <a:lnTo>
                  <a:pt x="0" y="93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67" name="Native source glyph inset-14.png">
            <a:extLst xmlns:a="http://schemas.openxmlformats.org/drawingml/2006/main">
              <a:ext uri="{FF2B5EF4-FFF2-40B4-BE49-F238E27FC236}">
                <a16:creationId xmlns:a16="http://schemas.microsoft.com/office/drawing/2014/main" id="{2177F81F-5048-4301-9F8F-D0F043CD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105" y="4132602"/>
            <a:ext cx="32830" cy="32793"/>
          </a:xfrm>
          <a:custGeom xmlns:a="http://schemas.openxmlformats.org/drawingml/2006/main">
            <a:pathLst>
              <a:path w="32830" h="32793">
                <a:moveTo>
                  <a:pt x="4690" y="9369"/>
                </a:moveTo>
                <a:lnTo>
                  <a:pt x="4690" y="4685"/>
                </a:lnTo>
                <a:lnTo>
                  <a:pt x="9380" y="4685"/>
                </a:lnTo>
                <a:lnTo>
                  <a:pt x="9380" y="0"/>
                </a:lnTo>
                <a:lnTo>
                  <a:pt x="28140" y="0"/>
                </a:lnTo>
                <a:lnTo>
                  <a:pt x="28140" y="9369"/>
                </a:lnTo>
                <a:lnTo>
                  <a:pt x="32830" y="9369"/>
                </a:lnTo>
                <a:lnTo>
                  <a:pt x="32830" y="23424"/>
                </a:lnTo>
                <a:lnTo>
                  <a:pt x="28140" y="23424"/>
                </a:lnTo>
                <a:lnTo>
                  <a:pt x="28140" y="28108"/>
                </a:lnTo>
                <a:lnTo>
                  <a:pt x="23450" y="28108"/>
                </a:lnTo>
                <a:lnTo>
                  <a:pt x="23450" y="32793"/>
                </a:lnTo>
                <a:lnTo>
                  <a:pt x="9380" y="32793"/>
                </a:lnTo>
                <a:lnTo>
                  <a:pt x="9380" y="28108"/>
                </a:lnTo>
                <a:lnTo>
                  <a:pt x="4690" y="28108"/>
                </a:lnTo>
                <a:lnTo>
                  <a:pt x="4690" y="18739"/>
                </a:lnTo>
                <a:lnTo>
                  <a:pt x="0" y="18739"/>
                </a:lnTo>
                <a:lnTo>
                  <a:pt x="0" y="9369"/>
                </a:lnTo>
                <a:lnTo>
                  <a:pt x="4690" y="936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68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128E7120-520D-461B-89A8-6A496407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352" y="4273144"/>
            <a:ext cx="623762" cy="24127"/>
          </a:xfrm>
          <a:custGeom xmlns:a="http://schemas.openxmlformats.org/drawingml/2006/main">
            <a:pathLst>
              <a:path w="623762" h="24127">
                <a:moveTo>
                  <a:pt x="0" y="0"/>
                </a:moveTo>
                <a:lnTo>
                  <a:pt x="623762" y="0"/>
                </a:lnTo>
                <a:lnTo>
                  <a:pt x="623762" y="24127"/>
                </a:lnTo>
                <a:lnTo>
                  <a:pt x="0" y="241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69" name="Native source glyph inset-15.png">
            <a:extLst xmlns:a="http://schemas.openxmlformats.org/drawingml/2006/main">
              <a:ext uri="{FF2B5EF4-FFF2-40B4-BE49-F238E27FC236}">
                <a16:creationId xmlns:a16="http://schemas.microsoft.com/office/drawing/2014/main" id="{5A23620E-0EB8-410F-97D0-545DDAD6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883" y="4273144"/>
            <a:ext cx="14017" cy="10340"/>
          </a:xfrm>
          <a:custGeom xmlns:a="http://schemas.openxmlformats.org/drawingml/2006/main">
            <a:pathLst>
              <a:path w="14017" h="10340">
                <a:moveTo>
                  <a:pt x="0" y="0"/>
                </a:moveTo>
                <a:lnTo>
                  <a:pt x="10513" y="0"/>
                </a:lnTo>
                <a:lnTo>
                  <a:pt x="10513" y="3447"/>
                </a:lnTo>
                <a:lnTo>
                  <a:pt x="14017" y="3447"/>
                </a:lnTo>
                <a:lnTo>
                  <a:pt x="14017" y="10340"/>
                </a:lnTo>
                <a:lnTo>
                  <a:pt x="7009" y="10340"/>
                </a:lnTo>
                <a:lnTo>
                  <a:pt x="7009" y="6893"/>
                </a:lnTo>
                <a:lnTo>
                  <a:pt x="3504" y="6893"/>
                </a:lnTo>
                <a:lnTo>
                  <a:pt x="3504" y="3447"/>
                </a:lnTo>
                <a:lnTo>
                  <a:pt x="0" y="34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70" name="Native source glyph inset-15.png">
            <a:extLst xmlns:a="http://schemas.openxmlformats.org/drawingml/2006/main">
              <a:ext uri="{FF2B5EF4-FFF2-40B4-BE49-F238E27FC236}">
                <a16:creationId xmlns:a16="http://schemas.microsoft.com/office/drawing/2014/main" id="{18735EE6-8321-4007-8F48-6D756B8A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532" y="4273144"/>
            <a:ext cx="14017" cy="10340"/>
          </a:xfrm>
          <a:custGeom xmlns:a="http://schemas.openxmlformats.org/drawingml/2006/main">
            <a:pathLst>
              <a:path w="14017" h="10340">
                <a:moveTo>
                  <a:pt x="14017" y="3447"/>
                </a:moveTo>
                <a:lnTo>
                  <a:pt x="10513" y="3447"/>
                </a:lnTo>
                <a:lnTo>
                  <a:pt x="10513" y="6893"/>
                </a:lnTo>
                <a:lnTo>
                  <a:pt x="7009" y="6893"/>
                </a:lnTo>
                <a:lnTo>
                  <a:pt x="7009" y="10340"/>
                </a:lnTo>
                <a:lnTo>
                  <a:pt x="0" y="10340"/>
                </a:lnTo>
                <a:lnTo>
                  <a:pt x="0" y="3447"/>
                </a:lnTo>
                <a:lnTo>
                  <a:pt x="3504" y="3447"/>
                </a:lnTo>
                <a:lnTo>
                  <a:pt x="3504" y="0"/>
                </a:lnTo>
                <a:lnTo>
                  <a:pt x="14017" y="0"/>
                </a:lnTo>
                <a:lnTo>
                  <a:pt x="14017" y="344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88E00-C939-4B14-94AA-52D13B7B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" y="5032018"/>
            <a:ext cx="658802" cy="217608"/>
          </a:xfrm>
          <a:custGeom xmlns:a="http://schemas.openxmlformats.org/drawingml/2006/main">
            <a:pathLst>
              <a:path w="658802" h="217608">
                <a:moveTo>
                  <a:pt x="442097" y="81332"/>
                </a:moveTo>
                <a:cubicBezTo>
                  <a:pt x="448088" y="82632"/>
                  <a:pt x="452478" y="84547"/>
                  <a:pt x="455275" y="87089"/>
                </a:cubicBezTo>
                <a:cubicBezTo>
                  <a:pt x="458072" y="89639"/>
                  <a:pt x="460913" y="94562"/>
                  <a:pt x="463808" y="101831"/>
                </a:cubicBezTo>
                <a:lnTo>
                  <a:pt x="507843" y="217145"/>
                </a:lnTo>
                <a:lnTo>
                  <a:pt x="513384" y="217145"/>
                </a:lnTo>
                <a:lnTo>
                  <a:pt x="553365" y="129539"/>
                </a:lnTo>
                <a:lnTo>
                  <a:pt x="587663" y="217145"/>
                </a:lnTo>
                <a:lnTo>
                  <a:pt x="593803" y="217145"/>
                </a:lnTo>
                <a:lnTo>
                  <a:pt x="639633" y="98996"/>
                </a:lnTo>
                <a:cubicBezTo>
                  <a:pt x="643725" y="88512"/>
                  <a:pt x="650112" y="82632"/>
                  <a:pt x="658802" y="81332"/>
                </a:cubicBezTo>
                <a:lnTo>
                  <a:pt x="658802" y="75774"/>
                </a:lnTo>
                <a:lnTo>
                  <a:pt x="615521" y="75774"/>
                </a:lnTo>
                <a:lnTo>
                  <a:pt x="615521" y="81332"/>
                </a:lnTo>
                <a:cubicBezTo>
                  <a:pt x="621213" y="81518"/>
                  <a:pt x="625027" y="82364"/>
                  <a:pt x="626978" y="83875"/>
                </a:cubicBezTo>
                <a:cubicBezTo>
                  <a:pt x="628923" y="85370"/>
                  <a:pt x="629896" y="87076"/>
                  <a:pt x="629896" y="88967"/>
                </a:cubicBezTo>
                <a:cubicBezTo>
                  <a:pt x="629896" y="92169"/>
                  <a:pt x="628893" y="96453"/>
                  <a:pt x="626903" y="101831"/>
                </a:cubicBezTo>
                <a:lnTo>
                  <a:pt x="597999" y="177762"/>
                </a:lnTo>
                <a:lnTo>
                  <a:pt x="566842" y="98996"/>
                </a:lnTo>
                <a:cubicBezTo>
                  <a:pt x="566049" y="96894"/>
                  <a:pt x="565645" y="94845"/>
                  <a:pt x="565645" y="92856"/>
                </a:cubicBezTo>
                <a:cubicBezTo>
                  <a:pt x="565645" y="89371"/>
                  <a:pt x="566649" y="86821"/>
                  <a:pt x="568645" y="85213"/>
                </a:cubicBezTo>
                <a:cubicBezTo>
                  <a:pt x="571636" y="82917"/>
                  <a:pt x="576729" y="81616"/>
                  <a:pt x="583916" y="81332"/>
                </a:cubicBezTo>
                <a:lnTo>
                  <a:pt x="583916" y="75774"/>
                </a:lnTo>
                <a:lnTo>
                  <a:pt x="518628" y="75774"/>
                </a:lnTo>
                <a:lnTo>
                  <a:pt x="518628" y="81332"/>
                </a:lnTo>
                <a:cubicBezTo>
                  <a:pt x="524618" y="81616"/>
                  <a:pt x="528708" y="82475"/>
                  <a:pt x="530908" y="83875"/>
                </a:cubicBezTo>
                <a:cubicBezTo>
                  <a:pt x="534796" y="86170"/>
                  <a:pt x="537946" y="90306"/>
                  <a:pt x="540339" y="96304"/>
                </a:cubicBezTo>
                <a:lnTo>
                  <a:pt x="548131" y="116518"/>
                </a:lnTo>
                <a:lnTo>
                  <a:pt x="518628" y="180768"/>
                </a:lnTo>
                <a:lnTo>
                  <a:pt x="489274" y="101831"/>
                </a:lnTo>
                <a:cubicBezTo>
                  <a:pt x="487568" y="97449"/>
                  <a:pt x="486724" y="93694"/>
                  <a:pt x="486724" y="90612"/>
                </a:cubicBezTo>
                <a:cubicBezTo>
                  <a:pt x="486724" y="87815"/>
                  <a:pt x="487545" y="85676"/>
                  <a:pt x="489199" y="84158"/>
                </a:cubicBezTo>
                <a:cubicBezTo>
                  <a:pt x="490844" y="82670"/>
                  <a:pt x="494315" y="81728"/>
                  <a:pt x="499601" y="81332"/>
                </a:cubicBezTo>
                <a:lnTo>
                  <a:pt x="499601" y="75774"/>
                </a:lnTo>
                <a:lnTo>
                  <a:pt x="442097" y="75774"/>
                </a:lnTo>
                <a:lnTo>
                  <a:pt x="442097" y="81332"/>
                </a:lnTo>
                <a:close/>
                <a:moveTo>
                  <a:pt x="348119" y="91876"/>
                </a:moveTo>
                <a:cubicBezTo>
                  <a:pt x="354656" y="85445"/>
                  <a:pt x="362067" y="82228"/>
                  <a:pt x="370361" y="82228"/>
                </a:cubicBezTo>
                <a:cubicBezTo>
                  <a:pt x="375754" y="82228"/>
                  <a:pt x="380921" y="83813"/>
                  <a:pt x="385857" y="87015"/>
                </a:cubicBezTo>
                <a:cubicBezTo>
                  <a:pt x="390801" y="90208"/>
                  <a:pt x="394519" y="94598"/>
                  <a:pt x="397015" y="100185"/>
                </a:cubicBezTo>
                <a:cubicBezTo>
                  <a:pt x="398616" y="103782"/>
                  <a:pt x="399663" y="109968"/>
                  <a:pt x="400165" y="118754"/>
                </a:cubicBezTo>
                <a:lnTo>
                  <a:pt x="336663" y="118754"/>
                </a:lnTo>
                <a:cubicBezTo>
                  <a:pt x="337762" y="107290"/>
                  <a:pt x="341576" y="98330"/>
                  <a:pt x="348119" y="91876"/>
                </a:cubicBezTo>
                <a:close/>
                <a:moveTo>
                  <a:pt x="431462" y="127452"/>
                </a:moveTo>
                <a:cubicBezTo>
                  <a:pt x="431462" y="110468"/>
                  <a:pt x="426519" y="96932"/>
                  <a:pt x="416632" y="86783"/>
                </a:cubicBezTo>
                <a:cubicBezTo>
                  <a:pt x="406753" y="76657"/>
                  <a:pt x="394120" y="71587"/>
                  <a:pt x="378745" y="71587"/>
                </a:cubicBezTo>
                <a:cubicBezTo>
                  <a:pt x="360572" y="71587"/>
                  <a:pt x="345472" y="78152"/>
                  <a:pt x="333446" y="91286"/>
                </a:cubicBezTo>
                <a:cubicBezTo>
                  <a:pt x="321413" y="104418"/>
                  <a:pt x="315400" y="122704"/>
                  <a:pt x="315400" y="146172"/>
                </a:cubicBezTo>
                <a:cubicBezTo>
                  <a:pt x="315400" y="167830"/>
                  <a:pt x="321264" y="185076"/>
                  <a:pt x="332998" y="197902"/>
                </a:cubicBezTo>
                <a:cubicBezTo>
                  <a:pt x="344725" y="210735"/>
                  <a:pt x="358829" y="217145"/>
                  <a:pt x="375304" y="217145"/>
                </a:cubicBezTo>
                <a:cubicBezTo>
                  <a:pt x="390479" y="217145"/>
                  <a:pt x="403104" y="211535"/>
                  <a:pt x="413191" y="200295"/>
                </a:cubicBezTo>
                <a:cubicBezTo>
                  <a:pt x="423273" y="189077"/>
                  <a:pt x="429369" y="176618"/>
                  <a:pt x="431462" y="162946"/>
                </a:cubicBezTo>
                <a:lnTo>
                  <a:pt x="426819" y="159940"/>
                </a:lnTo>
                <a:cubicBezTo>
                  <a:pt x="422331" y="171921"/>
                  <a:pt x="416760" y="180387"/>
                  <a:pt x="410126" y="185323"/>
                </a:cubicBezTo>
                <a:cubicBezTo>
                  <a:pt x="403477" y="190266"/>
                  <a:pt x="395669" y="192734"/>
                  <a:pt x="386688" y="192734"/>
                </a:cubicBezTo>
                <a:cubicBezTo>
                  <a:pt x="373204" y="192734"/>
                  <a:pt x="361470" y="186954"/>
                  <a:pt x="351493" y="175369"/>
                </a:cubicBezTo>
                <a:cubicBezTo>
                  <a:pt x="341501" y="163784"/>
                  <a:pt x="336565" y="147817"/>
                  <a:pt x="336663" y="127452"/>
                </a:cubicBezTo>
                <a:lnTo>
                  <a:pt x="431462" y="127452"/>
                </a:lnTo>
                <a:close/>
                <a:moveTo>
                  <a:pt x="269121" y="71736"/>
                </a:moveTo>
                <a:lnTo>
                  <a:pt x="227788" y="88512"/>
                </a:lnTo>
                <a:lnTo>
                  <a:pt x="229880" y="93911"/>
                </a:lnTo>
                <a:cubicBezTo>
                  <a:pt x="233874" y="92416"/>
                  <a:pt x="237271" y="91644"/>
                  <a:pt x="240068" y="91644"/>
                </a:cubicBezTo>
                <a:cubicBezTo>
                  <a:pt x="242662" y="91644"/>
                  <a:pt x="244711" y="92280"/>
                  <a:pt x="246208" y="93522"/>
                </a:cubicBezTo>
                <a:cubicBezTo>
                  <a:pt x="247703" y="94770"/>
                  <a:pt x="248802" y="96991"/>
                  <a:pt x="249505" y="100185"/>
                </a:cubicBezTo>
                <a:cubicBezTo>
                  <a:pt x="250403" y="104590"/>
                  <a:pt x="250851" y="114222"/>
                  <a:pt x="250851" y="129098"/>
                </a:cubicBezTo>
                <a:lnTo>
                  <a:pt x="250851" y="181957"/>
                </a:lnTo>
                <a:cubicBezTo>
                  <a:pt x="250851" y="190462"/>
                  <a:pt x="250179" y="196182"/>
                  <a:pt x="248833" y="199188"/>
                </a:cubicBezTo>
                <a:cubicBezTo>
                  <a:pt x="247479" y="202173"/>
                  <a:pt x="245662" y="204319"/>
                  <a:pt x="243365" y="205621"/>
                </a:cubicBezTo>
                <a:cubicBezTo>
                  <a:pt x="241061" y="206921"/>
                  <a:pt x="236568" y="207572"/>
                  <a:pt x="229880" y="207572"/>
                </a:cubicBezTo>
                <a:lnTo>
                  <a:pt x="229880" y="212958"/>
                </a:lnTo>
                <a:lnTo>
                  <a:pt x="296532" y="212958"/>
                </a:lnTo>
                <a:lnTo>
                  <a:pt x="296532" y="207572"/>
                </a:lnTo>
                <a:cubicBezTo>
                  <a:pt x="290032" y="207572"/>
                  <a:pt x="285567" y="206862"/>
                  <a:pt x="283122" y="205470"/>
                </a:cubicBezTo>
                <a:cubicBezTo>
                  <a:pt x="280677" y="204072"/>
                  <a:pt x="278830" y="201962"/>
                  <a:pt x="277580" y="199114"/>
                </a:cubicBezTo>
                <a:cubicBezTo>
                  <a:pt x="276331" y="196257"/>
                  <a:pt x="275711" y="190550"/>
                  <a:pt x="275711" y="181957"/>
                </a:cubicBezTo>
                <a:lnTo>
                  <a:pt x="275711" y="71736"/>
                </a:lnTo>
                <a:lnTo>
                  <a:pt x="269121" y="71736"/>
                </a:lnTo>
                <a:close/>
                <a:moveTo>
                  <a:pt x="252422" y="4421"/>
                </a:moveTo>
                <a:cubicBezTo>
                  <a:pt x="249476" y="7367"/>
                  <a:pt x="248002" y="10926"/>
                  <a:pt x="248002" y="15123"/>
                </a:cubicBezTo>
                <a:cubicBezTo>
                  <a:pt x="248002" y="19318"/>
                  <a:pt x="249505" y="22915"/>
                  <a:pt x="252497" y="25898"/>
                </a:cubicBezTo>
                <a:cubicBezTo>
                  <a:pt x="255495" y="28906"/>
                  <a:pt x="259085" y="30401"/>
                  <a:pt x="263282" y="30401"/>
                </a:cubicBezTo>
                <a:cubicBezTo>
                  <a:pt x="267477" y="30401"/>
                  <a:pt x="271043" y="28906"/>
                  <a:pt x="273990" y="25898"/>
                </a:cubicBezTo>
                <a:cubicBezTo>
                  <a:pt x="276931" y="22915"/>
                  <a:pt x="278403" y="19318"/>
                  <a:pt x="278403" y="15123"/>
                </a:cubicBezTo>
                <a:cubicBezTo>
                  <a:pt x="278403" y="10926"/>
                  <a:pt x="276931" y="7367"/>
                  <a:pt x="273990" y="4421"/>
                </a:cubicBezTo>
                <a:cubicBezTo>
                  <a:pt x="271043" y="1474"/>
                  <a:pt x="267477" y="0"/>
                  <a:pt x="263282" y="0"/>
                </a:cubicBezTo>
                <a:cubicBezTo>
                  <a:pt x="258987" y="0"/>
                  <a:pt x="255369" y="1474"/>
                  <a:pt x="252422" y="4421"/>
                </a:cubicBezTo>
                <a:close/>
                <a:moveTo>
                  <a:pt x="152454" y="9879"/>
                </a:moveTo>
                <a:lnTo>
                  <a:pt x="152454" y="15429"/>
                </a:lnTo>
                <a:cubicBezTo>
                  <a:pt x="153658" y="15623"/>
                  <a:pt x="154503" y="15772"/>
                  <a:pt x="155004" y="15870"/>
                </a:cubicBezTo>
                <a:cubicBezTo>
                  <a:pt x="161893" y="16976"/>
                  <a:pt x="166783" y="18855"/>
                  <a:pt x="169677" y="21502"/>
                </a:cubicBezTo>
                <a:cubicBezTo>
                  <a:pt x="172572" y="24141"/>
                  <a:pt x="174021" y="26917"/>
                  <a:pt x="174021" y="29810"/>
                </a:cubicBezTo>
                <a:cubicBezTo>
                  <a:pt x="174021" y="34290"/>
                  <a:pt x="171674" y="42329"/>
                  <a:pt x="166985" y="53914"/>
                </a:cubicBezTo>
                <a:lnTo>
                  <a:pt x="119060" y="171487"/>
                </a:lnTo>
                <a:lnTo>
                  <a:pt x="67390" y="52419"/>
                </a:lnTo>
                <a:cubicBezTo>
                  <a:pt x="62799" y="41829"/>
                  <a:pt x="60504" y="34058"/>
                  <a:pt x="60504" y="29063"/>
                </a:cubicBezTo>
                <a:cubicBezTo>
                  <a:pt x="60504" y="25458"/>
                  <a:pt x="61901" y="22511"/>
                  <a:pt x="64699" y="20216"/>
                </a:cubicBezTo>
                <a:cubicBezTo>
                  <a:pt x="67488" y="17918"/>
                  <a:pt x="73584" y="16325"/>
                  <a:pt x="82969" y="15429"/>
                </a:cubicBezTo>
                <a:lnTo>
                  <a:pt x="82969" y="9879"/>
                </a:lnTo>
                <a:lnTo>
                  <a:pt x="0" y="9879"/>
                </a:lnTo>
                <a:lnTo>
                  <a:pt x="0" y="15429"/>
                </a:lnTo>
                <a:cubicBezTo>
                  <a:pt x="6184" y="15929"/>
                  <a:pt x="11106" y="17059"/>
                  <a:pt x="14748" y="18801"/>
                </a:cubicBezTo>
                <a:cubicBezTo>
                  <a:pt x="18397" y="20545"/>
                  <a:pt x="21464" y="22975"/>
                  <a:pt x="23963" y="26055"/>
                </a:cubicBezTo>
                <a:cubicBezTo>
                  <a:pt x="25555" y="28067"/>
                  <a:pt x="28307" y="33543"/>
                  <a:pt x="32195" y="42539"/>
                </a:cubicBezTo>
                <a:lnTo>
                  <a:pt x="108278" y="217608"/>
                </a:lnTo>
                <a:lnTo>
                  <a:pt x="113818" y="217608"/>
                </a:lnTo>
                <a:lnTo>
                  <a:pt x="184657" y="44783"/>
                </a:lnTo>
                <a:cubicBezTo>
                  <a:pt x="188748" y="34686"/>
                  <a:pt x="193437" y="27200"/>
                  <a:pt x="198733" y="22324"/>
                </a:cubicBezTo>
                <a:cubicBezTo>
                  <a:pt x="202426" y="19027"/>
                  <a:pt x="207871" y="16729"/>
                  <a:pt x="215058" y="15429"/>
                </a:cubicBezTo>
                <a:lnTo>
                  <a:pt x="215058" y="9879"/>
                </a:lnTo>
                <a:lnTo>
                  <a:pt x="152454" y="9879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0B64F-DD11-49DE-9D4A-220E42E7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18" y="5041896"/>
            <a:ext cx="183462" cy="207729"/>
          </a:xfrm>
          <a:custGeom xmlns:a="http://schemas.openxmlformats.org/drawingml/2006/main">
            <a:pathLst>
              <a:path w="183462" h="207729">
                <a:moveTo>
                  <a:pt x="13628" y="207729"/>
                </a:moveTo>
                <a:lnTo>
                  <a:pt x="128043" y="52262"/>
                </a:lnTo>
                <a:cubicBezTo>
                  <a:pt x="139824" y="36204"/>
                  <a:pt x="148439" y="25517"/>
                  <a:pt x="153882" y="20216"/>
                </a:cubicBezTo>
                <a:cubicBezTo>
                  <a:pt x="159320" y="14928"/>
                  <a:pt x="164788" y="10988"/>
                  <a:pt x="170284" y="8399"/>
                </a:cubicBezTo>
                <a:cubicBezTo>
                  <a:pt x="173177" y="6889"/>
                  <a:pt x="177067" y="5954"/>
                  <a:pt x="181957" y="5550"/>
                </a:cubicBezTo>
                <a:lnTo>
                  <a:pt x="183462" y="0"/>
                </a:lnTo>
                <a:lnTo>
                  <a:pt x="122353" y="0"/>
                </a:lnTo>
                <a:lnTo>
                  <a:pt x="120558" y="5550"/>
                </a:lnTo>
                <a:cubicBezTo>
                  <a:pt x="126847" y="5954"/>
                  <a:pt x="131139" y="7136"/>
                  <a:pt x="133437" y="9148"/>
                </a:cubicBezTo>
                <a:cubicBezTo>
                  <a:pt x="135732" y="11145"/>
                  <a:pt x="136883" y="13477"/>
                  <a:pt x="136883" y="16176"/>
                </a:cubicBezTo>
                <a:cubicBezTo>
                  <a:pt x="136883" y="18474"/>
                  <a:pt x="136136" y="21173"/>
                  <a:pt x="134641" y="24277"/>
                </a:cubicBezTo>
                <a:cubicBezTo>
                  <a:pt x="132441" y="28868"/>
                  <a:pt x="127050" y="37004"/>
                  <a:pt x="118463" y="48687"/>
                </a:cubicBezTo>
                <a:lnTo>
                  <a:pt x="39241" y="156800"/>
                </a:lnTo>
                <a:lnTo>
                  <a:pt x="51214" y="35643"/>
                </a:lnTo>
                <a:cubicBezTo>
                  <a:pt x="52315" y="25368"/>
                  <a:pt x="53361" y="19124"/>
                  <a:pt x="54364" y="16925"/>
                </a:cubicBezTo>
                <a:cubicBezTo>
                  <a:pt x="56255" y="12841"/>
                  <a:pt x="58836" y="9933"/>
                  <a:pt x="62074" y="8250"/>
                </a:cubicBezTo>
                <a:cubicBezTo>
                  <a:pt x="65321" y="6544"/>
                  <a:pt x="71288" y="5646"/>
                  <a:pt x="79971" y="5550"/>
                </a:cubicBezTo>
                <a:lnTo>
                  <a:pt x="81623" y="0"/>
                </a:lnTo>
                <a:lnTo>
                  <a:pt x="1497" y="0"/>
                </a:lnTo>
                <a:lnTo>
                  <a:pt x="0" y="5550"/>
                </a:lnTo>
                <a:lnTo>
                  <a:pt x="5393" y="5550"/>
                </a:lnTo>
                <a:cubicBezTo>
                  <a:pt x="12581" y="5550"/>
                  <a:pt x="17846" y="7046"/>
                  <a:pt x="21196" y="10051"/>
                </a:cubicBezTo>
                <a:cubicBezTo>
                  <a:pt x="24539" y="13036"/>
                  <a:pt x="26206" y="16791"/>
                  <a:pt x="26206" y="21271"/>
                </a:cubicBezTo>
                <a:cubicBezTo>
                  <a:pt x="26206" y="24277"/>
                  <a:pt x="25810" y="30057"/>
                  <a:pt x="25010" y="38651"/>
                </a:cubicBezTo>
                <a:lnTo>
                  <a:pt x="8234" y="207729"/>
                </a:lnTo>
                <a:lnTo>
                  <a:pt x="13628" y="207729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7CED8-4511-4051-85BB-F606B429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82" y="5032017"/>
            <a:ext cx="741733" cy="279159"/>
          </a:xfrm>
          <a:custGeom xmlns:a="http://schemas.openxmlformats.org/drawingml/2006/main">
            <a:pathLst>
              <a:path w="741733" h="279159">
                <a:moveTo>
                  <a:pt x="690511" y="216396"/>
                </a:moveTo>
                <a:cubicBezTo>
                  <a:pt x="705888" y="216800"/>
                  <a:pt x="716171" y="218102"/>
                  <a:pt x="721362" y="220308"/>
                </a:cubicBezTo>
                <a:cubicBezTo>
                  <a:pt x="726454" y="222485"/>
                  <a:pt x="729005" y="226187"/>
                  <a:pt x="729005" y="231391"/>
                </a:cubicBezTo>
                <a:cubicBezTo>
                  <a:pt x="729005" y="238571"/>
                  <a:pt x="724733" y="245333"/>
                  <a:pt x="716192" y="251666"/>
                </a:cubicBezTo>
                <a:cubicBezTo>
                  <a:pt x="707659" y="258024"/>
                  <a:pt x="694409" y="261180"/>
                  <a:pt x="676437" y="261180"/>
                </a:cubicBezTo>
                <a:cubicBezTo>
                  <a:pt x="657567" y="261180"/>
                  <a:pt x="643133" y="258099"/>
                  <a:pt x="633156" y="251898"/>
                </a:cubicBezTo>
                <a:cubicBezTo>
                  <a:pt x="627361" y="248316"/>
                  <a:pt x="624466" y="244106"/>
                  <a:pt x="624466" y="239319"/>
                </a:cubicBezTo>
                <a:cubicBezTo>
                  <a:pt x="624466" y="235624"/>
                  <a:pt x="625663" y="231579"/>
                  <a:pt x="628064" y="227196"/>
                </a:cubicBezTo>
                <a:cubicBezTo>
                  <a:pt x="630457" y="222791"/>
                  <a:pt x="634003" y="218043"/>
                  <a:pt x="638699" y="212958"/>
                </a:cubicBezTo>
                <a:cubicBezTo>
                  <a:pt x="650776" y="214654"/>
                  <a:pt x="668053" y="215807"/>
                  <a:pt x="690511" y="216396"/>
                </a:cubicBezTo>
                <a:close/>
                <a:moveTo>
                  <a:pt x="685868" y="88810"/>
                </a:moveTo>
                <a:cubicBezTo>
                  <a:pt x="692762" y="97792"/>
                  <a:pt x="696203" y="110221"/>
                  <a:pt x="696203" y="126106"/>
                </a:cubicBezTo>
                <a:cubicBezTo>
                  <a:pt x="696203" y="138290"/>
                  <a:pt x="693758" y="147212"/>
                  <a:pt x="688866" y="152910"/>
                </a:cubicBezTo>
                <a:cubicBezTo>
                  <a:pt x="683974" y="158602"/>
                  <a:pt x="677731" y="161450"/>
                  <a:pt x="670147" y="161450"/>
                </a:cubicBezTo>
                <a:cubicBezTo>
                  <a:pt x="662160" y="161450"/>
                  <a:pt x="655570" y="158159"/>
                  <a:pt x="650374" y="151556"/>
                </a:cubicBezTo>
                <a:cubicBezTo>
                  <a:pt x="643591" y="142881"/>
                  <a:pt x="640194" y="130645"/>
                  <a:pt x="640194" y="114873"/>
                </a:cubicBezTo>
                <a:cubicBezTo>
                  <a:pt x="640194" y="102699"/>
                  <a:pt x="642685" y="93656"/>
                  <a:pt x="647680" y="87763"/>
                </a:cubicBezTo>
                <a:cubicBezTo>
                  <a:pt x="652677" y="81862"/>
                  <a:pt x="658861" y="78939"/>
                  <a:pt x="666251" y="78939"/>
                </a:cubicBezTo>
                <a:cubicBezTo>
                  <a:pt x="674237" y="78939"/>
                  <a:pt x="680781" y="82228"/>
                  <a:pt x="685868" y="88810"/>
                </a:cubicBezTo>
                <a:close/>
                <a:moveTo>
                  <a:pt x="620495" y="182855"/>
                </a:moveTo>
                <a:cubicBezTo>
                  <a:pt x="617654" y="187544"/>
                  <a:pt x="616234" y="191643"/>
                  <a:pt x="616234" y="195150"/>
                </a:cubicBezTo>
                <a:cubicBezTo>
                  <a:pt x="616234" y="198231"/>
                  <a:pt x="617302" y="201005"/>
                  <a:pt x="619448" y="203460"/>
                </a:cubicBezTo>
                <a:cubicBezTo>
                  <a:pt x="621594" y="205904"/>
                  <a:pt x="625266" y="208663"/>
                  <a:pt x="630457" y="211767"/>
                </a:cubicBezTo>
                <a:cubicBezTo>
                  <a:pt x="620974" y="221648"/>
                  <a:pt x="615881" y="227047"/>
                  <a:pt x="615186" y="227945"/>
                </a:cubicBezTo>
                <a:cubicBezTo>
                  <a:pt x="609891" y="234533"/>
                  <a:pt x="606398" y="239664"/>
                  <a:pt x="604700" y="243357"/>
                </a:cubicBezTo>
                <a:cubicBezTo>
                  <a:pt x="603601" y="245765"/>
                  <a:pt x="603056" y="248159"/>
                  <a:pt x="603056" y="250552"/>
                </a:cubicBezTo>
                <a:cubicBezTo>
                  <a:pt x="603056" y="255938"/>
                  <a:pt x="606795" y="261143"/>
                  <a:pt x="614288" y="266123"/>
                </a:cubicBezTo>
                <a:cubicBezTo>
                  <a:pt x="627562" y="274813"/>
                  <a:pt x="643836" y="279159"/>
                  <a:pt x="663109" y="279159"/>
                </a:cubicBezTo>
                <a:cubicBezTo>
                  <a:pt x="688163" y="279159"/>
                  <a:pt x="708482" y="271867"/>
                  <a:pt x="724061" y="257299"/>
                </a:cubicBezTo>
                <a:cubicBezTo>
                  <a:pt x="734643" y="247420"/>
                  <a:pt x="739939" y="236828"/>
                  <a:pt x="739939" y="225536"/>
                </a:cubicBezTo>
                <a:cubicBezTo>
                  <a:pt x="739939" y="217354"/>
                  <a:pt x="737164" y="210467"/>
                  <a:pt x="731622" y="204873"/>
                </a:cubicBezTo>
                <a:cubicBezTo>
                  <a:pt x="726081" y="199286"/>
                  <a:pt x="718668" y="195838"/>
                  <a:pt x="709380" y="194536"/>
                </a:cubicBezTo>
                <a:cubicBezTo>
                  <a:pt x="703292" y="193640"/>
                  <a:pt x="689965" y="192943"/>
                  <a:pt x="669399" y="192451"/>
                </a:cubicBezTo>
                <a:cubicBezTo>
                  <a:pt x="658210" y="192143"/>
                  <a:pt x="651226" y="191800"/>
                  <a:pt x="648429" y="191396"/>
                </a:cubicBezTo>
                <a:cubicBezTo>
                  <a:pt x="643635" y="190707"/>
                  <a:pt x="640418" y="189556"/>
                  <a:pt x="638774" y="187948"/>
                </a:cubicBezTo>
                <a:cubicBezTo>
                  <a:pt x="637121" y="186363"/>
                  <a:pt x="636298" y="184718"/>
                  <a:pt x="636298" y="183012"/>
                </a:cubicBezTo>
                <a:cubicBezTo>
                  <a:pt x="636298" y="181015"/>
                  <a:pt x="637068" y="178584"/>
                  <a:pt x="638624" y="175750"/>
                </a:cubicBezTo>
                <a:cubicBezTo>
                  <a:pt x="640165" y="172901"/>
                  <a:pt x="643133" y="169587"/>
                  <a:pt x="647531" y="165781"/>
                </a:cubicBezTo>
                <a:cubicBezTo>
                  <a:pt x="654620" y="167786"/>
                  <a:pt x="661553" y="168787"/>
                  <a:pt x="668344" y="168787"/>
                </a:cubicBezTo>
                <a:cubicBezTo>
                  <a:pt x="684820" y="168787"/>
                  <a:pt x="697945" y="164248"/>
                  <a:pt x="707734" y="155154"/>
                </a:cubicBezTo>
                <a:cubicBezTo>
                  <a:pt x="717517" y="146075"/>
                  <a:pt x="722409" y="135148"/>
                  <a:pt x="722409" y="122359"/>
                </a:cubicBezTo>
                <a:cubicBezTo>
                  <a:pt x="722409" y="111178"/>
                  <a:pt x="719619" y="101988"/>
                  <a:pt x="714025" y="94809"/>
                </a:cubicBezTo>
                <a:lnTo>
                  <a:pt x="731846" y="94809"/>
                </a:lnTo>
                <a:cubicBezTo>
                  <a:pt x="736138" y="94809"/>
                  <a:pt x="738660" y="94652"/>
                  <a:pt x="739406" y="94343"/>
                </a:cubicBezTo>
                <a:cubicBezTo>
                  <a:pt x="740155" y="94060"/>
                  <a:pt x="740685" y="93656"/>
                  <a:pt x="740986" y="93162"/>
                </a:cubicBezTo>
                <a:cubicBezTo>
                  <a:pt x="741478" y="92169"/>
                  <a:pt x="741733" y="90365"/>
                  <a:pt x="741733" y="87763"/>
                </a:cubicBezTo>
                <a:cubicBezTo>
                  <a:pt x="741733" y="85468"/>
                  <a:pt x="741434" y="83875"/>
                  <a:pt x="740837" y="82977"/>
                </a:cubicBezTo>
                <a:cubicBezTo>
                  <a:pt x="740536" y="82364"/>
                  <a:pt x="740036" y="81945"/>
                  <a:pt x="739332" y="81690"/>
                </a:cubicBezTo>
                <a:cubicBezTo>
                  <a:pt x="738637" y="81443"/>
                  <a:pt x="736138" y="81332"/>
                  <a:pt x="731846" y="81332"/>
                </a:cubicBezTo>
                <a:lnTo>
                  <a:pt x="702790" y="81332"/>
                </a:lnTo>
                <a:cubicBezTo>
                  <a:pt x="693212" y="74938"/>
                  <a:pt x="681874" y="71736"/>
                  <a:pt x="668801" y="71736"/>
                </a:cubicBezTo>
                <a:cubicBezTo>
                  <a:pt x="652826" y="71736"/>
                  <a:pt x="639716" y="76634"/>
                  <a:pt x="629484" y="86417"/>
                </a:cubicBezTo>
                <a:cubicBezTo>
                  <a:pt x="619247" y="96206"/>
                  <a:pt x="614139" y="107881"/>
                  <a:pt x="614139" y="121455"/>
                </a:cubicBezTo>
                <a:cubicBezTo>
                  <a:pt x="614139" y="130339"/>
                  <a:pt x="616383" y="138461"/>
                  <a:pt x="620876" y="145791"/>
                </a:cubicBezTo>
                <a:cubicBezTo>
                  <a:pt x="625364" y="153128"/>
                  <a:pt x="631803" y="158849"/>
                  <a:pt x="640194" y="162946"/>
                </a:cubicBezTo>
                <a:cubicBezTo>
                  <a:pt x="629903" y="171525"/>
                  <a:pt x="623344" y="178166"/>
                  <a:pt x="620495" y="182855"/>
                </a:cubicBezTo>
                <a:close/>
                <a:moveTo>
                  <a:pt x="515450" y="198442"/>
                </a:moveTo>
                <a:cubicBezTo>
                  <a:pt x="509855" y="198442"/>
                  <a:pt x="504912" y="196069"/>
                  <a:pt x="500619" y="191321"/>
                </a:cubicBezTo>
                <a:cubicBezTo>
                  <a:pt x="496327" y="186587"/>
                  <a:pt x="494181" y="180619"/>
                  <a:pt x="494181" y="173416"/>
                </a:cubicBezTo>
                <a:cubicBezTo>
                  <a:pt x="494181" y="167732"/>
                  <a:pt x="495877" y="162482"/>
                  <a:pt x="499273" y="157696"/>
                </a:cubicBezTo>
                <a:cubicBezTo>
                  <a:pt x="502668" y="152910"/>
                  <a:pt x="508306" y="148319"/>
                  <a:pt x="516198" y="143913"/>
                </a:cubicBezTo>
                <a:cubicBezTo>
                  <a:pt x="520586" y="141422"/>
                  <a:pt x="530324" y="137176"/>
                  <a:pt x="545401" y="131199"/>
                </a:cubicBezTo>
                <a:lnTo>
                  <a:pt x="545401" y="183453"/>
                </a:lnTo>
                <a:cubicBezTo>
                  <a:pt x="533017" y="193445"/>
                  <a:pt x="523033" y="198442"/>
                  <a:pt x="515450" y="198442"/>
                </a:cubicBezTo>
                <a:close/>
                <a:moveTo>
                  <a:pt x="549896" y="210565"/>
                </a:moveTo>
                <a:cubicBezTo>
                  <a:pt x="552791" y="213967"/>
                  <a:pt x="556679" y="215650"/>
                  <a:pt x="561579" y="215650"/>
                </a:cubicBezTo>
                <a:cubicBezTo>
                  <a:pt x="571757" y="215650"/>
                  <a:pt x="582444" y="208171"/>
                  <a:pt x="593625" y="193198"/>
                </a:cubicBezTo>
                <a:lnTo>
                  <a:pt x="593625" y="184806"/>
                </a:lnTo>
                <a:cubicBezTo>
                  <a:pt x="587634" y="190804"/>
                  <a:pt x="583588" y="194440"/>
                  <a:pt x="581494" y="195740"/>
                </a:cubicBezTo>
                <a:cubicBezTo>
                  <a:pt x="580297" y="196429"/>
                  <a:pt x="578900" y="196795"/>
                  <a:pt x="577299" y="196795"/>
                </a:cubicBezTo>
                <a:cubicBezTo>
                  <a:pt x="575802" y="196795"/>
                  <a:pt x="574479" y="196293"/>
                  <a:pt x="573334" y="195284"/>
                </a:cubicBezTo>
                <a:cubicBezTo>
                  <a:pt x="572183" y="194291"/>
                  <a:pt x="571360" y="192315"/>
                  <a:pt x="570859" y="189368"/>
                </a:cubicBezTo>
                <a:cubicBezTo>
                  <a:pt x="570359" y="186437"/>
                  <a:pt x="570112" y="178413"/>
                  <a:pt x="570112" y="165339"/>
                </a:cubicBezTo>
                <a:lnTo>
                  <a:pt x="570112" y="118754"/>
                </a:lnTo>
                <a:cubicBezTo>
                  <a:pt x="570112" y="105488"/>
                  <a:pt x="569214" y="96700"/>
                  <a:pt x="567418" y="92416"/>
                </a:cubicBezTo>
                <a:cubicBezTo>
                  <a:pt x="564621" y="85810"/>
                  <a:pt x="560277" y="80965"/>
                  <a:pt x="554392" y="77884"/>
                </a:cubicBezTo>
                <a:cubicBezTo>
                  <a:pt x="546597" y="73785"/>
                  <a:pt x="536615" y="71736"/>
                  <a:pt x="524431" y="71736"/>
                </a:cubicBezTo>
                <a:cubicBezTo>
                  <a:pt x="508561" y="71736"/>
                  <a:pt x="496229" y="75334"/>
                  <a:pt x="487442" y="82513"/>
                </a:cubicBezTo>
                <a:cubicBezTo>
                  <a:pt x="478654" y="89714"/>
                  <a:pt x="474264" y="97606"/>
                  <a:pt x="474264" y="106175"/>
                </a:cubicBezTo>
                <a:cubicBezTo>
                  <a:pt x="474264" y="110678"/>
                  <a:pt x="475437" y="114222"/>
                  <a:pt x="477786" y="116826"/>
                </a:cubicBezTo>
                <a:cubicBezTo>
                  <a:pt x="480128" y="119405"/>
                  <a:pt x="483149" y="120707"/>
                  <a:pt x="486842" y="120707"/>
                </a:cubicBezTo>
                <a:cubicBezTo>
                  <a:pt x="490643" y="120707"/>
                  <a:pt x="493708" y="119466"/>
                  <a:pt x="496057" y="116960"/>
                </a:cubicBezTo>
                <a:cubicBezTo>
                  <a:pt x="498399" y="114469"/>
                  <a:pt x="499572" y="110925"/>
                  <a:pt x="499572" y="106332"/>
                </a:cubicBezTo>
                <a:lnTo>
                  <a:pt x="499273" y="97642"/>
                </a:lnTo>
                <a:cubicBezTo>
                  <a:pt x="499273" y="93252"/>
                  <a:pt x="501173" y="89371"/>
                  <a:pt x="504964" y="85962"/>
                </a:cubicBezTo>
                <a:cubicBezTo>
                  <a:pt x="508659" y="82573"/>
                  <a:pt x="513654" y="80867"/>
                  <a:pt x="519945" y="80867"/>
                </a:cubicBezTo>
                <a:cubicBezTo>
                  <a:pt x="528231" y="80867"/>
                  <a:pt x="534543" y="83417"/>
                  <a:pt x="538887" y="88512"/>
                </a:cubicBezTo>
                <a:cubicBezTo>
                  <a:pt x="543234" y="93597"/>
                  <a:pt x="545401" y="102982"/>
                  <a:pt x="545401" y="116669"/>
                </a:cubicBezTo>
                <a:lnTo>
                  <a:pt x="545401" y="122053"/>
                </a:lnTo>
                <a:cubicBezTo>
                  <a:pt x="521836" y="130645"/>
                  <a:pt x="504986" y="137938"/>
                  <a:pt x="494853" y="143913"/>
                </a:cubicBezTo>
                <a:cubicBezTo>
                  <a:pt x="484719" y="149904"/>
                  <a:pt x="477606" y="156306"/>
                  <a:pt x="473517" y="163097"/>
                </a:cubicBezTo>
                <a:cubicBezTo>
                  <a:pt x="470517" y="167979"/>
                  <a:pt x="469022" y="173784"/>
                  <a:pt x="469022" y="180462"/>
                </a:cubicBezTo>
                <a:cubicBezTo>
                  <a:pt x="469022" y="191051"/>
                  <a:pt x="472094" y="199592"/>
                  <a:pt x="478234" y="206077"/>
                </a:cubicBezTo>
                <a:cubicBezTo>
                  <a:pt x="484374" y="212567"/>
                  <a:pt x="492184" y="215807"/>
                  <a:pt x="501674" y="215807"/>
                </a:cubicBezTo>
                <a:cubicBezTo>
                  <a:pt x="507761" y="215807"/>
                  <a:pt x="513504" y="214564"/>
                  <a:pt x="518898" y="212075"/>
                </a:cubicBezTo>
                <a:cubicBezTo>
                  <a:pt x="522487" y="210369"/>
                  <a:pt x="531327" y="204072"/>
                  <a:pt x="545401" y="193198"/>
                </a:cubicBezTo>
                <a:cubicBezTo>
                  <a:pt x="545498" y="201388"/>
                  <a:pt x="546994" y="207168"/>
                  <a:pt x="549896" y="210565"/>
                </a:cubicBezTo>
                <a:close/>
                <a:moveTo>
                  <a:pt x="270147" y="71736"/>
                </a:moveTo>
                <a:lnTo>
                  <a:pt x="263709" y="71736"/>
                </a:lnTo>
                <a:lnTo>
                  <a:pt x="222373" y="88512"/>
                </a:lnTo>
                <a:lnTo>
                  <a:pt x="224617" y="93911"/>
                </a:lnTo>
                <a:cubicBezTo>
                  <a:pt x="228513" y="92416"/>
                  <a:pt x="231856" y="91644"/>
                  <a:pt x="234653" y="91644"/>
                </a:cubicBezTo>
                <a:cubicBezTo>
                  <a:pt x="237248" y="91644"/>
                  <a:pt x="239298" y="92280"/>
                  <a:pt x="240793" y="93522"/>
                </a:cubicBezTo>
                <a:cubicBezTo>
                  <a:pt x="242289" y="94770"/>
                  <a:pt x="243388" y="97045"/>
                  <a:pt x="244092" y="100342"/>
                </a:cubicBezTo>
                <a:cubicBezTo>
                  <a:pt x="244988" y="104739"/>
                  <a:pt x="245438" y="114469"/>
                  <a:pt x="245438" y="129539"/>
                </a:cubicBezTo>
                <a:lnTo>
                  <a:pt x="245438" y="181957"/>
                </a:lnTo>
                <a:cubicBezTo>
                  <a:pt x="245438" y="190462"/>
                  <a:pt x="244787" y="196159"/>
                  <a:pt x="243493" y="199114"/>
                </a:cubicBezTo>
                <a:cubicBezTo>
                  <a:pt x="242191" y="202060"/>
                  <a:pt x="240292" y="204206"/>
                  <a:pt x="237793" y="205545"/>
                </a:cubicBezTo>
                <a:cubicBezTo>
                  <a:pt x="235304" y="206906"/>
                  <a:pt x="230907" y="207572"/>
                  <a:pt x="224617" y="207572"/>
                </a:cubicBezTo>
                <a:lnTo>
                  <a:pt x="224617" y="212958"/>
                </a:lnTo>
                <a:lnTo>
                  <a:pt x="292463" y="212958"/>
                </a:lnTo>
                <a:lnTo>
                  <a:pt x="292463" y="207572"/>
                </a:lnTo>
                <a:cubicBezTo>
                  <a:pt x="284977" y="207572"/>
                  <a:pt x="280003" y="206906"/>
                  <a:pt x="277559" y="205545"/>
                </a:cubicBezTo>
                <a:cubicBezTo>
                  <a:pt x="275114" y="204206"/>
                  <a:pt x="273266" y="202173"/>
                  <a:pt x="272016" y="199474"/>
                </a:cubicBezTo>
                <a:cubicBezTo>
                  <a:pt x="270768" y="196795"/>
                  <a:pt x="270147" y="190954"/>
                  <a:pt x="270147" y="181957"/>
                </a:cubicBezTo>
                <a:lnTo>
                  <a:pt x="270147" y="108442"/>
                </a:lnTo>
                <a:cubicBezTo>
                  <a:pt x="274643" y="102946"/>
                  <a:pt x="281028" y="98002"/>
                  <a:pt x="289316" y="93597"/>
                </a:cubicBezTo>
                <a:cubicBezTo>
                  <a:pt x="294602" y="90710"/>
                  <a:pt x="299949" y="89251"/>
                  <a:pt x="305343" y="89251"/>
                </a:cubicBezTo>
                <a:cubicBezTo>
                  <a:pt x="313225" y="89251"/>
                  <a:pt x="319365" y="92452"/>
                  <a:pt x="323762" y="98846"/>
                </a:cubicBezTo>
                <a:cubicBezTo>
                  <a:pt x="327054" y="103731"/>
                  <a:pt x="328706" y="111770"/>
                  <a:pt x="328706" y="122951"/>
                </a:cubicBezTo>
                <a:lnTo>
                  <a:pt x="328706" y="181957"/>
                </a:lnTo>
                <a:cubicBezTo>
                  <a:pt x="328706" y="190153"/>
                  <a:pt x="328451" y="195091"/>
                  <a:pt x="327957" y="196795"/>
                </a:cubicBezTo>
                <a:cubicBezTo>
                  <a:pt x="326858" y="200377"/>
                  <a:pt x="324884" y="203077"/>
                  <a:pt x="322041" y="204873"/>
                </a:cubicBezTo>
                <a:cubicBezTo>
                  <a:pt x="319192" y="206674"/>
                  <a:pt x="313973" y="207572"/>
                  <a:pt x="306390" y="207572"/>
                </a:cubicBezTo>
                <a:lnTo>
                  <a:pt x="306390" y="212958"/>
                </a:lnTo>
                <a:lnTo>
                  <a:pt x="375731" y="212958"/>
                </a:lnTo>
                <a:lnTo>
                  <a:pt x="375731" y="207572"/>
                </a:lnTo>
                <a:cubicBezTo>
                  <a:pt x="368739" y="207572"/>
                  <a:pt x="363796" y="206810"/>
                  <a:pt x="360901" y="205254"/>
                </a:cubicBezTo>
                <a:cubicBezTo>
                  <a:pt x="358008" y="203707"/>
                  <a:pt x="356032" y="201777"/>
                  <a:pt x="354985" y="199474"/>
                </a:cubicBezTo>
                <a:cubicBezTo>
                  <a:pt x="353940" y="197199"/>
                  <a:pt x="353415" y="191337"/>
                  <a:pt x="353415" y="181957"/>
                </a:cubicBezTo>
                <a:lnTo>
                  <a:pt x="353415" y="116518"/>
                </a:lnTo>
                <a:lnTo>
                  <a:pt x="353116" y="110087"/>
                </a:lnTo>
                <a:lnTo>
                  <a:pt x="353415" y="108442"/>
                </a:lnTo>
                <a:cubicBezTo>
                  <a:pt x="360999" y="101240"/>
                  <a:pt x="367468" y="96319"/>
                  <a:pt x="372808" y="93679"/>
                </a:cubicBezTo>
                <a:cubicBezTo>
                  <a:pt x="378147" y="91031"/>
                  <a:pt x="383464" y="89714"/>
                  <a:pt x="388760" y="89714"/>
                </a:cubicBezTo>
                <a:cubicBezTo>
                  <a:pt x="397345" y="89714"/>
                  <a:pt x="403582" y="92908"/>
                  <a:pt x="407478" y="99287"/>
                </a:cubicBezTo>
                <a:cubicBezTo>
                  <a:pt x="410172" y="103880"/>
                  <a:pt x="411526" y="111770"/>
                  <a:pt x="411526" y="122951"/>
                </a:cubicBezTo>
                <a:lnTo>
                  <a:pt x="411526" y="181957"/>
                </a:lnTo>
                <a:cubicBezTo>
                  <a:pt x="411526" y="189960"/>
                  <a:pt x="411323" y="194783"/>
                  <a:pt x="410919" y="196489"/>
                </a:cubicBezTo>
                <a:cubicBezTo>
                  <a:pt x="409925" y="199989"/>
                  <a:pt x="408279" y="202539"/>
                  <a:pt x="405975" y="204124"/>
                </a:cubicBezTo>
                <a:cubicBezTo>
                  <a:pt x="402684" y="206427"/>
                  <a:pt x="398093" y="207572"/>
                  <a:pt x="392200" y="207572"/>
                </a:cubicBezTo>
                <a:lnTo>
                  <a:pt x="389359" y="207572"/>
                </a:lnTo>
                <a:lnTo>
                  <a:pt x="389359" y="212958"/>
                </a:lnTo>
                <a:lnTo>
                  <a:pt x="457048" y="212958"/>
                </a:lnTo>
                <a:lnTo>
                  <a:pt x="457048" y="207572"/>
                </a:lnTo>
                <a:cubicBezTo>
                  <a:pt x="450960" y="207572"/>
                  <a:pt x="446562" y="206810"/>
                  <a:pt x="443870" y="205254"/>
                </a:cubicBezTo>
                <a:cubicBezTo>
                  <a:pt x="441178" y="203707"/>
                  <a:pt x="439323" y="201828"/>
                  <a:pt x="438329" y="199631"/>
                </a:cubicBezTo>
                <a:cubicBezTo>
                  <a:pt x="437027" y="196429"/>
                  <a:pt x="436384" y="190550"/>
                  <a:pt x="436384" y="181957"/>
                </a:cubicBezTo>
                <a:lnTo>
                  <a:pt x="436384" y="122951"/>
                </a:lnTo>
                <a:cubicBezTo>
                  <a:pt x="436384" y="110581"/>
                  <a:pt x="435285" y="101487"/>
                  <a:pt x="433085" y="95705"/>
                </a:cubicBezTo>
                <a:cubicBezTo>
                  <a:pt x="429796" y="87202"/>
                  <a:pt x="425324" y="81099"/>
                  <a:pt x="419684" y="77346"/>
                </a:cubicBezTo>
                <a:cubicBezTo>
                  <a:pt x="414038" y="73613"/>
                  <a:pt x="407576" y="71736"/>
                  <a:pt x="400291" y="71736"/>
                </a:cubicBezTo>
                <a:cubicBezTo>
                  <a:pt x="392797" y="71736"/>
                  <a:pt x="385515" y="73613"/>
                  <a:pt x="378425" y="77346"/>
                </a:cubicBezTo>
                <a:cubicBezTo>
                  <a:pt x="371333" y="81099"/>
                  <a:pt x="362643" y="88967"/>
                  <a:pt x="352368" y="100933"/>
                </a:cubicBezTo>
                <a:cubicBezTo>
                  <a:pt x="350268" y="91458"/>
                  <a:pt x="346123" y="84217"/>
                  <a:pt x="339939" y="79222"/>
                </a:cubicBezTo>
                <a:cubicBezTo>
                  <a:pt x="333747" y="74227"/>
                  <a:pt x="326357" y="71736"/>
                  <a:pt x="317772" y="71736"/>
                </a:cubicBezTo>
                <a:cubicBezTo>
                  <a:pt x="312679" y="71736"/>
                  <a:pt x="307533" y="72791"/>
                  <a:pt x="302342" y="74876"/>
                </a:cubicBezTo>
                <a:cubicBezTo>
                  <a:pt x="297152" y="76978"/>
                  <a:pt x="292314" y="79933"/>
                  <a:pt x="287819" y="83725"/>
                </a:cubicBezTo>
                <a:cubicBezTo>
                  <a:pt x="286025" y="85213"/>
                  <a:pt x="280132" y="90957"/>
                  <a:pt x="270147" y="100933"/>
                </a:cubicBezTo>
                <a:lnTo>
                  <a:pt x="270147" y="71736"/>
                </a:lnTo>
                <a:close/>
                <a:moveTo>
                  <a:pt x="185241" y="71736"/>
                </a:moveTo>
                <a:lnTo>
                  <a:pt x="143906" y="88512"/>
                </a:lnTo>
                <a:lnTo>
                  <a:pt x="146000" y="93911"/>
                </a:lnTo>
                <a:cubicBezTo>
                  <a:pt x="149994" y="92416"/>
                  <a:pt x="153390" y="91644"/>
                  <a:pt x="156185" y="91644"/>
                </a:cubicBezTo>
                <a:cubicBezTo>
                  <a:pt x="158782" y="91644"/>
                  <a:pt x="160830" y="92280"/>
                  <a:pt x="162325" y="93522"/>
                </a:cubicBezTo>
                <a:cubicBezTo>
                  <a:pt x="163823" y="94770"/>
                  <a:pt x="164922" y="96991"/>
                  <a:pt x="165617" y="100185"/>
                </a:cubicBezTo>
                <a:cubicBezTo>
                  <a:pt x="166522" y="104590"/>
                  <a:pt x="166970" y="114222"/>
                  <a:pt x="166970" y="129098"/>
                </a:cubicBezTo>
                <a:lnTo>
                  <a:pt x="166970" y="181957"/>
                </a:lnTo>
                <a:cubicBezTo>
                  <a:pt x="166970" y="190462"/>
                  <a:pt x="166298" y="196182"/>
                  <a:pt x="164945" y="199188"/>
                </a:cubicBezTo>
                <a:cubicBezTo>
                  <a:pt x="163599" y="202173"/>
                  <a:pt x="161772" y="204319"/>
                  <a:pt x="159477" y="205621"/>
                </a:cubicBezTo>
                <a:cubicBezTo>
                  <a:pt x="157181" y="206921"/>
                  <a:pt x="152686" y="207572"/>
                  <a:pt x="146000" y="207572"/>
                </a:cubicBezTo>
                <a:lnTo>
                  <a:pt x="146000" y="212958"/>
                </a:lnTo>
                <a:lnTo>
                  <a:pt x="212644" y="212958"/>
                </a:lnTo>
                <a:lnTo>
                  <a:pt x="212644" y="207572"/>
                </a:lnTo>
                <a:cubicBezTo>
                  <a:pt x="206151" y="207572"/>
                  <a:pt x="201687" y="206862"/>
                  <a:pt x="199242" y="205470"/>
                </a:cubicBezTo>
                <a:cubicBezTo>
                  <a:pt x="196795" y="204072"/>
                  <a:pt x="194949" y="201962"/>
                  <a:pt x="193699" y="199114"/>
                </a:cubicBezTo>
                <a:cubicBezTo>
                  <a:pt x="192451" y="196257"/>
                  <a:pt x="191831" y="190550"/>
                  <a:pt x="191831" y="181957"/>
                </a:cubicBezTo>
                <a:lnTo>
                  <a:pt x="191831" y="71736"/>
                </a:lnTo>
                <a:lnTo>
                  <a:pt x="185241" y="71736"/>
                </a:lnTo>
                <a:close/>
                <a:moveTo>
                  <a:pt x="168542" y="4421"/>
                </a:moveTo>
                <a:cubicBezTo>
                  <a:pt x="165595" y="7367"/>
                  <a:pt x="164121" y="10926"/>
                  <a:pt x="164121" y="15123"/>
                </a:cubicBezTo>
                <a:cubicBezTo>
                  <a:pt x="164121" y="19318"/>
                  <a:pt x="165617" y="22915"/>
                  <a:pt x="168617" y="25898"/>
                </a:cubicBezTo>
                <a:cubicBezTo>
                  <a:pt x="171607" y="28906"/>
                  <a:pt x="175205" y="30401"/>
                  <a:pt x="179399" y="30401"/>
                </a:cubicBezTo>
                <a:cubicBezTo>
                  <a:pt x="183596" y="30401"/>
                  <a:pt x="187163" y="28906"/>
                  <a:pt x="190102" y="25898"/>
                </a:cubicBezTo>
                <a:cubicBezTo>
                  <a:pt x="193048" y="22915"/>
                  <a:pt x="194522" y="19318"/>
                  <a:pt x="194522" y="15123"/>
                </a:cubicBezTo>
                <a:cubicBezTo>
                  <a:pt x="194522" y="10926"/>
                  <a:pt x="193048" y="7367"/>
                  <a:pt x="190102" y="4421"/>
                </a:cubicBezTo>
                <a:cubicBezTo>
                  <a:pt x="187163" y="1474"/>
                  <a:pt x="183596" y="0"/>
                  <a:pt x="179399" y="0"/>
                </a:cubicBezTo>
                <a:cubicBezTo>
                  <a:pt x="175107" y="0"/>
                  <a:pt x="171488" y="1474"/>
                  <a:pt x="168542" y="4421"/>
                </a:cubicBezTo>
                <a:close/>
                <a:moveTo>
                  <a:pt x="4861" y="188696"/>
                </a:moveTo>
                <a:cubicBezTo>
                  <a:pt x="1624" y="191986"/>
                  <a:pt x="0" y="195935"/>
                  <a:pt x="0" y="200527"/>
                </a:cubicBezTo>
                <a:cubicBezTo>
                  <a:pt x="0" y="205127"/>
                  <a:pt x="1624" y="209046"/>
                  <a:pt x="4861" y="212284"/>
                </a:cubicBezTo>
                <a:cubicBezTo>
                  <a:pt x="8108" y="215537"/>
                  <a:pt x="12027" y="217145"/>
                  <a:pt x="16626" y="217145"/>
                </a:cubicBezTo>
                <a:cubicBezTo>
                  <a:pt x="21209" y="217145"/>
                  <a:pt x="25159" y="215537"/>
                  <a:pt x="28458" y="212284"/>
                </a:cubicBezTo>
                <a:cubicBezTo>
                  <a:pt x="31747" y="209046"/>
                  <a:pt x="33394" y="205127"/>
                  <a:pt x="33394" y="200527"/>
                </a:cubicBezTo>
                <a:cubicBezTo>
                  <a:pt x="33394" y="195935"/>
                  <a:pt x="31770" y="191986"/>
                  <a:pt x="28533" y="188696"/>
                </a:cubicBezTo>
                <a:cubicBezTo>
                  <a:pt x="25278" y="185405"/>
                  <a:pt x="21315" y="183761"/>
                  <a:pt x="16626" y="183761"/>
                </a:cubicBezTo>
                <a:cubicBezTo>
                  <a:pt x="12027" y="183761"/>
                  <a:pt x="8108" y="185405"/>
                  <a:pt x="4861" y="188696"/>
                </a:cubicBezTo>
                <a:close/>
                <a:moveTo>
                  <a:pt x="5169" y="76448"/>
                </a:moveTo>
                <a:cubicBezTo>
                  <a:pt x="1922" y="79701"/>
                  <a:pt x="301" y="83628"/>
                  <a:pt x="301" y="88219"/>
                </a:cubicBezTo>
                <a:cubicBezTo>
                  <a:pt x="301" y="92796"/>
                  <a:pt x="1922" y="96723"/>
                  <a:pt x="5169" y="99976"/>
                </a:cubicBezTo>
                <a:cubicBezTo>
                  <a:pt x="8407" y="103214"/>
                  <a:pt x="12326" y="104837"/>
                  <a:pt x="16917" y="104837"/>
                </a:cubicBezTo>
                <a:cubicBezTo>
                  <a:pt x="21510" y="104837"/>
                  <a:pt x="25435" y="103214"/>
                  <a:pt x="28682" y="99976"/>
                </a:cubicBezTo>
                <a:cubicBezTo>
                  <a:pt x="31919" y="96723"/>
                  <a:pt x="33543" y="92796"/>
                  <a:pt x="33543" y="88219"/>
                </a:cubicBezTo>
                <a:cubicBezTo>
                  <a:pt x="33543" y="83628"/>
                  <a:pt x="31919" y="79701"/>
                  <a:pt x="28682" y="76448"/>
                </a:cubicBezTo>
                <a:cubicBezTo>
                  <a:pt x="25435" y="73209"/>
                  <a:pt x="21510" y="71587"/>
                  <a:pt x="16917" y="71587"/>
                </a:cubicBezTo>
                <a:cubicBezTo>
                  <a:pt x="12326" y="71587"/>
                  <a:pt x="8407" y="73209"/>
                  <a:pt x="5169" y="76448"/>
                </a:cubicBez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CA4F1-8FED-49C8-9600-B3F2A2FC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67" y="5103604"/>
            <a:ext cx="116062" cy="145558"/>
          </a:xfrm>
          <a:custGeom xmlns:a="http://schemas.openxmlformats.org/drawingml/2006/main">
            <a:pathLst>
              <a:path w="116062" h="145558">
                <a:moveTo>
                  <a:pt x="32727" y="20289"/>
                </a:moveTo>
                <a:cubicBezTo>
                  <a:pt x="39264" y="13858"/>
                  <a:pt x="46675" y="10641"/>
                  <a:pt x="54961" y="10641"/>
                </a:cubicBezTo>
                <a:cubicBezTo>
                  <a:pt x="60354" y="10641"/>
                  <a:pt x="65522" y="12226"/>
                  <a:pt x="70465" y="15427"/>
                </a:cubicBezTo>
                <a:cubicBezTo>
                  <a:pt x="75409" y="18621"/>
                  <a:pt x="79125" y="23011"/>
                  <a:pt x="81623" y="28598"/>
                </a:cubicBezTo>
                <a:cubicBezTo>
                  <a:pt x="83216" y="32195"/>
                  <a:pt x="84263" y="38381"/>
                  <a:pt x="84765" y="47167"/>
                </a:cubicBezTo>
                <a:lnTo>
                  <a:pt x="21271" y="47167"/>
                </a:lnTo>
                <a:cubicBezTo>
                  <a:pt x="22362" y="35703"/>
                  <a:pt x="26183" y="26742"/>
                  <a:pt x="32727" y="20289"/>
                </a:cubicBezTo>
                <a:close/>
                <a:moveTo>
                  <a:pt x="116062" y="55865"/>
                </a:moveTo>
                <a:cubicBezTo>
                  <a:pt x="116062" y="38881"/>
                  <a:pt x="111126" y="25345"/>
                  <a:pt x="101240" y="15196"/>
                </a:cubicBezTo>
                <a:cubicBezTo>
                  <a:pt x="91353" y="5070"/>
                  <a:pt x="78721" y="0"/>
                  <a:pt x="63353" y="0"/>
                </a:cubicBezTo>
                <a:cubicBezTo>
                  <a:pt x="45180" y="0"/>
                  <a:pt x="30080" y="6565"/>
                  <a:pt x="18047" y="19699"/>
                </a:cubicBezTo>
                <a:cubicBezTo>
                  <a:pt x="6014" y="32831"/>
                  <a:pt x="0" y="51117"/>
                  <a:pt x="0" y="74585"/>
                </a:cubicBezTo>
                <a:cubicBezTo>
                  <a:pt x="0" y="96243"/>
                  <a:pt x="5864" y="113489"/>
                  <a:pt x="17599" y="126315"/>
                </a:cubicBezTo>
                <a:cubicBezTo>
                  <a:pt x="29333" y="139148"/>
                  <a:pt x="43430" y="145558"/>
                  <a:pt x="59904" y="145558"/>
                </a:cubicBezTo>
                <a:cubicBezTo>
                  <a:pt x="75079" y="145558"/>
                  <a:pt x="87711" y="139948"/>
                  <a:pt x="97792" y="128708"/>
                </a:cubicBezTo>
                <a:cubicBezTo>
                  <a:pt x="107881" y="117490"/>
                  <a:pt x="113970" y="105030"/>
                  <a:pt x="116062" y="91359"/>
                </a:cubicBezTo>
                <a:lnTo>
                  <a:pt x="111425" y="88353"/>
                </a:lnTo>
                <a:cubicBezTo>
                  <a:pt x="106932" y="100334"/>
                  <a:pt x="101368" y="108800"/>
                  <a:pt x="94726" y="113736"/>
                </a:cubicBezTo>
                <a:cubicBezTo>
                  <a:pt x="88085" y="118679"/>
                  <a:pt x="80277" y="121147"/>
                  <a:pt x="71288" y="121147"/>
                </a:cubicBezTo>
                <a:cubicBezTo>
                  <a:pt x="57812" y="121147"/>
                  <a:pt x="46078" y="115367"/>
                  <a:pt x="36093" y="103782"/>
                </a:cubicBezTo>
                <a:cubicBezTo>
                  <a:pt x="26109" y="92197"/>
                  <a:pt x="21165" y="76230"/>
                  <a:pt x="21271" y="55865"/>
                </a:cubicBezTo>
                <a:lnTo>
                  <a:pt x="116062" y="55865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0E79BF36-E36B-4EAA-89D5-0F5A9A28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936" y="4950896"/>
            <a:ext cx="461785" cy="385955"/>
          </a:xfrm>
          <a:custGeom xmlns:a="http://schemas.openxmlformats.org/drawingml/2006/main">
            <a:pathLst>
              <a:path w="461785" h="385955">
                <a:moveTo>
                  <a:pt x="0" y="0"/>
                </a:moveTo>
                <a:lnTo>
                  <a:pt x="461785" y="0"/>
                </a:lnTo>
                <a:lnTo>
                  <a:pt x="461785" y="385955"/>
                </a:lnTo>
                <a:lnTo>
                  <a:pt x="0" y="3859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76" name="Native source glyph inset-16.png">
            <a:extLst xmlns:a="http://schemas.openxmlformats.org/drawingml/2006/main">
              <a:ext uri="{FF2B5EF4-FFF2-40B4-BE49-F238E27FC236}">
                <a16:creationId xmlns:a16="http://schemas.microsoft.com/office/drawing/2014/main" id="{65CBBD91-5A2F-44F2-9CAD-E9367C5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588" y="5099698"/>
            <a:ext cx="181915" cy="144152"/>
          </a:xfrm>
          <a:custGeom xmlns:a="http://schemas.openxmlformats.org/drawingml/2006/main">
            <a:pathLst>
              <a:path w="181915" h="144152">
                <a:moveTo>
                  <a:pt x="4664" y="13950"/>
                </a:moveTo>
                <a:lnTo>
                  <a:pt x="0" y="13950"/>
                </a:lnTo>
                <a:lnTo>
                  <a:pt x="0" y="4650"/>
                </a:lnTo>
                <a:lnTo>
                  <a:pt x="4664" y="4650"/>
                </a:lnTo>
                <a:lnTo>
                  <a:pt x="4664" y="0"/>
                </a:lnTo>
                <a:lnTo>
                  <a:pt x="74632" y="0"/>
                </a:lnTo>
                <a:lnTo>
                  <a:pt x="74632" y="4650"/>
                </a:lnTo>
                <a:lnTo>
                  <a:pt x="79296" y="4650"/>
                </a:lnTo>
                <a:lnTo>
                  <a:pt x="79296" y="13950"/>
                </a:lnTo>
                <a:lnTo>
                  <a:pt x="74632" y="13950"/>
                </a:lnTo>
                <a:lnTo>
                  <a:pt x="74632" y="18600"/>
                </a:lnTo>
                <a:lnTo>
                  <a:pt x="69967" y="18600"/>
                </a:lnTo>
                <a:lnTo>
                  <a:pt x="69967" y="23250"/>
                </a:lnTo>
                <a:lnTo>
                  <a:pt x="74632" y="23250"/>
                </a:lnTo>
                <a:lnTo>
                  <a:pt x="74632" y="27900"/>
                </a:lnTo>
                <a:lnTo>
                  <a:pt x="79296" y="27900"/>
                </a:lnTo>
                <a:lnTo>
                  <a:pt x="79296" y="37200"/>
                </a:lnTo>
                <a:lnTo>
                  <a:pt x="83961" y="37200"/>
                </a:lnTo>
                <a:lnTo>
                  <a:pt x="83961" y="41851"/>
                </a:lnTo>
                <a:lnTo>
                  <a:pt x="88625" y="41851"/>
                </a:lnTo>
                <a:lnTo>
                  <a:pt x="88625" y="46501"/>
                </a:lnTo>
                <a:lnTo>
                  <a:pt x="93290" y="46501"/>
                </a:lnTo>
                <a:lnTo>
                  <a:pt x="93290" y="51151"/>
                </a:lnTo>
                <a:lnTo>
                  <a:pt x="97954" y="51151"/>
                </a:lnTo>
                <a:lnTo>
                  <a:pt x="97954" y="46501"/>
                </a:lnTo>
                <a:lnTo>
                  <a:pt x="102619" y="46501"/>
                </a:lnTo>
                <a:lnTo>
                  <a:pt x="102619" y="41851"/>
                </a:lnTo>
                <a:lnTo>
                  <a:pt x="107283" y="41851"/>
                </a:lnTo>
                <a:lnTo>
                  <a:pt x="107283" y="37200"/>
                </a:lnTo>
                <a:lnTo>
                  <a:pt x="111948" y="37200"/>
                </a:lnTo>
                <a:lnTo>
                  <a:pt x="111948" y="32550"/>
                </a:lnTo>
                <a:lnTo>
                  <a:pt x="116612" y="32550"/>
                </a:lnTo>
                <a:lnTo>
                  <a:pt x="116612" y="27900"/>
                </a:lnTo>
                <a:lnTo>
                  <a:pt x="121277" y="27900"/>
                </a:lnTo>
                <a:lnTo>
                  <a:pt x="121277" y="18600"/>
                </a:lnTo>
                <a:lnTo>
                  <a:pt x="116612" y="18600"/>
                </a:lnTo>
                <a:lnTo>
                  <a:pt x="116612" y="13950"/>
                </a:lnTo>
                <a:lnTo>
                  <a:pt x="111948" y="13950"/>
                </a:lnTo>
                <a:lnTo>
                  <a:pt x="111948" y="4650"/>
                </a:lnTo>
                <a:lnTo>
                  <a:pt x="116612" y="4650"/>
                </a:lnTo>
                <a:lnTo>
                  <a:pt x="116612" y="0"/>
                </a:lnTo>
                <a:lnTo>
                  <a:pt x="172586" y="0"/>
                </a:lnTo>
                <a:lnTo>
                  <a:pt x="172586" y="4650"/>
                </a:lnTo>
                <a:lnTo>
                  <a:pt x="177251" y="4650"/>
                </a:lnTo>
                <a:lnTo>
                  <a:pt x="177251" y="13950"/>
                </a:lnTo>
                <a:lnTo>
                  <a:pt x="172586" y="13950"/>
                </a:lnTo>
                <a:lnTo>
                  <a:pt x="172586" y="18600"/>
                </a:lnTo>
                <a:lnTo>
                  <a:pt x="144599" y="18600"/>
                </a:lnTo>
                <a:lnTo>
                  <a:pt x="144599" y="23250"/>
                </a:lnTo>
                <a:lnTo>
                  <a:pt x="139935" y="23250"/>
                </a:lnTo>
                <a:lnTo>
                  <a:pt x="139935" y="27900"/>
                </a:lnTo>
                <a:lnTo>
                  <a:pt x="135270" y="27900"/>
                </a:lnTo>
                <a:lnTo>
                  <a:pt x="135270" y="32550"/>
                </a:lnTo>
                <a:lnTo>
                  <a:pt x="130606" y="32550"/>
                </a:lnTo>
                <a:lnTo>
                  <a:pt x="130606" y="37200"/>
                </a:lnTo>
                <a:lnTo>
                  <a:pt x="125941" y="37200"/>
                </a:lnTo>
                <a:lnTo>
                  <a:pt x="125941" y="46501"/>
                </a:lnTo>
                <a:lnTo>
                  <a:pt x="121277" y="46501"/>
                </a:lnTo>
                <a:lnTo>
                  <a:pt x="121277" y="51151"/>
                </a:lnTo>
                <a:lnTo>
                  <a:pt x="116612" y="51151"/>
                </a:lnTo>
                <a:lnTo>
                  <a:pt x="116612" y="55801"/>
                </a:lnTo>
                <a:lnTo>
                  <a:pt x="111948" y="55801"/>
                </a:lnTo>
                <a:lnTo>
                  <a:pt x="111948" y="60451"/>
                </a:lnTo>
                <a:lnTo>
                  <a:pt x="107283" y="60451"/>
                </a:lnTo>
                <a:lnTo>
                  <a:pt x="107283" y="69751"/>
                </a:lnTo>
                <a:lnTo>
                  <a:pt x="111948" y="69751"/>
                </a:lnTo>
                <a:lnTo>
                  <a:pt x="111948" y="74401"/>
                </a:lnTo>
                <a:lnTo>
                  <a:pt x="116612" y="74401"/>
                </a:lnTo>
                <a:lnTo>
                  <a:pt x="116612" y="79051"/>
                </a:lnTo>
                <a:lnTo>
                  <a:pt x="121277" y="79051"/>
                </a:lnTo>
                <a:lnTo>
                  <a:pt x="121277" y="83701"/>
                </a:lnTo>
                <a:lnTo>
                  <a:pt x="125941" y="83701"/>
                </a:lnTo>
                <a:lnTo>
                  <a:pt x="125941" y="88351"/>
                </a:lnTo>
                <a:lnTo>
                  <a:pt x="130606" y="88351"/>
                </a:lnTo>
                <a:lnTo>
                  <a:pt x="130606" y="97651"/>
                </a:lnTo>
                <a:lnTo>
                  <a:pt x="135270" y="97651"/>
                </a:lnTo>
                <a:lnTo>
                  <a:pt x="135270" y="102301"/>
                </a:lnTo>
                <a:lnTo>
                  <a:pt x="139935" y="102301"/>
                </a:lnTo>
                <a:lnTo>
                  <a:pt x="139935" y="106951"/>
                </a:lnTo>
                <a:lnTo>
                  <a:pt x="144599" y="106951"/>
                </a:lnTo>
                <a:lnTo>
                  <a:pt x="144599" y="111601"/>
                </a:lnTo>
                <a:lnTo>
                  <a:pt x="149264" y="111601"/>
                </a:lnTo>
                <a:lnTo>
                  <a:pt x="149264" y="116251"/>
                </a:lnTo>
                <a:lnTo>
                  <a:pt x="153928" y="116251"/>
                </a:lnTo>
                <a:lnTo>
                  <a:pt x="153928" y="125552"/>
                </a:lnTo>
                <a:lnTo>
                  <a:pt x="181915" y="125552"/>
                </a:lnTo>
                <a:lnTo>
                  <a:pt x="181915" y="144152"/>
                </a:lnTo>
                <a:lnTo>
                  <a:pt x="111948" y="144152"/>
                </a:lnTo>
                <a:lnTo>
                  <a:pt x="111948" y="139502"/>
                </a:lnTo>
                <a:lnTo>
                  <a:pt x="107283" y="139502"/>
                </a:lnTo>
                <a:lnTo>
                  <a:pt x="107283" y="130202"/>
                </a:lnTo>
                <a:lnTo>
                  <a:pt x="116612" y="130202"/>
                </a:lnTo>
                <a:lnTo>
                  <a:pt x="116612" y="120902"/>
                </a:lnTo>
                <a:lnTo>
                  <a:pt x="111948" y="120902"/>
                </a:lnTo>
                <a:lnTo>
                  <a:pt x="111948" y="116251"/>
                </a:lnTo>
                <a:lnTo>
                  <a:pt x="107283" y="116251"/>
                </a:lnTo>
                <a:lnTo>
                  <a:pt x="107283" y="111601"/>
                </a:lnTo>
                <a:lnTo>
                  <a:pt x="102619" y="111601"/>
                </a:lnTo>
                <a:lnTo>
                  <a:pt x="102619" y="102301"/>
                </a:lnTo>
                <a:lnTo>
                  <a:pt x="97954" y="102301"/>
                </a:lnTo>
                <a:lnTo>
                  <a:pt x="97954" y="97651"/>
                </a:lnTo>
                <a:lnTo>
                  <a:pt x="93290" y="97651"/>
                </a:lnTo>
                <a:lnTo>
                  <a:pt x="93290" y="93001"/>
                </a:lnTo>
                <a:lnTo>
                  <a:pt x="88625" y="93001"/>
                </a:lnTo>
                <a:lnTo>
                  <a:pt x="88625" y="88351"/>
                </a:lnTo>
                <a:lnTo>
                  <a:pt x="83961" y="88351"/>
                </a:lnTo>
                <a:lnTo>
                  <a:pt x="83961" y="93001"/>
                </a:lnTo>
                <a:lnTo>
                  <a:pt x="79296" y="93001"/>
                </a:lnTo>
                <a:lnTo>
                  <a:pt x="79296" y="97651"/>
                </a:lnTo>
                <a:lnTo>
                  <a:pt x="74632" y="97651"/>
                </a:lnTo>
                <a:lnTo>
                  <a:pt x="74632" y="102301"/>
                </a:lnTo>
                <a:lnTo>
                  <a:pt x="69967" y="102301"/>
                </a:lnTo>
                <a:lnTo>
                  <a:pt x="69967" y="106951"/>
                </a:lnTo>
                <a:lnTo>
                  <a:pt x="65303" y="106951"/>
                </a:lnTo>
                <a:lnTo>
                  <a:pt x="65303" y="111601"/>
                </a:lnTo>
                <a:lnTo>
                  <a:pt x="60638" y="111601"/>
                </a:lnTo>
                <a:lnTo>
                  <a:pt x="60638" y="116251"/>
                </a:lnTo>
                <a:lnTo>
                  <a:pt x="55974" y="116251"/>
                </a:lnTo>
                <a:lnTo>
                  <a:pt x="55974" y="125552"/>
                </a:lnTo>
                <a:lnTo>
                  <a:pt x="60638" y="125552"/>
                </a:lnTo>
                <a:lnTo>
                  <a:pt x="60638" y="130202"/>
                </a:lnTo>
                <a:lnTo>
                  <a:pt x="65303" y="130202"/>
                </a:lnTo>
                <a:lnTo>
                  <a:pt x="65303" y="139502"/>
                </a:lnTo>
                <a:lnTo>
                  <a:pt x="60638" y="139502"/>
                </a:lnTo>
                <a:lnTo>
                  <a:pt x="60638" y="144152"/>
                </a:lnTo>
                <a:lnTo>
                  <a:pt x="4664" y="144152"/>
                </a:lnTo>
                <a:lnTo>
                  <a:pt x="4664" y="139502"/>
                </a:lnTo>
                <a:lnTo>
                  <a:pt x="0" y="139502"/>
                </a:lnTo>
                <a:lnTo>
                  <a:pt x="0" y="130202"/>
                </a:lnTo>
                <a:lnTo>
                  <a:pt x="4664" y="130202"/>
                </a:lnTo>
                <a:lnTo>
                  <a:pt x="4664" y="125552"/>
                </a:lnTo>
                <a:lnTo>
                  <a:pt x="32651" y="125552"/>
                </a:lnTo>
                <a:lnTo>
                  <a:pt x="32651" y="120902"/>
                </a:lnTo>
                <a:lnTo>
                  <a:pt x="37316" y="120902"/>
                </a:lnTo>
                <a:lnTo>
                  <a:pt x="37316" y="116251"/>
                </a:lnTo>
                <a:lnTo>
                  <a:pt x="41980" y="116251"/>
                </a:lnTo>
                <a:lnTo>
                  <a:pt x="41980" y="111601"/>
                </a:lnTo>
                <a:lnTo>
                  <a:pt x="46645" y="111601"/>
                </a:lnTo>
                <a:lnTo>
                  <a:pt x="46645" y="102301"/>
                </a:lnTo>
                <a:lnTo>
                  <a:pt x="51309" y="102301"/>
                </a:lnTo>
                <a:lnTo>
                  <a:pt x="51309" y="97651"/>
                </a:lnTo>
                <a:lnTo>
                  <a:pt x="55974" y="97651"/>
                </a:lnTo>
                <a:lnTo>
                  <a:pt x="55974" y="93001"/>
                </a:lnTo>
                <a:lnTo>
                  <a:pt x="60638" y="93001"/>
                </a:lnTo>
                <a:lnTo>
                  <a:pt x="60638" y="88351"/>
                </a:lnTo>
                <a:lnTo>
                  <a:pt x="65303" y="88351"/>
                </a:lnTo>
                <a:lnTo>
                  <a:pt x="65303" y="83701"/>
                </a:lnTo>
                <a:lnTo>
                  <a:pt x="69967" y="83701"/>
                </a:lnTo>
                <a:lnTo>
                  <a:pt x="69967" y="79051"/>
                </a:lnTo>
                <a:lnTo>
                  <a:pt x="74632" y="79051"/>
                </a:lnTo>
                <a:lnTo>
                  <a:pt x="74632" y="69751"/>
                </a:lnTo>
                <a:lnTo>
                  <a:pt x="69967" y="69751"/>
                </a:lnTo>
                <a:lnTo>
                  <a:pt x="69967" y="65101"/>
                </a:lnTo>
                <a:lnTo>
                  <a:pt x="65303" y="65101"/>
                </a:lnTo>
                <a:lnTo>
                  <a:pt x="65303" y="60451"/>
                </a:lnTo>
                <a:lnTo>
                  <a:pt x="60638" y="60451"/>
                </a:lnTo>
                <a:lnTo>
                  <a:pt x="60638" y="55801"/>
                </a:lnTo>
                <a:lnTo>
                  <a:pt x="55974" y="55801"/>
                </a:lnTo>
                <a:lnTo>
                  <a:pt x="55974" y="46501"/>
                </a:lnTo>
                <a:lnTo>
                  <a:pt x="51309" y="46501"/>
                </a:lnTo>
                <a:lnTo>
                  <a:pt x="51309" y="41851"/>
                </a:lnTo>
                <a:lnTo>
                  <a:pt x="46645" y="41851"/>
                </a:lnTo>
                <a:lnTo>
                  <a:pt x="46645" y="37200"/>
                </a:lnTo>
                <a:lnTo>
                  <a:pt x="41980" y="37200"/>
                </a:lnTo>
                <a:lnTo>
                  <a:pt x="41980" y="32550"/>
                </a:lnTo>
                <a:lnTo>
                  <a:pt x="37316" y="32550"/>
                </a:lnTo>
                <a:lnTo>
                  <a:pt x="37316" y="27900"/>
                </a:lnTo>
                <a:lnTo>
                  <a:pt x="32651" y="27900"/>
                </a:lnTo>
                <a:lnTo>
                  <a:pt x="32651" y="23250"/>
                </a:lnTo>
                <a:lnTo>
                  <a:pt x="27987" y="23250"/>
                </a:lnTo>
                <a:lnTo>
                  <a:pt x="27987" y="18600"/>
                </a:lnTo>
                <a:lnTo>
                  <a:pt x="4664" y="18600"/>
                </a:lnTo>
                <a:lnTo>
                  <a:pt x="4664" y="139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77" name="Native source glyph inset-16.png">
            <a:extLst xmlns:a="http://schemas.openxmlformats.org/drawingml/2006/main">
              <a:ext uri="{FF2B5EF4-FFF2-40B4-BE49-F238E27FC236}">
                <a16:creationId xmlns:a16="http://schemas.microsoft.com/office/drawing/2014/main" id="{F319B78E-5727-4C98-B90B-39EAEE3D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496" y="5220600"/>
            <a:ext cx="139935" cy="102301"/>
          </a:xfrm>
          <a:custGeom xmlns:a="http://schemas.openxmlformats.org/drawingml/2006/main">
            <a:pathLst>
              <a:path w="139935" h="102301">
                <a:moveTo>
                  <a:pt x="13993" y="9300"/>
                </a:moveTo>
                <a:lnTo>
                  <a:pt x="18658" y="9300"/>
                </a:lnTo>
                <a:lnTo>
                  <a:pt x="18658" y="4650"/>
                </a:lnTo>
                <a:lnTo>
                  <a:pt x="23322" y="4650"/>
                </a:lnTo>
                <a:lnTo>
                  <a:pt x="23322" y="0"/>
                </a:lnTo>
                <a:lnTo>
                  <a:pt x="37316" y="0"/>
                </a:lnTo>
                <a:lnTo>
                  <a:pt x="37316" y="4650"/>
                </a:lnTo>
                <a:lnTo>
                  <a:pt x="46645" y="4650"/>
                </a:lnTo>
                <a:lnTo>
                  <a:pt x="46645" y="9300"/>
                </a:lnTo>
                <a:lnTo>
                  <a:pt x="51309" y="9300"/>
                </a:lnTo>
                <a:lnTo>
                  <a:pt x="51309" y="18600"/>
                </a:lnTo>
                <a:lnTo>
                  <a:pt x="55974" y="18600"/>
                </a:lnTo>
                <a:lnTo>
                  <a:pt x="55974" y="13950"/>
                </a:lnTo>
                <a:lnTo>
                  <a:pt x="65303" y="13950"/>
                </a:lnTo>
                <a:lnTo>
                  <a:pt x="65303" y="9300"/>
                </a:lnTo>
                <a:lnTo>
                  <a:pt x="69967" y="9300"/>
                </a:lnTo>
                <a:lnTo>
                  <a:pt x="69967" y="4650"/>
                </a:lnTo>
                <a:lnTo>
                  <a:pt x="79296" y="4650"/>
                </a:lnTo>
                <a:lnTo>
                  <a:pt x="79296" y="0"/>
                </a:lnTo>
                <a:lnTo>
                  <a:pt x="102619" y="0"/>
                </a:lnTo>
                <a:lnTo>
                  <a:pt x="102619" y="4650"/>
                </a:lnTo>
                <a:lnTo>
                  <a:pt x="111948" y="4650"/>
                </a:lnTo>
                <a:lnTo>
                  <a:pt x="111948" y="9300"/>
                </a:lnTo>
                <a:lnTo>
                  <a:pt x="116612" y="9300"/>
                </a:lnTo>
                <a:lnTo>
                  <a:pt x="116612" y="13950"/>
                </a:lnTo>
                <a:lnTo>
                  <a:pt x="121277" y="13950"/>
                </a:lnTo>
                <a:lnTo>
                  <a:pt x="121277" y="46501"/>
                </a:lnTo>
                <a:lnTo>
                  <a:pt x="116612" y="46501"/>
                </a:lnTo>
                <a:lnTo>
                  <a:pt x="116612" y="60451"/>
                </a:lnTo>
                <a:lnTo>
                  <a:pt x="111948" y="60451"/>
                </a:lnTo>
                <a:lnTo>
                  <a:pt x="111948" y="69751"/>
                </a:lnTo>
                <a:lnTo>
                  <a:pt x="107283" y="69751"/>
                </a:lnTo>
                <a:lnTo>
                  <a:pt x="107283" y="88351"/>
                </a:lnTo>
                <a:lnTo>
                  <a:pt x="102619" y="88351"/>
                </a:lnTo>
                <a:lnTo>
                  <a:pt x="102619" y="93001"/>
                </a:lnTo>
                <a:lnTo>
                  <a:pt x="121277" y="93001"/>
                </a:lnTo>
                <a:lnTo>
                  <a:pt x="121277" y="88351"/>
                </a:lnTo>
                <a:lnTo>
                  <a:pt x="125941" y="88351"/>
                </a:lnTo>
                <a:lnTo>
                  <a:pt x="125941" y="79051"/>
                </a:lnTo>
                <a:lnTo>
                  <a:pt x="130606" y="79051"/>
                </a:lnTo>
                <a:lnTo>
                  <a:pt x="130606" y="65101"/>
                </a:lnTo>
                <a:lnTo>
                  <a:pt x="139935" y="65101"/>
                </a:lnTo>
                <a:lnTo>
                  <a:pt x="139935" y="79051"/>
                </a:lnTo>
                <a:lnTo>
                  <a:pt x="135270" y="79051"/>
                </a:lnTo>
                <a:lnTo>
                  <a:pt x="135270" y="88351"/>
                </a:lnTo>
                <a:lnTo>
                  <a:pt x="130606" y="88351"/>
                </a:lnTo>
                <a:lnTo>
                  <a:pt x="130606" y="93001"/>
                </a:lnTo>
                <a:lnTo>
                  <a:pt x="125941" y="93001"/>
                </a:lnTo>
                <a:lnTo>
                  <a:pt x="125941" y="97651"/>
                </a:lnTo>
                <a:lnTo>
                  <a:pt x="121277" y="97651"/>
                </a:lnTo>
                <a:lnTo>
                  <a:pt x="121277" y="102301"/>
                </a:lnTo>
                <a:lnTo>
                  <a:pt x="97954" y="102301"/>
                </a:lnTo>
                <a:lnTo>
                  <a:pt x="97954" y="97651"/>
                </a:lnTo>
                <a:lnTo>
                  <a:pt x="93290" y="97651"/>
                </a:lnTo>
                <a:lnTo>
                  <a:pt x="93290" y="93001"/>
                </a:lnTo>
                <a:lnTo>
                  <a:pt x="88625" y="93001"/>
                </a:lnTo>
                <a:lnTo>
                  <a:pt x="88625" y="88351"/>
                </a:lnTo>
                <a:lnTo>
                  <a:pt x="83961" y="88351"/>
                </a:lnTo>
                <a:lnTo>
                  <a:pt x="83961" y="79051"/>
                </a:lnTo>
                <a:lnTo>
                  <a:pt x="88625" y="79051"/>
                </a:lnTo>
                <a:lnTo>
                  <a:pt x="88625" y="65101"/>
                </a:lnTo>
                <a:lnTo>
                  <a:pt x="93290" y="65101"/>
                </a:lnTo>
                <a:lnTo>
                  <a:pt x="93290" y="51151"/>
                </a:lnTo>
                <a:lnTo>
                  <a:pt x="97954" y="51151"/>
                </a:lnTo>
                <a:lnTo>
                  <a:pt x="97954" y="32550"/>
                </a:lnTo>
                <a:lnTo>
                  <a:pt x="102619" y="32550"/>
                </a:lnTo>
                <a:lnTo>
                  <a:pt x="102619" y="13950"/>
                </a:lnTo>
                <a:lnTo>
                  <a:pt x="97954" y="13950"/>
                </a:lnTo>
                <a:lnTo>
                  <a:pt x="97954" y="9300"/>
                </a:lnTo>
                <a:lnTo>
                  <a:pt x="79296" y="9300"/>
                </a:lnTo>
                <a:lnTo>
                  <a:pt x="79296" y="13950"/>
                </a:lnTo>
                <a:lnTo>
                  <a:pt x="69967" y="13950"/>
                </a:lnTo>
                <a:lnTo>
                  <a:pt x="69967" y="18600"/>
                </a:lnTo>
                <a:lnTo>
                  <a:pt x="65303" y="18600"/>
                </a:lnTo>
                <a:lnTo>
                  <a:pt x="65303" y="23250"/>
                </a:lnTo>
                <a:lnTo>
                  <a:pt x="60638" y="23250"/>
                </a:lnTo>
                <a:lnTo>
                  <a:pt x="60638" y="27900"/>
                </a:lnTo>
                <a:lnTo>
                  <a:pt x="55974" y="27900"/>
                </a:lnTo>
                <a:lnTo>
                  <a:pt x="55974" y="32550"/>
                </a:lnTo>
                <a:lnTo>
                  <a:pt x="51309" y="32550"/>
                </a:lnTo>
                <a:lnTo>
                  <a:pt x="51309" y="51151"/>
                </a:lnTo>
                <a:lnTo>
                  <a:pt x="46645" y="51151"/>
                </a:lnTo>
                <a:lnTo>
                  <a:pt x="46645" y="69751"/>
                </a:lnTo>
                <a:lnTo>
                  <a:pt x="41980" y="69751"/>
                </a:lnTo>
                <a:lnTo>
                  <a:pt x="41980" y="88351"/>
                </a:lnTo>
                <a:lnTo>
                  <a:pt x="37316" y="88351"/>
                </a:lnTo>
                <a:lnTo>
                  <a:pt x="37316" y="97651"/>
                </a:lnTo>
                <a:lnTo>
                  <a:pt x="32651" y="97651"/>
                </a:lnTo>
                <a:lnTo>
                  <a:pt x="32651" y="102301"/>
                </a:lnTo>
                <a:lnTo>
                  <a:pt x="18658" y="102301"/>
                </a:lnTo>
                <a:lnTo>
                  <a:pt x="18658" y="74401"/>
                </a:lnTo>
                <a:lnTo>
                  <a:pt x="23322" y="74401"/>
                </a:lnTo>
                <a:lnTo>
                  <a:pt x="23322" y="55801"/>
                </a:lnTo>
                <a:lnTo>
                  <a:pt x="27987" y="55801"/>
                </a:lnTo>
                <a:lnTo>
                  <a:pt x="27987" y="37200"/>
                </a:lnTo>
                <a:lnTo>
                  <a:pt x="32651" y="37200"/>
                </a:lnTo>
                <a:lnTo>
                  <a:pt x="32651" y="9300"/>
                </a:lnTo>
                <a:lnTo>
                  <a:pt x="23322" y="9300"/>
                </a:lnTo>
                <a:lnTo>
                  <a:pt x="23322" y="13950"/>
                </a:lnTo>
                <a:lnTo>
                  <a:pt x="18658" y="13950"/>
                </a:lnTo>
                <a:lnTo>
                  <a:pt x="18658" y="23250"/>
                </a:lnTo>
                <a:lnTo>
                  <a:pt x="13993" y="23250"/>
                </a:lnTo>
                <a:lnTo>
                  <a:pt x="13993" y="37200"/>
                </a:lnTo>
                <a:lnTo>
                  <a:pt x="9329" y="37200"/>
                </a:lnTo>
                <a:lnTo>
                  <a:pt x="9329" y="41851"/>
                </a:lnTo>
                <a:lnTo>
                  <a:pt x="4664" y="41851"/>
                </a:lnTo>
                <a:lnTo>
                  <a:pt x="4664" y="37200"/>
                </a:lnTo>
                <a:lnTo>
                  <a:pt x="0" y="37200"/>
                </a:lnTo>
                <a:lnTo>
                  <a:pt x="0" y="32550"/>
                </a:lnTo>
                <a:lnTo>
                  <a:pt x="4664" y="32550"/>
                </a:lnTo>
                <a:lnTo>
                  <a:pt x="4664" y="18600"/>
                </a:lnTo>
                <a:lnTo>
                  <a:pt x="9329" y="18600"/>
                </a:lnTo>
                <a:lnTo>
                  <a:pt x="9329" y="13950"/>
                </a:lnTo>
                <a:lnTo>
                  <a:pt x="13993" y="13950"/>
                </a:lnTo>
                <a:lnTo>
                  <a:pt x="13993" y="93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78" name="Native source glyph inset-16.png">
            <a:extLst xmlns:a="http://schemas.openxmlformats.org/drawingml/2006/main">
              <a:ext uri="{FF2B5EF4-FFF2-40B4-BE49-F238E27FC236}">
                <a16:creationId xmlns:a16="http://schemas.microsoft.com/office/drawing/2014/main" id="{BAADF502-F5FB-434F-99C7-AE2F688F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25" y="4974147"/>
            <a:ext cx="177251" cy="158102"/>
          </a:xfrm>
          <a:custGeom xmlns:a="http://schemas.openxmlformats.org/drawingml/2006/main">
            <a:pathLst>
              <a:path w="177251" h="158102">
                <a:moveTo>
                  <a:pt x="18658" y="9300"/>
                </a:moveTo>
                <a:lnTo>
                  <a:pt x="4664" y="9300"/>
                </a:lnTo>
                <a:lnTo>
                  <a:pt x="4664" y="4650"/>
                </a:lnTo>
                <a:lnTo>
                  <a:pt x="0" y="4650"/>
                </a:lnTo>
                <a:lnTo>
                  <a:pt x="0" y="0"/>
                </a:lnTo>
                <a:lnTo>
                  <a:pt x="65303" y="0"/>
                </a:lnTo>
                <a:lnTo>
                  <a:pt x="65303" y="4650"/>
                </a:lnTo>
                <a:lnTo>
                  <a:pt x="60638" y="4650"/>
                </a:lnTo>
                <a:lnTo>
                  <a:pt x="60638" y="9300"/>
                </a:lnTo>
                <a:lnTo>
                  <a:pt x="46645" y="9300"/>
                </a:lnTo>
                <a:lnTo>
                  <a:pt x="46645" y="37200"/>
                </a:lnTo>
                <a:lnTo>
                  <a:pt x="51309" y="37200"/>
                </a:lnTo>
                <a:lnTo>
                  <a:pt x="51309" y="65101"/>
                </a:lnTo>
                <a:lnTo>
                  <a:pt x="55974" y="65101"/>
                </a:lnTo>
                <a:lnTo>
                  <a:pt x="55974" y="93001"/>
                </a:lnTo>
                <a:lnTo>
                  <a:pt x="60638" y="93001"/>
                </a:lnTo>
                <a:lnTo>
                  <a:pt x="60638" y="116251"/>
                </a:lnTo>
                <a:lnTo>
                  <a:pt x="65303" y="116251"/>
                </a:lnTo>
                <a:lnTo>
                  <a:pt x="65303" y="120902"/>
                </a:lnTo>
                <a:lnTo>
                  <a:pt x="60638" y="120902"/>
                </a:lnTo>
                <a:lnTo>
                  <a:pt x="60638" y="125552"/>
                </a:lnTo>
                <a:lnTo>
                  <a:pt x="69967" y="125552"/>
                </a:lnTo>
                <a:lnTo>
                  <a:pt x="69967" y="116251"/>
                </a:lnTo>
                <a:lnTo>
                  <a:pt x="74632" y="116251"/>
                </a:lnTo>
                <a:lnTo>
                  <a:pt x="74632" y="111601"/>
                </a:lnTo>
                <a:lnTo>
                  <a:pt x="79296" y="111601"/>
                </a:lnTo>
                <a:lnTo>
                  <a:pt x="79296" y="102301"/>
                </a:lnTo>
                <a:lnTo>
                  <a:pt x="83961" y="102301"/>
                </a:lnTo>
                <a:lnTo>
                  <a:pt x="83961" y="97651"/>
                </a:lnTo>
                <a:lnTo>
                  <a:pt x="88625" y="97651"/>
                </a:lnTo>
                <a:lnTo>
                  <a:pt x="88625" y="88351"/>
                </a:lnTo>
                <a:lnTo>
                  <a:pt x="93290" y="88351"/>
                </a:lnTo>
                <a:lnTo>
                  <a:pt x="93290" y="83701"/>
                </a:lnTo>
                <a:lnTo>
                  <a:pt x="97954" y="83701"/>
                </a:lnTo>
                <a:lnTo>
                  <a:pt x="97954" y="74401"/>
                </a:lnTo>
                <a:lnTo>
                  <a:pt x="102619" y="74401"/>
                </a:lnTo>
                <a:lnTo>
                  <a:pt x="102619" y="69751"/>
                </a:lnTo>
                <a:lnTo>
                  <a:pt x="107283" y="69751"/>
                </a:lnTo>
                <a:lnTo>
                  <a:pt x="107283" y="60451"/>
                </a:lnTo>
                <a:lnTo>
                  <a:pt x="111948" y="60451"/>
                </a:lnTo>
                <a:lnTo>
                  <a:pt x="111948" y="55801"/>
                </a:lnTo>
                <a:lnTo>
                  <a:pt x="116612" y="55801"/>
                </a:lnTo>
                <a:lnTo>
                  <a:pt x="116612" y="46501"/>
                </a:lnTo>
                <a:lnTo>
                  <a:pt x="121277" y="46501"/>
                </a:lnTo>
                <a:lnTo>
                  <a:pt x="121277" y="41851"/>
                </a:lnTo>
                <a:lnTo>
                  <a:pt x="125941" y="41851"/>
                </a:lnTo>
                <a:lnTo>
                  <a:pt x="125941" y="37200"/>
                </a:lnTo>
                <a:lnTo>
                  <a:pt x="130606" y="37200"/>
                </a:lnTo>
                <a:lnTo>
                  <a:pt x="130606" y="27900"/>
                </a:lnTo>
                <a:lnTo>
                  <a:pt x="135270" y="27900"/>
                </a:lnTo>
                <a:lnTo>
                  <a:pt x="135270" y="23250"/>
                </a:lnTo>
                <a:lnTo>
                  <a:pt x="139935" y="23250"/>
                </a:lnTo>
                <a:lnTo>
                  <a:pt x="139935" y="9300"/>
                </a:lnTo>
                <a:lnTo>
                  <a:pt x="130606" y="9300"/>
                </a:lnTo>
                <a:lnTo>
                  <a:pt x="130606" y="4650"/>
                </a:lnTo>
                <a:lnTo>
                  <a:pt x="125941" y="4650"/>
                </a:lnTo>
                <a:lnTo>
                  <a:pt x="125941" y="0"/>
                </a:lnTo>
                <a:lnTo>
                  <a:pt x="177251" y="0"/>
                </a:lnTo>
                <a:lnTo>
                  <a:pt x="177251" y="4650"/>
                </a:lnTo>
                <a:lnTo>
                  <a:pt x="172586" y="4650"/>
                </a:lnTo>
                <a:lnTo>
                  <a:pt x="172586" y="9300"/>
                </a:lnTo>
                <a:lnTo>
                  <a:pt x="163257" y="9300"/>
                </a:lnTo>
                <a:lnTo>
                  <a:pt x="163257" y="13950"/>
                </a:lnTo>
                <a:lnTo>
                  <a:pt x="153928" y="13950"/>
                </a:lnTo>
                <a:lnTo>
                  <a:pt x="153928" y="18600"/>
                </a:lnTo>
                <a:lnTo>
                  <a:pt x="149264" y="18600"/>
                </a:lnTo>
                <a:lnTo>
                  <a:pt x="149264" y="23250"/>
                </a:lnTo>
                <a:lnTo>
                  <a:pt x="144599" y="23250"/>
                </a:lnTo>
                <a:lnTo>
                  <a:pt x="144599" y="27900"/>
                </a:lnTo>
                <a:lnTo>
                  <a:pt x="139935" y="27900"/>
                </a:lnTo>
                <a:lnTo>
                  <a:pt x="139935" y="37200"/>
                </a:lnTo>
                <a:lnTo>
                  <a:pt x="135270" y="37200"/>
                </a:lnTo>
                <a:lnTo>
                  <a:pt x="135270" y="41851"/>
                </a:lnTo>
                <a:lnTo>
                  <a:pt x="130606" y="41851"/>
                </a:lnTo>
                <a:lnTo>
                  <a:pt x="130606" y="51151"/>
                </a:lnTo>
                <a:lnTo>
                  <a:pt x="125941" y="51151"/>
                </a:lnTo>
                <a:lnTo>
                  <a:pt x="125941" y="55801"/>
                </a:lnTo>
                <a:lnTo>
                  <a:pt x="121277" y="55801"/>
                </a:lnTo>
                <a:lnTo>
                  <a:pt x="121277" y="65101"/>
                </a:lnTo>
                <a:lnTo>
                  <a:pt x="116612" y="65101"/>
                </a:lnTo>
                <a:lnTo>
                  <a:pt x="116612" y="69751"/>
                </a:lnTo>
                <a:lnTo>
                  <a:pt x="111948" y="69751"/>
                </a:lnTo>
                <a:lnTo>
                  <a:pt x="111948" y="79051"/>
                </a:lnTo>
                <a:lnTo>
                  <a:pt x="107283" y="79051"/>
                </a:lnTo>
                <a:lnTo>
                  <a:pt x="107283" y="83701"/>
                </a:lnTo>
                <a:lnTo>
                  <a:pt x="102619" y="83701"/>
                </a:lnTo>
                <a:lnTo>
                  <a:pt x="102619" y="93001"/>
                </a:lnTo>
                <a:lnTo>
                  <a:pt x="97954" y="93001"/>
                </a:lnTo>
                <a:lnTo>
                  <a:pt x="97954" y="97651"/>
                </a:lnTo>
                <a:lnTo>
                  <a:pt x="93290" y="97651"/>
                </a:lnTo>
                <a:lnTo>
                  <a:pt x="93290" y="102301"/>
                </a:lnTo>
                <a:lnTo>
                  <a:pt x="88625" y="102301"/>
                </a:lnTo>
                <a:lnTo>
                  <a:pt x="88625" y="111601"/>
                </a:lnTo>
                <a:lnTo>
                  <a:pt x="83961" y="111601"/>
                </a:lnTo>
                <a:lnTo>
                  <a:pt x="83961" y="116251"/>
                </a:lnTo>
                <a:lnTo>
                  <a:pt x="79296" y="116251"/>
                </a:lnTo>
                <a:lnTo>
                  <a:pt x="79296" y="125552"/>
                </a:lnTo>
                <a:lnTo>
                  <a:pt x="74632" y="125552"/>
                </a:lnTo>
                <a:lnTo>
                  <a:pt x="74632" y="130202"/>
                </a:lnTo>
                <a:lnTo>
                  <a:pt x="69967" y="130202"/>
                </a:lnTo>
                <a:lnTo>
                  <a:pt x="69967" y="139502"/>
                </a:lnTo>
                <a:lnTo>
                  <a:pt x="65303" y="139502"/>
                </a:lnTo>
                <a:lnTo>
                  <a:pt x="65303" y="144152"/>
                </a:lnTo>
                <a:lnTo>
                  <a:pt x="60638" y="144152"/>
                </a:lnTo>
                <a:lnTo>
                  <a:pt x="60638" y="153452"/>
                </a:lnTo>
                <a:lnTo>
                  <a:pt x="55974" y="153452"/>
                </a:lnTo>
                <a:lnTo>
                  <a:pt x="55974" y="158102"/>
                </a:lnTo>
                <a:lnTo>
                  <a:pt x="46645" y="158102"/>
                </a:lnTo>
                <a:lnTo>
                  <a:pt x="46645" y="153452"/>
                </a:lnTo>
                <a:lnTo>
                  <a:pt x="41980" y="153452"/>
                </a:lnTo>
                <a:lnTo>
                  <a:pt x="41980" y="130202"/>
                </a:lnTo>
                <a:lnTo>
                  <a:pt x="37316" y="130202"/>
                </a:lnTo>
                <a:lnTo>
                  <a:pt x="37316" y="102301"/>
                </a:lnTo>
                <a:lnTo>
                  <a:pt x="32651" y="102301"/>
                </a:lnTo>
                <a:lnTo>
                  <a:pt x="32651" y="79051"/>
                </a:lnTo>
                <a:lnTo>
                  <a:pt x="27987" y="79051"/>
                </a:lnTo>
                <a:lnTo>
                  <a:pt x="27987" y="51151"/>
                </a:lnTo>
                <a:lnTo>
                  <a:pt x="23322" y="51151"/>
                </a:lnTo>
                <a:lnTo>
                  <a:pt x="23322" y="27900"/>
                </a:lnTo>
                <a:lnTo>
                  <a:pt x="18658" y="27900"/>
                </a:lnTo>
                <a:lnTo>
                  <a:pt x="18658" y="93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79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C7A3CE52-1950-439B-8EEC-8933342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547" y="5335722"/>
            <a:ext cx="463322" cy="7658"/>
          </a:xfrm>
          <a:custGeom xmlns:a="http://schemas.openxmlformats.org/drawingml/2006/main">
            <a:pathLst>
              <a:path w="463322" h="7658">
                <a:moveTo>
                  <a:pt x="0" y="0"/>
                </a:moveTo>
                <a:lnTo>
                  <a:pt x="463322" y="0"/>
                </a:lnTo>
                <a:lnTo>
                  <a:pt x="463322" y="7658"/>
                </a:lnTo>
                <a:lnTo>
                  <a:pt x="0" y="76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pic>
        <p:nvPicPr>
          <p:cNvPr id="5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25309043a46ad"/>
          <a:stretch xmlns:a="http://schemas.openxmlformats.org/drawingml/2006/main"/>
        </p:blipFill>
        <p:spPr>
          <a:xfrm xmlns:a="http://schemas.openxmlformats.org/drawingml/2006/main">
            <a:off x="32661" y="3362181"/>
            <a:ext cx="2229140" cy="1542766"/>
          </a:xfrm>
          <a:prstGeom xmlns:a="http://schemas.openxmlformats.org/drawingml/2006/main" prst="rect">
            <a:avLst/>
          </a:prstGeom>
        </p:spPr>
      </p:pic>
      <p:sp>
        <p:nvSpPr>
          <p:cNvPr id="81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D7FC3296-5990-4038-8571-4BACFBE1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98" y="2387309"/>
            <a:ext cx="277610" cy="160823"/>
          </a:xfrm>
          <a:custGeom xmlns:a="http://schemas.openxmlformats.org/drawingml/2006/main">
            <a:pathLst>
              <a:path w="277610" h="160823">
                <a:moveTo>
                  <a:pt x="0" y="0"/>
                </a:moveTo>
                <a:lnTo>
                  <a:pt x="277610" y="0"/>
                </a:lnTo>
                <a:lnTo>
                  <a:pt x="277610" y="160823"/>
                </a:lnTo>
                <a:lnTo>
                  <a:pt x="0" y="1608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82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88DA1175-A1AF-4023-8865-8B5FB9A5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40" y="2546600"/>
            <a:ext cx="275696" cy="158525"/>
          </a:xfrm>
          <a:custGeom xmlns:a="http://schemas.openxmlformats.org/drawingml/2006/main">
            <a:pathLst>
              <a:path w="275696" h="158525">
                <a:moveTo>
                  <a:pt x="0" y="0"/>
                </a:moveTo>
                <a:lnTo>
                  <a:pt x="275696" y="0"/>
                </a:lnTo>
                <a:lnTo>
                  <a:pt x="275696" y="158525"/>
                </a:lnTo>
                <a:lnTo>
                  <a:pt x="0" y="158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83" name="Native source glyph inset-20.png">
            <a:extLst xmlns:a="http://schemas.openxmlformats.org/drawingml/2006/main">
              <a:ext uri="{FF2B5EF4-FFF2-40B4-BE49-F238E27FC236}">
                <a16:creationId xmlns:a16="http://schemas.microsoft.com/office/drawing/2014/main" id="{014043EE-0928-4261-92EA-939CC42D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15" y="2568217"/>
            <a:ext cx="56553" cy="64851"/>
          </a:xfrm>
          <a:custGeom xmlns:a="http://schemas.openxmlformats.org/drawingml/2006/main">
            <a:pathLst>
              <a:path w="56553" h="64851">
                <a:moveTo>
                  <a:pt x="0" y="7206"/>
                </a:moveTo>
                <a:lnTo>
                  <a:pt x="7069" y="7206"/>
                </a:lnTo>
                <a:lnTo>
                  <a:pt x="7069" y="0"/>
                </a:lnTo>
                <a:lnTo>
                  <a:pt x="56553" y="0"/>
                </a:lnTo>
                <a:lnTo>
                  <a:pt x="56553" y="64851"/>
                </a:lnTo>
                <a:lnTo>
                  <a:pt x="7069" y="64851"/>
                </a:lnTo>
                <a:lnTo>
                  <a:pt x="7069" y="57645"/>
                </a:lnTo>
                <a:lnTo>
                  <a:pt x="0" y="57645"/>
                </a:lnTo>
                <a:lnTo>
                  <a:pt x="0" y="720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84" name="Native source glyph inset-20.png">
            <a:extLst xmlns:a="http://schemas.openxmlformats.org/drawingml/2006/main">
              <a:ext uri="{FF2B5EF4-FFF2-40B4-BE49-F238E27FC236}">
                <a16:creationId xmlns:a16="http://schemas.microsoft.com/office/drawing/2014/main" id="{4B3F8A36-30CD-40AA-8525-CB8F24B9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15" y="2683508"/>
            <a:ext cx="56553" cy="21617"/>
          </a:xfrm>
          <a:custGeom xmlns:a="http://schemas.openxmlformats.org/drawingml/2006/main">
            <a:pathLst>
              <a:path w="56553" h="21617">
                <a:moveTo>
                  <a:pt x="7069" y="7206"/>
                </a:moveTo>
                <a:lnTo>
                  <a:pt x="7069" y="0"/>
                </a:lnTo>
                <a:lnTo>
                  <a:pt x="56553" y="0"/>
                </a:lnTo>
                <a:lnTo>
                  <a:pt x="56553" y="21617"/>
                </a:lnTo>
                <a:lnTo>
                  <a:pt x="0" y="21617"/>
                </a:lnTo>
                <a:lnTo>
                  <a:pt x="0" y="7206"/>
                </a:lnTo>
                <a:lnTo>
                  <a:pt x="7069" y="720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85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BB235E59-1E78-4378-A981-3BF60F15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40" y="2705125"/>
            <a:ext cx="275696" cy="158544"/>
          </a:xfrm>
          <a:custGeom xmlns:a="http://schemas.openxmlformats.org/drawingml/2006/main">
            <a:pathLst>
              <a:path w="275696" h="158544">
                <a:moveTo>
                  <a:pt x="0" y="0"/>
                </a:moveTo>
                <a:lnTo>
                  <a:pt x="275696" y="0"/>
                </a:lnTo>
                <a:lnTo>
                  <a:pt x="275696" y="158544"/>
                </a:lnTo>
                <a:lnTo>
                  <a:pt x="0" y="1585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86" name="Native source glyph inset-21.png">
            <a:extLst xmlns:a="http://schemas.openxmlformats.org/drawingml/2006/main">
              <a:ext uri="{FF2B5EF4-FFF2-40B4-BE49-F238E27FC236}">
                <a16:creationId xmlns:a16="http://schemas.microsoft.com/office/drawing/2014/main" id="{09F9AFDB-A91E-46DA-9FC2-DBCF1C55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15" y="2705125"/>
            <a:ext cx="56553" cy="36033"/>
          </a:xfrm>
          <a:custGeom xmlns:a="http://schemas.openxmlformats.org/drawingml/2006/main">
            <a:pathLst>
              <a:path w="56553" h="36033">
                <a:moveTo>
                  <a:pt x="0" y="0"/>
                </a:moveTo>
                <a:lnTo>
                  <a:pt x="56553" y="0"/>
                </a:lnTo>
                <a:lnTo>
                  <a:pt x="56553" y="36033"/>
                </a:lnTo>
                <a:lnTo>
                  <a:pt x="7069" y="36033"/>
                </a:lnTo>
                <a:lnTo>
                  <a:pt x="7069" y="28826"/>
                </a:lnTo>
                <a:lnTo>
                  <a:pt x="0" y="288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87" name="Native source glyph inset-21.png">
            <a:extLst xmlns:a="http://schemas.openxmlformats.org/drawingml/2006/main">
              <a:ext uri="{FF2B5EF4-FFF2-40B4-BE49-F238E27FC236}">
                <a16:creationId xmlns:a16="http://schemas.microsoft.com/office/drawing/2014/main" id="{BE78BD75-98A7-436A-B215-0118DBD5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15" y="2791604"/>
            <a:ext cx="56553" cy="64859"/>
          </a:xfrm>
          <a:custGeom xmlns:a="http://schemas.openxmlformats.org/drawingml/2006/main">
            <a:pathLst>
              <a:path w="56553" h="64859">
                <a:moveTo>
                  <a:pt x="0" y="7207"/>
                </a:moveTo>
                <a:lnTo>
                  <a:pt x="7069" y="7207"/>
                </a:lnTo>
                <a:lnTo>
                  <a:pt x="7069" y="0"/>
                </a:lnTo>
                <a:lnTo>
                  <a:pt x="56553" y="0"/>
                </a:lnTo>
                <a:lnTo>
                  <a:pt x="56553" y="64859"/>
                </a:lnTo>
                <a:lnTo>
                  <a:pt x="0" y="64859"/>
                </a:lnTo>
                <a:lnTo>
                  <a:pt x="0" y="720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88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1CA7A1C0-4F0F-4237-A59B-E7F00AD1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40" y="2863669"/>
            <a:ext cx="275696" cy="151613"/>
          </a:xfrm>
          <a:custGeom xmlns:a="http://schemas.openxmlformats.org/drawingml/2006/main">
            <a:pathLst>
              <a:path w="275696" h="151613">
                <a:moveTo>
                  <a:pt x="0" y="0"/>
                </a:moveTo>
                <a:lnTo>
                  <a:pt x="275696" y="0"/>
                </a:lnTo>
                <a:lnTo>
                  <a:pt x="275696" y="151613"/>
                </a:lnTo>
                <a:lnTo>
                  <a:pt x="0" y="1516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F74C0-6FF8-401C-9FC7-5FBDF78B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648" y="988919"/>
            <a:ext cx="550243" cy="10"/>
          </a:xfrm>
          <a:custGeom xmlns:a="http://schemas.openxmlformats.org/drawingml/2006/main">
            <a:pathLst>
              <a:path w="550243" h="1" fill="none">
                <a:moveTo>
                  <a:pt x="0" y="0"/>
                </a:moveTo>
                <a:lnTo>
                  <a:pt x="5502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077" cap="rnd">
            <a:solidFill>
              <a:srgbClr val="A8D08D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7D7F0-F5F3-492B-B518-4B1C7152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916" y="897020"/>
            <a:ext cx="182648" cy="182648"/>
          </a:xfrm>
          <a:custGeom xmlns:a="http://schemas.openxmlformats.org/drawingml/2006/main">
            <a:pathLst>
              <a:path w="182648" h="182648">
                <a:moveTo>
                  <a:pt x="0" y="0"/>
                </a:moveTo>
                <a:lnTo>
                  <a:pt x="182648" y="91899"/>
                </a:lnTo>
                <a:lnTo>
                  <a:pt x="0" y="18264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8D0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702B0-371D-4CC7-A3EA-119FC4C5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1499" y="4145631"/>
            <a:ext cx="550243" cy="10"/>
          </a:xfrm>
          <a:custGeom xmlns:a="http://schemas.openxmlformats.org/drawingml/2006/main">
            <a:pathLst>
              <a:path w="550243" h="1" fill="none">
                <a:moveTo>
                  <a:pt x="0" y="0"/>
                </a:moveTo>
                <a:lnTo>
                  <a:pt x="5502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077" cap="rnd">
            <a:solidFill>
              <a:srgbClr val="9CC3E5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325DB-1633-44B0-98B8-D4F41B06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767" y="4054885"/>
            <a:ext cx="182648" cy="182645"/>
          </a:xfrm>
          <a:custGeom xmlns:a="http://schemas.openxmlformats.org/drawingml/2006/main">
            <a:pathLst>
              <a:path w="182648" h="182645">
                <a:moveTo>
                  <a:pt x="0" y="0"/>
                </a:moveTo>
                <a:lnTo>
                  <a:pt x="182648" y="90746"/>
                </a:lnTo>
                <a:lnTo>
                  <a:pt x="0" y="18264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CC3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ADB91-921A-41C8-AC09-FA456B33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251" y="337588"/>
            <a:ext cx="434221" cy="434221"/>
          </a:xfrm>
          <a:custGeom xmlns:a="http://schemas.openxmlformats.org/drawingml/2006/main">
            <a:pathLst>
              <a:path w="434221" h="434221">
                <a:moveTo>
                  <a:pt x="0" y="0"/>
                </a:moveTo>
                <a:lnTo>
                  <a:pt x="0" y="434221"/>
                </a:lnTo>
                <a:lnTo>
                  <a:pt x="434221" y="434221"/>
                </a:lnTo>
                <a:lnTo>
                  <a:pt x="43422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95A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E6C34-FA69-4ED0-9A9D-9A5E7B90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251" y="337588"/>
            <a:ext cx="434221" cy="434221"/>
          </a:xfrm>
          <a:custGeom xmlns:a="http://schemas.openxmlformats.org/drawingml/2006/main">
            <a:pathLst>
              <a:path w="434221" h="434221" fill="none">
                <a:moveTo>
                  <a:pt x="0" y="0"/>
                </a:moveTo>
                <a:lnTo>
                  <a:pt x="0" y="434221"/>
                </a:lnTo>
                <a:lnTo>
                  <a:pt x="434221" y="434221"/>
                </a:lnTo>
                <a:lnTo>
                  <a:pt x="43422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46" cap="sq">
            <a:solidFill>
              <a:srgbClr val="030404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9567A-7070-4129-9AE0-BF943383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251" y="771808"/>
            <a:ext cx="434221" cy="434221"/>
          </a:xfrm>
          <a:custGeom xmlns:a="http://schemas.openxmlformats.org/drawingml/2006/main">
            <a:pathLst>
              <a:path w="434221" h="434221">
                <a:moveTo>
                  <a:pt x="0" y="0"/>
                </a:moveTo>
                <a:lnTo>
                  <a:pt x="0" y="434221"/>
                </a:lnTo>
                <a:lnTo>
                  <a:pt x="434221" y="434221"/>
                </a:lnTo>
                <a:lnTo>
                  <a:pt x="43422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4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60A09-F45E-4156-B5B3-31377E48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251" y="771808"/>
            <a:ext cx="434221" cy="434221"/>
          </a:xfrm>
          <a:custGeom xmlns:a="http://schemas.openxmlformats.org/drawingml/2006/main">
            <a:pathLst>
              <a:path w="434221" h="434221" fill="none">
                <a:moveTo>
                  <a:pt x="0" y="0"/>
                </a:moveTo>
                <a:lnTo>
                  <a:pt x="0" y="434221"/>
                </a:lnTo>
                <a:lnTo>
                  <a:pt x="434221" y="434221"/>
                </a:lnTo>
                <a:lnTo>
                  <a:pt x="43422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46" cap="sq">
            <a:solidFill>
              <a:srgbClr val="030404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3AF22-637F-461B-AEB0-76E15CB3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251" y="1206029"/>
            <a:ext cx="434221" cy="434221"/>
          </a:xfrm>
          <a:custGeom xmlns:a="http://schemas.openxmlformats.org/drawingml/2006/main">
            <a:pathLst>
              <a:path w="434221" h="434221">
                <a:moveTo>
                  <a:pt x="0" y="0"/>
                </a:moveTo>
                <a:lnTo>
                  <a:pt x="0" y="434221"/>
                </a:lnTo>
                <a:lnTo>
                  <a:pt x="434221" y="434221"/>
                </a:lnTo>
                <a:lnTo>
                  <a:pt x="43422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4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2AD8F-5DD6-41AB-B04A-74852F66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251" y="1206029"/>
            <a:ext cx="434221" cy="434221"/>
          </a:xfrm>
          <a:custGeom xmlns:a="http://schemas.openxmlformats.org/drawingml/2006/main">
            <a:pathLst>
              <a:path w="434221" h="434221" fill="none">
                <a:moveTo>
                  <a:pt x="0" y="0"/>
                </a:moveTo>
                <a:lnTo>
                  <a:pt x="0" y="434221"/>
                </a:lnTo>
                <a:lnTo>
                  <a:pt x="434221" y="434221"/>
                </a:lnTo>
                <a:lnTo>
                  <a:pt x="43422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46" cap="sq">
            <a:solidFill>
              <a:srgbClr val="030404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F20BA-5886-4476-850D-FB9B109C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474" y="66487"/>
            <a:ext cx="2284828" cy="1844864"/>
          </a:xfrm>
          <a:custGeom xmlns:a="http://schemas.openxmlformats.org/drawingml/2006/main">
            <a:pathLst>
              <a:path w="2284828" h="1844864" fill="none">
                <a:moveTo>
                  <a:pt x="228598" y="1844864"/>
                </a:moveTo>
                <a:lnTo>
                  <a:pt x="2056231" y="1844864"/>
                </a:lnTo>
                <a:cubicBezTo>
                  <a:pt x="2181442" y="1844864"/>
                  <a:pt x="2284828" y="1742627"/>
                  <a:pt x="2284828" y="1616266"/>
                </a:cubicBezTo>
                <a:lnTo>
                  <a:pt x="2284828" y="227449"/>
                </a:lnTo>
                <a:cubicBezTo>
                  <a:pt x="2284828" y="102237"/>
                  <a:pt x="2181442" y="0"/>
                  <a:pt x="2056231" y="0"/>
                </a:cubicBezTo>
                <a:lnTo>
                  <a:pt x="228598" y="0"/>
                </a:lnTo>
                <a:cubicBezTo>
                  <a:pt x="102237" y="0"/>
                  <a:pt x="0" y="102237"/>
                  <a:pt x="0" y="227449"/>
                </a:cubicBezTo>
                <a:lnTo>
                  <a:pt x="0" y="1616266"/>
                </a:lnTo>
                <a:cubicBezTo>
                  <a:pt x="0" y="1742627"/>
                  <a:pt x="102237" y="1844864"/>
                  <a:pt x="228598" y="18448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718" cap="sq">
            <a:solidFill>
              <a:srgbClr val="A8D08D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38E35-2F7C-4F99-8E6C-7E28898B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285" y="988919"/>
            <a:ext cx="575515" cy="10"/>
          </a:xfrm>
          <a:custGeom xmlns:a="http://schemas.openxmlformats.org/drawingml/2006/main">
            <a:pathLst>
              <a:path w="575515" h="1" fill="none">
                <a:moveTo>
                  <a:pt x="0" y="0"/>
                </a:moveTo>
                <a:lnTo>
                  <a:pt x="5755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077" cap="rnd">
            <a:solidFill>
              <a:srgbClr val="A8D08D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E4992-6166-4CCD-B28D-8681AB79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825" y="897020"/>
            <a:ext cx="182648" cy="182648"/>
          </a:xfrm>
          <a:custGeom xmlns:a="http://schemas.openxmlformats.org/drawingml/2006/main">
            <a:pathLst>
              <a:path w="182648" h="182648">
                <a:moveTo>
                  <a:pt x="0" y="0"/>
                </a:moveTo>
                <a:lnTo>
                  <a:pt x="182648" y="91899"/>
                </a:lnTo>
                <a:lnTo>
                  <a:pt x="0" y="18264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8D0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04631-235F-45AE-9C22-621D0B7F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62" y="1652886"/>
            <a:ext cx="2284828" cy="1846013"/>
          </a:xfrm>
          <a:custGeom xmlns:a="http://schemas.openxmlformats.org/drawingml/2006/main">
            <a:pathLst>
              <a:path w="2284828" h="1846013" fill="none">
                <a:moveTo>
                  <a:pt x="228598" y="1846013"/>
                </a:moveTo>
                <a:lnTo>
                  <a:pt x="2056231" y="1846013"/>
                </a:lnTo>
                <a:cubicBezTo>
                  <a:pt x="2182591" y="1846013"/>
                  <a:pt x="2284828" y="1743775"/>
                  <a:pt x="2284828" y="1617415"/>
                </a:cubicBezTo>
                <a:lnTo>
                  <a:pt x="2284828" y="228598"/>
                </a:lnTo>
                <a:cubicBezTo>
                  <a:pt x="2284828" y="102237"/>
                  <a:pt x="2182591" y="0"/>
                  <a:pt x="2056231" y="0"/>
                </a:cubicBezTo>
                <a:lnTo>
                  <a:pt x="228598" y="0"/>
                </a:lnTo>
                <a:cubicBezTo>
                  <a:pt x="102237" y="0"/>
                  <a:pt x="0" y="102237"/>
                  <a:pt x="0" y="228598"/>
                </a:cubicBezTo>
                <a:lnTo>
                  <a:pt x="0" y="1617415"/>
                </a:lnTo>
                <a:cubicBezTo>
                  <a:pt x="0" y="1743775"/>
                  <a:pt x="102237" y="1846013"/>
                  <a:pt x="228598" y="1846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718" cap="sq">
            <a:solidFill>
              <a:srgbClr val="030404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50CDA-0444-46C7-A901-827E45E9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710" y="66487"/>
            <a:ext cx="814451" cy="1844864"/>
          </a:xfrm>
          <a:custGeom xmlns:a="http://schemas.openxmlformats.org/drawingml/2006/main">
            <a:pathLst>
              <a:path w="814451" h="1844864" fill="none">
                <a:moveTo>
                  <a:pt x="81560" y="1844864"/>
                </a:moveTo>
                <a:lnTo>
                  <a:pt x="732891" y="1844864"/>
                </a:lnTo>
                <a:cubicBezTo>
                  <a:pt x="777692" y="1844864"/>
                  <a:pt x="814451" y="1808104"/>
                  <a:pt x="814451" y="1763304"/>
                </a:cubicBezTo>
                <a:lnTo>
                  <a:pt x="814451" y="80411"/>
                </a:lnTo>
                <a:cubicBezTo>
                  <a:pt x="814451" y="35611"/>
                  <a:pt x="777692" y="0"/>
                  <a:pt x="732891" y="0"/>
                </a:cubicBezTo>
                <a:lnTo>
                  <a:pt x="81560" y="0"/>
                </a:lnTo>
                <a:cubicBezTo>
                  <a:pt x="36759" y="0"/>
                  <a:pt x="0" y="35611"/>
                  <a:pt x="0" y="80411"/>
                </a:cubicBezTo>
                <a:lnTo>
                  <a:pt x="0" y="1763304"/>
                </a:lnTo>
                <a:cubicBezTo>
                  <a:pt x="0" y="1808104"/>
                  <a:pt x="36759" y="1844864"/>
                  <a:pt x="81560" y="18448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718" cap="sq">
            <a:solidFill>
              <a:srgbClr val="A8D08D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BD4F5-5DF9-47D1-9A7D-D36232DE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651" y="446258"/>
            <a:ext cx="1360137" cy="217608"/>
          </a:xfrm>
          <a:custGeom xmlns:a="http://schemas.openxmlformats.org/drawingml/2006/main">
            <a:pathLst>
              <a:path w="1360137" h="217608">
                <a:moveTo>
                  <a:pt x="633285" y="29307"/>
                </a:moveTo>
                <a:lnTo>
                  <a:pt x="633365" y="29843"/>
                </a:lnTo>
                <a:lnTo>
                  <a:pt x="633443" y="30441"/>
                </a:lnTo>
                <a:lnTo>
                  <a:pt x="633516" y="31102"/>
                </a:lnTo>
                <a:lnTo>
                  <a:pt x="633586" y="31824"/>
                </a:lnTo>
                <a:lnTo>
                  <a:pt x="633653" y="32609"/>
                </a:lnTo>
                <a:lnTo>
                  <a:pt x="633715" y="33456"/>
                </a:lnTo>
                <a:lnTo>
                  <a:pt x="633775" y="34366"/>
                </a:lnTo>
                <a:lnTo>
                  <a:pt x="633830" y="35337"/>
                </a:lnTo>
                <a:lnTo>
                  <a:pt x="633882" y="36370"/>
                </a:lnTo>
                <a:lnTo>
                  <a:pt x="633931" y="37466"/>
                </a:lnTo>
                <a:lnTo>
                  <a:pt x="633976" y="38624"/>
                </a:lnTo>
                <a:lnTo>
                  <a:pt x="634017" y="39844"/>
                </a:lnTo>
                <a:lnTo>
                  <a:pt x="634055" y="41126"/>
                </a:lnTo>
                <a:lnTo>
                  <a:pt x="634089" y="42470"/>
                </a:lnTo>
                <a:lnTo>
                  <a:pt x="634119" y="43876"/>
                </a:lnTo>
                <a:lnTo>
                  <a:pt x="634146" y="45344"/>
                </a:lnTo>
                <a:lnTo>
                  <a:pt x="634170" y="46875"/>
                </a:lnTo>
                <a:lnTo>
                  <a:pt x="634189" y="48467"/>
                </a:lnTo>
                <a:lnTo>
                  <a:pt x="634205" y="50122"/>
                </a:lnTo>
                <a:lnTo>
                  <a:pt x="634218" y="51838"/>
                </a:lnTo>
                <a:lnTo>
                  <a:pt x="634227" y="53617"/>
                </a:lnTo>
                <a:lnTo>
                  <a:pt x="634232" y="55457"/>
                </a:lnTo>
                <a:lnTo>
                  <a:pt x="634234" y="57360"/>
                </a:lnTo>
                <a:lnTo>
                  <a:pt x="634234" y="181978"/>
                </a:lnTo>
                <a:lnTo>
                  <a:pt x="634231" y="183024"/>
                </a:lnTo>
                <a:lnTo>
                  <a:pt x="634221" y="184042"/>
                </a:lnTo>
                <a:lnTo>
                  <a:pt x="634204" y="185030"/>
                </a:lnTo>
                <a:lnTo>
                  <a:pt x="634180" y="185991"/>
                </a:lnTo>
                <a:lnTo>
                  <a:pt x="634150" y="186923"/>
                </a:lnTo>
                <a:lnTo>
                  <a:pt x="634112" y="187826"/>
                </a:lnTo>
                <a:lnTo>
                  <a:pt x="634069" y="188700"/>
                </a:lnTo>
                <a:lnTo>
                  <a:pt x="634018" y="189546"/>
                </a:lnTo>
                <a:lnTo>
                  <a:pt x="633961" y="190364"/>
                </a:lnTo>
                <a:lnTo>
                  <a:pt x="633897" y="191153"/>
                </a:lnTo>
                <a:lnTo>
                  <a:pt x="633826" y="191913"/>
                </a:lnTo>
                <a:lnTo>
                  <a:pt x="633748" y="192645"/>
                </a:lnTo>
                <a:lnTo>
                  <a:pt x="633664" y="193348"/>
                </a:lnTo>
                <a:lnTo>
                  <a:pt x="633573" y="194022"/>
                </a:lnTo>
                <a:lnTo>
                  <a:pt x="633476" y="194668"/>
                </a:lnTo>
                <a:lnTo>
                  <a:pt x="633372" y="195285"/>
                </a:lnTo>
                <a:lnTo>
                  <a:pt x="633261" y="195874"/>
                </a:lnTo>
                <a:lnTo>
                  <a:pt x="633144" y="196433"/>
                </a:lnTo>
                <a:lnTo>
                  <a:pt x="633020" y="196965"/>
                </a:lnTo>
                <a:lnTo>
                  <a:pt x="632889" y="197467"/>
                </a:lnTo>
                <a:lnTo>
                  <a:pt x="632752" y="197941"/>
                </a:lnTo>
                <a:lnTo>
                  <a:pt x="632608" y="198386"/>
                </a:lnTo>
                <a:lnTo>
                  <a:pt x="632458" y="198802"/>
                </a:lnTo>
                <a:lnTo>
                  <a:pt x="632300" y="199190"/>
                </a:lnTo>
                <a:lnTo>
                  <a:pt x="632135" y="199561"/>
                </a:lnTo>
                <a:lnTo>
                  <a:pt x="631965" y="199924"/>
                </a:lnTo>
                <a:lnTo>
                  <a:pt x="631789" y="200277"/>
                </a:lnTo>
                <a:lnTo>
                  <a:pt x="631608" y="200621"/>
                </a:lnTo>
                <a:lnTo>
                  <a:pt x="631422" y="200957"/>
                </a:lnTo>
                <a:lnTo>
                  <a:pt x="631231" y="201283"/>
                </a:lnTo>
                <a:lnTo>
                  <a:pt x="631034" y="201601"/>
                </a:lnTo>
                <a:lnTo>
                  <a:pt x="630833" y="201910"/>
                </a:lnTo>
                <a:lnTo>
                  <a:pt x="630626" y="202209"/>
                </a:lnTo>
                <a:lnTo>
                  <a:pt x="630414" y="202500"/>
                </a:lnTo>
                <a:lnTo>
                  <a:pt x="630197" y="202782"/>
                </a:lnTo>
                <a:lnTo>
                  <a:pt x="629974" y="203055"/>
                </a:lnTo>
                <a:lnTo>
                  <a:pt x="629747" y="203319"/>
                </a:lnTo>
                <a:lnTo>
                  <a:pt x="629514" y="203575"/>
                </a:lnTo>
                <a:lnTo>
                  <a:pt x="629276" y="203821"/>
                </a:lnTo>
                <a:lnTo>
                  <a:pt x="629033" y="204059"/>
                </a:lnTo>
                <a:lnTo>
                  <a:pt x="628785" y="204288"/>
                </a:lnTo>
                <a:lnTo>
                  <a:pt x="628531" y="204508"/>
                </a:lnTo>
                <a:lnTo>
                  <a:pt x="628273" y="204719"/>
                </a:lnTo>
                <a:lnTo>
                  <a:pt x="628009" y="204921"/>
                </a:lnTo>
                <a:lnTo>
                  <a:pt x="627740" y="205114"/>
                </a:lnTo>
                <a:lnTo>
                  <a:pt x="627465" y="205299"/>
                </a:lnTo>
                <a:lnTo>
                  <a:pt x="627186" y="205475"/>
                </a:lnTo>
                <a:lnTo>
                  <a:pt x="626901" y="205642"/>
                </a:lnTo>
                <a:lnTo>
                  <a:pt x="626604" y="205799"/>
                </a:lnTo>
                <a:lnTo>
                  <a:pt x="626286" y="205950"/>
                </a:lnTo>
                <a:lnTo>
                  <a:pt x="625947" y="206094"/>
                </a:lnTo>
                <a:lnTo>
                  <a:pt x="625587" y="206231"/>
                </a:lnTo>
                <a:lnTo>
                  <a:pt x="625206" y="206361"/>
                </a:lnTo>
                <a:lnTo>
                  <a:pt x="624805" y="206486"/>
                </a:lnTo>
                <a:lnTo>
                  <a:pt x="624383" y="206603"/>
                </a:lnTo>
                <a:lnTo>
                  <a:pt x="623940" y="206714"/>
                </a:lnTo>
                <a:lnTo>
                  <a:pt x="623476" y="206818"/>
                </a:lnTo>
                <a:lnTo>
                  <a:pt x="622991" y="206915"/>
                </a:lnTo>
                <a:lnTo>
                  <a:pt x="622486" y="207006"/>
                </a:lnTo>
                <a:lnTo>
                  <a:pt x="621959" y="207090"/>
                </a:lnTo>
                <a:lnTo>
                  <a:pt x="621412" y="207168"/>
                </a:lnTo>
                <a:lnTo>
                  <a:pt x="620844" y="207238"/>
                </a:lnTo>
                <a:lnTo>
                  <a:pt x="620256" y="207302"/>
                </a:lnTo>
                <a:lnTo>
                  <a:pt x="619646" y="207360"/>
                </a:lnTo>
                <a:lnTo>
                  <a:pt x="619015" y="207410"/>
                </a:lnTo>
                <a:lnTo>
                  <a:pt x="618364" y="207454"/>
                </a:lnTo>
                <a:lnTo>
                  <a:pt x="617692" y="207491"/>
                </a:lnTo>
                <a:lnTo>
                  <a:pt x="616998" y="207522"/>
                </a:lnTo>
                <a:lnTo>
                  <a:pt x="616284" y="207545"/>
                </a:lnTo>
                <a:lnTo>
                  <a:pt x="615549" y="207562"/>
                </a:lnTo>
                <a:lnTo>
                  <a:pt x="614793" y="207573"/>
                </a:lnTo>
                <a:lnTo>
                  <a:pt x="614016" y="207576"/>
                </a:lnTo>
                <a:lnTo>
                  <a:pt x="614016" y="212975"/>
                </a:lnTo>
                <a:lnTo>
                  <a:pt x="681275" y="212975"/>
                </a:lnTo>
                <a:lnTo>
                  <a:pt x="681275" y="207576"/>
                </a:lnTo>
                <a:lnTo>
                  <a:pt x="680399" y="207572"/>
                </a:lnTo>
                <a:lnTo>
                  <a:pt x="679546" y="207561"/>
                </a:lnTo>
                <a:lnTo>
                  <a:pt x="678717" y="207542"/>
                </a:lnTo>
                <a:lnTo>
                  <a:pt x="677912" y="207515"/>
                </a:lnTo>
                <a:lnTo>
                  <a:pt x="677130" y="207481"/>
                </a:lnTo>
                <a:lnTo>
                  <a:pt x="676371" y="207440"/>
                </a:lnTo>
                <a:lnTo>
                  <a:pt x="675636" y="207391"/>
                </a:lnTo>
                <a:lnTo>
                  <a:pt x="674925" y="207334"/>
                </a:lnTo>
                <a:lnTo>
                  <a:pt x="674237" y="207270"/>
                </a:lnTo>
                <a:lnTo>
                  <a:pt x="673573" y="207198"/>
                </a:lnTo>
                <a:lnTo>
                  <a:pt x="672932" y="207119"/>
                </a:lnTo>
                <a:lnTo>
                  <a:pt x="672315" y="207033"/>
                </a:lnTo>
                <a:lnTo>
                  <a:pt x="671721" y="206939"/>
                </a:lnTo>
                <a:lnTo>
                  <a:pt x="671151" y="206837"/>
                </a:lnTo>
                <a:lnTo>
                  <a:pt x="670604" y="206728"/>
                </a:lnTo>
                <a:lnTo>
                  <a:pt x="670081" y="206612"/>
                </a:lnTo>
                <a:lnTo>
                  <a:pt x="669581" y="206488"/>
                </a:lnTo>
                <a:lnTo>
                  <a:pt x="669105" y="206356"/>
                </a:lnTo>
                <a:lnTo>
                  <a:pt x="668653" y="206217"/>
                </a:lnTo>
                <a:lnTo>
                  <a:pt x="668224" y="206071"/>
                </a:lnTo>
                <a:lnTo>
                  <a:pt x="667818" y="205918"/>
                </a:lnTo>
                <a:lnTo>
                  <a:pt x="667437" y="205757"/>
                </a:lnTo>
                <a:lnTo>
                  <a:pt x="667078" y="205588"/>
                </a:lnTo>
                <a:lnTo>
                  <a:pt x="666743" y="205412"/>
                </a:lnTo>
                <a:lnTo>
                  <a:pt x="666421" y="205227"/>
                </a:lnTo>
                <a:lnTo>
                  <a:pt x="666107" y="205035"/>
                </a:lnTo>
                <a:lnTo>
                  <a:pt x="665799" y="204836"/>
                </a:lnTo>
                <a:lnTo>
                  <a:pt x="665499" y="204630"/>
                </a:lnTo>
                <a:lnTo>
                  <a:pt x="665205" y="204418"/>
                </a:lnTo>
                <a:lnTo>
                  <a:pt x="664919" y="204198"/>
                </a:lnTo>
                <a:lnTo>
                  <a:pt x="664640" y="203972"/>
                </a:lnTo>
                <a:lnTo>
                  <a:pt x="664369" y="203738"/>
                </a:lnTo>
                <a:lnTo>
                  <a:pt x="664104" y="203498"/>
                </a:lnTo>
                <a:lnTo>
                  <a:pt x="663846" y="203250"/>
                </a:lnTo>
                <a:lnTo>
                  <a:pt x="663596" y="202996"/>
                </a:lnTo>
                <a:lnTo>
                  <a:pt x="663352" y="202734"/>
                </a:lnTo>
                <a:lnTo>
                  <a:pt x="663116" y="202466"/>
                </a:lnTo>
                <a:lnTo>
                  <a:pt x="662886" y="202190"/>
                </a:lnTo>
                <a:lnTo>
                  <a:pt x="662664" y="201907"/>
                </a:lnTo>
                <a:lnTo>
                  <a:pt x="662449" y="201617"/>
                </a:lnTo>
                <a:lnTo>
                  <a:pt x="662241" y="201320"/>
                </a:lnTo>
                <a:lnTo>
                  <a:pt x="662040" y="201016"/>
                </a:lnTo>
                <a:lnTo>
                  <a:pt x="661846" y="200704"/>
                </a:lnTo>
                <a:lnTo>
                  <a:pt x="661659" y="200385"/>
                </a:lnTo>
                <a:lnTo>
                  <a:pt x="661479" y="200059"/>
                </a:lnTo>
                <a:lnTo>
                  <a:pt x="661306" y="199726"/>
                </a:lnTo>
                <a:lnTo>
                  <a:pt x="661140" y="199385"/>
                </a:lnTo>
                <a:lnTo>
                  <a:pt x="660980" y="199037"/>
                </a:lnTo>
                <a:lnTo>
                  <a:pt x="660826" y="198673"/>
                </a:lnTo>
                <a:lnTo>
                  <a:pt x="660678" y="198278"/>
                </a:lnTo>
                <a:lnTo>
                  <a:pt x="660537" y="197853"/>
                </a:lnTo>
                <a:lnTo>
                  <a:pt x="660403" y="197398"/>
                </a:lnTo>
                <a:lnTo>
                  <a:pt x="660275" y="196914"/>
                </a:lnTo>
                <a:lnTo>
                  <a:pt x="660154" y="196398"/>
                </a:lnTo>
                <a:lnTo>
                  <a:pt x="660040" y="195853"/>
                </a:lnTo>
                <a:lnTo>
                  <a:pt x="659932" y="195278"/>
                </a:lnTo>
                <a:lnTo>
                  <a:pt x="659832" y="194673"/>
                </a:lnTo>
                <a:lnTo>
                  <a:pt x="659737" y="194037"/>
                </a:lnTo>
                <a:lnTo>
                  <a:pt x="659650" y="193372"/>
                </a:lnTo>
                <a:lnTo>
                  <a:pt x="659568" y="192676"/>
                </a:lnTo>
                <a:lnTo>
                  <a:pt x="659494" y="191950"/>
                </a:lnTo>
                <a:lnTo>
                  <a:pt x="659426" y="191194"/>
                </a:lnTo>
                <a:lnTo>
                  <a:pt x="659365" y="190408"/>
                </a:lnTo>
                <a:lnTo>
                  <a:pt x="659310" y="189592"/>
                </a:lnTo>
                <a:lnTo>
                  <a:pt x="659262" y="188746"/>
                </a:lnTo>
                <a:lnTo>
                  <a:pt x="659220" y="187869"/>
                </a:lnTo>
                <a:lnTo>
                  <a:pt x="659184" y="186963"/>
                </a:lnTo>
                <a:lnTo>
                  <a:pt x="659155" y="186026"/>
                </a:lnTo>
                <a:lnTo>
                  <a:pt x="659133" y="185059"/>
                </a:lnTo>
                <a:lnTo>
                  <a:pt x="659117" y="184062"/>
                </a:lnTo>
                <a:lnTo>
                  <a:pt x="659107" y="183035"/>
                </a:lnTo>
                <a:lnTo>
                  <a:pt x="659104" y="181978"/>
                </a:lnTo>
                <a:lnTo>
                  <a:pt x="659104" y="0"/>
                </a:lnTo>
                <a:lnTo>
                  <a:pt x="652365" y="0"/>
                </a:lnTo>
                <a:lnTo>
                  <a:pt x="625493" y="11033"/>
                </a:lnTo>
                <a:lnTo>
                  <a:pt x="624815" y="10492"/>
                </a:lnTo>
                <a:lnTo>
                  <a:pt x="623712" y="9662"/>
                </a:lnTo>
                <a:lnTo>
                  <a:pt x="622600" y="8868"/>
                </a:lnTo>
                <a:lnTo>
                  <a:pt x="621479" y="8108"/>
                </a:lnTo>
                <a:lnTo>
                  <a:pt x="620349" y="7384"/>
                </a:lnTo>
                <a:lnTo>
                  <a:pt x="619210" y="6695"/>
                </a:lnTo>
                <a:lnTo>
                  <a:pt x="618063" y="6041"/>
                </a:lnTo>
                <a:lnTo>
                  <a:pt x="616906" y="5422"/>
                </a:lnTo>
                <a:lnTo>
                  <a:pt x="615741" y="4839"/>
                </a:lnTo>
                <a:lnTo>
                  <a:pt x="614567" y="4291"/>
                </a:lnTo>
                <a:lnTo>
                  <a:pt x="613384" y="3778"/>
                </a:lnTo>
                <a:lnTo>
                  <a:pt x="612192" y="3300"/>
                </a:lnTo>
                <a:lnTo>
                  <a:pt x="610991" y="2857"/>
                </a:lnTo>
                <a:lnTo>
                  <a:pt x="609782" y="2450"/>
                </a:lnTo>
                <a:lnTo>
                  <a:pt x="608564" y="2079"/>
                </a:lnTo>
                <a:lnTo>
                  <a:pt x="607337" y="1742"/>
                </a:lnTo>
                <a:lnTo>
                  <a:pt x="606102" y="1441"/>
                </a:lnTo>
                <a:lnTo>
                  <a:pt x="604857" y="1175"/>
                </a:lnTo>
                <a:lnTo>
                  <a:pt x="603604" y="945"/>
                </a:lnTo>
                <a:lnTo>
                  <a:pt x="602343" y="750"/>
                </a:lnTo>
                <a:lnTo>
                  <a:pt x="601072" y="590"/>
                </a:lnTo>
                <a:lnTo>
                  <a:pt x="599793" y="466"/>
                </a:lnTo>
                <a:lnTo>
                  <a:pt x="598506" y="377"/>
                </a:lnTo>
                <a:lnTo>
                  <a:pt x="597210" y="324"/>
                </a:lnTo>
                <a:lnTo>
                  <a:pt x="595905" y="306"/>
                </a:lnTo>
                <a:lnTo>
                  <a:pt x="594501" y="322"/>
                </a:lnTo>
                <a:lnTo>
                  <a:pt x="593109" y="367"/>
                </a:lnTo>
                <a:lnTo>
                  <a:pt x="591728" y="444"/>
                </a:lnTo>
                <a:lnTo>
                  <a:pt x="590359" y="550"/>
                </a:lnTo>
                <a:lnTo>
                  <a:pt x="589002" y="688"/>
                </a:lnTo>
                <a:lnTo>
                  <a:pt x="587656" y="855"/>
                </a:lnTo>
                <a:lnTo>
                  <a:pt x="586322" y="1053"/>
                </a:lnTo>
                <a:lnTo>
                  <a:pt x="584999" y="1282"/>
                </a:lnTo>
                <a:lnTo>
                  <a:pt x="583688" y="1541"/>
                </a:lnTo>
                <a:lnTo>
                  <a:pt x="582389" y="1831"/>
                </a:lnTo>
                <a:lnTo>
                  <a:pt x="581101" y="2151"/>
                </a:lnTo>
                <a:lnTo>
                  <a:pt x="579825" y="2501"/>
                </a:lnTo>
                <a:lnTo>
                  <a:pt x="578561" y="2882"/>
                </a:lnTo>
                <a:lnTo>
                  <a:pt x="577308" y="3293"/>
                </a:lnTo>
                <a:lnTo>
                  <a:pt x="576067" y="3734"/>
                </a:lnTo>
                <a:lnTo>
                  <a:pt x="574838" y="4206"/>
                </a:lnTo>
                <a:lnTo>
                  <a:pt x="573620" y="4709"/>
                </a:lnTo>
                <a:lnTo>
                  <a:pt x="572414" y="5241"/>
                </a:lnTo>
                <a:lnTo>
                  <a:pt x="571220" y="5804"/>
                </a:lnTo>
                <a:lnTo>
                  <a:pt x="570037" y="6398"/>
                </a:lnTo>
                <a:lnTo>
                  <a:pt x="568867" y="7022"/>
                </a:lnTo>
                <a:lnTo>
                  <a:pt x="567708" y="7676"/>
                </a:lnTo>
                <a:lnTo>
                  <a:pt x="566561" y="8360"/>
                </a:lnTo>
                <a:lnTo>
                  <a:pt x="565425" y="9075"/>
                </a:lnTo>
                <a:lnTo>
                  <a:pt x="564308" y="9814"/>
                </a:lnTo>
                <a:lnTo>
                  <a:pt x="563214" y="10573"/>
                </a:lnTo>
                <a:lnTo>
                  <a:pt x="562145" y="11350"/>
                </a:lnTo>
                <a:lnTo>
                  <a:pt x="561100" y="12146"/>
                </a:lnTo>
                <a:lnTo>
                  <a:pt x="560079" y="12962"/>
                </a:lnTo>
                <a:lnTo>
                  <a:pt x="559082" y="13796"/>
                </a:lnTo>
                <a:lnTo>
                  <a:pt x="558110" y="14649"/>
                </a:lnTo>
                <a:lnTo>
                  <a:pt x="557161" y="15521"/>
                </a:lnTo>
                <a:lnTo>
                  <a:pt x="556237" y="16413"/>
                </a:lnTo>
                <a:lnTo>
                  <a:pt x="555337" y="17323"/>
                </a:lnTo>
                <a:lnTo>
                  <a:pt x="554461" y="18252"/>
                </a:lnTo>
                <a:lnTo>
                  <a:pt x="553610" y="19201"/>
                </a:lnTo>
                <a:lnTo>
                  <a:pt x="552783" y="20168"/>
                </a:lnTo>
                <a:lnTo>
                  <a:pt x="551980" y="21154"/>
                </a:lnTo>
                <a:lnTo>
                  <a:pt x="551201" y="22160"/>
                </a:lnTo>
                <a:lnTo>
                  <a:pt x="550446" y="23185"/>
                </a:lnTo>
                <a:lnTo>
                  <a:pt x="549716" y="24228"/>
                </a:lnTo>
                <a:lnTo>
                  <a:pt x="549010" y="25291"/>
                </a:lnTo>
                <a:lnTo>
                  <a:pt x="548328" y="26373"/>
                </a:lnTo>
                <a:lnTo>
                  <a:pt x="547671" y="27474"/>
                </a:lnTo>
                <a:lnTo>
                  <a:pt x="547038" y="28594"/>
                </a:lnTo>
                <a:lnTo>
                  <a:pt x="546429" y="29733"/>
                </a:lnTo>
                <a:lnTo>
                  <a:pt x="545844" y="30891"/>
                </a:lnTo>
                <a:lnTo>
                  <a:pt x="545284" y="32069"/>
                </a:lnTo>
                <a:lnTo>
                  <a:pt x="544745" y="33264"/>
                </a:lnTo>
                <a:lnTo>
                  <a:pt x="544229" y="34482"/>
                </a:lnTo>
                <a:lnTo>
                  <a:pt x="543737" y="35721"/>
                </a:lnTo>
                <a:lnTo>
                  <a:pt x="543267" y="36983"/>
                </a:lnTo>
                <a:lnTo>
                  <a:pt x="542821" y="38266"/>
                </a:lnTo>
                <a:lnTo>
                  <a:pt x="542397" y="39571"/>
                </a:lnTo>
                <a:lnTo>
                  <a:pt x="541997" y="40898"/>
                </a:lnTo>
                <a:lnTo>
                  <a:pt x="541619" y="42247"/>
                </a:lnTo>
                <a:lnTo>
                  <a:pt x="541265" y="43618"/>
                </a:lnTo>
                <a:lnTo>
                  <a:pt x="540934" y="45011"/>
                </a:lnTo>
                <a:lnTo>
                  <a:pt x="540625" y="46425"/>
                </a:lnTo>
                <a:lnTo>
                  <a:pt x="540340" y="47861"/>
                </a:lnTo>
                <a:lnTo>
                  <a:pt x="540077" y="49320"/>
                </a:lnTo>
                <a:lnTo>
                  <a:pt x="539837" y="50800"/>
                </a:lnTo>
                <a:lnTo>
                  <a:pt x="539621" y="52302"/>
                </a:lnTo>
                <a:lnTo>
                  <a:pt x="539427" y="53825"/>
                </a:lnTo>
                <a:lnTo>
                  <a:pt x="539256" y="55371"/>
                </a:lnTo>
                <a:lnTo>
                  <a:pt x="539108" y="56938"/>
                </a:lnTo>
                <a:lnTo>
                  <a:pt x="538982" y="58527"/>
                </a:lnTo>
                <a:lnTo>
                  <a:pt x="538880" y="60138"/>
                </a:lnTo>
                <a:lnTo>
                  <a:pt x="538800" y="61770"/>
                </a:lnTo>
                <a:lnTo>
                  <a:pt x="538743" y="63425"/>
                </a:lnTo>
                <a:lnTo>
                  <a:pt x="538709" y="65101"/>
                </a:lnTo>
                <a:lnTo>
                  <a:pt x="538698" y="66799"/>
                </a:lnTo>
                <a:lnTo>
                  <a:pt x="538698" y="75797"/>
                </a:lnTo>
                <a:lnTo>
                  <a:pt x="512028" y="75797"/>
                </a:lnTo>
                <a:lnTo>
                  <a:pt x="512028" y="86576"/>
                </a:lnTo>
                <a:lnTo>
                  <a:pt x="538698" y="86576"/>
                </a:lnTo>
                <a:lnTo>
                  <a:pt x="538698" y="176732"/>
                </a:lnTo>
                <a:lnTo>
                  <a:pt x="538695" y="177939"/>
                </a:lnTo>
                <a:lnTo>
                  <a:pt x="538685" y="179112"/>
                </a:lnTo>
                <a:lnTo>
                  <a:pt x="538668" y="180251"/>
                </a:lnTo>
                <a:lnTo>
                  <a:pt x="538645" y="181358"/>
                </a:lnTo>
                <a:lnTo>
                  <a:pt x="538616" y="182431"/>
                </a:lnTo>
                <a:lnTo>
                  <a:pt x="538580" y="183470"/>
                </a:lnTo>
                <a:lnTo>
                  <a:pt x="538537" y="184477"/>
                </a:lnTo>
                <a:lnTo>
                  <a:pt x="538488" y="185450"/>
                </a:lnTo>
                <a:lnTo>
                  <a:pt x="538432" y="186390"/>
                </a:lnTo>
                <a:lnTo>
                  <a:pt x="538370" y="187296"/>
                </a:lnTo>
                <a:lnTo>
                  <a:pt x="538302" y="188170"/>
                </a:lnTo>
                <a:lnTo>
                  <a:pt x="538226" y="189010"/>
                </a:lnTo>
                <a:lnTo>
                  <a:pt x="538145" y="189816"/>
                </a:lnTo>
                <a:lnTo>
                  <a:pt x="538057" y="190589"/>
                </a:lnTo>
                <a:lnTo>
                  <a:pt x="537962" y="191329"/>
                </a:lnTo>
                <a:lnTo>
                  <a:pt x="537861" y="192036"/>
                </a:lnTo>
                <a:lnTo>
                  <a:pt x="537754" y="192709"/>
                </a:lnTo>
                <a:lnTo>
                  <a:pt x="537640" y="193350"/>
                </a:lnTo>
                <a:lnTo>
                  <a:pt x="537520" y="193956"/>
                </a:lnTo>
                <a:lnTo>
                  <a:pt x="537393" y="194530"/>
                </a:lnTo>
                <a:lnTo>
                  <a:pt x="537260" y="195070"/>
                </a:lnTo>
                <a:lnTo>
                  <a:pt x="537120" y="195577"/>
                </a:lnTo>
                <a:lnTo>
                  <a:pt x="536974" y="196050"/>
                </a:lnTo>
                <a:lnTo>
                  <a:pt x="536822" y="196491"/>
                </a:lnTo>
                <a:lnTo>
                  <a:pt x="536661" y="196913"/>
                </a:lnTo>
                <a:lnTo>
                  <a:pt x="536489" y="197328"/>
                </a:lnTo>
                <a:lnTo>
                  <a:pt x="536307" y="197735"/>
                </a:lnTo>
                <a:lnTo>
                  <a:pt x="536113" y="198136"/>
                </a:lnTo>
                <a:lnTo>
                  <a:pt x="535909" y="198528"/>
                </a:lnTo>
                <a:lnTo>
                  <a:pt x="535695" y="198914"/>
                </a:lnTo>
                <a:lnTo>
                  <a:pt x="535469" y="199292"/>
                </a:lnTo>
                <a:lnTo>
                  <a:pt x="535233" y="199662"/>
                </a:lnTo>
                <a:lnTo>
                  <a:pt x="534987" y="200026"/>
                </a:lnTo>
                <a:lnTo>
                  <a:pt x="534729" y="200382"/>
                </a:lnTo>
                <a:lnTo>
                  <a:pt x="534461" y="200730"/>
                </a:lnTo>
                <a:lnTo>
                  <a:pt x="534182" y="201071"/>
                </a:lnTo>
                <a:lnTo>
                  <a:pt x="533892" y="201405"/>
                </a:lnTo>
                <a:lnTo>
                  <a:pt x="533592" y="201731"/>
                </a:lnTo>
                <a:lnTo>
                  <a:pt x="533281" y="202050"/>
                </a:lnTo>
                <a:lnTo>
                  <a:pt x="532960" y="202362"/>
                </a:lnTo>
                <a:lnTo>
                  <a:pt x="532628" y="202666"/>
                </a:lnTo>
                <a:lnTo>
                  <a:pt x="532285" y="202963"/>
                </a:lnTo>
                <a:lnTo>
                  <a:pt x="531932" y="203252"/>
                </a:lnTo>
                <a:lnTo>
                  <a:pt x="531568" y="203535"/>
                </a:lnTo>
                <a:lnTo>
                  <a:pt x="531193" y="203809"/>
                </a:lnTo>
                <a:lnTo>
                  <a:pt x="530808" y="204077"/>
                </a:lnTo>
                <a:lnTo>
                  <a:pt x="530412" y="204337"/>
                </a:lnTo>
                <a:lnTo>
                  <a:pt x="530006" y="204589"/>
                </a:lnTo>
                <a:lnTo>
                  <a:pt x="529592" y="204833"/>
                </a:lnTo>
                <a:lnTo>
                  <a:pt x="529175" y="205066"/>
                </a:lnTo>
                <a:lnTo>
                  <a:pt x="528755" y="205289"/>
                </a:lnTo>
                <a:lnTo>
                  <a:pt x="528331" y="205502"/>
                </a:lnTo>
                <a:lnTo>
                  <a:pt x="527903" y="205704"/>
                </a:lnTo>
                <a:lnTo>
                  <a:pt x="527471" y="205896"/>
                </a:lnTo>
                <a:lnTo>
                  <a:pt x="527036" y="206077"/>
                </a:lnTo>
                <a:lnTo>
                  <a:pt x="526597" y="206248"/>
                </a:lnTo>
                <a:lnTo>
                  <a:pt x="526155" y="206409"/>
                </a:lnTo>
                <a:lnTo>
                  <a:pt x="525709" y="206560"/>
                </a:lnTo>
                <a:lnTo>
                  <a:pt x="525259" y="206700"/>
                </a:lnTo>
                <a:lnTo>
                  <a:pt x="524805" y="206829"/>
                </a:lnTo>
                <a:lnTo>
                  <a:pt x="524348" y="206948"/>
                </a:lnTo>
                <a:lnTo>
                  <a:pt x="523887" y="207057"/>
                </a:lnTo>
                <a:lnTo>
                  <a:pt x="523423" y="207156"/>
                </a:lnTo>
                <a:lnTo>
                  <a:pt x="522955" y="207244"/>
                </a:lnTo>
                <a:lnTo>
                  <a:pt x="522483" y="207322"/>
                </a:lnTo>
                <a:lnTo>
                  <a:pt x="522007" y="207389"/>
                </a:lnTo>
                <a:lnTo>
                  <a:pt x="521527" y="207446"/>
                </a:lnTo>
                <a:lnTo>
                  <a:pt x="521044" y="207493"/>
                </a:lnTo>
                <a:lnTo>
                  <a:pt x="520557" y="207529"/>
                </a:lnTo>
                <a:lnTo>
                  <a:pt x="520067" y="207555"/>
                </a:lnTo>
                <a:lnTo>
                  <a:pt x="519572" y="207571"/>
                </a:lnTo>
                <a:lnTo>
                  <a:pt x="519074" y="207576"/>
                </a:lnTo>
                <a:lnTo>
                  <a:pt x="512928" y="207576"/>
                </a:lnTo>
                <a:lnTo>
                  <a:pt x="512928" y="212975"/>
                </a:lnTo>
                <a:lnTo>
                  <a:pt x="594852" y="212975"/>
                </a:lnTo>
                <a:lnTo>
                  <a:pt x="594852" y="207576"/>
                </a:lnTo>
                <a:lnTo>
                  <a:pt x="582426" y="207576"/>
                </a:lnTo>
                <a:lnTo>
                  <a:pt x="581658" y="207565"/>
                </a:lnTo>
                <a:lnTo>
                  <a:pt x="580902" y="207530"/>
                </a:lnTo>
                <a:lnTo>
                  <a:pt x="580159" y="207474"/>
                </a:lnTo>
                <a:lnTo>
                  <a:pt x="579430" y="207394"/>
                </a:lnTo>
                <a:lnTo>
                  <a:pt x="578714" y="207291"/>
                </a:lnTo>
                <a:lnTo>
                  <a:pt x="578011" y="207166"/>
                </a:lnTo>
                <a:lnTo>
                  <a:pt x="577321" y="207018"/>
                </a:lnTo>
                <a:lnTo>
                  <a:pt x="576644" y="206847"/>
                </a:lnTo>
                <a:lnTo>
                  <a:pt x="575980" y="206653"/>
                </a:lnTo>
                <a:lnTo>
                  <a:pt x="575329" y="206436"/>
                </a:lnTo>
                <a:lnTo>
                  <a:pt x="574691" y="206197"/>
                </a:lnTo>
                <a:lnTo>
                  <a:pt x="574067" y="205934"/>
                </a:lnTo>
                <a:lnTo>
                  <a:pt x="573455" y="205649"/>
                </a:lnTo>
                <a:lnTo>
                  <a:pt x="572857" y="205340"/>
                </a:lnTo>
                <a:lnTo>
                  <a:pt x="572272" y="205009"/>
                </a:lnTo>
                <a:lnTo>
                  <a:pt x="571699" y="204654"/>
                </a:lnTo>
                <a:lnTo>
                  <a:pt x="571140" y="204277"/>
                </a:lnTo>
                <a:lnTo>
                  <a:pt x="570594" y="203877"/>
                </a:lnTo>
                <a:lnTo>
                  <a:pt x="570060" y="203453"/>
                </a:lnTo>
                <a:lnTo>
                  <a:pt x="569540" y="203007"/>
                </a:lnTo>
                <a:lnTo>
                  <a:pt x="569033" y="202537"/>
                </a:lnTo>
                <a:lnTo>
                  <a:pt x="568538" y="202044"/>
                </a:lnTo>
                <a:lnTo>
                  <a:pt x="568057" y="201529"/>
                </a:lnTo>
                <a:lnTo>
                  <a:pt x="567589" y="200990"/>
                </a:lnTo>
                <a:lnTo>
                  <a:pt x="567246" y="200542"/>
                </a:lnTo>
                <a:lnTo>
                  <a:pt x="566919" y="200045"/>
                </a:lnTo>
                <a:lnTo>
                  <a:pt x="566606" y="199498"/>
                </a:lnTo>
                <a:lnTo>
                  <a:pt x="566307" y="198903"/>
                </a:lnTo>
                <a:lnTo>
                  <a:pt x="566024" y="198259"/>
                </a:lnTo>
                <a:lnTo>
                  <a:pt x="565754" y="197566"/>
                </a:lnTo>
                <a:lnTo>
                  <a:pt x="565499" y="196824"/>
                </a:lnTo>
                <a:lnTo>
                  <a:pt x="565259" y="196033"/>
                </a:lnTo>
                <a:lnTo>
                  <a:pt x="565034" y="195193"/>
                </a:lnTo>
                <a:lnTo>
                  <a:pt x="564822" y="194304"/>
                </a:lnTo>
                <a:lnTo>
                  <a:pt x="564626" y="193366"/>
                </a:lnTo>
                <a:lnTo>
                  <a:pt x="564444" y="192379"/>
                </a:lnTo>
                <a:lnTo>
                  <a:pt x="564276" y="191344"/>
                </a:lnTo>
                <a:lnTo>
                  <a:pt x="564124" y="190259"/>
                </a:lnTo>
                <a:lnTo>
                  <a:pt x="563985" y="189126"/>
                </a:lnTo>
                <a:lnTo>
                  <a:pt x="563862" y="187944"/>
                </a:lnTo>
                <a:lnTo>
                  <a:pt x="563752" y="186713"/>
                </a:lnTo>
                <a:lnTo>
                  <a:pt x="563658" y="185433"/>
                </a:lnTo>
                <a:lnTo>
                  <a:pt x="563578" y="184105"/>
                </a:lnTo>
                <a:lnTo>
                  <a:pt x="563512" y="182728"/>
                </a:lnTo>
                <a:lnTo>
                  <a:pt x="563461" y="181302"/>
                </a:lnTo>
                <a:lnTo>
                  <a:pt x="563425" y="179828"/>
                </a:lnTo>
                <a:lnTo>
                  <a:pt x="563403" y="178304"/>
                </a:lnTo>
                <a:lnTo>
                  <a:pt x="563396" y="176732"/>
                </a:lnTo>
                <a:lnTo>
                  <a:pt x="563396" y="86576"/>
                </a:lnTo>
                <a:lnTo>
                  <a:pt x="598757" y="86576"/>
                </a:lnTo>
                <a:lnTo>
                  <a:pt x="598757" y="75797"/>
                </a:lnTo>
                <a:lnTo>
                  <a:pt x="563396" y="75797"/>
                </a:lnTo>
                <a:lnTo>
                  <a:pt x="563396" y="65899"/>
                </a:lnTo>
                <a:lnTo>
                  <a:pt x="563399" y="63273"/>
                </a:lnTo>
                <a:lnTo>
                  <a:pt x="563410" y="60730"/>
                </a:lnTo>
                <a:lnTo>
                  <a:pt x="563429" y="58273"/>
                </a:lnTo>
                <a:lnTo>
                  <a:pt x="563455" y="55899"/>
                </a:lnTo>
                <a:lnTo>
                  <a:pt x="563488" y="53609"/>
                </a:lnTo>
                <a:lnTo>
                  <a:pt x="563528" y="51404"/>
                </a:lnTo>
                <a:lnTo>
                  <a:pt x="563576" y="49283"/>
                </a:lnTo>
                <a:lnTo>
                  <a:pt x="563631" y="47247"/>
                </a:lnTo>
                <a:lnTo>
                  <a:pt x="563694" y="45295"/>
                </a:lnTo>
                <a:lnTo>
                  <a:pt x="563763" y="43427"/>
                </a:lnTo>
                <a:lnTo>
                  <a:pt x="563840" y="41644"/>
                </a:lnTo>
                <a:lnTo>
                  <a:pt x="563925" y="39945"/>
                </a:lnTo>
                <a:lnTo>
                  <a:pt x="564016" y="38330"/>
                </a:lnTo>
                <a:lnTo>
                  <a:pt x="564115" y="36800"/>
                </a:lnTo>
                <a:lnTo>
                  <a:pt x="564221" y="35355"/>
                </a:lnTo>
                <a:lnTo>
                  <a:pt x="564335" y="33994"/>
                </a:lnTo>
                <a:lnTo>
                  <a:pt x="564455" y="32718"/>
                </a:lnTo>
                <a:lnTo>
                  <a:pt x="564583" y="31526"/>
                </a:lnTo>
                <a:lnTo>
                  <a:pt x="564718" y="30419"/>
                </a:lnTo>
                <a:lnTo>
                  <a:pt x="564860" y="29396"/>
                </a:lnTo>
                <a:lnTo>
                  <a:pt x="565010" y="28458"/>
                </a:lnTo>
                <a:lnTo>
                  <a:pt x="565167" y="27605"/>
                </a:lnTo>
                <a:lnTo>
                  <a:pt x="565331" y="26837"/>
                </a:lnTo>
                <a:lnTo>
                  <a:pt x="565502" y="26153"/>
                </a:lnTo>
                <a:lnTo>
                  <a:pt x="565681" y="25516"/>
                </a:lnTo>
                <a:lnTo>
                  <a:pt x="565870" y="24894"/>
                </a:lnTo>
                <a:lnTo>
                  <a:pt x="566068" y="24285"/>
                </a:lnTo>
                <a:lnTo>
                  <a:pt x="566275" y="23691"/>
                </a:lnTo>
                <a:lnTo>
                  <a:pt x="566492" y="23111"/>
                </a:lnTo>
                <a:lnTo>
                  <a:pt x="566719" y="22545"/>
                </a:lnTo>
                <a:lnTo>
                  <a:pt x="566954" y="21993"/>
                </a:lnTo>
                <a:lnTo>
                  <a:pt x="567199" y="21455"/>
                </a:lnTo>
                <a:lnTo>
                  <a:pt x="567454" y="20931"/>
                </a:lnTo>
                <a:lnTo>
                  <a:pt x="567717" y="20422"/>
                </a:lnTo>
                <a:lnTo>
                  <a:pt x="567991" y="19926"/>
                </a:lnTo>
                <a:lnTo>
                  <a:pt x="568273" y="19445"/>
                </a:lnTo>
                <a:lnTo>
                  <a:pt x="568565" y="18977"/>
                </a:lnTo>
                <a:lnTo>
                  <a:pt x="568866" y="18524"/>
                </a:lnTo>
                <a:lnTo>
                  <a:pt x="569177" y="18085"/>
                </a:lnTo>
                <a:lnTo>
                  <a:pt x="569497" y="17659"/>
                </a:lnTo>
                <a:lnTo>
                  <a:pt x="569826" y="17248"/>
                </a:lnTo>
                <a:lnTo>
                  <a:pt x="570165" y="16851"/>
                </a:lnTo>
                <a:lnTo>
                  <a:pt x="570513" y="16468"/>
                </a:lnTo>
                <a:lnTo>
                  <a:pt x="570870" y="16098"/>
                </a:lnTo>
                <a:lnTo>
                  <a:pt x="571237" y="15743"/>
                </a:lnTo>
                <a:lnTo>
                  <a:pt x="571614" y="15402"/>
                </a:lnTo>
                <a:lnTo>
                  <a:pt x="571999" y="15075"/>
                </a:lnTo>
                <a:lnTo>
                  <a:pt x="572394" y="14761"/>
                </a:lnTo>
                <a:lnTo>
                  <a:pt x="572797" y="14461"/>
                </a:lnTo>
                <a:lnTo>
                  <a:pt x="573208" y="14174"/>
                </a:lnTo>
                <a:lnTo>
                  <a:pt x="573625" y="13900"/>
                </a:lnTo>
                <a:lnTo>
                  <a:pt x="574050" y="13638"/>
                </a:lnTo>
                <a:lnTo>
                  <a:pt x="574482" y="13389"/>
                </a:lnTo>
                <a:lnTo>
                  <a:pt x="574922" y="13153"/>
                </a:lnTo>
                <a:lnTo>
                  <a:pt x="575368" y="12930"/>
                </a:lnTo>
                <a:lnTo>
                  <a:pt x="575822" y="12719"/>
                </a:lnTo>
                <a:lnTo>
                  <a:pt x="576283" y="12521"/>
                </a:lnTo>
                <a:lnTo>
                  <a:pt x="576751" y="12336"/>
                </a:lnTo>
                <a:lnTo>
                  <a:pt x="577227" y="12164"/>
                </a:lnTo>
                <a:lnTo>
                  <a:pt x="577709" y="12004"/>
                </a:lnTo>
                <a:lnTo>
                  <a:pt x="578199" y="11857"/>
                </a:lnTo>
                <a:lnTo>
                  <a:pt x="578697" y="11723"/>
                </a:lnTo>
                <a:lnTo>
                  <a:pt x="579201" y="11602"/>
                </a:lnTo>
                <a:lnTo>
                  <a:pt x="579713" y="11494"/>
                </a:lnTo>
                <a:lnTo>
                  <a:pt x="580233" y="11398"/>
                </a:lnTo>
                <a:lnTo>
                  <a:pt x="580759" y="11315"/>
                </a:lnTo>
                <a:lnTo>
                  <a:pt x="581293" y="11245"/>
                </a:lnTo>
                <a:lnTo>
                  <a:pt x="581834" y="11187"/>
                </a:lnTo>
                <a:lnTo>
                  <a:pt x="582383" y="11143"/>
                </a:lnTo>
                <a:lnTo>
                  <a:pt x="582939" y="11111"/>
                </a:lnTo>
                <a:lnTo>
                  <a:pt x="583502" y="11092"/>
                </a:lnTo>
                <a:lnTo>
                  <a:pt x="584073" y="11085"/>
                </a:lnTo>
                <a:lnTo>
                  <a:pt x="584545" y="11090"/>
                </a:lnTo>
                <a:lnTo>
                  <a:pt x="585013" y="11105"/>
                </a:lnTo>
                <a:lnTo>
                  <a:pt x="585478" y="11130"/>
                </a:lnTo>
                <a:lnTo>
                  <a:pt x="585940" y="11165"/>
                </a:lnTo>
                <a:lnTo>
                  <a:pt x="586397" y="11210"/>
                </a:lnTo>
                <a:lnTo>
                  <a:pt x="586851" y="11264"/>
                </a:lnTo>
                <a:lnTo>
                  <a:pt x="587302" y="11329"/>
                </a:lnTo>
                <a:lnTo>
                  <a:pt x="587749" y="11404"/>
                </a:lnTo>
                <a:lnTo>
                  <a:pt x="588192" y="11488"/>
                </a:lnTo>
                <a:lnTo>
                  <a:pt x="588632" y="11582"/>
                </a:lnTo>
                <a:lnTo>
                  <a:pt x="589068" y="11687"/>
                </a:lnTo>
                <a:lnTo>
                  <a:pt x="589501" y="11801"/>
                </a:lnTo>
                <a:lnTo>
                  <a:pt x="589930" y="11925"/>
                </a:lnTo>
                <a:lnTo>
                  <a:pt x="590355" y="12059"/>
                </a:lnTo>
                <a:lnTo>
                  <a:pt x="590777" y="12202"/>
                </a:lnTo>
                <a:lnTo>
                  <a:pt x="591195" y="12356"/>
                </a:lnTo>
                <a:lnTo>
                  <a:pt x="591610" y="12519"/>
                </a:lnTo>
                <a:lnTo>
                  <a:pt x="592021" y="12693"/>
                </a:lnTo>
                <a:lnTo>
                  <a:pt x="592428" y="12876"/>
                </a:lnTo>
                <a:lnTo>
                  <a:pt x="592832" y="13069"/>
                </a:lnTo>
                <a:lnTo>
                  <a:pt x="593232" y="13271"/>
                </a:lnTo>
                <a:lnTo>
                  <a:pt x="593629" y="13484"/>
                </a:lnTo>
                <a:lnTo>
                  <a:pt x="594022" y="13706"/>
                </a:lnTo>
                <a:lnTo>
                  <a:pt x="594411" y="13938"/>
                </a:lnTo>
                <a:lnTo>
                  <a:pt x="594798" y="14184"/>
                </a:lnTo>
                <a:lnTo>
                  <a:pt x="595189" y="14449"/>
                </a:lnTo>
                <a:lnTo>
                  <a:pt x="595583" y="14732"/>
                </a:lnTo>
                <a:lnTo>
                  <a:pt x="595980" y="15034"/>
                </a:lnTo>
                <a:lnTo>
                  <a:pt x="596380" y="15354"/>
                </a:lnTo>
                <a:lnTo>
                  <a:pt x="596784" y="15693"/>
                </a:lnTo>
                <a:lnTo>
                  <a:pt x="597191" y="16050"/>
                </a:lnTo>
                <a:lnTo>
                  <a:pt x="597601" y="16426"/>
                </a:lnTo>
                <a:lnTo>
                  <a:pt x="598014" y="16820"/>
                </a:lnTo>
                <a:lnTo>
                  <a:pt x="598431" y="17233"/>
                </a:lnTo>
                <a:lnTo>
                  <a:pt x="598851" y="17664"/>
                </a:lnTo>
                <a:lnTo>
                  <a:pt x="599274" y="18114"/>
                </a:lnTo>
                <a:lnTo>
                  <a:pt x="599701" y="18582"/>
                </a:lnTo>
                <a:lnTo>
                  <a:pt x="600130" y="19069"/>
                </a:lnTo>
                <a:lnTo>
                  <a:pt x="600563" y="19574"/>
                </a:lnTo>
                <a:lnTo>
                  <a:pt x="600999" y="20097"/>
                </a:lnTo>
                <a:lnTo>
                  <a:pt x="601438" y="20639"/>
                </a:lnTo>
                <a:lnTo>
                  <a:pt x="601880" y="21199"/>
                </a:lnTo>
                <a:lnTo>
                  <a:pt x="602325" y="21778"/>
                </a:lnTo>
                <a:lnTo>
                  <a:pt x="602773" y="22375"/>
                </a:lnTo>
                <a:lnTo>
                  <a:pt x="603225" y="22990"/>
                </a:lnTo>
                <a:lnTo>
                  <a:pt x="603679" y="23624"/>
                </a:lnTo>
                <a:lnTo>
                  <a:pt x="604136" y="24276"/>
                </a:lnTo>
                <a:lnTo>
                  <a:pt x="604597" y="24947"/>
                </a:lnTo>
                <a:lnTo>
                  <a:pt x="605053" y="25616"/>
                </a:lnTo>
                <a:lnTo>
                  <a:pt x="605504" y="26266"/>
                </a:lnTo>
                <a:lnTo>
                  <a:pt x="605949" y="26897"/>
                </a:lnTo>
                <a:lnTo>
                  <a:pt x="606388" y="27507"/>
                </a:lnTo>
                <a:lnTo>
                  <a:pt x="606822" y="28098"/>
                </a:lnTo>
                <a:lnTo>
                  <a:pt x="607249" y="28669"/>
                </a:lnTo>
                <a:lnTo>
                  <a:pt x="607671" y="29221"/>
                </a:lnTo>
                <a:lnTo>
                  <a:pt x="608087" y="29752"/>
                </a:lnTo>
                <a:lnTo>
                  <a:pt x="608497" y="30264"/>
                </a:lnTo>
                <a:lnTo>
                  <a:pt x="608901" y="30756"/>
                </a:lnTo>
                <a:lnTo>
                  <a:pt x="609300" y="31228"/>
                </a:lnTo>
                <a:lnTo>
                  <a:pt x="609692" y="31681"/>
                </a:lnTo>
                <a:lnTo>
                  <a:pt x="610079" y="32114"/>
                </a:lnTo>
                <a:lnTo>
                  <a:pt x="610459" y="32527"/>
                </a:lnTo>
                <a:lnTo>
                  <a:pt x="610834" y="32920"/>
                </a:lnTo>
                <a:lnTo>
                  <a:pt x="611203" y="33294"/>
                </a:lnTo>
                <a:lnTo>
                  <a:pt x="611566" y="33648"/>
                </a:lnTo>
                <a:lnTo>
                  <a:pt x="611923" y="33982"/>
                </a:lnTo>
                <a:lnTo>
                  <a:pt x="612274" y="34297"/>
                </a:lnTo>
                <a:lnTo>
                  <a:pt x="612619" y="34591"/>
                </a:lnTo>
                <a:lnTo>
                  <a:pt x="612958" y="34866"/>
                </a:lnTo>
                <a:lnTo>
                  <a:pt x="613291" y="35121"/>
                </a:lnTo>
                <a:lnTo>
                  <a:pt x="613619" y="35357"/>
                </a:lnTo>
                <a:lnTo>
                  <a:pt x="613940" y="35572"/>
                </a:lnTo>
                <a:lnTo>
                  <a:pt x="614258" y="35776"/>
                </a:lnTo>
                <a:lnTo>
                  <a:pt x="614574" y="35971"/>
                </a:lnTo>
                <a:lnTo>
                  <a:pt x="614889" y="36158"/>
                </a:lnTo>
                <a:lnTo>
                  <a:pt x="615203" y="36335"/>
                </a:lnTo>
                <a:lnTo>
                  <a:pt x="615516" y="36504"/>
                </a:lnTo>
                <a:lnTo>
                  <a:pt x="615828" y="36664"/>
                </a:lnTo>
                <a:lnTo>
                  <a:pt x="616138" y="36815"/>
                </a:lnTo>
                <a:lnTo>
                  <a:pt x="616447" y="36958"/>
                </a:lnTo>
                <a:lnTo>
                  <a:pt x="616755" y="37092"/>
                </a:lnTo>
                <a:lnTo>
                  <a:pt x="617062" y="37217"/>
                </a:lnTo>
                <a:lnTo>
                  <a:pt x="617367" y="37334"/>
                </a:lnTo>
                <a:lnTo>
                  <a:pt x="617671" y="37441"/>
                </a:lnTo>
                <a:lnTo>
                  <a:pt x="617974" y="37541"/>
                </a:lnTo>
                <a:lnTo>
                  <a:pt x="618275" y="37631"/>
                </a:lnTo>
                <a:lnTo>
                  <a:pt x="618575" y="37713"/>
                </a:lnTo>
                <a:lnTo>
                  <a:pt x="618874" y="37786"/>
                </a:lnTo>
                <a:lnTo>
                  <a:pt x="619171" y="37851"/>
                </a:lnTo>
                <a:lnTo>
                  <a:pt x="619467" y="37907"/>
                </a:lnTo>
                <a:lnTo>
                  <a:pt x="619762" y="37954"/>
                </a:lnTo>
                <a:lnTo>
                  <a:pt x="620055" y="37993"/>
                </a:lnTo>
                <a:lnTo>
                  <a:pt x="620347" y="38023"/>
                </a:lnTo>
                <a:lnTo>
                  <a:pt x="620638" y="38044"/>
                </a:lnTo>
                <a:lnTo>
                  <a:pt x="620927" y="38057"/>
                </a:lnTo>
                <a:lnTo>
                  <a:pt x="621215" y="38061"/>
                </a:lnTo>
                <a:lnTo>
                  <a:pt x="621588" y="38054"/>
                </a:lnTo>
                <a:lnTo>
                  <a:pt x="621958" y="38033"/>
                </a:lnTo>
                <a:lnTo>
                  <a:pt x="622326" y="37999"/>
                </a:lnTo>
                <a:lnTo>
                  <a:pt x="622693" y="37950"/>
                </a:lnTo>
                <a:lnTo>
                  <a:pt x="623057" y="37887"/>
                </a:lnTo>
                <a:lnTo>
                  <a:pt x="623419" y="37811"/>
                </a:lnTo>
                <a:lnTo>
                  <a:pt x="623780" y="37720"/>
                </a:lnTo>
                <a:lnTo>
                  <a:pt x="624138" y="37616"/>
                </a:lnTo>
                <a:lnTo>
                  <a:pt x="624494" y="37498"/>
                </a:lnTo>
                <a:lnTo>
                  <a:pt x="624849" y="37366"/>
                </a:lnTo>
                <a:lnTo>
                  <a:pt x="625201" y="37220"/>
                </a:lnTo>
                <a:lnTo>
                  <a:pt x="625552" y="37061"/>
                </a:lnTo>
                <a:lnTo>
                  <a:pt x="625900" y="36888"/>
                </a:lnTo>
                <a:lnTo>
                  <a:pt x="626246" y="36701"/>
                </a:lnTo>
                <a:lnTo>
                  <a:pt x="626591" y="36500"/>
                </a:lnTo>
                <a:lnTo>
                  <a:pt x="626933" y="36286"/>
                </a:lnTo>
                <a:lnTo>
                  <a:pt x="627274" y="36058"/>
                </a:lnTo>
                <a:lnTo>
                  <a:pt x="627612" y="35816"/>
                </a:lnTo>
                <a:lnTo>
                  <a:pt x="627949" y="35560"/>
                </a:lnTo>
                <a:lnTo>
                  <a:pt x="628283" y="35291"/>
                </a:lnTo>
                <a:lnTo>
                  <a:pt x="628616" y="35009"/>
                </a:lnTo>
                <a:lnTo>
                  <a:pt x="628946" y="34712"/>
                </a:lnTo>
                <a:lnTo>
                  <a:pt x="629274" y="34403"/>
                </a:lnTo>
                <a:lnTo>
                  <a:pt x="629601" y="34079"/>
                </a:lnTo>
                <a:lnTo>
                  <a:pt x="629917" y="33748"/>
                </a:lnTo>
                <a:lnTo>
                  <a:pt x="630220" y="33415"/>
                </a:lnTo>
                <a:lnTo>
                  <a:pt x="630510" y="33080"/>
                </a:lnTo>
                <a:lnTo>
                  <a:pt x="630786" y="32744"/>
                </a:lnTo>
                <a:lnTo>
                  <a:pt x="631049" y="32405"/>
                </a:lnTo>
                <a:lnTo>
                  <a:pt x="631299" y="32065"/>
                </a:lnTo>
                <a:lnTo>
                  <a:pt x="631535" y="31723"/>
                </a:lnTo>
                <a:lnTo>
                  <a:pt x="631757" y="31379"/>
                </a:lnTo>
                <a:lnTo>
                  <a:pt x="631967" y="31033"/>
                </a:lnTo>
                <a:lnTo>
                  <a:pt x="632162" y="30685"/>
                </a:lnTo>
                <a:lnTo>
                  <a:pt x="632345" y="30336"/>
                </a:lnTo>
                <a:lnTo>
                  <a:pt x="632513" y="29984"/>
                </a:lnTo>
                <a:lnTo>
                  <a:pt x="632669" y="29631"/>
                </a:lnTo>
                <a:lnTo>
                  <a:pt x="632811" y="29276"/>
                </a:lnTo>
                <a:lnTo>
                  <a:pt x="632939" y="28919"/>
                </a:lnTo>
                <a:lnTo>
                  <a:pt x="633054" y="28559"/>
                </a:lnTo>
                <a:lnTo>
                  <a:pt x="633105" y="28378"/>
                </a:lnTo>
                <a:lnTo>
                  <a:pt x="633110" y="28396"/>
                </a:lnTo>
                <a:lnTo>
                  <a:pt x="633200" y="28833"/>
                </a:lnTo>
                <a:lnTo>
                  <a:pt x="633285" y="29307"/>
                </a:lnTo>
                <a:close/>
                <a:moveTo>
                  <a:pt x="167718" y="7559"/>
                </a:moveTo>
                <a:lnTo>
                  <a:pt x="167546" y="8110"/>
                </a:lnTo>
                <a:lnTo>
                  <a:pt x="167366" y="8650"/>
                </a:lnTo>
                <a:lnTo>
                  <a:pt x="167178" y="9178"/>
                </a:lnTo>
                <a:lnTo>
                  <a:pt x="166982" y="9695"/>
                </a:lnTo>
                <a:lnTo>
                  <a:pt x="166779" y="10202"/>
                </a:lnTo>
                <a:lnTo>
                  <a:pt x="166567" y="10697"/>
                </a:lnTo>
                <a:lnTo>
                  <a:pt x="166348" y="11181"/>
                </a:lnTo>
                <a:lnTo>
                  <a:pt x="166121" y="11655"/>
                </a:lnTo>
                <a:lnTo>
                  <a:pt x="165886" y="12117"/>
                </a:lnTo>
                <a:lnTo>
                  <a:pt x="165644" y="12569"/>
                </a:lnTo>
                <a:lnTo>
                  <a:pt x="165393" y="13009"/>
                </a:lnTo>
                <a:lnTo>
                  <a:pt x="165135" y="13439"/>
                </a:lnTo>
                <a:lnTo>
                  <a:pt x="164869" y="13857"/>
                </a:lnTo>
                <a:lnTo>
                  <a:pt x="164596" y="14265"/>
                </a:lnTo>
                <a:lnTo>
                  <a:pt x="164315" y="14662"/>
                </a:lnTo>
                <a:lnTo>
                  <a:pt x="164026" y="15048"/>
                </a:lnTo>
                <a:lnTo>
                  <a:pt x="163730" y="15423"/>
                </a:lnTo>
                <a:lnTo>
                  <a:pt x="163425" y="15788"/>
                </a:lnTo>
                <a:lnTo>
                  <a:pt x="163114" y="16141"/>
                </a:lnTo>
                <a:lnTo>
                  <a:pt x="162794" y="16484"/>
                </a:lnTo>
                <a:lnTo>
                  <a:pt x="162544" y="16716"/>
                </a:lnTo>
                <a:lnTo>
                  <a:pt x="162289" y="16939"/>
                </a:lnTo>
                <a:lnTo>
                  <a:pt x="162031" y="17151"/>
                </a:lnTo>
                <a:lnTo>
                  <a:pt x="161769" y="17354"/>
                </a:lnTo>
                <a:lnTo>
                  <a:pt x="161503" y="17547"/>
                </a:lnTo>
                <a:lnTo>
                  <a:pt x="161233" y="17730"/>
                </a:lnTo>
                <a:lnTo>
                  <a:pt x="160960" y="17903"/>
                </a:lnTo>
                <a:lnTo>
                  <a:pt x="160683" y="18066"/>
                </a:lnTo>
                <a:lnTo>
                  <a:pt x="160402" y="18220"/>
                </a:lnTo>
                <a:lnTo>
                  <a:pt x="160117" y="18364"/>
                </a:lnTo>
                <a:lnTo>
                  <a:pt x="159829" y="18497"/>
                </a:lnTo>
                <a:lnTo>
                  <a:pt x="159537" y="18621"/>
                </a:lnTo>
                <a:lnTo>
                  <a:pt x="159242" y="18736"/>
                </a:lnTo>
                <a:lnTo>
                  <a:pt x="158942" y="18840"/>
                </a:lnTo>
                <a:lnTo>
                  <a:pt x="158639" y="18934"/>
                </a:lnTo>
                <a:lnTo>
                  <a:pt x="158333" y="19019"/>
                </a:lnTo>
                <a:lnTo>
                  <a:pt x="158023" y="19093"/>
                </a:lnTo>
                <a:lnTo>
                  <a:pt x="157709" y="19158"/>
                </a:lnTo>
                <a:lnTo>
                  <a:pt x="157391" y="19213"/>
                </a:lnTo>
                <a:lnTo>
                  <a:pt x="157070" y="19257"/>
                </a:lnTo>
                <a:lnTo>
                  <a:pt x="156745" y="19292"/>
                </a:lnTo>
                <a:lnTo>
                  <a:pt x="156417" y="19317"/>
                </a:lnTo>
                <a:lnTo>
                  <a:pt x="156085" y="19332"/>
                </a:lnTo>
                <a:lnTo>
                  <a:pt x="155749" y="19337"/>
                </a:lnTo>
                <a:lnTo>
                  <a:pt x="155518" y="19331"/>
                </a:lnTo>
                <a:lnTo>
                  <a:pt x="155274" y="19314"/>
                </a:lnTo>
                <a:lnTo>
                  <a:pt x="155018" y="19285"/>
                </a:lnTo>
                <a:lnTo>
                  <a:pt x="154750" y="19245"/>
                </a:lnTo>
                <a:lnTo>
                  <a:pt x="154469" y="19193"/>
                </a:lnTo>
                <a:lnTo>
                  <a:pt x="154176" y="19129"/>
                </a:lnTo>
                <a:lnTo>
                  <a:pt x="153871" y="19055"/>
                </a:lnTo>
                <a:lnTo>
                  <a:pt x="153553" y="18968"/>
                </a:lnTo>
                <a:lnTo>
                  <a:pt x="153223" y="18871"/>
                </a:lnTo>
                <a:lnTo>
                  <a:pt x="152880" y="18761"/>
                </a:lnTo>
                <a:lnTo>
                  <a:pt x="152524" y="18641"/>
                </a:lnTo>
                <a:lnTo>
                  <a:pt x="152157" y="18509"/>
                </a:lnTo>
                <a:lnTo>
                  <a:pt x="151777" y="18366"/>
                </a:lnTo>
                <a:lnTo>
                  <a:pt x="151384" y="18211"/>
                </a:lnTo>
                <a:lnTo>
                  <a:pt x="150979" y="18045"/>
                </a:lnTo>
                <a:lnTo>
                  <a:pt x="150561" y="17868"/>
                </a:lnTo>
                <a:lnTo>
                  <a:pt x="150131" y="17679"/>
                </a:lnTo>
                <a:lnTo>
                  <a:pt x="149688" y="17479"/>
                </a:lnTo>
                <a:lnTo>
                  <a:pt x="149233" y="17268"/>
                </a:lnTo>
                <a:lnTo>
                  <a:pt x="148766" y="17046"/>
                </a:lnTo>
                <a:lnTo>
                  <a:pt x="148286" y="16812"/>
                </a:lnTo>
                <a:lnTo>
                  <a:pt x="147793" y="16567"/>
                </a:lnTo>
                <a:lnTo>
                  <a:pt x="147288" y="16311"/>
                </a:lnTo>
                <a:lnTo>
                  <a:pt x="146770" y="16044"/>
                </a:lnTo>
                <a:lnTo>
                  <a:pt x="144983" y="15163"/>
                </a:lnTo>
                <a:lnTo>
                  <a:pt x="143195" y="14319"/>
                </a:lnTo>
                <a:lnTo>
                  <a:pt x="141405" y="13513"/>
                </a:lnTo>
                <a:lnTo>
                  <a:pt x="139612" y="12745"/>
                </a:lnTo>
                <a:lnTo>
                  <a:pt x="137818" y="12013"/>
                </a:lnTo>
                <a:lnTo>
                  <a:pt x="136022" y="11320"/>
                </a:lnTo>
                <a:lnTo>
                  <a:pt x="134223" y="10664"/>
                </a:lnTo>
                <a:lnTo>
                  <a:pt x="132423" y="10045"/>
                </a:lnTo>
                <a:lnTo>
                  <a:pt x="130620" y="9464"/>
                </a:lnTo>
                <a:lnTo>
                  <a:pt x="128815" y="8920"/>
                </a:lnTo>
                <a:lnTo>
                  <a:pt x="127009" y="8414"/>
                </a:lnTo>
                <a:lnTo>
                  <a:pt x="125200" y="7945"/>
                </a:lnTo>
                <a:lnTo>
                  <a:pt x="123389" y="7514"/>
                </a:lnTo>
                <a:lnTo>
                  <a:pt x="121576" y="7121"/>
                </a:lnTo>
                <a:lnTo>
                  <a:pt x="119761" y="6764"/>
                </a:lnTo>
                <a:lnTo>
                  <a:pt x="117944" y="6446"/>
                </a:lnTo>
                <a:lnTo>
                  <a:pt x="116124" y="6164"/>
                </a:lnTo>
                <a:lnTo>
                  <a:pt x="114303" y="5921"/>
                </a:lnTo>
                <a:lnTo>
                  <a:pt x="112479" y="5715"/>
                </a:lnTo>
                <a:lnTo>
                  <a:pt x="110653" y="5546"/>
                </a:lnTo>
                <a:lnTo>
                  <a:pt x="108825" y="5415"/>
                </a:lnTo>
                <a:lnTo>
                  <a:pt x="106995" y="5321"/>
                </a:lnTo>
                <a:lnTo>
                  <a:pt x="105163" y="5265"/>
                </a:lnTo>
                <a:lnTo>
                  <a:pt x="103328" y="5246"/>
                </a:lnTo>
                <a:lnTo>
                  <a:pt x="100979" y="5270"/>
                </a:lnTo>
                <a:lnTo>
                  <a:pt x="98644" y="5343"/>
                </a:lnTo>
                <a:lnTo>
                  <a:pt x="96325" y="5465"/>
                </a:lnTo>
                <a:lnTo>
                  <a:pt x="94021" y="5635"/>
                </a:lnTo>
                <a:lnTo>
                  <a:pt x="91732" y="5854"/>
                </a:lnTo>
                <a:lnTo>
                  <a:pt x="89458" y="6122"/>
                </a:lnTo>
                <a:lnTo>
                  <a:pt x="87199" y="6438"/>
                </a:lnTo>
                <a:lnTo>
                  <a:pt x="84956" y="6803"/>
                </a:lnTo>
                <a:lnTo>
                  <a:pt x="82728" y="7217"/>
                </a:lnTo>
                <a:lnTo>
                  <a:pt x="80515" y="7679"/>
                </a:lnTo>
                <a:lnTo>
                  <a:pt x="78317" y="8190"/>
                </a:lnTo>
                <a:lnTo>
                  <a:pt x="76135" y="8750"/>
                </a:lnTo>
                <a:lnTo>
                  <a:pt x="73967" y="9358"/>
                </a:lnTo>
                <a:lnTo>
                  <a:pt x="71816" y="10015"/>
                </a:lnTo>
                <a:lnTo>
                  <a:pt x="69679" y="10720"/>
                </a:lnTo>
                <a:lnTo>
                  <a:pt x="67558" y="11475"/>
                </a:lnTo>
                <a:lnTo>
                  <a:pt x="65451" y="12277"/>
                </a:lnTo>
                <a:lnTo>
                  <a:pt x="63361" y="13129"/>
                </a:lnTo>
                <a:lnTo>
                  <a:pt x="61285" y="14029"/>
                </a:lnTo>
                <a:lnTo>
                  <a:pt x="59225" y="14978"/>
                </a:lnTo>
                <a:lnTo>
                  <a:pt x="57180" y="15976"/>
                </a:lnTo>
                <a:lnTo>
                  <a:pt x="55151" y="17022"/>
                </a:lnTo>
                <a:lnTo>
                  <a:pt x="53137" y="18117"/>
                </a:lnTo>
                <a:lnTo>
                  <a:pt x="51138" y="19260"/>
                </a:lnTo>
                <a:lnTo>
                  <a:pt x="49167" y="20446"/>
                </a:lnTo>
                <a:lnTo>
                  <a:pt x="47231" y="21671"/>
                </a:lnTo>
                <a:lnTo>
                  <a:pt x="45330" y="22936"/>
                </a:lnTo>
                <a:lnTo>
                  <a:pt x="43465" y="24241"/>
                </a:lnTo>
                <a:lnTo>
                  <a:pt x="41636" y="25586"/>
                </a:lnTo>
                <a:lnTo>
                  <a:pt x="39842" y="26971"/>
                </a:lnTo>
                <a:lnTo>
                  <a:pt x="38083" y="28396"/>
                </a:lnTo>
                <a:lnTo>
                  <a:pt x="36359" y="29861"/>
                </a:lnTo>
                <a:lnTo>
                  <a:pt x="34672" y="31365"/>
                </a:lnTo>
                <a:lnTo>
                  <a:pt x="33019" y="32910"/>
                </a:lnTo>
                <a:lnTo>
                  <a:pt x="31403" y="34494"/>
                </a:lnTo>
                <a:lnTo>
                  <a:pt x="29822" y="36118"/>
                </a:lnTo>
                <a:lnTo>
                  <a:pt x="28276" y="37782"/>
                </a:lnTo>
                <a:lnTo>
                  <a:pt x="26766" y="39486"/>
                </a:lnTo>
                <a:lnTo>
                  <a:pt x="25292" y="41230"/>
                </a:lnTo>
                <a:lnTo>
                  <a:pt x="23853" y="43014"/>
                </a:lnTo>
                <a:lnTo>
                  <a:pt x="22450" y="44837"/>
                </a:lnTo>
                <a:lnTo>
                  <a:pt x="21083" y="46701"/>
                </a:lnTo>
                <a:lnTo>
                  <a:pt x="19752" y="48604"/>
                </a:lnTo>
                <a:lnTo>
                  <a:pt x="18456" y="50547"/>
                </a:lnTo>
                <a:lnTo>
                  <a:pt x="17196" y="52531"/>
                </a:lnTo>
                <a:lnTo>
                  <a:pt x="15972" y="54554"/>
                </a:lnTo>
                <a:lnTo>
                  <a:pt x="14784" y="56617"/>
                </a:lnTo>
                <a:lnTo>
                  <a:pt x="13632" y="58719"/>
                </a:lnTo>
                <a:lnTo>
                  <a:pt x="12519" y="60851"/>
                </a:lnTo>
                <a:lnTo>
                  <a:pt x="11453" y="62999"/>
                </a:lnTo>
                <a:lnTo>
                  <a:pt x="10435" y="65164"/>
                </a:lnTo>
                <a:lnTo>
                  <a:pt x="9464" y="67346"/>
                </a:lnTo>
                <a:lnTo>
                  <a:pt x="8541" y="69545"/>
                </a:lnTo>
                <a:lnTo>
                  <a:pt x="7665" y="71762"/>
                </a:lnTo>
                <a:lnTo>
                  <a:pt x="6837" y="73995"/>
                </a:lnTo>
                <a:lnTo>
                  <a:pt x="6056" y="76245"/>
                </a:lnTo>
                <a:lnTo>
                  <a:pt x="5322" y="78513"/>
                </a:lnTo>
                <a:lnTo>
                  <a:pt x="4636" y="80797"/>
                </a:lnTo>
                <a:lnTo>
                  <a:pt x="3997" y="83099"/>
                </a:lnTo>
                <a:lnTo>
                  <a:pt x="3406" y="85418"/>
                </a:lnTo>
                <a:lnTo>
                  <a:pt x="2861" y="87754"/>
                </a:lnTo>
                <a:lnTo>
                  <a:pt x="2365" y="90107"/>
                </a:lnTo>
                <a:lnTo>
                  <a:pt x="1915" y="92477"/>
                </a:lnTo>
                <a:lnTo>
                  <a:pt x="1513" y="94865"/>
                </a:lnTo>
                <a:lnTo>
                  <a:pt x="1158" y="97269"/>
                </a:lnTo>
                <a:lnTo>
                  <a:pt x="851" y="99691"/>
                </a:lnTo>
                <a:lnTo>
                  <a:pt x="591" y="102131"/>
                </a:lnTo>
                <a:lnTo>
                  <a:pt x="378" y="104587"/>
                </a:lnTo>
                <a:lnTo>
                  <a:pt x="213" y="107061"/>
                </a:lnTo>
                <a:lnTo>
                  <a:pt x="95" y="109552"/>
                </a:lnTo>
                <a:lnTo>
                  <a:pt x="24" y="112060"/>
                </a:lnTo>
                <a:lnTo>
                  <a:pt x="0" y="114586"/>
                </a:lnTo>
                <a:lnTo>
                  <a:pt x="36" y="117714"/>
                </a:lnTo>
                <a:lnTo>
                  <a:pt x="144" y="120807"/>
                </a:lnTo>
                <a:lnTo>
                  <a:pt x="323" y="123866"/>
                </a:lnTo>
                <a:lnTo>
                  <a:pt x="574" y="126890"/>
                </a:lnTo>
                <a:lnTo>
                  <a:pt x="897" y="129881"/>
                </a:lnTo>
                <a:lnTo>
                  <a:pt x="1292" y="132837"/>
                </a:lnTo>
                <a:lnTo>
                  <a:pt x="1759" y="135758"/>
                </a:lnTo>
                <a:lnTo>
                  <a:pt x="2297" y="138646"/>
                </a:lnTo>
                <a:lnTo>
                  <a:pt x="2908" y="141499"/>
                </a:lnTo>
                <a:lnTo>
                  <a:pt x="3590" y="144317"/>
                </a:lnTo>
                <a:lnTo>
                  <a:pt x="4344" y="147102"/>
                </a:lnTo>
                <a:lnTo>
                  <a:pt x="5169" y="149852"/>
                </a:lnTo>
                <a:lnTo>
                  <a:pt x="6067" y="152568"/>
                </a:lnTo>
                <a:lnTo>
                  <a:pt x="7036" y="155250"/>
                </a:lnTo>
                <a:lnTo>
                  <a:pt x="8077" y="157897"/>
                </a:lnTo>
                <a:lnTo>
                  <a:pt x="9190" y="160510"/>
                </a:lnTo>
                <a:lnTo>
                  <a:pt x="10374" y="163088"/>
                </a:lnTo>
                <a:lnTo>
                  <a:pt x="11631" y="165633"/>
                </a:lnTo>
                <a:lnTo>
                  <a:pt x="12959" y="168143"/>
                </a:lnTo>
                <a:lnTo>
                  <a:pt x="14359" y="170619"/>
                </a:lnTo>
                <a:lnTo>
                  <a:pt x="15831" y="173060"/>
                </a:lnTo>
                <a:lnTo>
                  <a:pt x="17375" y="175467"/>
                </a:lnTo>
                <a:lnTo>
                  <a:pt x="18990" y="177840"/>
                </a:lnTo>
                <a:lnTo>
                  <a:pt x="20677" y="180179"/>
                </a:lnTo>
                <a:lnTo>
                  <a:pt x="23024" y="183232"/>
                </a:lnTo>
                <a:lnTo>
                  <a:pt x="25450" y="186156"/>
                </a:lnTo>
                <a:lnTo>
                  <a:pt x="27955" y="188949"/>
                </a:lnTo>
                <a:lnTo>
                  <a:pt x="30539" y="191613"/>
                </a:lnTo>
                <a:lnTo>
                  <a:pt x="33202" y="194147"/>
                </a:lnTo>
                <a:lnTo>
                  <a:pt x="35945" y="196551"/>
                </a:lnTo>
                <a:lnTo>
                  <a:pt x="38766" y="198826"/>
                </a:lnTo>
                <a:lnTo>
                  <a:pt x="41667" y="200970"/>
                </a:lnTo>
                <a:lnTo>
                  <a:pt x="44647" y="202984"/>
                </a:lnTo>
                <a:lnTo>
                  <a:pt x="47706" y="204869"/>
                </a:lnTo>
                <a:lnTo>
                  <a:pt x="50845" y="206624"/>
                </a:lnTo>
                <a:lnTo>
                  <a:pt x="54062" y="208248"/>
                </a:lnTo>
                <a:lnTo>
                  <a:pt x="57359" y="209743"/>
                </a:lnTo>
                <a:lnTo>
                  <a:pt x="60735" y="211108"/>
                </a:lnTo>
                <a:lnTo>
                  <a:pt x="64190" y="212343"/>
                </a:lnTo>
                <a:lnTo>
                  <a:pt x="67724" y="213448"/>
                </a:lnTo>
                <a:lnTo>
                  <a:pt x="71338" y="214423"/>
                </a:lnTo>
                <a:lnTo>
                  <a:pt x="75030" y="215268"/>
                </a:lnTo>
                <a:lnTo>
                  <a:pt x="78802" y="215983"/>
                </a:lnTo>
                <a:lnTo>
                  <a:pt x="82653" y="216568"/>
                </a:lnTo>
                <a:lnTo>
                  <a:pt x="86583" y="217023"/>
                </a:lnTo>
                <a:lnTo>
                  <a:pt x="90592" y="217348"/>
                </a:lnTo>
                <a:lnTo>
                  <a:pt x="94681" y="217543"/>
                </a:lnTo>
                <a:lnTo>
                  <a:pt x="98848" y="217608"/>
                </a:lnTo>
                <a:lnTo>
                  <a:pt x="101169" y="217586"/>
                </a:lnTo>
                <a:lnTo>
                  <a:pt x="103462" y="217521"/>
                </a:lnTo>
                <a:lnTo>
                  <a:pt x="105729" y="217412"/>
                </a:lnTo>
                <a:lnTo>
                  <a:pt x="107970" y="217259"/>
                </a:lnTo>
                <a:lnTo>
                  <a:pt x="110184" y="217062"/>
                </a:lnTo>
                <a:lnTo>
                  <a:pt x="112371" y="216822"/>
                </a:lnTo>
                <a:lnTo>
                  <a:pt x="114532" y="216538"/>
                </a:lnTo>
                <a:lnTo>
                  <a:pt x="116667" y="216211"/>
                </a:lnTo>
                <a:lnTo>
                  <a:pt x="118774" y="215839"/>
                </a:lnTo>
                <a:lnTo>
                  <a:pt x="120856" y="215424"/>
                </a:lnTo>
                <a:lnTo>
                  <a:pt x="122911" y="214966"/>
                </a:lnTo>
                <a:lnTo>
                  <a:pt x="124939" y="214464"/>
                </a:lnTo>
                <a:lnTo>
                  <a:pt x="126941" y="213918"/>
                </a:lnTo>
                <a:lnTo>
                  <a:pt x="128916" y="213328"/>
                </a:lnTo>
                <a:lnTo>
                  <a:pt x="130865" y="212695"/>
                </a:lnTo>
                <a:lnTo>
                  <a:pt x="132787" y="212018"/>
                </a:lnTo>
                <a:lnTo>
                  <a:pt x="134683" y="211297"/>
                </a:lnTo>
                <a:lnTo>
                  <a:pt x="136552" y="210533"/>
                </a:lnTo>
                <a:lnTo>
                  <a:pt x="138395" y="209725"/>
                </a:lnTo>
                <a:lnTo>
                  <a:pt x="140211" y="208873"/>
                </a:lnTo>
                <a:lnTo>
                  <a:pt x="142000" y="207978"/>
                </a:lnTo>
                <a:lnTo>
                  <a:pt x="143763" y="207039"/>
                </a:lnTo>
                <a:lnTo>
                  <a:pt x="145500" y="206056"/>
                </a:lnTo>
                <a:lnTo>
                  <a:pt x="147210" y="205030"/>
                </a:lnTo>
                <a:lnTo>
                  <a:pt x="148900" y="203956"/>
                </a:lnTo>
                <a:lnTo>
                  <a:pt x="150572" y="202832"/>
                </a:lnTo>
                <a:lnTo>
                  <a:pt x="152227" y="201658"/>
                </a:lnTo>
                <a:lnTo>
                  <a:pt x="153863" y="200433"/>
                </a:lnTo>
                <a:lnTo>
                  <a:pt x="155482" y="199158"/>
                </a:lnTo>
                <a:lnTo>
                  <a:pt x="157083" y="197832"/>
                </a:lnTo>
                <a:lnTo>
                  <a:pt x="158665" y="196456"/>
                </a:lnTo>
                <a:lnTo>
                  <a:pt x="160230" y="195029"/>
                </a:lnTo>
                <a:lnTo>
                  <a:pt x="161778" y="193552"/>
                </a:lnTo>
                <a:lnTo>
                  <a:pt x="163307" y="192025"/>
                </a:lnTo>
                <a:lnTo>
                  <a:pt x="164819" y="190447"/>
                </a:lnTo>
                <a:lnTo>
                  <a:pt x="166312" y="188818"/>
                </a:lnTo>
                <a:lnTo>
                  <a:pt x="167789" y="187139"/>
                </a:lnTo>
                <a:lnTo>
                  <a:pt x="169247" y="185410"/>
                </a:lnTo>
                <a:lnTo>
                  <a:pt x="170688" y="183630"/>
                </a:lnTo>
                <a:lnTo>
                  <a:pt x="172111" y="181800"/>
                </a:lnTo>
                <a:lnTo>
                  <a:pt x="173516" y="179919"/>
                </a:lnTo>
                <a:lnTo>
                  <a:pt x="174903" y="177988"/>
                </a:lnTo>
                <a:lnTo>
                  <a:pt x="176273" y="176006"/>
                </a:lnTo>
                <a:lnTo>
                  <a:pt x="177626" y="173974"/>
                </a:lnTo>
                <a:lnTo>
                  <a:pt x="178960" y="171891"/>
                </a:lnTo>
                <a:lnTo>
                  <a:pt x="180278" y="169758"/>
                </a:lnTo>
                <a:lnTo>
                  <a:pt x="181577" y="167575"/>
                </a:lnTo>
                <a:lnTo>
                  <a:pt x="182859" y="165341"/>
                </a:lnTo>
                <a:lnTo>
                  <a:pt x="178226" y="162354"/>
                </a:lnTo>
                <a:lnTo>
                  <a:pt x="176721" y="164422"/>
                </a:lnTo>
                <a:lnTo>
                  <a:pt x="175226" y="166431"/>
                </a:lnTo>
                <a:lnTo>
                  <a:pt x="173742" y="168382"/>
                </a:lnTo>
                <a:lnTo>
                  <a:pt x="172268" y="170276"/>
                </a:lnTo>
                <a:lnTo>
                  <a:pt x="170805" y="172111"/>
                </a:lnTo>
                <a:lnTo>
                  <a:pt x="169352" y="173888"/>
                </a:lnTo>
                <a:lnTo>
                  <a:pt x="167909" y="175608"/>
                </a:lnTo>
                <a:lnTo>
                  <a:pt x="166477" y="177269"/>
                </a:lnTo>
                <a:lnTo>
                  <a:pt x="165055" y="178873"/>
                </a:lnTo>
                <a:lnTo>
                  <a:pt x="163643" y="180418"/>
                </a:lnTo>
                <a:lnTo>
                  <a:pt x="162242" y="181906"/>
                </a:lnTo>
                <a:lnTo>
                  <a:pt x="160851" y="183335"/>
                </a:lnTo>
                <a:lnTo>
                  <a:pt x="159471" y="184707"/>
                </a:lnTo>
                <a:lnTo>
                  <a:pt x="158101" y="186021"/>
                </a:lnTo>
                <a:lnTo>
                  <a:pt x="156741" y="187276"/>
                </a:lnTo>
                <a:lnTo>
                  <a:pt x="155392" y="188474"/>
                </a:lnTo>
                <a:lnTo>
                  <a:pt x="154053" y="189614"/>
                </a:lnTo>
                <a:lnTo>
                  <a:pt x="152724" y="190696"/>
                </a:lnTo>
                <a:lnTo>
                  <a:pt x="151406" y="191721"/>
                </a:lnTo>
                <a:lnTo>
                  <a:pt x="150098" y="192687"/>
                </a:lnTo>
                <a:lnTo>
                  <a:pt x="148800" y="193595"/>
                </a:lnTo>
                <a:lnTo>
                  <a:pt x="147513" y="194446"/>
                </a:lnTo>
                <a:lnTo>
                  <a:pt x="146236" y="195239"/>
                </a:lnTo>
                <a:lnTo>
                  <a:pt x="144970" y="195974"/>
                </a:lnTo>
                <a:lnTo>
                  <a:pt x="143701" y="196665"/>
                </a:lnTo>
                <a:lnTo>
                  <a:pt x="142416" y="197327"/>
                </a:lnTo>
                <a:lnTo>
                  <a:pt x="141114" y="197959"/>
                </a:lnTo>
                <a:lnTo>
                  <a:pt x="139797" y="198562"/>
                </a:lnTo>
                <a:lnTo>
                  <a:pt x="138464" y="199135"/>
                </a:lnTo>
                <a:lnTo>
                  <a:pt x="137115" y="199679"/>
                </a:lnTo>
                <a:lnTo>
                  <a:pt x="135750" y="200193"/>
                </a:lnTo>
                <a:lnTo>
                  <a:pt x="134368" y="200678"/>
                </a:lnTo>
                <a:lnTo>
                  <a:pt x="132971" y="201133"/>
                </a:lnTo>
                <a:lnTo>
                  <a:pt x="131557" y="201559"/>
                </a:lnTo>
                <a:lnTo>
                  <a:pt x="130128" y="201956"/>
                </a:lnTo>
                <a:lnTo>
                  <a:pt x="128682" y="202323"/>
                </a:lnTo>
                <a:lnTo>
                  <a:pt x="127220" y="202661"/>
                </a:lnTo>
                <a:lnTo>
                  <a:pt x="125742" y="202969"/>
                </a:lnTo>
                <a:lnTo>
                  <a:pt x="124248" y="203248"/>
                </a:lnTo>
                <a:lnTo>
                  <a:pt x="122737" y="203497"/>
                </a:lnTo>
                <a:lnTo>
                  <a:pt x="121210" y="203717"/>
                </a:lnTo>
                <a:lnTo>
                  <a:pt x="119667" y="203908"/>
                </a:lnTo>
                <a:lnTo>
                  <a:pt x="118108" y="204069"/>
                </a:lnTo>
                <a:lnTo>
                  <a:pt x="116533" y="204201"/>
                </a:lnTo>
                <a:lnTo>
                  <a:pt x="114941" y="204304"/>
                </a:lnTo>
                <a:lnTo>
                  <a:pt x="113333" y="204377"/>
                </a:lnTo>
                <a:lnTo>
                  <a:pt x="111708" y="204421"/>
                </a:lnTo>
                <a:lnTo>
                  <a:pt x="110068" y="204436"/>
                </a:lnTo>
                <a:lnTo>
                  <a:pt x="108181" y="204417"/>
                </a:lnTo>
                <a:lnTo>
                  <a:pt x="106312" y="204361"/>
                </a:lnTo>
                <a:lnTo>
                  <a:pt x="104460" y="204267"/>
                </a:lnTo>
                <a:lnTo>
                  <a:pt x="102625" y="204136"/>
                </a:lnTo>
                <a:lnTo>
                  <a:pt x="100808" y="203968"/>
                </a:lnTo>
                <a:lnTo>
                  <a:pt x="99008" y="203761"/>
                </a:lnTo>
                <a:lnTo>
                  <a:pt x="97225" y="203518"/>
                </a:lnTo>
                <a:lnTo>
                  <a:pt x="95460" y="203237"/>
                </a:lnTo>
                <a:lnTo>
                  <a:pt x="93712" y="202919"/>
                </a:lnTo>
                <a:lnTo>
                  <a:pt x="91981" y="202563"/>
                </a:lnTo>
                <a:lnTo>
                  <a:pt x="90268" y="202170"/>
                </a:lnTo>
                <a:lnTo>
                  <a:pt x="88572" y="201739"/>
                </a:lnTo>
                <a:lnTo>
                  <a:pt x="86894" y="201271"/>
                </a:lnTo>
                <a:lnTo>
                  <a:pt x="85232" y="200765"/>
                </a:lnTo>
                <a:lnTo>
                  <a:pt x="83589" y="200223"/>
                </a:lnTo>
                <a:lnTo>
                  <a:pt x="81962" y="199643"/>
                </a:lnTo>
                <a:lnTo>
                  <a:pt x="80353" y="199025"/>
                </a:lnTo>
                <a:lnTo>
                  <a:pt x="78761" y="198370"/>
                </a:lnTo>
                <a:lnTo>
                  <a:pt x="77187" y="197678"/>
                </a:lnTo>
                <a:lnTo>
                  <a:pt x="75630" y="196948"/>
                </a:lnTo>
                <a:lnTo>
                  <a:pt x="74090" y="196182"/>
                </a:lnTo>
                <a:lnTo>
                  <a:pt x="72568" y="195377"/>
                </a:lnTo>
                <a:lnTo>
                  <a:pt x="71063" y="194536"/>
                </a:lnTo>
                <a:lnTo>
                  <a:pt x="69575" y="193657"/>
                </a:lnTo>
                <a:lnTo>
                  <a:pt x="68111" y="192741"/>
                </a:lnTo>
                <a:lnTo>
                  <a:pt x="66679" y="191792"/>
                </a:lnTo>
                <a:lnTo>
                  <a:pt x="65277" y="190811"/>
                </a:lnTo>
                <a:lnTo>
                  <a:pt x="63906" y="189797"/>
                </a:lnTo>
                <a:lnTo>
                  <a:pt x="62566" y="188751"/>
                </a:lnTo>
                <a:lnTo>
                  <a:pt x="61257" y="187672"/>
                </a:lnTo>
                <a:lnTo>
                  <a:pt x="59979" y="186561"/>
                </a:lnTo>
                <a:lnTo>
                  <a:pt x="58732" y="185417"/>
                </a:lnTo>
                <a:lnTo>
                  <a:pt x="57516" y="184240"/>
                </a:lnTo>
                <a:lnTo>
                  <a:pt x="56331" y="183031"/>
                </a:lnTo>
                <a:lnTo>
                  <a:pt x="55176" y="181788"/>
                </a:lnTo>
                <a:lnTo>
                  <a:pt x="54053" y="180514"/>
                </a:lnTo>
                <a:lnTo>
                  <a:pt x="52960" y="179206"/>
                </a:lnTo>
                <a:lnTo>
                  <a:pt x="51898" y="177866"/>
                </a:lnTo>
                <a:lnTo>
                  <a:pt x="50868" y="176493"/>
                </a:lnTo>
                <a:lnTo>
                  <a:pt x="49868" y="175087"/>
                </a:lnTo>
                <a:lnTo>
                  <a:pt x="48899" y="173649"/>
                </a:lnTo>
                <a:lnTo>
                  <a:pt x="47961" y="172178"/>
                </a:lnTo>
                <a:lnTo>
                  <a:pt x="47054" y="170674"/>
                </a:lnTo>
                <a:lnTo>
                  <a:pt x="46177" y="169137"/>
                </a:lnTo>
                <a:lnTo>
                  <a:pt x="45332" y="167567"/>
                </a:lnTo>
                <a:lnTo>
                  <a:pt x="44518" y="165964"/>
                </a:lnTo>
                <a:lnTo>
                  <a:pt x="43734" y="164329"/>
                </a:lnTo>
                <a:lnTo>
                  <a:pt x="42982" y="162660"/>
                </a:lnTo>
                <a:lnTo>
                  <a:pt x="42260" y="160961"/>
                </a:lnTo>
                <a:lnTo>
                  <a:pt x="41569" y="159236"/>
                </a:lnTo>
                <a:lnTo>
                  <a:pt x="40909" y="157486"/>
                </a:lnTo>
                <a:lnTo>
                  <a:pt x="40280" y="155710"/>
                </a:lnTo>
                <a:lnTo>
                  <a:pt x="39682" y="153910"/>
                </a:lnTo>
                <a:lnTo>
                  <a:pt x="39115" y="152084"/>
                </a:lnTo>
                <a:lnTo>
                  <a:pt x="38578" y="150233"/>
                </a:lnTo>
                <a:lnTo>
                  <a:pt x="38073" y="148357"/>
                </a:lnTo>
                <a:lnTo>
                  <a:pt x="37598" y="146455"/>
                </a:lnTo>
                <a:lnTo>
                  <a:pt x="37154" y="144528"/>
                </a:lnTo>
                <a:lnTo>
                  <a:pt x="36740" y="142575"/>
                </a:lnTo>
                <a:lnTo>
                  <a:pt x="36357" y="140598"/>
                </a:lnTo>
                <a:lnTo>
                  <a:pt x="36005" y="138594"/>
                </a:lnTo>
                <a:lnTo>
                  <a:pt x="35684" y="136566"/>
                </a:lnTo>
                <a:lnTo>
                  <a:pt x="35393" y="134511"/>
                </a:lnTo>
                <a:lnTo>
                  <a:pt x="35133" y="132432"/>
                </a:lnTo>
                <a:lnTo>
                  <a:pt x="34904" y="130327"/>
                </a:lnTo>
                <a:lnTo>
                  <a:pt x="34705" y="128196"/>
                </a:lnTo>
                <a:lnTo>
                  <a:pt x="34537" y="126039"/>
                </a:lnTo>
                <a:lnTo>
                  <a:pt x="34400" y="123858"/>
                </a:lnTo>
                <a:lnTo>
                  <a:pt x="34293" y="121650"/>
                </a:lnTo>
                <a:lnTo>
                  <a:pt x="34217" y="119417"/>
                </a:lnTo>
                <a:lnTo>
                  <a:pt x="34171" y="117158"/>
                </a:lnTo>
                <a:lnTo>
                  <a:pt x="34156" y="114873"/>
                </a:lnTo>
                <a:lnTo>
                  <a:pt x="34172" y="112111"/>
                </a:lnTo>
                <a:lnTo>
                  <a:pt x="34221" y="109387"/>
                </a:lnTo>
                <a:lnTo>
                  <a:pt x="34302" y="106700"/>
                </a:lnTo>
                <a:lnTo>
                  <a:pt x="34416" y="104051"/>
                </a:lnTo>
                <a:lnTo>
                  <a:pt x="34562" y="101440"/>
                </a:lnTo>
                <a:lnTo>
                  <a:pt x="34740" y="98867"/>
                </a:lnTo>
                <a:lnTo>
                  <a:pt x="34952" y="96331"/>
                </a:lnTo>
                <a:lnTo>
                  <a:pt x="35195" y="93833"/>
                </a:lnTo>
                <a:lnTo>
                  <a:pt x="35471" y="91373"/>
                </a:lnTo>
                <a:lnTo>
                  <a:pt x="35780" y="88950"/>
                </a:lnTo>
                <a:lnTo>
                  <a:pt x="36120" y="86566"/>
                </a:lnTo>
                <a:lnTo>
                  <a:pt x="36494" y="84219"/>
                </a:lnTo>
                <a:lnTo>
                  <a:pt x="36899" y="81910"/>
                </a:lnTo>
                <a:lnTo>
                  <a:pt x="37338" y="79638"/>
                </a:lnTo>
                <a:lnTo>
                  <a:pt x="37808" y="77405"/>
                </a:lnTo>
                <a:lnTo>
                  <a:pt x="38311" y="75209"/>
                </a:lnTo>
                <a:lnTo>
                  <a:pt x="38846" y="73052"/>
                </a:lnTo>
                <a:lnTo>
                  <a:pt x="39414" y="70932"/>
                </a:lnTo>
                <a:lnTo>
                  <a:pt x="40014" y="68849"/>
                </a:lnTo>
                <a:lnTo>
                  <a:pt x="40646" y="66805"/>
                </a:lnTo>
                <a:lnTo>
                  <a:pt x="41311" y="64799"/>
                </a:lnTo>
                <a:lnTo>
                  <a:pt x="42008" y="62830"/>
                </a:lnTo>
                <a:lnTo>
                  <a:pt x="42737" y="60899"/>
                </a:lnTo>
                <a:lnTo>
                  <a:pt x="43499" y="59007"/>
                </a:lnTo>
                <a:lnTo>
                  <a:pt x="44291" y="57156"/>
                </a:lnTo>
                <a:lnTo>
                  <a:pt x="45108" y="55349"/>
                </a:lnTo>
                <a:lnTo>
                  <a:pt x="45949" y="53583"/>
                </a:lnTo>
                <a:lnTo>
                  <a:pt x="46814" y="51860"/>
                </a:lnTo>
                <a:lnTo>
                  <a:pt x="47703" y="50180"/>
                </a:lnTo>
                <a:lnTo>
                  <a:pt x="48617" y="48542"/>
                </a:lnTo>
                <a:lnTo>
                  <a:pt x="49555" y="46946"/>
                </a:lnTo>
                <a:lnTo>
                  <a:pt x="50517" y="45393"/>
                </a:lnTo>
                <a:lnTo>
                  <a:pt x="51504" y="43882"/>
                </a:lnTo>
                <a:lnTo>
                  <a:pt x="52514" y="42413"/>
                </a:lnTo>
                <a:lnTo>
                  <a:pt x="53549" y="40987"/>
                </a:lnTo>
                <a:lnTo>
                  <a:pt x="54608" y="39603"/>
                </a:lnTo>
                <a:lnTo>
                  <a:pt x="55691" y="38261"/>
                </a:lnTo>
                <a:lnTo>
                  <a:pt x="56798" y="36961"/>
                </a:lnTo>
                <a:lnTo>
                  <a:pt x="57929" y="35704"/>
                </a:lnTo>
                <a:lnTo>
                  <a:pt x="59085" y="34489"/>
                </a:lnTo>
                <a:lnTo>
                  <a:pt x="60264" y="33316"/>
                </a:lnTo>
                <a:lnTo>
                  <a:pt x="61467" y="32185"/>
                </a:lnTo>
                <a:lnTo>
                  <a:pt x="62695" y="31097"/>
                </a:lnTo>
                <a:lnTo>
                  <a:pt x="63946" y="30051"/>
                </a:lnTo>
                <a:lnTo>
                  <a:pt x="65222" y="29047"/>
                </a:lnTo>
                <a:lnTo>
                  <a:pt x="66521" y="28085"/>
                </a:lnTo>
                <a:lnTo>
                  <a:pt x="67845" y="27165"/>
                </a:lnTo>
                <a:lnTo>
                  <a:pt x="69192" y="26287"/>
                </a:lnTo>
                <a:lnTo>
                  <a:pt x="70558" y="25450"/>
                </a:lnTo>
                <a:lnTo>
                  <a:pt x="71938" y="24649"/>
                </a:lnTo>
                <a:lnTo>
                  <a:pt x="73332" y="23884"/>
                </a:lnTo>
                <a:lnTo>
                  <a:pt x="74739" y="23155"/>
                </a:lnTo>
                <a:lnTo>
                  <a:pt x="76160" y="22461"/>
                </a:lnTo>
                <a:lnTo>
                  <a:pt x="77595" y="21803"/>
                </a:lnTo>
                <a:lnTo>
                  <a:pt x="79043" y="21180"/>
                </a:lnTo>
                <a:lnTo>
                  <a:pt x="80506" y="20594"/>
                </a:lnTo>
                <a:lnTo>
                  <a:pt x="81981" y="20042"/>
                </a:lnTo>
                <a:lnTo>
                  <a:pt x="83471" y="19527"/>
                </a:lnTo>
                <a:lnTo>
                  <a:pt x="84973" y="19047"/>
                </a:lnTo>
                <a:lnTo>
                  <a:pt x="86490" y="18602"/>
                </a:lnTo>
                <a:lnTo>
                  <a:pt x="88020" y="18193"/>
                </a:lnTo>
                <a:lnTo>
                  <a:pt x="89564" y="17820"/>
                </a:lnTo>
                <a:lnTo>
                  <a:pt x="91121" y="17483"/>
                </a:lnTo>
                <a:lnTo>
                  <a:pt x="92691" y="17181"/>
                </a:lnTo>
                <a:lnTo>
                  <a:pt x="94275" y="16914"/>
                </a:lnTo>
                <a:lnTo>
                  <a:pt x="95873" y="16683"/>
                </a:lnTo>
                <a:lnTo>
                  <a:pt x="97484" y="16488"/>
                </a:lnTo>
                <a:lnTo>
                  <a:pt x="99109" y="16328"/>
                </a:lnTo>
                <a:lnTo>
                  <a:pt x="100747" y="16204"/>
                </a:lnTo>
                <a:lnTo>
                  <a:pt x="102398" y="16115"/>
                </a:lnTo>
                <a:lnTo>
                  <a:pt x="104063" y="16062"/>
                </a:lnTo>
                <a:lnTo>
                  <a:pt x="105741" y="16044"/>
                </a:lnTo>
                <a:lnTo>
                  <a:pt x="107737" y="16068"/>
                </a:lnTo>
                <a:lnTo>
                  <a:pt x="109709" y="16139"/>
                </a:lnTo>
                <a:lnTo>
                  <a:pt x="111658" y="16257"/>
                </a:lnTo>
                <a:lnTo>
                  <a:pt x="113582" y="16422"/>
                </a:lnTo>
                <a:lnTo>
                  <a:pt x="115483" y="16635"/>
                </a:lnTo>
                <a:lnTo>
                  <a:pt x="117361" y="16895"/>
                </a:lnTo>
                <a:lnTo>
                  <a:pt x="119214" y="17202"/>
                </a:lnTo>
                <a:lnTo>
                  <a:pt x="121044" y="17557"/>
                </a:lnTo>
                <a:lnTo>
                  <a:pt x="122850" y="17959"/>
                </a:lnTo>
                <a:lnTo>
                  <a:pt x="124632" y="18409"/>
                </a:lnTo>
                <a:lnTo>
                  <a:pt x="126390" y="18905"/>
                </a:lnTo>
                <a:lnTo>
                  <a:pt x="128124" y="19449"/>
                </a:lnTo>
                <a:lnTo>
                  <a:pt x="129835" y="20041"/>
                </a:lnTo>
                <a:lnTo>
                  <a:pt x="131522" y="20680"/>
                </a:lnTo>
                <a:lnTo>
                  <a:pt x="133185" y="21366"/>
                </a:lnTo>
                <a:lnTo>
                  <a:pt x="134824" y="22100"/>
                </a:lnTo>
                <a:lnTo>
                  <a:pt x="136439" y="22881"/>
                </a:lnTo>
                <a:lnTo>
                  <a:pt x="138030" y="23709"/>
                </a:lnTo>
                <a:lnTo>
                  <a:pt x="139597" y="24585"/>
                </a:lnTo>
                <a:lnTo>
                  <a:pt x="141141" y="25508"/>
                </a:lnTo>
                <a:lnTo>
                  <a:pt x="142661" y="26479"/>
                </a:lnTo>
                <a:lnTo>
                  <a:pt x="144156" y="27497"/>
                </a:lnTo>
                <a:lnTo>
                  <a:pt x="145628" y="28563"/>
                </a:lnTo>
                <a:lnTo>
                  <a:pt x="147076" y="29676"/>
                </a:lnTo>
                <a:lnTo>
                  <a:pt x="148496" y="30840"/>
                </a:lnTo>
                <a:lnTo>
                  <a:pt x="149888" y="32065"/>
                </a:lnTo>
                <a:lnTo>
                  <a:pt x="151254" y="33351"/>
                </a:lnTo>
                <a:lnTo>
                  <a:pt x="152591" y="34696"/>
                </a:lnTo>
                <a:lnTo>
                  <a:pt x="153902" y="36103"/>
                </a:lnTo>
                <a:lnTo>
                  <a:pt x="155185" y="37569"/>
                </a:lnTo>
                <a:lnTo>
                  <a:pt x="156440" y="39096"/>
                </a:lnTo>
                <a:lnTo>
                  <a:pt x="157668" y="40684"/>
                </a:lnTo>
                <a:lnTo>
                  <a:pt x="158869" y="42331"/>
                </a:lnTo>
                <a:lnTo>
                  <a:pt x="160042" y="44039"/>
                </a:lnTo>
                <a:lnTo>
                  <a:pt x="161188" y="45808"/>
                </a:lnTo>
                <a:lnTo>
                  <a:pt x="162306" y="47636"/>
                </a:lnTo>
                <a:lnTo>
                  <a:pt x="163397" y="49526"/>
                </a:lnTo>
                <a:lnTo>
                  <a:pt x="164460" y="51475"/>
                </a:lnTo>
                <a:lnTo>
                  <a:pt x="165496" y="53485"/>
                </a:lnTo>
                <a:lnTo>
                  <a:pt x="166504" y="55555"/>
                </a:lnTo>
                <a:lnTo>
                  <a:pt x="167484" y="57685"/>
                </a:lnTo>
                <a:lnTo>
                  <a:pt x="168437" y="59876"/>
                </a:lnTo>
                <a:lnTo>
                  <a:pt x="169362" y="62126"/>
                </a:lnTo>
                <a:lnTo>
                  <a:pt x="170260" y="64438"/>
                </a:lnTo>
                <a:lnTo>
                  <a:pt x="171130" y="66809"/>
                </a:lnTo>
                <a:lnTo>
                  <a:pt x="171972" y="69241"/>
                </a:lnTo>
                <a:lnTo>
                  <a:pt x="172787" y="71733"/>
                </a:lnTo>
                <a:lnTo>
                  <a:pt x="173573" y="74285"/>
                </a:lnTo>
                <a:lnTo>
                  <a:pt x="178226" y="74285"/>
                </a:lnTo>
                <a:lnTo>
                  <a:pt x="173573" y="5246"/>
                </a:lnTo>
                <a:lnTo>
                  <a:pt x="168328" y="5246"/>
                </a:lnTo>
                <a:lnTo>
                  <a:pt x="168187" y="5841"/>
                </a:lnTo>
                <a:lnTo>
                  <a:pt x="168039" y="6425"/>
                </a:lnTo>
                <a:lnTo>
                  <a:pt x="167882" y="6998"/>
                </a:lnTo>
                <a:lnTo>
                  <a:pt x="167718" y="7559"/>
                </a:lnTo>
                <a:close/>
                <a:moveTo>
                  <a:pt x="351382" y="93726"/>
                </a:moveTo>
                <a:lnTo>
                  <a:pt x="351860" y="93551"/>
                </a:lnTo>
                <a:lnTo>
                  <a:pt x="352332" y="93384"/>
                </a:lnTo>
                <a:lnTo>
                  <a:pt x="352798" y="93224"/>
                </a:lnTo>
                <a:lnTo>
                  <a:pt x="353258" y="93073"/>
                </a:lnTo>
                <a:lnTo>
                  <a:pt x="353713" y="92929"/>
                </a:lnTo>
                <a:lnTo>
                  <a:pt x="354163" y="92793"/>
                </a:lnTo>
                <a:lnTo>
                  <a:pt x="354607" y="92664"/>
                </a:lnTo>
                <a:lnTo>
                  <a:pt x="355045" y="92544"/>
                </a:lnTo>
                <a:lnTo>
                  <a:pt x="355477" y="92431"/>
                </a:lnTo>
                <a:lnTo>
                  <a:pt x="355904" y="92326"/>
                </a:lnTo>
                <a:lnTo>
                  <a:pt x="356325" y="92229"/>
                </a:lnTo>
                <a:lnTo>
                  <a:pt x="356740" y="92139"/>
                </a:lnTo>
                <a:lnTo>
                  <a:pt x="357150" y="92058"/>
                </a:lnTo>
                <a:lnTo>
                  <a:pt x="357554" y="91984"/>
                </a:lnTo>
                <a:lnTo>
                  <a:pt x="357952" y="91918"/>
                </a:lnTo>
                <a:lnTo>
                  <a:pt x="358345" y="91859"/>
                </a:lnTo>
                <a:lnTo>
                  <a:pt x="358731" y="91809"/>
                </a:lnTo>
                <a:lnTo>
                  <a:pt x="359112" y="91766"/>
                </a:lnTo>
                <a:lnTo>
                  <a:pt x="359488" y="91731"/>
                </a:lnTo>
                <a:lnTo>
                  <a:pt x="359857" y="91704"/>
                </a:lnTo>
                <a:lnTo>
                  <a:pt x="360221" y="91684"/>
                </a:lnTo>
                <a:lnTo>
                  <a:pt x="360579" y="91673"/>
                </a:lnTo>
                <a:lnTo>
                  <a:pt x="360932" y="91669"/>
                </a:lnTo>
                <a:lnTo>
                  <a:pt x="361252" y="91672"/>
                </a:lnTo>
                <a:lnTo>
                  <a:pt x="361567" y="91682"/>
                </a:lnTo>
                <a:lnTo>
                  <a:pt x="361877" y="91699"/>
                </a:lnTo>
                <a:lnTo>
                  <a:pt x="362181" y="91723"/>
                </a:lnTo>
                <a:lnTo>
                  <a:pt x="362480" y="91753"/>
                </a:lnTo>
                <a:lnTo>
                  <a:pt x="362773" y="91791"/>
                </a:lnTo>
                <a:lnTo>
                  <a:pt x="363061" y="91834"/>
                </a:lnTo>
                <a:lnTo>
                  <a:pt x="363344" y="91885"/>
                </a:lnTo>
                <a:lnTo>
                  <a:pt x="363621" y="91942"/>
                </a:lnTo>
                <a:lnTo>
                  <a:pt x="363893" y="92006"/>
                </a:lnTo>
                <a:lnTo>
                  <a:pt x="364160" y="92077"/>
                </a:lnTo>
                <a:lnTo>
                  <a:pt x="364421" y="92155"/>
                </a:lnTo>
                <a:lnTo>
                  <a:pt x="364677" y="92239"/>
                </a:lnTo>
                <a:lnTo>
                  <a:pt x="364927" y="92330"/>
                </a:lnTo>
                <a:lnTo>
                  <a:pt x="365172" y="92427"/>
                </a:lnTo>
                <a:lnTo>
                  <a:pt x="365412" y="92531"/>
                </a:lnTo>
                <a:lnTo>
                  <a:pt x="365646" y="92642"/>
                </a:lnTo>
                <a:lnTo>
                  <a:pt x="365875" y="92759"/>
                </a:lnTo>
                <a:lnTo>
                  <a:pt x="366098" y="92883"/>
                </a:lnTo>
                <a:lnTo>
                  <a:pt x="366316" y="93014"/>
                </a:lnTo>
                <a:lnTo>
                  <a:pt x="366529" y="93151"/>
                </a:lnTo>
                <a:lnTo>
                  <a:pt x="366736" y="93295"/>
                </a:lnTo>
                <a:lnTo>
                  <a:pt x="366938" y="93445"/>
                </a:lnTo>
                <a:lnTo>
                  <a:pt x="367135" y="93603"/>
                </a:lnTo>
                <a:lnTo>
                  <a:pt x="367327" y="93771"/>
                </a:lnTo>
                <a:lnTo>
                  <a:pt x="367514" y="93952"/>
                </a:lnTo>
                <a:lnTo>
                  <a:pt x="367697" y="94145"/>
                </a:lnTo>
                <a:lnTo>
                  <a:pt x="367877" y="94349"/>
                </a:lnTo>
                <a:lnTo>
                  <a:pt x="368052" y="94566"/>
                </a:lnTo>
                <a:lnTo>
                  <a:pt x="368222" y="94794"/>
                </a:lnTo>
                <a:lnTo>
                  <a:pt x="368389" y="95035"/>
                </a:lnTo>
                <a:lnTo>
                  <a:pt x="368552" y="95287"/>
                </a:lnTo>
                <a:lnTo>
                  <a:pt x="368710" y="95552"/>
                </a:lnTo>
                <a:lnTo>
                  <a:pt x="368864" y="95828"/>
                </a:lnTo>
                <a:lnTo>
                  <a:pt x="369014" y="96117"/>
                </a:lnTo>
                <a:lnTo>
                  <a:pt x="369159" y="96417"/>
                </a:lnTo>
                <a:lnTo>
                  <a:pt x="369301" y="96729"/>
                </a:lnTo>
                <a:lnTo>
                  <a:pt x="369438" y="97054"/>
                </a:lnTo>
                <a:lnTo>
                  <a:pt x="369571" y="97390"/>
                </a:lnTo>
                <a:lnTo>
                  <a:pt x="369700" y="97738"/>
                </a:lnTo>
                <a:lnTo>
                  <a:pt x="369825" y="98098"/>
                </a:lnTo>
                <a:lnTo>
                  <a:pt x="369946" y="98470"/>
                </a:lnTo>
                <a:lnTo>
                  <a:pt x="370062" y="98854"/>
                </a:lnTo>
                <a:lnTo>
                  <a:pt x="370174" y="99250"/>
                </a:lnTo>
                <a:lnTo>
                  <a:pt x="370282" y="99658"/>
                </a:lnTo>
                <a:lnTo>
                  <a:pt x="370386" y="100079"/>
                </a:lnTo>
                <a:lnTo>
                  <a:pt x="370486" y="100510"/>
                </a:lnTo>
                <a:lnTo>
                  <a:pt x="370581" y="100954"/>
                </a:lnTo>
                <a:lnTo>
                  <a:pt x="370672" y="101438"/>
                </a:lnTo>
                <a:lnTo>
                  <a:pt x="370760" y="101988"/>
                </a:lnTo>
                <a:lnTo>
                  <a:pt x="370844" y="102606"/>
                </a:lnTo>
                <a:lnTo>
                  <a:pt x="370924" y="103290"/>
                </a:lnTo>
                <a:lnTo>
                  <a:pt x="371000" y="104042"/>
                </a:lnTo>
                <a:lnTo>
                  <a:pt x="371072" y="104860"/>
                </a:lnTo>
                <a:lnTo>
                  <a:pt x="371141" y="105746"/>
                </a:lnTo>
                <a:lnTo>
                  <a:pt x="371206" y="106698"/>
                </a:lnTo>
                <a:lnTo>
                  <a:pt x="371267" y="107718"/>
                </a:lnTo>
                <a:lnTo>
                  <a:pt x="371323" y="108804"/>
                </a:lnTo>
                <a:lnTo>
                  <a:pt x="371377" y="109958"/>
                </a:lnTo>
                <a:lnTo>
                  <a:pt x="371426" y="111178"/>
                </a:lnTo>
                <a:lnTo>
                  <a:pt x="371471" y="112466"/>
                </a:lnTo>
                <a:lnTo>
                  <a:pt x="371513" y="113820"/>
                </a:lnTo>
                <a:lnTo>
                  <a:pt x="371550" y="115242"/>
                </a:lnTo>
                <a:lnTo>
                  <a:pt x="371584" y="116730"/>
                </a:lnTo>
                <a:lnTo>
                  <a:pt x="371613" y="118286"/>
                </a:lnTo>
                <a:lnTo>
                  <a:pt x="371639" y="119908"/>
                </a:lnTo>
                <a:lnTo>
                  <a:pt x="371661" y="121598"/>
                </a:lnTo>
                <a:lnTo>
                  <a:pt x="371679" y="123355"/>
                </a:lnTo>
                <a:lnTo>
                  <a:pt x="371693" y="125178"/>
                </a:lnTo>
                <a:lnTo>
                  <a:pt x="371703" y="127069"/>
                </a:lnTo>
                <a:lnTo>
                  <a:pt x="371709" y="129027"/>
                </a:lnTo>
                <a:lnTo>
                  <a:pt x="371711" y="131051"/>
                </a:lnTo>
                <a:lnTo>
                  <a:pt x="371711" y="181978"/>
                </a:lnTo>
                <a:lnTo>
                  <a:pt x="371704" y="183209"/>
                </a:lnTo>
                <a:lnTo>
                  <a:pt x="371685" y="184405"/>
                </a:lnTo>
                <a:lnTo>
                  <a:pt x="371653" y="185569"/>
                </a:lnTo>
                <a:lnTo>
                  <a:pt x="371608" y="186699"/>
                </a:lnTo>
                <a:lnTo>
                  <a:pt x="371551" y="187796"/>
                </a:lnTo>
                <a:lnTo>
                  <a:pt x="371481" y="188859"/>
                </a:lnTo>
                <a:lnTo>
                  <a:pt x="371398" y="189889"/>
                </a:lnTo>
                <a:lnTo>
                  <a:pt x="371302" y="190885"/>
                </a:lnTo>
                <a:lnTo>
                  <a:pt x="371194" y="191848"/>
                </a:lnTo>
                <a:lnTo>
                  <a:pt x="371072" y="192777"/>
                </a:lnTo>
                <a:lnTo>
                  <a:pt x="370938" y="193673"/>
                </a:lnTo>
                <a:lnTo>
                  <a:pt x="370792" y="194535"/>
                </a:lnTo>
                <a:lnTo>
                  <a:pt x="370632" y="195364"/>
                </a:lnTo>
                <a:lnTo>
                  <a:pt x="370460" y="196159"/>
                </a:lnTo>
                <a:lnTo>
                  <a:pt x="370275" y="196920"/>
                </a:lnTo>
                <a:lnTo>
                  <a:pt x="370077" y="197648"/>
                </a:lnTo>
                <a:lnTo>
                  <a:pt x="369866" y="198342"/>
                </a:lnTo>
                <a:lnTo>
                  <a:pt x="369643" y="199002"/>
                </a:lnTo>
                <a:lnTo>
                  <a:pt x="369407" y="199628"/>
                </a:lnTo>
                <a:lnTo>
                  <a:pt x="369158" y="200221"/>
                </a:lnTo>
                <a:lnTo>
                  <a:pt x="368896" y="200780"/>
                </a:lnTo>
                <a:lnTo>
                  <a:pt x="368622" y="201305"/>
                </a:lnTo>
                <a:lnTo>
                  <a:pt x="368335" y="201796"/>
                </a:lnTo>
                <a:lnTo>
                  <a:pt x="368035" y="202253"/>
                </a:lnTo>
                <a:lnTo>
                  <a:pt x="367717" y="202689"/>
                </a:lnTo>
                <a:lnTo>
                  <a:pt x="367375" y="203106"/>
                </a:lnTo>
                <a:lnTo>
                  <a:pt x="367010" y="203505"/>
                </a:lnTo>
                <a:lnTo>
                  <a:pt x="366621" y="203884"/>
                </a:lnTo>
                <a:lnTo>
                  <a:pt x="366209" y="204245"/>
                </a:lnTo>
                <a:lnTo>
                  <a:pt x="365773" y="204587"/>
                </a:lnTo>
                <a:lnTo>
                  <a:pt x="365313" y="204911"/>
                </a:lnTo>
                <a:lnTo>
                  <a:pt x="364830" y="205216"/>
                </a:lnTo>
                <a:lnTo>
                  <a:pt x="364324" y="205502"/>
                </a:lnTo>
                <a:lnTo>
                  <a:pt x="363793" y="205770"/>
                </a:lnTo>
                <a:lnTo>
                  <a:pt x="363239" y="206019"/>
                </a:lnTo>
                <a:lnTo>
                  <a:pt x="362662" y="206250"/>
                </a:lnTo>
                <a:lnTo>
                  <a:pt x="362061" y="206462"/>
                </a:lnTo>
                <a:lnTo>
                  <a:pt x="361436" y="206656"/>
                </a:lnTo>
                <a:lnTo>
                  <a:pt x="360788" y="206831"/>
                </a:lnTo>
                <a:lnTo>
                  <a:pt x="360115" y="206987"/>
                </a:lnTo>
                <a:lnTo>
                  <a:pt x="359420" y="207125"/>
                </a:lnTo>
                <a:lnTo>
                  <a:pt x="358700" y="207245"/>
                </a:lnTo>
                <a:lnTo>
                  <a:pt x="357957" y="207346"/>
                </a:lnTo>
                <a:lnTo>
                  <a:pt x="357190" y="207429"/>
                </a:lnTo>
                <a:lnTo>
                  <a:pt x="356400" y="207493"/>
                </a:lnTo>
                <a:lnTo>
                  <a:pt x="355586" y="207539"/>
                </a:lnTo>
                <a:lnTo>
                  <a:pt x="354748" y="207567"/>
                </a:lnTo>
                <a:lnTo>
                  <a:pt x="353886" y="207576"/>
                </a:lnTo>
                <a:lnTo>
                  <a:pt x="350899" y="207576"/>
                </a:lnTo>
                <a:lnTo>
                  <a:pt x="350899" y="212975"/>
                </a:lnTo>
                <a:lnTo>
                  <a:pt x="418732" y="212975"/>
                </a:lnTo>
                <a:lnTo>
                  <a:pt x="418732" y="207576"/>
                </a:lnTo>
                <a:lnTo>
                  <a:pt x="417809" y="207572"/>
                </a:lnTo>
                <a:lnTo>
                  <a:pt x="416913" y="207562"/>
                </a:lnTo>
                <a:lnTo>
                  <a:pt x="416043" y="207544"/>
                </a:lnTo>
                <a:lnTo>
                  <a:pt x="415200" y="207520"/>
                </a:lnTo>
                <a:lnTo>
                  <a:pt x="414382" y="207489"/>
                </a:lnTo>
                <a:lnTo>
                  <a:pt x="413591" y="207450"/>
                </a:lnTo>
                <a:lnTo>
                  <a:pt x="412826" y="207405"/>
                </a:lnTo>
                <a:lnTo>
                  <a:pt x="412088" y="207353"/>
                </a:lnTo>
                <a:lnTo>
                  <a:pt x="411376" y="207293"/>
                </a:lnTo>
                <a:lnTo>
                  <a:pt x="410690" y="207227"/>
                </a:lnTo>
                <a:lnTo>
                  <a:pt x="410030" y="207154"/>
                </a:lnTo>
                <a:lnTo>
                  <a:pt x="409396" y="207073"/>
                </a:lnTo>
                <a:lnTo>
                  <a:pt x="408789" y="206986"/>
                </a:lnTo>
                <a:lnTo>
                  <a:pt x="408208" y="206892"/>
                </a:lnTo>
                <a:lnTo>
                  <a:pt x="407653" y="206791"/>
                </a:lnTo>
                <a:lnTo>
                  <a:pt x="407124" y="206682"/>
                </a:lnTo>
                <a:lnTo>
                  <a:pt x="406622" y="206567"/>
                </a:lnTo>
                <a:lnTo>
                  <a:pt x="406145" y="206445"/>
                </a:lnTo>
                <a:lnTo>
                  <a:pt x="405695" y="206316"/>
                </a:lnTo>
                <a:lnTo>
                  <a:pt x="405271" y="206180"/>
                </a:lnTo>
                <a:lnTo>
                  <a:pt x="404873" y="206037"/>
                </a:lnTo>
                <a:lnTo>
                  <a:pt x="404502" y="205887"/>
                </a:lnTo>
                <a:lnTo>
                  <a:pt x="404156" y="205730"/>
                </a:lnTo>
                <a:lnTo>
                  <a:pt x="403837" y="205566"/>
                </a:lnTo>
                <a:lnTo>
                  <a:pt x="403533" y="205392"/>
                </a:lnTo>
                <a:lnTo>
                  <a:pt x="403235" y="205210"/>
                </a:lnTo>
                <a:lnTo>
                  <a:pt x="402943" y="205020"/>
                </a:lnTo>
                <a:lnTo>
                  <a:pt x="402656" y="204822"/>
                </a:lnTo>
                <a:lnTo>
                  <a:pt x="402375" y="204616"/>
                </a:lnTo>
                <a:lnTo>
                  <a:pt x="402099" y="204403"/>
                </a:lnTo>
                <a:lnTo>
                  <a:pt x="401829" y="204181"/>
                </a:lnTo>
                <a:lnTo>
                  <a:pt x="401564" y="203951"/>
                </a:lnTo>
                <a:lnTo>
                  <a:pt x="401305" y="203713"/>
                </a:lnTo>
                <a:lnTo>
                  <a:pt x="401051" y="203468"/>
                </a:lnTo>
                <a:lnTo>
                  <a:pt x="400803" y="203214"/>
                </a:lnTo>
                <a:lnTo>
                  <a:pt x="400561" y="202952"/>
                </a:lnTo>
                <a:lnTo>
                  <a:pt x="400323" y="202683"/>
                </a:lnTo>
                <a:lnTo>
                  <a:pt x="400092" y="202405"/>
                </a:lnTo>
                <a:lnTo>
                  <a:pt x="399865" y="202119"/>
                </a:lnTo>
                <a:lnTo>
                  <a:pt x="399645" y="201826"/>
                </a:lnTo>
                <a:lnTo>
                  <a:pt x="399429" y="201524"/>
                </a:lnTo>
                <a:lnTo>
                  <a:pt x="399219" y="201215"/>
                </a:lnTo>
                <a:lnTo>
                  <a:pt x="399015" y="200897"/>
                </a:lnTo>
                <a:lnTo>
                  <a:pt x="398816" y="200572"/>
                </a:lnTo>
                <a:lnTo>
                  <a:pt x="398622" y="200238"/>
                </a:lnTo>
                <a:lnTo>
                  <a:pt x="398434" y="199897"/>
                </a:lnTo>
                <a:lnTo>
                  <a:pt x="398251" y="199548"/>
                </a:lnTo>
                <a:lnTo>
                  <a:pt x="398074" y="199190"/>
                </a:lnTo>
                <a:lnTo>
                  <a:pt x="397938" y="198897"/>
                </a:lnTo>
                <a:lnTo>
                  <a:pt x="397808" y="198566"/>
                </a:lnTo>
                <a:lnTo>
                  <a:pt x="397684" y="198199"/>
                </a:lnTo>
                <a:lnTo>
                  <a:pt x="397566" y="197796"/>
                </a:lnTo>
                <a:lnTo>
                  <a:pt x="397454" y="197355"/>
                </a:lnTo>
                <a:lnTo>
                  <a:pt x="397348" y="196878"/>
                </a:lnTo>
                <a:lnTo>
                  <a:pt x="397248" y="196364"/>
                </a:lnTo>
                <a:lnTo>
                  <a:pt x="397154" y="195813"/>
                </a:lnTo>
                <a:lnTo>
                  <a:pt x="397065" y="195225"/>
                </a:lnTo>
                <a:lnTo>
                  <a:pt x="396982" y="194600"/>
                </a:lnTo>
                <a:lnTo>
                  <a:pt x="396905" y="193939"/>
                </a:lnTo>
                <a:lnTo>
                  <a:pt x="396834" y="193241"/>
                </a:lnTo>
                <a:lnTo>
                  <a:pt x="396769" y="192505"/>
                </a:lnTo>
                <a:lnTo>
                  <a:pt x="396709" y="191733"/>
                </a:lnTo>
                <a:lnTo>
                  <a:pt x="396656" y="190924"/>
                </a:lnTo>
                <a:lnTo>
                  <a:pt x="396608" y="190078"/>
                </a:lnTo>
                <a:lnTo>
                  <a:pt x="396565" y="189195"/>
                </a:lnTo>
                <a:lnTo>
                  <a:pt x="396529" y="188275"/>
                </a:lnTo>
                <a:lnTo>
                  <a:pt x="396498" y="187318"/>
                </a:lnTo>
                <a:lnTo>
                  <a:pt x="396472" y="186325"/>
                </a:lnTo>
                <a:lnTo>
                  <a:pt x="396453" y="185294"/>
                </a:lnTo>
                <a:lnTo>
                  <a:pt x="396439" y="184226"/>
                </a:lnTo>
                <a:lnTo>
                  <a:pt x="396430" y="183120"/>
                </a:lnTo>
                <a:lnTo>
                  <a:pt x="396427" y="181978"/>
                </a:lnTo>
                <a:lnTo>
                  <a:pt x="396427" y="109646"/>
                </a:lnTo>
                <a:lnTo>
                  <a:pt x="397900" y="108058"/>
                </a:lnTo>
                <a:lnTo>
                  <a:pt x="399372" y="106536"/>
                </a:lnTo>
                <a:lnTo>
                  <a:pt x="400846" y="105082"/>
                </a:lnTo>
                <a:lnTo>
                  <a:pt x="402319" y="103696"/>
                </a:lnTo>
                <a:lnTo>
                  <a:pt x="403794" y="102377"/>
                </a:lnTo>
                <a:lnTo>
                  <a:pt x="405269" y="101125"/>
                </a:lnTo>
                <a:lnTo>
                  <a:pt x="406744" y="99941"/>
                </a:lnTo>
                <a:lnTo>
                  <a:pt x="408220" y="98824"/>
                </a:lnTo>
                <a:lnTo>
                  <a:pt x="409697" y="97775"/>
                </a:lnTo>
                <a:lnTo>
                  <a:pt x="411174" y="96794"/>
                </a:lnTo>
                <a:lnTo>
                  <a:pt x="412652" y="95880"/>
                </a:lnTo>
                <a:lnTo>
                  <a:pt x="414130" y="95034"/>
                </a:lnTo>
                <a:lnTo>
                  <a:pt x="415609" y="94255"/>
                </a:lnTo>
                <a:lnTo>
                  <a:pt x="417088" y="93544"/>
                </a:lnTo>
                <a:lnTo>
                  <a:pt x="418567" y="92900"/>
                </a:lnTo>
                <a:lnTo>
                  <a:pt x="420047" y="92325"/>
                </a:lnTo>
                <a:lnTo>
                  <a:pt x="421528" y="91817"/>
                </a:lnTo>
                <a:lnTo>
                  <a:pt x="423009" y="91376"/>
                </a:lnTo>
                <a:lnTo>
                  <a:pt x="424490" y="91004"/>
                </a:lnTo>
                <a:lnTo>
                  <a:pt x="425972" y="90699"/>
                </a:lnTo>
                <a:lnTo>
                  <a:pt x="427455" y="90461"/>
                </a:lnTo>
                <a:lnTo>
                  <a:pt x="428937" y="90292"/>
                </a:lnTo>
                <a:lnTo>
                  <a:pt x="430421" y="90190"/>
                </a:lnTo>
                <a:lnTo>
                  <a:pt x="431904" y="90156"/>
                </a:lnTo>
                <a:lnTo>
                  <a:pt x="432855" y="90171"/>
                </a:lnTo>
                <a:lnTo>
                  <a:pt x="433782" y="90215"/>
                </a:lnTo>
                <a:lnTo>
                  <a:pt x="434686" y="90289"/>
                </a:lnTo>
                <a:lnTo>
                  <a:pt x="435567" y="90392"/>
                </a:lnTo>
                <a:lnTo>
                  <a:pt x="436425" y="90525"/>
                </a:lnTo>
                <a:lnTo>
                  <a:pt x="437260" y="90687"/>
                </a:lnTo>
                <a:lnTo>
                  <a:pt x="438071" y="90879"/>
                </a:lnTo>
                <a:lnTo>
                  <a:pt x="438860" y="91100"/>
                </a:lnTo>
                <a:lnTo>
                  <a:pt x="439625" y="91351"/>
                </a:lnTo>
                <a:lnTo>
                  <a:pt x="440367" y="91631"/>
                </a:lnTo>
                <a:lnTo>
                  <a:pt x="441085" y="91940"/>
                </a:lnTo>
                <a:lnTo>
                  <a:pt x="441781" y="92279"/>
                </a:lnTo>
                <a:lnTo>
                  <a:pt x="442453" y="92647"/>
                </a:lnTo>
                <a:lnTo>
                  <a:pt x="443102" y="93045"/>
                </a:lnTo>
                <a:lnTo>
                  <a:pt x="443728" y="93472"/>
                </a:lnTo>
                <a:lnTo>
                  <a:pt x="444330" y="93929"/>
                </a:lnTo>
                <a:lnTo>
                  <a:pt x="444910" y="94415"/>
                </a:lnTo>
                <a:lnTo>
                  <a:pt x="445465" y="94930"/>
                </a:lnTo>
                <a:lnTo>
                  <a:pt x="445998" y="95474"/>
                </a:lnTo>
                <a:lnTo>
                  <a:pt x="446507" y="96048"/>
                </a:lnTo>
                <a:lnTo>
                  <a:pt x="446994" y="96652"/>
                </a:lnTo>
                <a:lnTo>
                  <a:pt x="447456" y="97284"/>
                </a:lnTo>
                <a:lnTo>
                  <a:pt x="447896" y="97946"/>
                </a:lnTo>
                <a:lnTo>
                  <a:pt x="448312" y="98638"/>
                </a:lnTo>
                <a:lnTo>
                  <a:pt x="448708" y="99359"/>
                </a:lnTo>
                <a:lnTo>
                  <a:pt x="449087" y="100117"/>
                </a:lnTo>
                <a:lnTo>
                  <a:pt x="449450" y="100910"/>
                </a:lnTo>
                <a:lnTo>
                  <a:pt x="449796" y="101739"/>
                </a:lnTo>
                <a:lnTo>
                  <a:pt x="450125" y="102604"/>
                </a:lnTo>
                <a:lnTo>
                  <a:pt x="450437" y="103505"/>
                </a:lnTo>
                <a:lnTo>
                  <a:pt x="450732" y="104441"/>
                </a:lnTo>
                <a:lnTo>
                  <a:pt x="451011" y="105413"/>
                </a:lnTo>
                <a:lnTo>
                  <a:pt x="451272" y="106421"/>
                </a:lnTo>
                <a:lnTo>
                  <a:pt x="451517" y="107465"/>
                </a:lnTo>
                <a:lnTo>
                  <a:pt x="451745" y="108544"/>
                </a:lnTo>
                <a:lnTo>
                  <a:pt x="451957" y="109658"/>
                </a:lnTo>
                <a:lnTo>
                  <a:pt x="452151" y="110809"/>
                </a:lnTo>
                <a:lnTo>
                  <a:pt x="452329" y="111995"/>
                </a:lnTo>
                <a:lnTo>
                  <a:pt x="452489" y="113216"/>
                </a:lnTo>
                <a:lnTo>
                  <a:pt x="452633" y="114473"/>
                </a:lnTo>
                <a:lnTo>
                  <a:pt x="452760" y="115766"/>
                </a:lnTo>
                <a:lnTo>
                  <a:pt x="452870" y="117094"/>
                </a:lnTo>
                <a:lnTo>
                  <a:pt x="452963" y="118457"/>
                </a:lnTo>
                <a:lnTo>
                  <a:pt x="453039" y="119856"/>
                </a:lnTo>
                <a:lnTo>
                  <a:pt x="453099" y="121290"/>
                </a:lnTo>
                <a:lnTo>
                  <a:pt x="453141" y="122760"/>
                </a:lnTo>
                <a:lnTo>
                  <a:pt x="453166" y="124265"/>
                </a:lnTo>
                <a:lnTo>
                  <a:pt x="453175" y="125805"/>
                </a:lnTo>
                <a:lnTo>
                  <a:pt x="453175" y="181978"/>
                </a:lnTo>
                <a:lnTo>
                  <a:pt x="453174" y="182948"/>
                </a:lnTo>
                <a:lnTo>
                  <a:pt x="453171" y="183884"/>
                </a:lnTo>
                <a:lnTo>
                  <a:pt x="453166" y="184786"/>
                </a:lnTo>
                <a:lnTo>
                  <a:pt x="453159" y="185656"/>
                </a:lnTo>
                <a:lnTo>
                  <a:pt x="453150" y="186492"/>
                </a:lnTo>
                <a:lnTo>
                  <a:pt x="453139" y="187295"/>
                </a:lnTo>
                <a:lnTo>
                  <a:pt x="453125" y="188064"/>
                </a:lnTo>
                <a:lnTo>
                  <a:pt x="453110" y="188801"/>
                </a:lnTo>
                <a:lnTo>
                  <a:pt x="453093" y="189503"/>
                </a:lnTo>
                <a:lnTo>
                  <a:pt x="453074" y="190173"/>
                </a:lnTo>
                <a:lnTo>
                  <a:pt x="453052" y="190809"/>
                </a:lnTo>
                <a:lnTo>
                  <a:pt x="453029" y="191412"/>
                </a:lnTo>
                <a:lnTo>
                  <a:pt x="453003" y="191982"/>
                </a:lnTo>
                <a:lnTo>
                  <a:pt x="452976" y="192518"/>
                </a:lnTo>
                <a:lnTo>
                  <a:pt x="452946" y="193021"/>
                </a:lnTo>
                <a:lnTo>
                  <a:pt x="452914" y="193491"/>
                </a:lnTo>
                <a:lnTo>
                  <a:pt x="452880" y="193928"/>
                </a:lnTo>
                <a:lnTo>
                  <a:pt x="452844" y="194331"/>
                </a:lnTo>
                <a:lnTo>
                  <a:pt x="452805" y="194701"/>
                </a:lnTo>
                <a:lnTo>
                  <a:pt x="452765" y="195037"/>
                </a:lnTo>
                <a:lnTo>
                  <a:pt x="452722" y="195340"/>
                </a:lnTo>
                <a:lnTo>
                  <a:pt x="452677" y="195610"/>
                </a:lnTo>
                <a:lnTo>
                  <a:pt x="452630" y="195847"/>
                </a:lnTo>
                <a:lnTo>
                  <a:pt x="452581" y="196050"/>
                </a:lnTo>
                <a:lnTo>
                  <a:pt x="452453" y="196519"/>
                </a:lnTo>
                <a:lnTo>
                  <a:pt x="452316" y="196979"/>
                </a:lnTo>
                <a:lnTo>
                  <a:pt x="452171" y="197429"/>
                </a:lnTo>
                <a:lnTo>
                  <a:pt x="452018" y="197869"/>
                </a:lnTo>
                <a:lnTo>
                  <a:pt x="451857" y="198300"/>
                </a:lnTo>
                <a:lnTo>
                  <a:pt x="451688" y="198721"/>
                </a:lnTo>
                <a:lnTo>
                  <a:pt x="451510" y="199133"/>
                </a:lnTo>
                <a:lnTo>
                  <a:pt x="451325" y="199535"/>
                </a:lnTo>
                <a:lnTo>
                  <a:pt x="451131" y="199927"/>
                </a:lnTo>
                <a:lnTo>
                  <a:pt x="450929" y="200310"/>
                </a:lnTo>
                <a:lnTo>
                  <a:pt x="450720" y="200684"/>
                </a:lnTo>
                <a:lnTo>
                  <a:pt x="450502" y="201047"/>
                </a:lnTo>
                <a:lnTo>
                  <a:pt x="450276" y="201401"/>
                </a:lnTo>
                <a:lnTo>
                  <a:pt x="450042" y="201746"/>
                </a:lnTo>
                <a:lnTo>
                  <a:pt x="449799" y="202081"/>
                </a:lnTo>
                <a:lnTo>
                  <a:pt x="449549" y="202407"/>
                </a:lnTo>
                <a:lnTo>
                  <a:pt x="449291" y="202723"/>
                </a:lnTo>
                <a:lnTo>
                  <a:pt x="449025" y="203029"/>
                </a:lnTo>
                <a:lnTo>
                  <a:pt x="448750" y="203326"/>
                </a:lnTo>
                <a:lnTo>
                  <a:pt x="448468" y="203613"/>
                </a:lnTo>
                <a:lnTo>
                  <a:pt x="448178" y="203890"/>
                </a:lnTo>
                <a:lnTo>
                  <a:pt x="447879" y="204158"/>
                </a:lnTo>
                <a:lnTo>
                  <a:pt x="447573" y="204417"/>
                </a:lnTo>
                <a:lnTo>
                  <a:pt x="447259" y="204666"/>
                </a:lnTo>
                <a:lnTo>
                  <a:pt x="446931" y="204903"/>
                </a:lnTo>
                <a:lnTo>
                  <a:pt x="446582" y="205129"/>
                </a:lnTo>
                <a:lnTo>
                  <a:pt x="446214" y="205346"/>
                </a:lnTo>
                <a:lnTo>
                  <a:pt x="445826" y="205553"/>
                </a:lnTo>
                <a:lnTo>
                  <a:pt x="445418" y="205750"/>
                </a:lnTo>
                <a:lnTo>
                  <a:pt x="444990" y="205936"/>
                </a:lnTo>
                <a:lnTo>
                  <a:pt x="444542" y="206113"/>
                </a:lnTo>
                <a:lnTo>
                  <a:pt x="444074" y="206280"/>
                </a:lnTo>
                <a:lnTo>
                  <a:pt x="443585" y="206436"/>
                </a:lnTo>
                <a:lnTo>
                  <a:pt x="443077" y="206583"/>
                </a:lnTo>
                <a:lnTo>
                  <a:pt x="442549" y="206719"/>
                </a:lnTo>
                <a:lnTo>
                  <a:pt x="442001" y="206846"/>
                </a:lnTo>
                <a:lnTo>
                  <a:pt x="441433" y="206962"/>
                </a:lnTo>
                <a:lnTo>
                  <a:pt x="440844" y="207069"/>
                </a:lnTo>
                <a:lnTo>
                  <a:pt x="440236" y="207165"/>
                </a:lnTo>
                <a:lnTo>
                  <a:pt x="439608" y="207251"/>
                </a:lnTo>
                <a:lnTo>
                  <a:pt x="438959" y="207327"/>
                </a:lnTo>
                <a:lnTo>
                  <a:pt x="438291" y="207393"/>
                </a:lnTo>
                <a:lnTo>
                  <a:pt x="437602" y="207449"/>
                </a:lnTo>
                <a:lnTo>
                  <a:pt x="436893" y="207495"/>
                </a:lnTo>
                <a:lnTo>
                  <a:pt x="436164" y="207530"/>
                </a:lnTo>
                <a:lnTo>
                  <a:pt x="435415" y="207556"/>
                </a:lnTo>
                <a:lnTo>
                  <a:pt x="434646" y="207571"/>
                </a:lnTo>
                <a:lnTo>
                  <a:pt x="433857" y="207576"/>
                </a:lnTo>
                <a:lnTo>
                  <a:pt x="431023" y="207576"/>
                </a:lnTo>
                <a:lnTo>
                  <a:pt x="431023" y="212975"/>
                </a:lnTo>
                <a:lnTo>
                  <a:pt x="498856" y="212975"/>
                </a:lnTo>
                <a:lnTo>
                  <a:pt x="498856" y="207576"/>
                </a:lnTo>
                <a:lnTo>
                  <a:pt x="498044" y="207572"/>
                </a:lnTo>
                <a:lnTo>
                  <a:pt x="497253" y="207562"/>
                </a:lnTo>
                <a:lnTo>
                  <a:pt x="496483" y="207544"/>
                </a:lnTo>
                <a:lnTo>
                  <a:pt x="495735" y="207518"/>
                </a:lnTo>
                <a:lnTo>
                  <a:pt x="495009" y="207486"/>
                </a:lnTo>
                <a:lnTo>
                  <a:pt x="494304" y="207446"/>
                </a:lnTo>
                <a:lnTo>
                  <a:pt x="493621" y="207400"/>
                </a:lnTo>
                <a:lnTo>
                  <a:pt x="492959" y="207345"/>
                </a:lnTo>
                <a:lnTo>
                  <a:pt x="492319" y="207284"/>
                </a:lnTo>
                <a:lnTo>
                  <a:pt x="491700" y="207216"/>
                </a:lnTo>
                <a:lnTo>
                  <a:pt x="491103" y="207140"/>
                </a:lnTo>
                <a:lnTo>
                  <a:pt x="490528" y="207057"/>
                </a:lnTo>
                <a:lnTo>
                  <a:pt x="489974" y="206966"/>
                </a:lnTo>
                <a:lnTo>
                  <a:pt x="489441" y="206868"/>
                </a:lnTo>
                <a:lnTo>
                  <a:pt x="488930" y="206764"/>
                </a:lnTo>
                <a:lnTo>
                  <a:pt x="488441" y="206651"/>
                </a:lnTo>
                <a:lnTo>
                  <a:pt x="487973" y="206532"/>
                </a:lnTo>
                <a:lnTo>
                  <a:pt x="487527" y="206405"/>
                </a:lnTo>
                <a:lnTo>
                  <a:pt x="487102" y="206270"/>
                </a:lnTo>
                <a:lnTo>
                  <a:pt x="486699" y="206129"/>
                </a:lnTo>
                <a:lnTo>
                  <a:pt x="486317" y="205980"/>
                </a:lnTo>
                <a:lnTo>
                  <a:pt x="485957" y="205824"/>
                </a:lnTo>
                <a:lnTo>
                  <a:pt x="485618" y="205660"/>
                </a:lnTo>
                <a:lnTo>
                  <a:pt x="485301" y="205489"/>
                </a:lnTo>
                <a:lnTo>
                  <a:pt x="484998" y="205311"/>
                </a:lnTo>
                <a:lnTo>
                  <a:pt x="484703" y="205128"/>
                </a:lnTo>
                <a:lnTo>
                  <a:pt x="484414" y="204939"/>
                </a:lnTo>
                <a:lnTo>
                  <a:pt x="484133" y="204744"/>
                </a:lnTo>
                <a:lnTo>
                  <a:pt x="483859" y="204543"/>
                </a:lnTo>
                <a:lnTo>
                  <a:pt x="483592" y="204337"/>
                </a:lnTo>
                <a:lnTo>
                  <a:pt x="483332" y="204125"/>
                </a:lnTo>
                <a:lnTo>
                  <a:pt x="483079" y="203907"/>
                </a:lnTo>
                <a:lnTo>
                  <a:pt x="482833" y="203683"/>
                </a:lnTo>
                <a:lnTo>
                  <a:pt x="482594" y="203454"/>
                </a:lnTo>
                <a:lnTo>
                  <a:pt x="482362" y="203219"/>
                </a:lnTo>
                <a:lnTo>
                  <a:pt x="482137" y="202979"/>
                </a:lnTo>
                <a:lnTo>
                  <a:pt x="481919" y="202732"/>
                </a:lnTo>
                <a:lnTo>
                  <a:pt x="481708" y="202480"/>
                </a:lnTo>
                <a:lnTo>
                  <a:pt x="481504" y="202223"/>
                </a:lnTo>
                <a:lnTo>
                  <a:pt x="481307" y="201959"/>
                </a:lnTo>
                <a:lnTo>
                  <a:pt x="481117" y="201690"/>
                </a:lnTo>
                <a:lnTo>
                  <a:pt x="480934" y="201416"/>
                </a:lnTo>
                <a:lnTo>
                  <a:pt x="480758" y="201135"/>
                </a:lnTo>
                <a:lnTo>
                  <a:pt x="480588" y="200849"/>
                </a:lnTo>
                <a:lnTo>
                  <a:pt x="480426" y="200558"/>
                </a:lnTo>
                <a:lnTo>
                  <a:pt x="480270" y="200261"/>
                </a:lnTo>
                <a:lnTo>
                  <a:pt x="480121" y="199958"/>
                </a:lnTo>
                <a:lnTo>
                  <a:pt x="479979" y="199650"/>
                </a:lnTo>
                <a:lnTo>
                  <a:pt x="479808" y="199247"/>
                </a:lnTo>
                <a:lnTo>
                  <a:pt x="479644" y="198816"/>
                </a:lnTo>
                <a:lnTo>
                  <a:pt x="479488" y="198356"/>
                </a:lnTo>
                <a:lnTo>
                  <a:pt x="479339" y="197866"/>
                </a:lnTo>
                <a:lnTo>
                  <a:pt x="479197" y="197347"/>
                </a:lnTo>
                <a:lnTo>
                  <a:pt x="479063" y="196800"/>
                </a:lnTo>
                <a:lnTo>
                  <a:pt x="478936" y="196223"/>
                </a:lnTo>
                <a:lnTo>
                  <a:pt x="478816" y="195617"/>
                </a:lnTo>
                <a:lnTo>
                  <a:pt x="478704" y="194982"/>
                </a:lnTo>
                <a:lnTo>
                  <a:pt x="478599" y="194318"/>
                </a:lnTo>
                <a:lnTo>
                  <a:pt x="478501" y="193625"/>
                </a:lnTo>
                <a:lnTo>
                  <a:pt x="478411" y="192903"/>
                </a:lnTo>
                <a:lnTo>
                  <a:pt x="478328" y="192152"/>
                </a:lnTo>
                <a:lnTo>
                  <a:pt x="478252" y="191372"/>
                </a:lnTo>
                <a:lnTo>
                  <a:pt x="478184" y="190563"/>
                </a:lnTo>
                <a:lnTo>
                  <a:pt x="478122" y="189725"/>
                </a:lnTo>
                <a:lnTo>
                  <a:pt x="478068" y="188858"/>
                </a:lnTo>
                <a:lnTo>
                  <a:pt x="478021" y="187962"/>
                </a:lnTo>
                <a:lnTo>
                  <a:pt x="477982" y="187037"/>
                </a:lnTo>
                <a:lnTo>
                  <a:pt x="477949" y="186083"/>
                </a:lnTo>
                <a:lnTo>
                  <a:pt x="477924" y="185100"/>
                </a:lnTo>
                <a:lnTo>
                  <a:pt x="477906" y="184089"/>
                </a:lnTo>
                <a:lnTo>
                  <a:pt x="477895" y="183048"/>
                </a:lnTo>
                <a:lnTo>
                  <a:pt x="477892" y="181978"/>
                </a:lnTo>
                <a:lnTo>
                  <a:pt x="477892" y="123412"/>
                </a:lnTo>
                <a:lnTo>
                  <a:pt x="477886" y="121883"/>
                </a:lnTo>
                <a:lnTo>
                  <a:pt x="477869" y="120386"/>
                </a:lnTo>
                <a:lnTo>
                  <a:pt x="477840" y="118923"/>
                </a:lnTo>
                <a:lnTo>
                  <a:pt x="477799" y="117493"/>
                </a:lnTo>
                <a:lnTo>
                  <a:pt x="477747" y="116096"/>
                </a:lnTo>
                <a:lnTo>
                  <a:pt x="477684" y="114732"/>
                </a:lnTo>
                <a:lnTo>
                  <a:pt x="477609" y="113402"/>
                </a:lnTo>
                <a:lnTo>
                  <a:pt x="477523" y="112104"/>
                </a:lnTo>
                <a:lnTo>
                  <a:pt x="477425" y="110840"/>
                </a:lnTo>
                <a:lnTo>
                  <a:pt x="477316" y="109609"/>
                </a:lnTo>
                <a:lnTo>
                  <a:pt x="477196" y="108411"/>
                </a:lnTo>
                <a:lnTo>
                  <a:pt x="477064" y="107246"/>
                </a:lnTo>
                <a:lnTo>
                  <a:pt x="476920" y="106115"/>
                </a:lnTo>
                <a:lnTo>
                  <a:pt x="476766" y="105016"/>
                </a:lnTo>
                <a:lnTo>
                  <a:pt x="476600" y="103951"/>
                </a:lnTo>
                <a:lnTo>
                  <a:pt x="476422" y="102919"/>
                </a:lnTo>
                <a:lnTo>
                  <a:pt x="476234" y="101921"/>
                </a:lnTo>
                <a:lnTo>
                  <a:pt x="476034" y="100955"/>
                </a:lnTo>
                <a:lnTo>
                  <a:pt x="475823" y="100023"/>
                </a:lnTo>
                <a:lnTo>
                  <a:pt x="475600" y="99124"/>
                </a:lnTo>
                <a:lnTo>
                  <a:pt x="475367" y="98259"/>
                </a:lnTo>
                <a:lnTo>
                  <a:pt x="475122" y="97426"/>
                </a:lnTo>
                <a:lnTo>
                  <a:pt x="474866" y="96627"/>
                </a:lnTo>
                <a:lnTo>
                  <a:pt x="474599" y="95862"/>
                </a:lnTo>
                <a:lnTo>
                  <a:pt x="474193" y="94800"/>
                </a:lnTo>
                <a:lnTo>
                  <a:pt x="473777" y="93763"/>
                </a:lnTo>
                <a:lnTo>
                  <a:pt x="473349" y="92752"/>
                </a:lnTo>
                <a:lnTo>
                  <a:pt x="472909" y="91766"/>
                </a:lnTo>
                <a:lnTo>
                  <a:pt x="472458" y="90806"/>
                </a:lnTo>
                <a:lnTo>
                  <a:pt x="471996" y="89870"/>
                </a:lnTo>
                <a:lnTo>
                  <a:pt x="471522" y="88960"/>
                </a:lnTo>
                <a:lnTo>
                  <a:pt x="471037" y="88076"/>
                </a:lnTo>
                <a:lnTo>
                  <a:pt x="470540" y="87217"/>
                </a:lnTo>
                <a:lnTo>
                  <a:pt x="470032" y="86383"/>
                </a:lnTo>
                <a:lnTo>
                  <a:pt x="469513" y="85574"/>
                </a:lnTo>
                <a:lnTo>
                  <a:pt x="468982" y="84791"/>
                </a:lnTo>
                <a:lnTo>
                  <a:pt x="468439" y="84033"/>
                </a:lnTo>
                <a:lnTo>
                  <a:pt x="467886" y="83300"/>
                </a:lnTo>
                <a:lnTo>
                  <a:pt x="467320" y="82593"/>
                </a:lnTo>
                <a:lnTo>
                  <a:pt x="466743" y="81911"/>
                </a:lnTo>
                <a:lnTo>
                  <a:pt x="466155" y="81254"/>
                </a:lnTo>
                <a:lnTo>
                  <a:pt x="465555" y="80623"/>
                </a:lnTo>
                <a:lnTo>
                  <a:pt x="464944" y="80017"/>
                </a:lnTo>
                <a:lnTo>
                  <a:pt x="464321" y="79436"/>
                </a:lnTo>
                <a:lnTo>
                  <a:pt x="463686" y="78881"/>
                </a:lnTo>
                <a:lnTo>
                  <a:pt x="463040" y="78351"/>
                </a:lnTo>
                <a:lnTo>
                  <a:pt x="462383" y="77846"/>
                </a:lnTo>
                <a:lnTo>
                  <a:pt x="461714" y="77367"/>
                </a:lnTo>
                <a:lnTo>
                  <a:pt x="461036" y="76908"/>
                </a:lnTo>
                <a:lnTo>
                  <a:pt x="460346" y="76468"/>
                </a:lnTo>
                <a:lnTo>
                  <a:pt x="459646" y="76049"/>
                </a:lnTo>
                <a:lnTo>
                  <a:pt x="458935" y="75649"/>
                </a:lnTo>
                <a:lnTo>
                  <a:pt x="458212" y="75268"/>
                </a:lnTo>
                <a:lnTo>
                  <a:pt x="457478" y="74908"/>
                </a:lnTo>
                <a:lnTo>
                  <a:pt x="456734" y="74566"/>
                </a:lnTo>
                <a:lnTo>
                  <a:pt x="455978" y="74245"/>
                </a:lnTo>
                <a:lnTo>
                  <a:pt x="455211" y="73943"/>
                </a:lnTo>
                <a:lnTo>
                  <a:pt x="454433" y="73661"/>
                </a:lnTo>
                <a:lnTo>
                  <a:pt x="453644" y="73398"/>
                </a:lnTo>
                <a:lnTo>
                  <a:pt x="452845" y="73155"/>
                </a:lnTo>
                <a:lnTo>
                  <a:pt x="452034" y="72932"/>
                </a:lnTo>
                <a:lnTo>
                  <a:pt x="451212" y="72727"/>
                </a:lnTo>
                <a:lnTo>
                  <a:pt x="450379" y="72543"/>
                </a:lnTo>
                <a:lnTo>
                  <a:pt x="449536" y="72378"/>
                </a:lnTo>
                <a:lnTo>
                  <a:pt x="448681" y="72232"/>
                </a:lnTo>
                <a:lnTo>
                  <a:pt x="447816" y="72106"/>
                </a:lnTo>
                <a:lnTo>
                  <a:pt x="446940" y="72000"/>
                </a:lnTo>
                <a:lnTo>
                  <a:pt x="446053" y="71912"/>
                </a:lnTo>
                <a:lnTo>
                  <a:pt x="445155" y="71845"/>
                </a:lnTo>
                <a:lnTo>
                  <a:pt x="444246" y="71796"/>
                </a:lnTo>
                <a:lnTo>
                  <a:pt x="443326" y="71767"/>
                </a:lnTo>
                <a:lnTo>
                  <a:pt x="442396" y="71757"/>
                </a:lnTo>
                <a:lnTo>
                  <a:pt x="440571" y="71808"/>
                </a:lnTo>
                <a:lnTo>
                  <a:pt x="438738" y="71959"/>
                </a:lnTo>
                <a:lnTo>
                  <a:pt x="436896" y="72212"/>
                </a:lnTo>
                <a:lnTo>
                  <a:pt x="435047" y="72565"/>
                </a:lnTo>
                <a:lnTo>
                  <a:pt x="433190" y="73019"/>
                </a:lnTo>
                <a:lnTo>
                  <a:pt x="431326" y="73574"/>
                </a:lnTo>
                <a:lnTo>
                  <a:pt x="429453" y="74229"/>
                </a:lnTo>
                <a:lnTo>
                  <a:pt x="427572" y="74986"/>
                </a:lnTo>
                <a:lnTo>
                  <a:pt x="425684" y="75843"/>
                </a:lnTo>
                <a:lnTo>
                  <a:pt x="423788" y="76802"/>
                </a:lnTo>
                <a:lnTo>
                  <a:pt x="421884" y="77861"/>
                </a:lnTo>
                <a:lnTo>
                  <a:pt x="419972" y="79021"/>
                </a:lnTo>
                <a:lnTo>
                  <a:pt x="418052" y="80282"/>
                </a:lnTo>
                <a:lnTo>
                  <a:pt x="416125" y="81643"/>
                </a:lnTo>
                <a:lnTo>
                  <a:pt x="414190" y="83105"/>
                </a:lnTo>
                <a:lnTo>
                  <a:pt x="412247" y="84669"/>
                </a:lnTo>
                <a:lnTo>
                  <a:pt x="410296" y="86333"/>
                </a:lnTo>
                <a:lnTo>
                  <a:pt x="408338" y="88097"/>
                </a:lnTo>
                <a:lnTo>
                  <a:pt x="406372" y="89963"/>
                </a:lnTo>
                <a:lnTo>
                  <a:pt x="404398" y="91929"/>
                </a:lnTo>
                <a:lnTo>
                  <a:pt x="402417" y="93996"/>
                </a:lnTo>
                <a:lnTo>
                  <a:pt x="400428" y="96164"/>
                </a:lnTo>
                <a:lnTo>
                  <a:pt x="398432" y="98432"/>
                </a:lnTo>
                <a:lnTo>
                  <a:pt x="396427" y="100801"/>
                </a:lnTo>
                <a:lnTo>
                  <a:pt x="396427" y="71757"/>
                </a:lnTo>
                <a:lnTo>
                  <a:pt x="389975" y="71757"/>
                </a:lnTo>
                <a:lnTo>
                  <a:pt x="348640" y="88510"/>
                </a:lnTo>
                <a:lnTo>
                  <a:pt x="350899" y="93909"/>
                </a:lnTo>
                <a:lnTo>
                  <a:pt x="351382" y="93726"/>
                </a:lnTo>
                <a:close/>
                <a:moveTo>
                  <a:pt x="699623" y="93551"/>
                </a:moveTo>
                <a:lnTo>
                  <a:pt x="700106" y="93384"/>
                </a:lnTo>
                <a:lnTo>
                  <a:pt x="700583" y="93224"/>
                </a:lnTo>
                <a:lnTo>
                  <a:pt x="701054" y="93073"/>
                </a:lnTo>
                <a:lnTo>
                  <a:pt x="701518" y="92929"/>
                </a:lnTo>
                <a:lnTo>
                  <a:pt x="701977" y="92793"/>
                </a:lnTo>
                <a:lnTo>
                  <a:pt x="702429" y="92664"/>
                </a:lnTo>
                <a:lnTo>
                  <a:pt x="702875" y="92544"/>
                </a:lnTo>
                <a:lnTo>
                  <a:pt x="703316" y="92431"/>
                </a:lnTo>
                <a:lnTo>
                  <a:pt x="703750" y="92326"/>
                </a:lnTo>
                <a:lnTo>
                  <a:pt x="704178" y="92229"/>
                </a:lnTo>
                <a:lnTo>
                  <a:pt x="704599" y="92139"/>
                </a:lnTo>
                <a:lnTo>
                  <a:pt x="705015" y="92058"/>
                </a:lnTo>
                <a:lnTo>
                  <a:pt x="705424" y="91984"/>
                </a:lnTo>
                <a:lnTo>
                  <a:pt x="705827" y="91918"/>
                </a:lnTo>
                <a:lnTo>
                  <a:pt x="706224" y="91859"/>
                </a:lnTo>
                <a:lnTo>
                  <a:pt x="706614" y="91809"/>
                </a:lnTo>
                <a:lnTo>
                  <a:pt x="706999" y="91766"/>
                </a:lnTo>
                <a:lnTo>
                  <a:pt x="707377" y="91731"/>
                </a:lnTo>
                <a:lnTo>
                  <a:pt x="707748" y="91704"/>
                </a:lnTo>
                <a:lnTo>
                  <a:pt x="708114" y="91684"/>
                </a:lnTo>
                <a:lnTo>
                  <a:pt x="708473" y="91673"/>
                </a:lnTo>
                <a:lnTo>
                  <a:pt x="708825" y="91669"/>
                </a:lnTo>
                <a:lnTo>
                  <a:pt x="709145" y="91672"/>
                </a:lnTo>
                <a:lnTo>
                  <a:pt x="709460" y="91682"/>
                </a:lnTo>
                <a:lnTo>
                  <a:pt x="709769" y="91698"/>
                </a:lnTo>
                <a:lnTo>
                  <a:pt x="710073" y="91720"/>
                </a:lnTo>
                <a:lnTo>
                  <a:pt x="710371" y="91749"/>
                </a:lnTo>
                <a:lnTo>
                  <a:pt x="710663" y="91784"/>
                </a:lnTo>
                <a:lnTo>
                  <a:pt x="710950" y="91826"/>
                </a:lnTo>
                <a:lnTo>
                  <a:pt x="711231" y="91874"/>
                </a:lnTo>
                <a:lnTo>
                  <a:pt x="711507" y="91929"/>
                </a:lnTo>
                <a:lnTo>
                  <a:pt x="711777" y="91991"/>
                </a:lnTo>
                <a:lnTo>
                  <a:pt x="712041" y="92059"/>
                </a:lnTo>
                <a:lnTo>
                  <a:pt x="712300" y="92133"/>
                </a:lnTo>
                <a:lnTo>
                  <a:pt x="712553" y="92214"/>
                </a:lnTo>
                <a:lnTo>
                  <a:pt x="712801" y="92302"/>
                </a:lnTo>
                <a:lnTo>
                  <a:pt x="713043" y="92396"/>
                </a:lnTo>
                <a:lnTo>
                  <a:pt x="713280" y="92497"/>
                </a:lnTo>
                <a:lnTo>
                  <a:pt x="713511" y="92605"/>
                </a:lnTo>
                <a:lnTo>
                  <a:pt x="713736" y="92719"/>
                </a:lnTo>
                <a:lnTo>
                  <a:pt x="713956" y="92840"/>
                </a:lnTo>
                <a:lnTo>
                  <a:pt x="714170" y="92967"/>
                </a:lnTo>
                <a:lnTo>
                  <a:pt x="714379" y="93102"/>
                </a:lnTo>
                <a:lnTo>
                  <a:pt x="714582" y="93243"/>
                </a:lnTo>
                <a:lnTo>
                  <a:pt x="714779" y="93391"/>
                </a:lnTo>
                <a:lnTo>
                  <a:pt x="714971" y="93545"/>
                </a:lnTo>
                <a:lnTo>
                  <a:pt x="715155" y="93706"/>
                </a:lnTo>
                <a:lnTo>
                  <a:pt x="715336" y="93877"/>
                </a:lnTo>
                <a:lnTo>
                  <a:pt x="715512" y="94058"/>
                </a:lnTo>
                <a:lnTo>
                  <a:pt x="715684" y="94249"/>
                </a:lnTo>
                <a:lnTo>
                  <a:pt x="715852" y="94450"/>
                </a:lnTo>
                <a:lnTo>
                  <a:pt x="716016" y="94662"/>
                </a:lnTo>
                <a:lnTo>
                  <a:pt x="716175" y="94883"/>
                </a:lnTo>
                <a:lnTo>
                  <a:pt x="716331" y="95115"/>
                </a:lnTo>
                <a:lnTo>
                  <a:pt x="716482" y="95357"/>
                </a:lnTo>
                <a:lnTo>
                  <a:pt x="716630" y="95609"/>
                </a:lnTo>
                <a:lnTo>
                  <a:pt x="716773" y="95872"/>
                </a:lnTo>
                <a:lnTo>
                  <a:pt x="716912" y="96144"/>
                </a:lnTo>
                <a:lnTo>
                  <a:pt x="717047" y="96427"/>
                </a:lnTo>
                <a:lnTo>
                  <a:pt x="717178" y="96720"/>
                </a:lnTo>
                <a:lnTo>
                  <a:pt x="717304" y="97023"/>
                </a:lnTo>
                <a:lnTo>
                  <a:pt x="717427" y="97336"/>
                </a:lnTo>
                <a:lnTo>
                  <a:pt x="717546" y="97659"/>
                </a:lnTo>
                <a:lnTo>
                  <a:pt x="717661" y="97993"/>
                </a:lnTo>
                <a:lnTo>
                  <a:pt x="717771" y="98337"/>
                </a:lnTo>
                <a:lnTo>
                  <a:pt x="717878" y="98690"/>
                </a:lnTo>
                <a:lnTo>
                  <a:pt x="717980" y="99055"/>
                </a:lnTo>
                <a:lnTo>
                  <a:pt x="718079" y="99429"/>
                </a:lnTo>
                <a:lnTo>
                  <a:pt x="718173" y="99813"/>
                </a:lnTo>
                <a:lnTo>
                  <a:pt x="718264" y="100208"/>
                </a:lnTo>
                <a:lnTo>
                  <a:pt x="718374" y="100783"/>
                </a:lnTo>
                <a:lnTo>
                  <a:pt x="718479" y="101413"/>
                </a:lnTo>
                <a:lnTo>
                  <a:pt x="718580" y="102098"/>
                </a:lnTo>
                <a:lnTo>
                  <a:pt x="718676" y="102837"/>
                </a:lnTo>
                <a:lnTo>
                  <a:pt x="718767" y="103631"/>
                </a:lnTo>
                <a:lnTo>
                  <a:pt x="718853" y="104480"/>
                </a:lnTo>
                <a:lnTo>
                  <a:pt x="718934" y="105383"/>
                </a:lnTo>
                <a:lnTo>
                  <a:pt x="719011" y="106341"/>
                </a:lnTo>
                <a:lnTo>
                  <a:pt x="719083" y="107353"/>
                </a:lnTo>
                <a:lnTo>
                  <a:pt x="719151" y="108420"/>
                </a:lnTo>
                <a:lnTo>
                  <a:pt x="719213" y="109542"/>
                </a:lnTo>
                <a:lnTo>
                  <a:pt x="719271" y="110719"/>
                </a:lnTo>
                <a:lnTo>
                  <a:pt x="719325" y="111950"/>
                </a:lnTo>
                <a:lnTo>
                  <a:pt x="719373" y="113235"/>
                </a:lnTo>
                <a:lnTo>
                  <a:pt x="719417" y="114576"/>
                </a:lnTo>
                <a:lnTo>
                  <a:pt x="719457" y="115971"/>
                </a:lnTo>
                <a:lnTo>
                  <a:pt x="719491" y="117421"/>
                </a:lnTo>
                <a:lnTo>
                  <a:pt x="719521" y="118925"/>
                </a:lnTo>
                <a:lnTo>
                  <a:pt x="719547" y="120484"/>
                </a:lnTo>
                <a:lnTo>
                  <a:pt x="719567" y="122097"/>
                </a:lnTo>
                <a:lnTo>
                  <a:pt x="719583" y="123766"/>
                </a:lnTo>
                <a:lnTo>
                  <a:pt x="719595" y="125489"/>
                </a:lnTo>
                <a:lnTo>
                  <a:pt x="719602" y="127266"/>
                </a:lnTo>
                <a:lnTo>
                  <a:pt x="719604" y="129098"/>
                </a:lnTo>
                <a:lnTo>
                  <a:pt x="719604" y="181978"/>
                </a:lnTo>
                <a:lnTo>
                  <a:pt x="719601" y="183024"/>
                </a:lnTo>
                <a:lnTo>
                  <a:pt x="719590" y="184042"/>
                </a:lnTo>
                <a:lnTo>
                  <a:pt x="719573" y="185030"/>
                </a:lnTo>
                <a:lnTo>
                  <a:pt x="719548" y="185991"/>
                </a:lnTo>
                <a:lnTo>
                  <a:pt x="719517" y="186923"/>
                </a:lnTo>
                <a:lnTo>
                  <a:pt x="719478" y="187826"/>
                </a:lnTo>
                <a:lnTo>
                  <a:pt x="719433" y="188700"/>
                </a:lnTo>
                <a:lnTo>
                  <a:pt x="719380" y="189546"/>
                </a:lnTo>
                <a:lnTo>
                  <a:pt x="719320" y="190364"/>
                </a:lnTo>
                <a:lnTo>
                  <a:pt x="719254" y="191153"/>
                </a:lnTo>
                <a:lnTo>
                  <a:pt x="719180" y="191913"/>
                </a:lnTo>
                <a:lnTo>
                  <a:pt x="719099" y="192645"/>
                </a:lnTo>
                <a:lnTo>
                  <a:pt x="719011" y="193348"/>
                </a:lnTo>
                <a:lnTo>
                  <a:pt x="718916" y="194022"/>
                </a:lnTo>
                <a:lnTo>
                  <a:pt x="718814" y="194668"/>
                </a:lnTo>
                <a:lnTo>
                  <a:pt x="718705" y="195285"/>
                </a:lnTo>
                <a:lnTo>
                  <a:pt x="718589" y="195874"/>
                </a:lnTo>
                <a:lnTo>
                  <a:pt x="718465" y="196433"/>
                </a:lnTo>
                <a:lnTo>
                  <a:pt x="718335" y="196965"/>
                </a:lnTo>
                <a:lnTo>
                  <a:pt x="718197" y="197467"/>
                </a:lnTo>
                <a:lnTo>
                  <a:pt x="718052" y="197941"/>
                </a:lnTo>
                <a:lnTo>
                  <a:pt x="717900" y="198386"/>
                </a:lnTo>
                <a:lnTo>
                  <a:pt x="717741" y="198802"/>
                </a:lnTo>
                <a:lnTo>
                  <a:pt x="717575" y="199190"/>
                </a:lnTo>
                <a:lnTo>
                  <a:pt x="717405" y="199561"/>
                </a:lnTo>
                <a:lnTo>
                  <a:pt x="717230" y="199924"/>
                </a:lnTo>
                <a:lnTo>
                  <a:pt x="717050" y="200277"/>
                </a:lnTo>
                <a:lnTo>
                  <a:pt x="716865" y="200621"/>
                </a:lnTo>
                <a:lnTo>
                  <a:pt x="716675" y="200957"/>
                </a:lnTo>
                <a:lnTo>
                  <a:pt x="716480" y="201283"/>
                </a:lnTo>
                <a:lnTo>
                  <a:pt x="716280" y="201601"/>
                </a:lnTo>
                <a:lnTo>
                  <a:pt x="716075" y="201910"/>
                </a:lnTo>
                <a:lnTo>
                  <a:pt x="715865" y="202209"/>
                </a:lnTo>
                <a:lnTo>
                  <a:pt x="715650" y="202500"/>
                </a:lnTo>
                <a:lnTo>
                  <a:pt x="715430" y="202782"/>
                </a:lnTo>
                <a:lnTo>
                  <a:pt x="715205" y="203055"/>
                </a:lnTo>
                <a:lnTo>
                  <a:pt x="714976" y="203319"/>
                </a:lnTo>
                <a:lnTo>
                  <a:pt x="714741" y="203575"/>
                </a:lnTo>
                <a:lnTo>
                  <a:pt x="714501" y="203821"/>
                </a:lnTo>
                <a:lnTo>
                  <a:pt x="714256" y="204059"/>
                </a:lnTo>
                <a:lnTo>
                  <a:pt x="714006" y="204288"/>
                </a:lnTo>
                <a:lnTo>
                  <a:pt x="713752" y="204508"/>
                </a:lnTo>
                <a:lnTo>
                  <a:pt x="713492" y="204719"/>
                </a:lnTo>
                <a:lnTo>
                  <a:pt x="713227" y="204921"/>
                </a:lnTo>
                <a:lnTo>
                  <a:pt x="712957" y="205114"/>
                </a:lnTo>
                <a:lnTo>
                  <a:pt x="712683" y="205299"/>
                </a:lnTo>
                <a:lnTo>
                  <a:pt x="712403" y="205475"/>
                </a:lnTo>
                <a:lnTo>
                  <a:pt x="712118" y="205642"/>
                </a:lnTo>
                <a:lnTo>
                  <a:pt x="711820" y="205799"/>
                </a:lnTo>
                <a:lnTo>
                  <a:pt x="711498" y="205950"/>
                </a:lnTo>
                <a:lnTo>
                  <a:pt x="711153" y="206094"/>
                </a:lnTo>
                <a:lnTo>
                  <a:pt x="710786" y="206231"/>
                </a:lnTo>
                <a:lnTo>
                  <a:pt x="710396" y="206361"/>
                </a:lnTo>
                <a:lnTo>
                  <a:pt x="709983" y="206486"/>
                </a:lnTo>
                <a:lnTo>
                  <a:pt x="709546" y="206603"/>
                </a:lnTo>
                <a:lnTo>
                  <a:pt x="709088" y="206714"/>
                </a:lnTo>
                <a:lnTo>
                  <a:pt x="708606" y="206818"/>
                </a:lnTo>
                <a:lnTo>
                  <a:pt x="708101" y="206915"/>
                </a:lnTo>
                <a:lnTo>
                  <a:pt x="707573" y="207006"/>
                </a:lnTo>
                <a:lnTo>
                  <a:pt x="707023" y="207090"/>
                </a:lnTo>
                <a:lnTo>
                  <a:pt x="706450" y="207168"/>
                </a:lnTo>
                <a:lnTo>
                  <a:pt x="705854" y="207238"/>
                </a:lnTo>
                <a:lnTo>
                  <a:pt x="705235" y="207302"/>
                </a:lnTo>
                <a:lnTo>
                  <a:pt x="704593" y="207360"/>
                </a:lnTo>
                <a:lnTo>
                  <a:pt x="703929" y="207410"/>
                </a:lnTo>
                <a:lnTo>
                  <a:pt x="703242" y="207454"/>
                </a:lnTo>
                <a:lnTo>
                  <a:pt x="702532" y="207491"/>
                </a:lnTo>
                <a:lnTo>
                  <a:pt x="701799" y="207522"/>
                </a:lnTo>
                <a:lnTo>
                  <a:pt x="701043" y="207545"/>
                </a:lnTo>
                <a:lnTo>
                  <a:pt x="700265" y="207562"/>
                </a:lnTo>
                <a:lnTo>
                  <a:pt x="699464" y="207573"/>
                </a:lnTo>
                <a:lnTo>
                  <a:pt x="698640" y="207576"/>
                </a:lnTo>
                <a:lnTo>
                  <a:pt x="698640" y="212975"/>
                </a:lnTo>
                <a:lnTo>
                  <a:pt x="765285" y="212975"/>
                </a:lnTo>
                <a:lnTo>
                  <a:pt x="765285" y="207576"/>
                </a:lnTo>
                <a:lnTo>
                  <a:pt x="764485" y="207572"/>
                </a:lnTo>
                <a:lnTo>
                  <a:pt x="763705" y="207562"/>
                </a:lnTo>
                <a:lnTo>
                  <a:pt x="762947" y="207544"/>
                </a:lnTo>
                <a:lnTo>
                  <a:pt x="762209" y="207518"/>
                </a:lnTo>
                <a:lnTo>
                  <a:pt x="761493" y="207486"/>
                </a:lnTo>
                <a:lnTo>
                  <a:pt x="760798" y="207446"/>
                </a:lnTo>
                <a:lnTo>
                  <a:pt x="760124" y="207400"/>
                </a:lnTo>
                <a:lnTo>
                  <a:pt x="759471" y="207345"/>
                </a:lnTo>
                <a:lnTo>
                  <a:pt x="758839" y="207284"/>
                </a:lnTo>
                <a:lnTo>
                  <a:pt x="758228" y="207216"/>
                </a:lnTo>
                <a:lnTo>
                  <a:pt x="757638" y="207140"/>
                </a:lnTo>
                <a:lnTo>
                  <a:pt x="757070" y="207057"/>
                </a:lnTo>
                <a:lnTo>
                  <a:pt x="756522" y="206966"/>
                </a:lnTo>
                <a:lnTo>
                  <a:pt x="755995" y="206868"/>
                </a:lnTo>
                <a:lnTo>
                  <a:pt x="755490" y="206764"/>
                </a:lnTo>
                <a:lnTo>
                  <a:pt x="755005" y="206651"/>
                </a:lnTo>
                <a:lnTo>
                  <a:pt x="754541" y="206532"/>
                </a:lnTo>
                <a:lnTo>
                  <a:pt x="754099" y="206405"/>
                </a:lnTo>
                <a:lnTo>
                  <a:pt x="753677" y="206270"/>
                </a:lnTo>
                <a:lnTo>
                  <a:pt x="753276" y="206129"/>
                </a:lnTo>
                <a:lnTo>
                  <a:pt x="752897" y="205980"/>
                </a:lnTo>
                <a:lnTo>
                  <a:pt x="752538" y="205824"/>
                </a:lnTo>
                <a:lnTo>
                  <a:pt x="752200" y="205660"/>
                </a:lnTo>
                <a:lnTo>
                  <a:pt x="751883" y="205489"/>
                </a:lnTo>
                <a:lnTo>
                  <a:pt x="751580" y="205311"/>
                </a:lnTo>
                <a:lnTo>
                  <a:pt x="751283" y="205124"/>
                </a:lnTo>
                <a:lnTo>
                  <a:pt x="750992" y="204931"/>
                </a:lnTo>
                <a:lnTo>
                  <a:pt x="750708" y="204730"/>
                </a:lnTo>
                <a:lnTo>
                  <a:pt x="750429" y="204521"/>
                </a:lnTo>
                <a:lnTo>
                  <a:pt x="750157" y="204304"/>
                </a:lnTo>
                <a:lnTo>
                  <a:pt x="749891" y="204080"/>
                </a:lnTo>
                <a:lnTo>
                  <a:pt x="749631" y="203849"/>
                </a:lnTo>
                <a:lnTo>
                  <a:pt x="749378" y="203610"/>
                </a:lnTo>
                <a:lnTo>
                  <a:pt x="749131" y="203363"/>
                </a:lnTo>
                <a:lnTo>
                  <a:pt x="748890" y="203109"/>
                </a:lnTo>
                <a:lnTo>
                  <a:pt x="748655" y="202847"/>
                </a:lnTo>
                <a:lnTo>
                  <a:pt x="748427" y="202578"/>
                </a:lnTo>
                <a:lnTo>
                  <a:pt x="748205" y="202301"/>
                </a:lnTo>
                <a:lnTo>
                  <a:pt x="747989" y="202016"/>
                </a:lnTo>
                <a:lnTo>
                  <a:pt x="747779" y="201724"/>
                </a:lnTo>
                <a:lnTo>
                  <a:pt x="747576" y="201424"/>
                </a:lnTo>
                <a:lnTo>
                  <a:pt x="747379" y="201117"/>
                </a:lnTo>
                <a:lnTo>
                  <a:pt x="747189" y="200802"/>
                </a:lnTo>
                <a:lnTo>
                  <a:pt x="747004" y="200479"/>
                </a:lnTo>
                <a:lnTo>
                  <a:pt x="746827" y="200149"/>
                </a:lnTo>
                <a:lnTo>
                  <a:pt x="746655" y="199812"/>
                </a:lnTo>
                <a:lnTo>
                  <a:pt x="746490" y="199466"/>
                </a:lnTo>
                <a:lnTo>
                  <a:pt x="746331" y="199114"/>
                </a:lnTo>
                <a:lnTo>
                  <a:pt x="746179" y="198744"/>
                </a:lnTo>
                <a:lnTo>
                  <a:pt x="746033" y="198345"/>
                </a:lnTo>
                <a:lnTo>
                  <a:pt x="745894" y="197916"/>
                </a:lnTo>
                <a:lnTo>
                  <a:pt x="745762" y="197456"/>
                </a:lnTo>
                <a:lnTo>
                  <a:pt x="745636" y="196967"/>
                </a:lnTo>
                <a:lnTo>
                  <a:pt x="745516" y="196447"/>
                </a:lnTo>
                <a:lnTo>
                  <a:pt x="745403" y="195897"/>
                </a:lnTo>
                <a:lnTo>
                  <a:pt x="745297" y="195318"/>
                </a:lnTo>
                <a:lnTo>
                  <a:pt x="745197" y="194708"/>
                </a:lnTo>
                <a:lnTo>
                  <a:pt x="745103" y="194069"/>
                </a:lnTo>
                <a:lnTo>
                  <a:pt x="745016" y="193399"/>
                </a:lnTo>
                <a:lnTo>
                  <a:pt x="744936" y="192700"/>
                </a:lnTo>
                <a:lnTo>
                  <a:pt x="744862" y="191970"/>
                </a:lnTo>
                <a:lnTo>
                  <a:pt x="744795" y="191211"/>
                </a:lnTo>
                <a:lnTo>
                  <a:pt x="744734" y="190422"/>
                </a:lnTo>
                <a:lnTo>
                  <a:pt x="744679" y="189603"/>
                </a:lnTo>
                <a:lnTo>
                  <a:pt x="744631" y="188754"/>
                </a:lnTo>
                <a:lnTo>
                  <a:pt x="744589" y="187876"/>
                </a:lnTo>
                <a:lnTo>
                  <a:pt x="744554" y="186967"/>
                </a:lnTo>
                <a:lnTo>
                  <a:pt x="744525" y="186029"/>
                </a:lnTo>
                <a:lnTo>
                  <a:pt x="744503" y="185061"/>
                </a:lnTo>
                <a:lnTo>
                  <a:pt x="744487" y="184063"/>
                </a:lnTo>
                <a:lnTo>
                  <a:pt x="744477" y="183036"/>
                </a:lnTo>
                <a:lnTo>
                  <a:pt x="744474" y="181978"/>
                </a:lnTo>
                <a:lnTo>
                  <a:pt x="744474" y="71757"/>
                </a:lnTo>
                <a:lnTo>
                  <a:pt x="737869" y="71757"/>
                </a:lnTo>
                <a:lnTo>
                  <a:pt x="696534" y="88510"/>
                </a:lnTo>
                <a:lnTo>
                  <a:pt x="698640" y="93909"/>
                </a:lnTo>
                <a:lnTo>
                  <a:pt x="699135" y="93726"/>
                </a:lnTo>
                <a:lnTo>
                  <a:pt x="699623" y="93551"/>
                </a:lnTo>
                <a:close/>
                <a:moveTo>
                  <a:pt x="232897" y="83899"/>
                </a:moveTo>
                <a:lnTo>
                  <a:pt x="231717" y="84793"/>
                </a:lnTo>
                <a:lnTo>
                  <a:pt x="230557" y="85721"/>
                </a:lnTo>
                <a:lnTo>
                  <a:pt x="229417" y="86684"/>
                </a:lnTo>
                <a:lnTo>
                  <a:pt x="228298" y="87679"/>
                </a:lnTo>
                <a:lnTo>
                  <a:pt x="227199" y="88709"/>
                </a:lnTo>
                <a:lnTo>
                  <a:pt x="226121" y="89773"/>
                </a:lnTo>
                <a:lnTo>
                  <a:pt x="225064" y="90870"/>
                </a:lnTo>
                <a:lnTo>
                  <a:pt x="224027" y="92001"/>
                </a:lnTo>
                <a:lnTo>
                  <a:pt x="223010" y="93167"/>
                </a:lnTo>
                <a:lnTo>
                  <a:pt x="222014" y="94365"/>
                </a:lnTo>
                <a:lnTo>
                  <a:pt x="221039" y="95598"/>
                </a:lnTo>
                <a:lnTo>
                  <a:pt x="220084" y="96864"/>
                </a:lnTo>
                <a:lnTo>
                  <a:pt x="219150" y="98165"/>
                </a:lnTo>
                <a:lnTo>
                  <a:pt x="218236" y="99498"/>
                </a:lnTo>
                <a:lnTo>
                  <a:pt x="217343" y="100866"/>
                </a:lnTo>
                <a:lnTo>
                  <a:pt x="216471" y="102268"/>
                </a:lnTo>
                <a:lnTo>
                  <a:pt x="215619" y="103703"/>
                </a:lnTo>
                <a:lnTo>
                  <a:pt x="214787" y="105172"/>
                </a:lnTo>
                <a:lnTo>
                  <a:pt x="213976" y="106674"/>
                </a:lnTo>
                <a:lnTo>
                  <a:pt x="213186" y="108211"/>
                </a:lnTo>
                <a:lnTo>
                  <a:pt x="212422" y="109766"/>
                </a:lnTo>
                <a:lnTo>
                  <a:pt x="211690" y="111323"/>
                </a:lnTo>
                <a:lnTo>
                  <a:pt x="210991" y="112880"/>
                </a:lnTo>
                <a:lnTo>
                  <a:pt x="210325" y="114438"/>
                </a:lnTo>
                <a:lnTo>
                  <a:pt x="209691" y="115996"/>
                </a:lnTo>
                <a:lnTo>
                  <a:pt x="209090" y="117555"/>
                </a:lnTo>
                <a:lnTo>
                  <a:pt x="208521" y="119115"/>
                </a:lnTo>
                <a:lnTo>
                  <a:pt x="207984" y="120675"/>
                </a:lnTo>
                <a:lnTo>
                  <a:pt x="207480" y="122236"/>
                </a:lnTo>
                <a:lnTo>
                  <a:pt x="207009" y="123798"/>
                </a:lnTo>
                <a:lnTo>
                  <a:pt x="206570" y="125360"/>
                </a:lnTo>
                <a:lnTo>
                  <a:pt x="206164" y="126923"/>
                </a:lnTo>
                <a:lnTo>
                  <a:pt x="205790" y="128487"/>
                </a:lnTo>
                <a:lnTo>
                  <a:pt x="205449" y="130051"/>
                </a:lnTo>
                <a:lnTo>
                  <a:pt x="205140" y="131616"/>
                </a:lnTo>
                <a:lnTo>
                  <a:pt x="204864" y="133182"/>
                </a:lnTo>
                <a:lnTo>
                  <a:pt x="204620" y="134749"/>
                </a:lnTo>
                <a:lnTo>
                  <a:pt x="204409" y="136316"/>
                </a:lnTo>
                <a:lnTo>
                  <a:pt x="204230" y="137884"/>
                </a:lnTo>
                <a:lnTo>
                  <a:pt x="204083" y="139453"/>
                </a:lnTo>
                <a:lnTo>
                  <a:pt x="203970" y="141022"/>
                </a:lnTo>
                <a:lnTo>
                  <a:pt x="203888" y="142593"/>
                </a:lnTo>
                <a:lnTo>
                  <a:pt x="203840" y="144164"/>
                </a:lnTo>
                <a:lnTo>
                  <a:pt x="203823" y="145736"/>
                </a:lnTo>
                <a:lnTo>
                  <a:pt x="203850" y="147886"/>
                </a:lnTo>
                <a:lnTo>
                  <a:pt x="203931" y="150018"/>
                </a:lnTo>
                <a:lnTo>
                  <a:pt x="204065" y="152132"/>
                </a:lnTo>
                <a:lnTo>
                  <a:pt x="204252" y="154229"/>
                </a:lnTo>
                <a:lnTo>
                  <a:pt x="204494" y="156307"/>
                </a:lnTo>
                <a:lnTo>
                  <a:pt x="204789" y="158369"/>
                </a:lnTo>
                <a:lnTo>
                  <a:pt x="205137" y="160412"/>
                </a:lnTo>
                <a:lnTo>
                  <a:pt x="205539" y="162438"/>
                </a:lnTo>
                <a:lnTo>
                  <a:pt x="205995" y="164446"/>
                </a:lnTo>
                <a:lnTo>
                  <a:pt x="206504" y="166436"/>
                </a:lnTo>
                <a:lnTo>
                  <a:pt x="207067" y="168409"/>
                </a:lnTo>
                <a:lnTo>
                  <a:pt x="207684" y="170364"/>
                </a:lnTo>
                <a:lnTo>
                  <a:pt x="208354" y="172302"/>
                </a:lnTo>
                <a:lnTo>
                  <a:pt x="209077" y="174221"/>
                </a:lnTo>
                <a:lnTo>
                  <a:pt x="209854" y="176124"/>
                </a:lnTo>
                <a:lnTo>
                  <a:pt x="210685" y="178008"/>
                </a:lnTo>
                <a:lnTo>
                  <a:pt x="211569" y="179875"/>
                </a:lnTo>
                <a:lnTo>
                  <a:pt x="212506" y="181724"/>
                </a:lnTo>
                <a:lnTo>
                  <a:pt x="213497" y="183556"/>
                </a:lnTo>
                <a:lnTo>
                  <a:pt x="214542" y="185370"/>
                </a:lnTo>
                <a:lnTo>
                  <a:pt x="215640" y="187167"/>
                </a:lnTo>
                <a:lnTo>
                  <a:pt x="216791" y="188946"/>
                </a:lnTo>
                <a:lnTo>
                  <a:pt x="217996" y="190707"/>
                </a:lnTo>
                <a:lnTo>
                  <a:pt x="219255" y="192451"/>
                </a:lnTo>
                <a:lnTo>
                  <a:pt x="220799" y="194468"/>
                </a:lnTo>
                <a:lnTo>
                  <a:pt x="222387" y="196400"/>
                </a:lnTo>
                <a:lnTo>
                  <a:pt x="224020" y="198246"/>
                </a:lnTo>
                <a:lnTo>
                  <a:pt x="225697" y="200006"/>
                </a:lnTo>
                <a:lnTo>
                  <a:pt x="227418" y="201679"/>
                </a:lnTo>
                <a:lnTo>
                  <a:pt x="229184" y="203267"/>
                </a:lnTo>
                <a:lnTo>
                  <a:pt x="230993" y="204769"/>
                </a:lnTo>
                <a:lnTo>
                  <a:pt x="232847" y="206185"/>
                </a:lnTo>
                <a:lnTo>
                  <a:pt x="234745" y="207516"/>
                </a:lnTo>
                <a:lnTo>
                  <a:pt x="236688" y="208760"/>
                </a:lnTo>
                <a:lnTo>
                  <a:pt x="238674" y="209918"/>
                </a:lnTo>
                <a:lnTo>
                  <a:pt x="240705" y="210991"/>
                </a:lnTo>
                <a:lnTo>
                  <a:pt x="242780" y="211978"/>
                </a:lnTo>
                <a:lnTo>
                  <a:pt x="244899" y="212879"/>
                </a:lnTo>
                <a:lnTo>
                  <a:pt x="247062" y="213694"/>
                </a:lnTo>
                <a:lnTo>
                  <a:pt x="249269" y="214423"/>
                </a:lnTo>
                <a:lnTo>
                  <a:pt x="251521" y="215066"/>
                </a:lnTo>
                <a:lnTo>
                  <a:pt x="253816" y="215624"/>
                </a:lnTo>
                <a:lnTo>
                  <a:pt x="256156" y="216096"/>
                </a:lnTo>
                <a:lnTo>
                  <a:pt x="258540" y="216482"/>
                </a:lnTo>
                <a:lnTo>
                  <a:pt x="260968" y="216782"/>
                </a:lnTo>
                <a:lnTo>
                  <a:pt x="263440" y="216996"/>
                </a:lnTo>
                <a:lnTo>
                  <a:pt x="265956" y="217125"/>
                </a:lnTo>
                <a:lnTo>
                  <a:pt x="268516" y="217168"/>
                </a:lnTo>
                <a:lnTo>
                  <a:pt x="270097" y="217151"/>
                </a:lnTo>
                <a:lnTo>
                  <a:pt x="271665" y="217101"/>
                </a:lnTo>
                <a:lnTo>
                  <a:pt x="273221" y="217018"/>
                </a:lnTo>
                <a:lnTo>
                  <a:pt x="274764" y="216901"/>
                </a:lnTo>
                <a:lnTo>
                  <a:pt x="276295" y="216751"/>
                </a:lnTo>
                <a:lnTo>
                  <a:pt x="277814" y="216568"/>
                </a:lnTo>
                <a:lnTo>
                  <a:pt x="279320" y="216352"/>
                </a:lnTo>
                <a:lnTo>
                  <a:pt x="280814" y="216102"/>
                </a:lnTo>
                <a:lnTo>
                  <a:pt x="282296" y="215819"/>
                </a:lnTo>
                <a:lnTo>
                  <a:pt x="283765" y="215503"/>
                </a:lnTo>
                <a:lnTo>
                  <a:pt x="285222" y="215153"/>
                </a:lnTo>
                <a:lnTo>
                  <a:pt x="286666" y="214770"/>
                </a:lnTo>
                <a:lnTo>
                  <a:pt x="288098" y="214354"/>
                </a:lnTo>
                <a:lnTo>
                  <a:pt x="289518" y="213904"/>
                </a:lnTo>
                <a:lnTo>
                  <a:pt x="290925" y="213421"/>
                </a:lnTo>
                <a:lnTo>
                  <a:pt x="292320" y="212905"/>
                </a:lnTo>
                <a:lnTo>
                  <a:pt x="293703" y="212355"/>
                </a:lnTo>
                <a:lnTo>
                  <a:pt x="295073" y="211772"/>
                </a:lnTo>
                <a:lnTo>
                  <a:pt x="296431" y="211156"/>
                </a:lnTo>
                <a:lnTo>
                  <a:pt x="297777" y="210507"/>
                </a:lnTo>
                <a:lnTo>
                  <a:pt x="299110" y="209824"/>
                </a:lnTo>
                <a:lnTo>
                  <a:pt x="300431" y="209108"/>
                </a:lnTo>
                <a:lnTo>
                  <a:pt x="301739" y="208359"/>
                </a:lnTo>
                <a:lnTo>
                  <a:pt x="303036" y="207576"/>
                </a:lnTo>
                <a:lnTo>
                  <a:pt x="304316" y="206763"/>
                </a:lnTo>
                <a:lnTo>
                  <a:pt x="305574" y="205917"/>
                </a:lnTo>
                <a:lnTo>
                  <a:pt x="306808" y="205039"/>
                </a:lnTo>
                <a:lnTo>
                  <a:pt x="308020" y="204128"/>
                </a:lnTo>
                <a:lnTo>
                  <a:pt x="309208" y="203185"/>
                </a:lnTo>
                <a:lnTo>
                  <a:pt x="310373" y="202210"/>
                </a:lnTo>
                <a:lnTo>
                  <a:pt x="311515" y="201202"/>
                </a:lnTo>
                <a:lnTo>
                  <a:pt x="312634" y="200162"/>
                </a:lnTo>
                <a:lnTo>
                  <a:pt x="313730" y="199089"/>
                </a:lnTo>
                <a:lnTo>
                  <a:pt x="314802" y="197984"/>
                </a:lnTo>
                <a:lnTo>
                  <a:pt x="315851" y="196847"/>
                </a:lnTo>
                <a:lnTo>
                  <a:pt x="316878" y="195677"/>
                </a:lnTo>
                <a:lnTo>
                  <a:pt x="317881" y="194475"/>
                </a:lnTo>
                <a:lnTo>
                  <a:pt x="318861" y="193241"/>
                </a:lnTo>
                <a:lnTo>
                  <a:pt x="319818" y="191974"/>
                </a:lnTo>
                <a:lnTo>
                  <a:pt x="320752" y="190675"/>
                </a:lnTo>
                <a:lnTo>
                  <a:pt x="321662" y="189344"/>
                </a:lnTo>
                <a:lnTo>
                  <a:pt x="322550" y="187981"/>
                </a:lnTo>
                <a:lnTo>
                  <a:pt x="323414" y="186586"/>
                </a:lnTo>
                <a:lnTo>
                  <a:pt x="324255" y="185158"/>
                </a:lnTo>
                <a:lnTo>
                  <a:pt x="325073" y="183698"/>
                </a:lnTo>
                <a:lnTo>
                  <a:pt x="325868" y="182206"/>
                </a:lnTo>
                <a:lnTo>
                  <a:pt x="326640" y="180682"/>
                </a:lnTo>
                <a:lnTo>
                  <a:pt x="327389" y="179126"/>
                </a:lnTo>
                <a:lnTo>
                  <a:pt x="328108" y="177554"/>
                </a:lnTo>
                <a:lnTo>
                  <a:pt x="328797" y="175984"/>
                </a:lnTo>
                <a:lnTo>
                  <a:pt x="329455" y="174416"/>
                </a:lnTo>
                <a:lnTo>
                  <a:pt x="330083" y="172849"/>
                </a:lnTo>
                <a:lnTo>
                  <a:pt x="330681" y="171284"/>
                </a:lnTo>
                <a:lnTo>
                  <a:pt x="331247" y="169720"/>
                </a:lnTo>
                <a:lnTo>
                  <a:pt x="331784" y="168158"/>
                </a:lnTo>
                <a:lnTo>
                  <a:pt x="332289" y="166597"/>
                </a:lnTo>
                <a:lnTo>
                  <a:pt x="332764" y="165038"/>
                </a:lnTo>
                <a:lnTo>
                  <a:pt x="333209" y="163481"/>
                </a:lnTo>
                <a:lnTo>
                  <a:pt x="333623" y="161925"/>
                </a:lnTo>
                <a:lnTo>
                  <a:pt x="334006" y="160370"/>
                </a:lnTo>
                <a:lnTo>
                  <a:pt x="334358" y="158817"/>
                </a:lnTo>
                <a:lnTo>
                  <a:pt x="334681" y="157266"/>
                </a:lnTo>
                <a:lnTo>
                  <a:pt x="334972" y="155716"/>
                </a:lnTo>
                <a:lnTo>
                  <a:pt x="335233" y="154167"/>
                </a:lnTo>
                <a:lnTo>
                  <a:pt x="335463" y="152620"/>
                </a:lnTo>
                <a:lnTo>
                  <a:pt x="335662" y="151074"/>
                </a:lnTo>
                <a:lnTo>
                  <a:pt x="335831" y="149530"/>
                </a:lnTo>
                <a:lnTo>
                  <a:pt x="335969" y="147987"/>
                </a:lnTo>
                <a:lnTo>
                  <a:pt x="336077" y="146446"/>
                </a:lnTo>
                <a:lnTo>
                  <a:pt x="336153" y="144906"/>
                </a:lnTo>
                <a:lnTo>
                  <a:pt x="336199" y="143367"/>
                </a:lnTo>
                <a:lnTo>
                  <a:pt x="336215" y="141830"/>
                </a:lnTo>
                <a:lnTo>
                  <a:pt x="336187" y="139658"/>
                </a:lnTo>
                <a:lnTo>
                  <a:pt x="336103" y="137506"/>
                </a:lnTo>
                <a:lnTo>
                  <a:pt x="335964" y="135376"/>
                </a:lnTo>
                <a:lnTo>
                  <a:pt x="335770" y="133266"/>
                </a:lnTo>
                <a:lnTo>
                  <a:pt x="335519" y="131176"/>
                </a:lnTo>
                <a:lnTo>
                  <a:pt x="335213" y="129108"/>
                </a:lnTo>
                <a:lnTo>
                  <a:pt x="334852" y="127060"/>
                </a:lnTo>
                <a:lnTo>
                  <a:pt x="334434" y="125032"/>
                </a:lnTo>
                <a:lnTo>
                  <a:pt x="333961" y="123026"/>
                </a:lnTo>
                <a:lnTo>
                  <a:pt x="333433" y="121040"/>
                </a:lnTo>
                <a:lnTo>
                  <a:pt x="332848" y="119075"/>
                </a:lnTo>
                <a:lnTo>
                  <a:pt x="332209" y="117130"/>
                </a:lnTo>
                <a:lnTo>
                  <a:pt x="331513" y="115206"/>
                </a:lnTo>
                <a:lnTo>
                  <a:pt x="330762" y="113303"/>
                </a:lnTo>
                <a:lnTo>
                  <a:pt x="329955" y="111420"/>
                </a:lnTo>
                <a:lnTo>
                  <a:pt x="329093" y="109558"/>
                </a:lnTo>
                <a:lnTo>
                  <a:pt x="328175" y="107716"/>
                </a:lnTo>
                <a:lnTo>
                  <a:pt x="327201" y="105895"/>
                </a:lnTo>
                <a:lnTo>
                  <a:pt x="326171" y="104095"/>
                </a:lnTo>
                <a:lnTo>
                  <a:pt x="325086" y="102315"/>
                </a:lnTo>
                <a:lnTo>
                  <a:pt x="323946" y="100556"/>
                </a:lnTo>
                <a:lnTo>
                  <a:pt x="322749" y="98818"/>
                </a:lnTo>
                <a:lnTo>
                  <a:pt x="321498" y="97100"/>
                </a:lnTo>
                <a:lnTo>
                  <a:pt x="320190" y="95402"/>
                </a:lnTo>
                <a:lnTo>
                  <a:pt x="318596" y="93471"/>
                </a:lnTo>
                <a:lnTo>
                  <a:pt x="316960" y="91623"/>
                </a:lnTo>
                <a:lnTo>
                  <a:pt x="315281" y="89857"/>
                </a:lnTo>
                <a:lnTo>
                  <a:pt x="313559" y="88173"/>
                </a:lnTo>
                <a:lnTo>
                  <a:pt x="311795" y="86571"/>
                </a:lnTo>
                <a:lnTo>
                  <a:pt x="309988" y="85052"/>
                </a:lnTo>
                <a:lnTo>
                  <a:pt x="308138" y="83615"/>
                </a:lnTo>
                <a:lnTo>
                  <a:pt x="306246" y="82261"/>
                </a:lnTo>
                <a:lnTo>
                  <a:pt x="304311" y="80988"/>
                </a:lnTo>
                <a:lnTo>
                  <a:pt x="302333" y="79798"/>
                </a:lnTo>
                <a:lnTo>
                  <a:pt x="300312" y="78690"/>
                </a:lnTo>
                <a:lnTo>
                  <a:pt x="298249" y="77664"/>
                </a:lnTo>
                <a:lnTo>
                  <a:pt x="296143" y="76720"/>
                </a:lnTo>
                <a:lnTo>
                  <a:pt x="293995" y="75859"/>
                </a:lnTo>
                <a:lnTo>
                  <a:pt x="291804" y="75079"/>
                </a:lnTo>
                <a:lnTo>
                  <a:pt x="289570" y="74382"/>
                </a:lnTo>
                <a:lnTo>
                  <a:pt x="287293" y="73767"/>
                </a:lnTo>
                <a:lnTo>
                  <a:pt x="284974" y="73233"/>
                </a:lnTo>
                <a:lnTo>
                  <a:pt x="282612" y="72782"/>
                </a:lnTo>
                <a:lnTo>
                  <a:pt x="280208" y="72413"/>
                </a:lnTo>
                <a:lnTo>
                  <a:pt x="277760" y="72126"/>
                </a:lnTo>
                <a:lnTo>
                  <a:pt x="275271" y="71921"/>
                </a:lnTo>
                <a:lnTo>
                  <a:pt x="272738" y="71798"/>
                </a:lnTo>
                <a:lnTo>
                  <a:pt x="270163" y="71757"/>
                </a:lnTo>
                <a:lnTo>
                  <a:pt x="268744" y="71773"/>
                </a:lnTo>
                <a:lnTo>
                  <a:pt x="267332" y="71819"/>
                </a:lnTo>
                <a:lnTo>
                  <a:pt x="265926" y="71897"/>
                </a:lnTo>
                <a:lnTo>
                  <a:pt x="264526" y="72005"/>
                </a:lnTo>
                <a:lnTo>
                  <a:pt x="263132" y="72144"/>
                </a:lnTo>
                <a:lnTo>
                  <a:pt x="261745" y="72314"/>
                </a:lnTo>
                <a:lnTo>
                  <a:pt x="260363" y="72515"/>
                </a:lnTo>
                <a:lnTo>
                  <a:pt x="258988" y="72747"/>
                </a:lnTo>
                <a:lnTo>
                  <a:pt x="257619" y="73009"/>
                </a:lnTo>
                <a:lnTo>
                  <a:pt x="256256" y="73303"/>
                </a:lnTo>
                <a:lnTo>
                  <a:pt x="254900" y="73628"/>
                </a:lnTo>
                <a:lnTo>
                  <a:pt x="253549" y="73983"/>
                </a:lnTo>
                <a:lnTo>
                  <a:pt x="252205" y="74370"/>
                </a:lnTo>
                <a:lnTo>
                  <a:pt x="250867" y="74787"/>
                </a:lnTo>
                <a:lnTo>
                  <a:pt x="249535" y="75235"/>
                </a:lnTo>
                <a:lnTo>
                  <a:pt x="248209" y="75714"/>
                </a:lnTo>
                <a:lnTo>
                  <a:pt x="246890" y="76224"/>
                </a:lnTo>
                <a:lnTo>
                  <a:pt x="245576" y="76765"/>
                </a:lnTo>
                <a:lnTo>
                  <a:pt x="244269" y="77337"/>
                </a:lnTo>
                <a:lnTo>
                  <a:pt x="242968" y="77940"/>
                </a:lnTo>
                <a:lnTo>
                  <a:pt x="241673" y="78574"/>
                </a:lnTo>
                <a:lnTo>
                  <a:pt x="240385" y="79238"/>
                </a:lnTo>
                <a:lnTo>
                  <a:pt x="239102" y="79934"/>
                </a:lnTo>
                <a:lnTo>
                  <a:pt x="237826" y="80660"/>
                </a:lnTo>
                <a:lnTo>
                  <a:pt x="236563" y="81419"/>
                </a:lnTo>
                <a:lnTo>
                  <a:pt x="235321" y="82212"/>
                </a:lnTo>
                <a:lnTo>
                  <a:pt x="234099" y="83038"/>
                </a:lnTo>
                <a:lnTo>
                  <a:pt x="232897" y="83899"/>
                </a:lnTo>
                <a:close/>
                <a:moveTo>
                  <a:pt x="297440" y="103282"/>
                </a:moveTo>
                <a:lnTo>
                  <a:pt x="298504" y="105273"/>
                </a:lnTo>
                <a:lnTo>
                  <a:pt x="299514" y="107317"/>
                </a:lnTo>
                <a:lnTo>
                  <a:pt x="300469" y="109416"/>
                </a:lnTo>
                <a:lnTo>
                  <a:pt x="301369" y="111568"/>
                </a:lnTo>
                <a:lnTo>
                  <a:pt x="302215" y="113775"/>
                </a:lnTo>
                <a:lnTo>
                  <a:pt x="303007" y="116036"/>
                </a:lnTo>
                <a:lnTo>
                  <a:pt x="303744" y="118351"/>
                </a:lnTo>
                <a:lnTo>
                  <a:pt x="304426" y="120720"/>
                </a:lnTo>
                <a:lnTo>
                  <a:pt x="305054" y="123143"/>
                </a:lnTo>
                <a:lnTo>
                  <a:pt x="305627" y="125620"/>
                </a:lnTo>
                <a:lnTo>
                  <a:pt x="306146" y="128152"/>
                </a:lnTo>
                <a:lnTo>
                  <a:pt x="306610" y="130738"/>
                </a:lnTo>
                <a:lnTo>
                  <a:pt x="307020" y="133378"/>
                </a:lnTo>
                <a:lnTo>
                  <a:pt x="307375" y="136072"/>
                </a:lnTo>
                <a:lnTo>
                  <a:pt x="307675" y="138820"/>
                </a:lnTo>
                <a:lnTo>
                  <a:pt x="307921" y="141623"/>
                </a:lnTo>
                <a:lnTo>
                  <a:pt x="308112" y="144479"/>
                </a:lnTo>
                <a:lnTo>
                  <a:pt x="308249" y="147390"/>
                </a:lnTo>
                <a:lnTo>
                  <a:pt x="308331" y="150355"/>
                </a:lnTo>
                <a:lnTo>
                  <a:pt x="308358" y="153375"/>
                </a:lnTo>
                <a:lnTo>
                  <a:pt x="308342" y="155777"/>
                </a:lnTo>
                <a:lnTo>
                  <a:pt x="308293" y="158119"/>
                </a:lnTo>
                <a:lnTo>
                  <a:pt x="308211" y="160402"/>
                </a:lnTo>
                <a:lnTo>
                  <a:pt x="308096" y="162625"/>
                </a:lnTo>
                <a:lnTo>
                  <a:pt x="307949" y="164789"/>
                </a:lnTo>
                <a:lnTo>
                  <a:pt x="307769" y="166893"/>
                </a:lnTo>
                <a:lnTo>
                  <a:pt x="307556" y="168938"/>
                </a:lnTo>
                <a:lnTo>
                  <a:pt x="307311" y="170923"/>
                </a:lnTo>
                <a:lnTo>
                  <a:pt x="307032" y="172848"/>
                </a:lnTo>
                <a:lnTo>
                  <a:pt x="306721" y="174714"/>
                </a:lnTo>
                <a:lnTo>
                  <a:pt x="306377" y="176520"/>
                </a:lnTo>
                <a:lnTo>
                  <a:pt x="306001" y="178266"/>
                </a:lnTo>
                <a:lnTo>
                  <a:pt x="305591" y="179953"/>
                </a:lnTo>
                <a:lnTo>
                  <a:pt x="305149" y="181580"/>
                </a:lnTo>
                <a:lnTo>
                  <a:pt x="304674" y="183147"/>
                </a:lnTo>
                <a:lnTo>
                  <a:pt x="304166" y="184654"/>
                </a:lnTo>
                <a:lnTo>
                  <a:pt x="303625" y="186102"/>
                </a:lnTo>
                <a:lnTo>
                  <a:pt x="303051" y="187490"/>
                </a:lnTo>
                <a:lnTo>
                  <a:pt x="302445" y="188817"/>
                </a:lnTo>
                <a:lnTo>
                  <a:pt x="301806" y="190085"/>
                </a:lnTo>
                <a:lnTo>
                  <a:pt x="301133" y="191293"/>
                </a:lnTo>
                <a:lnTo>
                  <a:pt x="300428" y="192441"/>
                </a:lnTo>
                <a:lnTo>
                  <a:pt x="299690" y="193529"/>
                </a:lnTo>
                <a:lnTo>
                  <a:pt x="298919" y="194557"/>
                </a:lnTo>
                <a:lnTo>
                  <a:pt x="298125" y="195534"/>
                </a:lnTo>
                <a:lnTo>
                  <a:pt x="297314" y="196470"/>
                </a:lnTo>
                <a:lnTo>
                  <a:pt x="296484" y="197364"/>
                </a:lnTo>
                <a:lnTo>
                  <a:pt x="295637" y="198217"/>
                </a:lnTo>
                <a:lnTo>
                  <a:pt x="294773" y="199028"/>
                </a:lnTo>
                <a:lnTo>
                  <a:pt x="293890" y="199798"/>
                </a:lnTo>
                <a:lnTo>
                  <a:pt x="292990" y="200526"/>
                </a:lnTo>
                <a:lnTo>
                  <a:pt x="292072" y="201212"/>
                </a:lnTo>
                <a:lnTo>
                  <a:pt x="291136" y="201858"/>
                </a:lnTo>
                <a:lnTo>
                  <a:pt x="290182" y="202461"/>
                </a:lnTo>
                <a:lnTo>
                  <a:pt x="289211" y="203023"/>
                </a:lnTo>
                <a:lnTo>
                  <a:pt x="288222" y="203543"/>
                </a:lnTo>
                <a:lnTo>
                  <a:pt x="287215" y="204022"/>
                </a:lnTo>
                <a:lnTo>
                  <a:pt x="286190" y="204459"/>
                </a:lnTo>
                <a:lnTo>
                  <a:pt x="285148" y="204855"/>
                </a:lnTo>
                <a:lnTo>
                  <a:pt x="284088" y="205209"/>
                </a:lnTo>
                <a:lnTo>
                  <a:pt x="283010" y="205521"/>
                </a:lnTo>
                <a:lnTo>
                  <a:pt x="281914" y="205792"/>
                </a:lnTo>
                <a:lnTo>
                  <a:pt x="280801" y="206021"/>
                </a:lnTo>
                <a:lnTo>
                  <a:pt x="279670" y="206209"/>
                </a:lnTo>
                <a:lnTo>
                  <a:pt x="278521" y="206355"/>
                </a:lnTo>
                <a:lnTo>
                  <a:pt x="277355" y="206459"/>
                </a:lnTo>
                <a:lnTo>
                  <a:pt x="276170" y="206521"/>
                </a:lnTo>
                <a:lnTo>
                  <a:pt x="274968" y="206542"/>
                </a:lnTo>
                <a:lnTo>
                  <a:pt x="273359" y="206504"/>
                </a:lnTo>
                <a:lnTo>
                  <a:pt x="271776" y="206391"/>
                </a:lnTo>
                <a:lnTo>
                  <a:pt x="270219" y="206202"/>
                </a:lnTo>
                <a:lnTo>
                  <a:pt x="268688" y="205938"/>
                </a:lnTo>
                <a:lnTo>
                  <a:pt x="267184" y="205598"/>
                </a:lnTo>
                <a:lnTo>
                  <a:pt x="265706" y="205182"/>
                </a:lnTo>
                <a:lnTo>
                  <a:pt x="264255" y="204691"/>
                </a:lnTo>
                <a:lnTo>
                  <a:pt x="262829" y="204125"/>
                </a:lnTo>
                <a:lnTo>
                  <a:pt x="261430" y="203483"/>
                </a:lnTo>
                <a:lnTo>
                  <a:pt x="260057" y="202766"/>
                </a:lnTo>
                <a:lnTo>
                  <a:pt x="258711" y="201973"/>
                </a:lnTo>
                <a:lnTo>
                  <a:pt x="257390" y="201105"/>
                </a:lnTo>
                <a:lnTo>
                  <a:pt x="256096" y="200161"/>
                </a:lnTo>
                <a:lnTo>
                  <a:pt x="254828" y="199142"/>
                </a:lnTo>
                <a:lnTo>
                  <a:pt x="253586" y="198048"/>
                </a:lnTo>
                <a:lnTo>
                  <a:pt x="252371" y="196879"/>
                </a:lnTo>
                <a:lnTo>
                  <a:pt x="251181" y="195634"/>
                </a:lnTo>
                <a:lnTo>
                  <a:pt x="250018" y="194313"/>
                </a:lnTo>
                <a:lnTo>
                  <a:pt x="248881" y="192918"/>
                </a:lnTo>
                <a:lnTo>
                  <a:pt x="247770" y="191447"/>
                </a:lnTo>
                <a:lnTo>
                  <a:pt x="246686" y="189901"/>
                </a:lnTo>
                <a:lnTo>
                  <a:pt x="245627" y="188280"/>
                </a:lnTo>
                <a:lnTo>
                  <a:pt x="244595" y="186584"/>
                </a:lnTo>
                <a:lnTo>
                  <a:pt x="243589" y="184812"/>
                </a:lnTo>
                <a:lnTo>
                  <a:pt x="242616" y="182988"/>
                </a:lnTo>
                <a:lnTo>
                  <a:pt x="241685" y="181136"/>
                </a:lnTo>
                <a:lnTo>
                  <a:pt x="240796" y="179256"/>
                </a:lnTo>
                <a:lnTo>
                  <a:pt x="239948" y="177347"/>
                </a:lnTo>
                <a:lnTo>
                  <a:pt x="239141" y="175409"/>
                </a:lnTo>
                <a:lnTo>
                  <a:pt x="238376" y="173443"/>
                </a:lnTo>
                <a:lnTo>
                  <a:pt x="237652" y="171448"/>
                </a:lnTo>
                <a:lnTo>
                  <a:pt x="236970" y="169425"/>
                </a:lnTo>
                <a:lnTo>
                  <a:pt x="236329" y="167373"/>
                </a:lnTo>
                <a:lnTo>
                  <a:pt x="235730" y="165292"/>
                </a:lnTo>
                <a:lnTo>
                  <a:pt x="235172" y="163183"/>
                </a:lnTo>
                <a:lnTo>
                  <a:pt x="234655" y="161045"/>
                </a:lnTo>
                <a:lnTo>
                  <a:pt x="234180" y="158879"/>
                </a:lnTo>
                <a:lnTo>
                  <a:pt x="233746" y="156684"/>
                </a:lnTo>
                <a:lnTo>
                  <a:pt x="233353" y="154460"/>
                </a:lnTo>
                <a:lnTo>
                  <a:pt x="233002" y="152208"/>
                </a:lnTo>
                <a:lnTo>
                  <a:pt x="232692" y="149927"/>
                </a:lnTo>
                <a:lnTo>
                  <a:pt x="232424" y="147617"/>
                </a:lnTo>
                <a:lnTo>
                  <a:pt x="232196" y="145279"/>
                </a:lnTo>
                <a:lnTo>
                  <a:pt x="232010" y="142912"/>
                </a:lnTo>
                <a:lnTo>
                  <a:pt x="231866" y="140516"/>
                </a:lnTo>
                <a:lnTo>
                  <a:pt x="231763" y="138092"/>
                </a:lnTo>
                <a:lnTo>
                  <a:pt x="231701" y="135639"/>
                </a:lnTo>
                <a:lnTo>
                  <a:pt x="231680" y="133157"/>
                </a:lnTo>
                <a:lnTo>
                  <a:pt x="231689" y="131621"/>
                </a:lnTo>
                <a:lnTo>
                  <a:pt x="231714" y="130107"/>
                </a:lnTo>
                <a:lnTo>
                  <a:pt x="231757" y="128618"/>
                </a:lnTo>
                <a:lnTo>
                  <a:pt x="231817" y="127152"/>
                </a:lnTo>
                <a:lnTo>
                  <a:pt x="231895" y="125709"/>
                </a:lnTo>
                <a:lnTo>
                  <a:pt x="231989" y="124290"/>
                </a:lnTo>
                <a:lnTo>
                  <a:pt x="232100" y="122895"/>
                </a:lnTo>
                <a:lnTo>
                  <a:pt x="232229" y="121522"/>
                </a:lnTo>
                <a:lnTo>
                  <a:pt x="232375" y="120174"/>
                </a:lnTo>
                <a:lnTo>
                  <a:pt x="232538" y="118849"/>
                </a:lnTo>
                <a:lnTo>
                  <a:pt x="232718" y="117547"/>
                </a:lnTo>
                <a:lnTo>
                  <a:pt x="232915" y="116268"/>
                </a:lnTo>
                <a:lnTo>
                  <a:pt x="233129" y="115014"/>
                </a:lnTo>
                <a:lnTo>
                  <a:pt x="233361" y="113782"/>
                </a:lnTo>
                <a:lnTo>
                  <a:pt x="233610" y="112574"/>
                </a:lnTo>
                <a:lnTo>
                  <a:pt x="233875" y="111389"/>
                </a:lnTo>
                <a:lnTo>
                  <a:pt x="234158" y="110228"/>
                </a:lnTo>
                <a:lnTo>
                  <a:pt x="234459" y="109090"/>
                </a:lnTo>
                <a:lnTo>
                  <a:pt x="234776" y="107976"/>
                </a:lnTo>
                <a:lnTo>
                  <a:pt x="235110" y="106885"/>
                </a:lnTo>
                <a:lnTo>
                  <a:pt x="235462" y="105817"/>
                </a:lnTo>
                <a:lnTo>
                  <a:pt x="235831" y="104773"/>
                </a:lnTo>
                <a:lnTo>
                  <a:pt x="236217" y="103752"/>
                </a:lnTo>
                <a:lnTo>
                  <a:pt x="236620" y="102754"/>
                </a:lnTo>
                <a:lnTo>
                  <a:pt x="237037" y="101780"/>
                </a:lnTo>
                <a:lnTo>
                  <a:pt x="237464" y="100831"/>
                </a:lnTo>
                <a:lnTo>
                  <a:pt x="237903" y="99907"/>
                </a:lnTo>
                <a:lnTo>
                  <a:pt x="238352" y="99007"/>
                </a:lnTo>
                <a:lnTo>
                  <a:pt x="238812" y="98131"/>
                </a:lnTo>
                <a:lnTo>
                  <a:pt x="239283" y="97280"/>
                </a:lnTo>
                <a:lnTo>
                  <a:pt x="239764" y="96454"/>
                </a:lnTo>
                <a:lnTo>
                  <a:pt x="240257" y="95653"/>
                </a:lnTo>
                <a:lnTo>
                  <a:pt x="240759" y="94876"/>
                </a:lnTo>
                <a:lnTo>
                  <a:pt x="241273" y="94123"/>
                </a:lnTo>
                <a:lnTo>
                  <a:pt x="241797" y="93396"/>
                </a:lnTo>
                <a:lnTo>
                  <a:pt x="242332" y="92693"/>
                </a:lnTo>
                <a:lnTo>
                  <a:pt x="242878" y="92015"/>
                </a:lnTo>
                <a:lnTo>
                  <a:pt x="243434" y="91362"/>
                </a:lnTo>
                <a:lnTo>
                  <a:pt x="244001" y="90733"/>
                </a:lnTo>
                <a:lnTo>
                  <a:pt x="244579" y="90129"/>
                </a:lnTo>
                <a:lnTo>
                  <a:pt x="245167" y="89550"/>
                </a:lnTo>
                <a:lnTo>
                  <a:pt x="245766" y="88996"/>
                </a:lnTo>
                <a:lnTo>
                  <a:pt x="246375" y="88467"/>
                </a:lnTo>
                <a:lnTo>
                  <a:pt x="246995" y="87962"/>
                </a:lnTo>
                <a:lnTo>
                  <a:pt x="247626" y="87483"/>
                </a:lnTo>
                <a:lnTo>
                  <a:pt x="248267" y="87028"/>
                </a:lnTo>
                <a:lnTo>
                  <a:pt x="248919" y="86598"/>
                </a:lnTo>
                <a:lnTo>
                  <a:pt x="249581" y="86193"/>
                </a:lnTo>
                <a:lnTo>
                  <a:pt x="250249" y="85809"/>
                </a:lnTo>
                <a:lnTo>
                  <a:pt x="250916" y="85441"/>
                </a:lnTo>
                <a:lnTo>
                  <a:pt x="251583" y="85089"/>
                </a:lnTo>
                <a:lnTo>
                  <a:pt x="252250" y="84754"/>
                </a:lnTo>
                <a:lnTo>
                  <a:pt x="252917" y="84435"/>
                </a:lnTo>
                <a:lnTo>
                  <a:pt x="253584" y="84133"/>
                </a:lnTo>
                <a:lnTo>
                  <a:pt x="254250" y="83846"/>
                </a:lnTo>
                <a:lnTo>
                  <a:pt x="254916" y="83577"/>
                </a:lnTo>
                <a:lnTo>
                  <a:pt x="255581" y="83323"/>
                </a:lnTo>
                <a:lnTo>
                  <a:pt x="256247" y="83086"/>
                </a:lnTo>
                <a:lnTo>
                  <a:pt x="256912" y="82865"/>
                </a:lnTo>
                <a:lnTo>
                  <a:pt x="257577" y="82661"/>
                </a:lnTo>
                <a:lnTo>
                  <a:pt x="258241" y="82473"/>
                </a:lnTo>
                <a:lnTo>
                  <a:pt x="258906" y="82301"/>
                </a:lnTo>
                <a:lnTo>
                  <a:pt x="259570" y="82146"/>
                </a:lnTo>
                <a:lnTo>
                  <a:pt x="260233" y="82007"/>
                </a:lnTo>
                <a:lnTo>
                  <a:pt x="260896" y="81884"/>
                </a:lnTo>
                <a:lnTo>
                  <a:pt x="261559" y="81778"/>
                </a:lnTo>
                <a:lnTo>
                  <a:pt x="262222" y="81688"/>
                </a:lnTo>
                <a:lnTo>
                  <a:pt x="262884" y="81614"/>
                </a:lnTo>
                <a:lnTo>
                  <a:pt x="263546" y="81557"/>
                </a:lnTo>
                <a:lnTo>
                  <a:pt x="264208" y="81516"/>
                </a:lnTo>
                <a:lnTo>
                  <a:pt x="264869" y="81492"/>
                </a:lnTo>
                <a:lnTo>
                  <a:pt x="265529" y="81483"/>
                </a:lnTo>
                <a:lnTo>
                  <a:pt x="266893" y="81508"/>
                </a:lnTo>
                <a:lnTo>
                  <a:pt x="268236" y="81583"/>
                </a:lnTo>
                <a:lnTo>
                  <a:pt x="269558" y="81708"/>
                </a:lnTo>
                <a:lnTo>
                  <a:pt x="270860" y="81882"/>
                </a:lnTo>
                <a:lnTo>
                  <a:pt x="272142" y="82107"/>
                </a:lnTo>
                <a:lnTo>
                  <a:pt x="273403" y="82381"/>
                </a:lnTo>
                <a:lnTo>
                  <a:pt x="274643" y="82705"/>
                </a:lnTo>
                <a:lnTo>
                  <a:pt x="275864" y="83080"/>
                </a:lnTo>
                <a:lnTo>
                  <a:pt x="277064" y="83504"/>
                </a:lnTo>
                <a:lnTo>
                  <a:pt x="278243" y="83978"/>
                </a:lnTo>
                <a:lnTo>
                  <a:pt x="279403" y="84502"/>
                </a:lnTo>
                <a:lnTo>
                  <a:pt x="280542" y="85076"/>
                </a:lnTo>
                <a:lnTo>
                  <a:pt x="281661" y="85699"/>
                </a:lnTo>
                <a:lnTo>
                  <a:pt x="282759" y="86373"/>
                </a:lnTo>
                <a:lnTo>
                  <a:pt x="283838" y="87097"/>
                </a:lnTo>
                <a:lnTo>
                  <a:pt x="284896" y="87871"/>
                </a:lnTo>
                <a:lnTo>
                  <a:pt x="285934" y="88695"/>
                </a:lnTo>
                <a:lnTo>
                  <a:pt x="286952" y="89569"/>
                </a:lnTo>
                <a:lnTo>
                  <a:pt x="287950" y="90492"/>
                </a:lnTo>
                <a:lnTo>
                  <a:pt x="288928" y="91466"/>
                </a:lnTo>
                <a:lnTo>
                  <a:pt x="289886" y="92490"/>
                </a:lnTo>
                <a:lnTo>
                  <a:pt x="290824" y="93564"/>
                </a:lnTo>
                <a:lnTo>
                  <a:pt x="291742" y="94688"/>
                </a:lnTo>
                <a:lnTo>
                  <a:pt x="292640" y="95862"/>
                </a:lnTo>
                <a:lnTo>
                  <a:pt x="293921" y="97636"/>
                </a:lnTo>
                <a:lnTo>
                  <a:pt x="295149" y="99464"/>
                </a:lnTo>
                <a:lnTo>
                  <a:pt x="296322" y="101346"/>
                </a:lnTo>
                <a:lnTo>
                  <a:pt x="297440" y="103282"/>
                </a:lnTo>
                <a:close/>
                <a:moveTo>
                  <a:pt x="720137" y="5557"/>
                </a:moveTo>
                <a:lnTo>
                  <a:pt x="719823" y="5948"/>
                </a:lnTo>
                <a:lnTo>
                  <a:pt x="719523" y="6345"/>
                </a:lnTo>
                <a:lnTo>
                  <a:pt x="719239" y="6749"/>
                </a:lnTo>
                <a:lnTo>
                  <a:pt x="718970" y="7160"/>
                </a:lnTo>
                <a:lnTo>
                  <a:pt x="718717" y="7577"/>
                </a:lnTo>
                <a:lnTo>
                  <a:pt x="718479" y="8000"/>
                </a:lnTo>
                <a:lnTo>
                  <a:pt x="718256" y="8430"/>
                </a:lnTo>
                <a:lnTo>
                  <a:pt x="718049" y="8866"/>
                </a:lnTo>
                <a:lnTo>
                  <a:pt x="717857" y="9310"/>
                </a:lnTo>
                <a:lnTo>
                  <a:pt x="717680" y="9759"/>
                </a:lnTo>
                <a:lnTo>
                  <a:pt x="717519" y="10215"/>
                </a:lnTo>
                <a:lnTo>
                  <a:pt x="717373" y="10678"/>
                </a:lnTo>
                <a:lnTo>
                  <a:pt x="717243" y="11148"/>
                </a:lnTo>
                <a:lnTo>
                  <a:pt x="717128" y="11624"/>
                </a:lnTo>
                <a:lnTo>
                  <a:pt x="717028" y="12107"/>
                </a:lnTo>
                <a:lnTo>
                  <a:pt x="716943" y="12596"/>
                </a:lnTo>
                <a:lnTo>
                  <a:pt x="716874" y="13092"/>
                </a:lnTo>
                <a:lnTo>
                  <a:pt x="716821" y="13595"/>
                </a:lnTo>
                <a:lnTo>
                  <a:pt x="716782" y="14105"/>
                </a:lnTo>
                <a:lnTo>
                  <a:pt x="716759" y="14621"/>
                </a:lnTo>
                <a:lnTo>
                  <a:pt x="716751" y="15144"/>
                </a:lnTo>
                <a:lnTo>
                  <a:pt x="716759" y="15665"/>
                </a:lnTo>
                <a:lnTo>
                  <a:pt x="716783" y="16180"/>
                </a:lnTo>
                <a:lnTo>
                  <a:pt x="716822" y="16688"/>
                </a:lnTo>
                <a:lnTo>
                  <a:pt x="716877" y="17190"/>
                </a:lnTo>
                <a:lnTo>
                  <a:pt x="716948" y="17685"/>
                </a:lnTo>
                <a:lnTo>
                  <a:pt x="717034" y="18174"/>
                </a:lnTo>
                <a:lnTo>
                  <a:pt x="717136" y="18657"/>
                </a:lnTo>
                <a:lnTo>
                  <a:pt x="717254" y="19134"/>
                </a:lnTo>
                <a:lnTo>
                  <a:pt x="717387" y="19605"/>
                </a:lnTo>
                <a:lnTo>
                  <a:pt x="717536" y="20069"/>
                </a:lnTo>
                <a:lnTo>
                  <a:pt x="717701" y="20527"/>
                </a:lnTo>
                <a:lnTo>
                  <a:pt x="717881" y="20979"/>
                </a:lnTo>
                <a:lnTo>
                  <a:pt x="718077" y="21424"/>
                </a:lnTo>
                <a:lnTo>
                  <a:pt x="718288" y="21864"/>
                </a:lnTo>
                <a:lnTo>
                  <a:pt x="718515" y="22297"/>
                </a:lnTo>
                <a:lnTo>
                  <a:pt x="718757" y="22724"/>
                </a:lnTo>
                <a:lnTo>
                  <a:pt x="719014" y="23145"/>
                </a:lnTo>
                <a:lnTo>
                  <a:pt x="719288" y="23560"/>
                </a:lnTo>
                <a:lnTo>
                  <a:pt x="719576" y="23969"/>
                </a:lnTo>
                <a:lnTo>
                  <a:pt x="719880" y="24372"/>
                </a:lnTo>
                <a:lnTo>
                  <a:pt x="720200" y="24769"/>
                </a:lnTo>
                <a:lnTo>
                  <a:pt x="720535" y="25160"/>
                </a:lnTo>
                <a:lnTo>
                  <a:pt x="720885" y="25544"/>
                </a:lnTo>
                <a:lnTo>
                  <a:pt x="721251" y="25923"/>
                </a:lnTo>
                <a:lnTo>
                  <a:pt x="721629" y="26289"/>
                </a:lnTo>
                <a:lnTo>
                  <a:pt x="722014" y="26639"/>
                </a:lnTo>
                <a:lnTo>
                  <a:pt x="722405" y="26973"/>
                </a:lnTo>
                <a:lnTo>
                  <a:pt x="722802" y="27292"/>
                </a:lnTo>
                <a:lnTo>
                  <a:pt x="723204" y="27595"/>
                </a:lnTo>
                <a:lnTo>
                  <a:pt x="723613" y="27883"/>
                </a:lnTo>
                <a:lnTo>
                  <a:pt x="724028" y="28155"/>
                </a:lnTo>
                <a:lnTo>
                  <a:pt x="724449" y="28412"/>
                </a:lnTo>
                <a:lnTo>
                  <a:pt x="724877" y="28653"/>
                </a:lnTo>
                <a:lnTo>
                  <a:pt x="725310" y="28879"/>
                </a:lnTo>
                <a:lnTo>
                  <a:pt x="725749" y="29089"/>
                </a:lnTo>
                <a:lnTo>
                  <a:pt x="726195" y="29283"/>
                </a:lnTo>
                <a:lnTo>
                  <a:pt x="726647" y="29462"/>
                </a:lnTo>
                <a:lnTo>
                  <a:pt x="727105" y="29625"/>
                </a:lnTo>
                <a:lnTo>
                  <a:pt x="727569" y="29773"/>
                </a:lnTo>
                <a:lnTo>
                  <a:pt x="728039" y="29905"/>
                </a:lnTo>
                <a:lnTo>
                  <a:pt x="728516" y="30022"/>
                </a:lnTo>
                <a:lnTo>
                  <a:pt x="728999" y="30123"/>
                </a:lnTo>
                <a:lnTo>
                  <a:pt x="729488" y="30209"/>
                </a:lnTo>
                <a:lnTo>
                  <a:pt x="729984" y="30279"/>
                </a:lnTo>
                <a:lnTo>
                  <a:pt x="730486" y="30333"/>
                </a:lnTo>
                <a:lnTo>
                  <a:pt x="730994" y="30372"/>
                </a:lnTo>
                <a:lnTo>
                  <a:pt x="731509" y="30395"/>
                </a:lnTo>
                <a:lnTo>
                  <a:pt x="732030" y="30403"/>
                </a:lnTo>
                <a:lnTo>
                  <a:pt x="732550" y="30395"/>
                </a:lnTo>
                <a:lnTo>
                  <a:pt x="733065" y="30372"/>
                </a:lnTo>
                <a:lnTo>
                  <a:pt x="733573" y="30333"/>
                </a:lnTo>
                <a:lnTo>
                  <a:pt x="734075" y="30279"/>
                </a:lnTo>
                <a:lnTo>
                  <a:pt x="734570" y="30209"/>
                </a:lnTo>
                <a:lnTo>
                  <a:pt x="735059" y="30123"/>
                </a:lnTo>
                <a:lnTo>
                  <a:pt x="735541" y="30022"/>
                </a:lnTo>
                <a:lnTo>
                  <a:pt x="736018" y="29905"/>
                </a:lnTo>
                <a:lnTo>
                  <a:pt x="736487" y="29773"/>
                </a:lnTo>
                <a:lnTo>
                  <a:pt x="736950" y="29625"/>
                </a:lnTo>
                <a:lnTo>
                  <a:pt x="737407" y="29462"/>
                </a:lnTo>
                <a:lnTo>
                  <a:pt x="737857" y="29283"/>
                </a:lnTo>
                <a:lnTo>
                  <a:pt x="738301" y="29089"/>
                </a:lnTo>
                <a:lnTo>
                  <a:pt x="738738" y="28879"/>
                </a:lnTo>
                <a:lnTo>
                  <a:pt x="739169" y="28653"/>
                </a:lnTo>
                <a:lnTo>
                  <a:pt x="739593" y="28412"/>
                </a:lnTo>
                <a:lnTo>
                  <a:pt x="740010" y="28155"/>
                </a:lnTo>
                <a:lnTo>
                  <a:pt x="740422" y="27883"/>
                </a:lnTo>
                <a:lnTo>
                  <a:pt x="740826" y="27595"/>
                </a:lnTo>
                <a:lnTo>
                  <a:pt x="741224" y="27292"/>
                </a:lnTo>
                <a:lnTo>
                  <a:pt x="741616" y="26973"/>
                </a:lnTo>
                <a:lnTo>
                  <a:pt x="742001" y="26639"/>
                </a:lnTo>
                <a:lnTo>
                  <a:pt x="742379" y="26289"/>
                </a:lnTo>
                <a:lnTo>
                  <a:pt x="742751" y="25923"/>
                </a:lnTo>
                <a:lnTo>
                  <a:pt x="743110" y="25544"/>
                </a:lnTo>
                <a:lnTo>
                  <a:pt x="743453" y="25160"/>
                </a:lnTo>
                <a:lnTo>
                  <a:pt x="743781" y="24769"/>
                </a:lnTo>
                <a:lnTo>
                  <a:pt x="744094" y="24372"/>
                </a:lnTo>
                <a:lnTo>
                  <a:pt x="744392" y="23969"/>
                </a:lnTo>
                <a:lnTo>
                  <a:pt x="744675" y="23560"/>
                </a:lnTo>
                <a:lnTo>
                  <a:pt x="744942" y="23145"/>
                </a:lnTo>
                <a:lnTo>
                  <a:pt x="745195" y="22724"/>
                </a:lnTo>
                <a:lnTo>
                  <a:pt x="745432" y="22297"/>
                </a:lnTo>
                <a:lnTo>
                  <a:pt x="745653" y="21864"/>
                </a:lnTo>
                <a:lnTo>
                  <a:pt x="745860" y="21424"/>
                </a:lnTo>
                <a:lnTo>
                  <a:pt x="746051" y="20979"/>
                </a:lnTo>
                <a:lnTo>
                  <a:pt x="746227" y="20527"/>
                </a:lnTo>
                <a:lnTo>
                  <a:pt x="746388" y="20069"/>
                </a:lnTo>
                <a:lnTo>
                  <a:pt x="746534" y="19605"/>
                </a:lnTo>
                <a:lnTo>
                  <a:pt x="746664" y="19134"/>
                </a:lnTo>
                <a:lnTo>
                  <a:pt x="746779" y="18657"/>
                </a:lnTo>
                <a:lnTo>
                  <a:pt x="746878" y="18174"/>
                </a:lnTo>
                <a:lnTo>
                  <a:pt x="746963" y="17685"/>
                </a:lnTo>
                <a:lnTo>
                  <a:pt x="747032" y="17190"/>
                </a:lnTo>
                <a:lnTo>
                  <a:pt x="747085" y="16688"/>
                </a:lnTo>
                <a:lnTo>
                  <a:pt x="747124" y="16180"/>
                </a:lnTo>
                <a:lnTo>
                  <a:pt x="747147" y="15665"/>
                </a:lnTo>
                <a:lnTo>
                  <a:pt x="747155" y="15144"/>
                </a:lnTo>
                <a:lnTo>
                  <a:pt x="747147" y="14621"/>
                </a:lnTo>
                <a:lnTo>
                  <a:pt x="747124" y="14105"/>
                </a:lnTo>
                <a:lnTo>
                  <a:pt x="747085" y="13595"/>
                </a:lnTo>
                <a:lnTo>
                  <a:pt x="747032" y="13092"/>
                </a:lnTo>
                <a:lnTo>
                  <a:pt x="746963" y="12596"/>
                </a:lnTo>
                <a:lnTo>
                  <a:pt x="746878" y="12107"/>
                </a:lnTo>
                <a:lnTo>
                  <a:pt x="746779" y="11624"/>
                </a:lnTo>
                <a:lnTo>
                  <a:pt x="746664" y="11148"/>
                </a:lnTo>
                <a:lnTo>
                  <a:pt x="746534" y="10678"/>
                </a:lnTo>
                <a:lnTo>
                  <a:pt x="746388" y="10215"/>
                </a:lnTo>
                <a:lnTo>
                  <a:pt x="746227" y="9759"/>
                </a:lnTo>
                <a:lnTo>
                  <a:pt x="746051" y="9310"/>
                </a:lnTo>
                <a:lnTo>
                  <a:pt x="745860" y="8866"/>
                </a:lnTo>
                <a:lnTo>
                  <a:pt x="745653" y="8430"/>
                </a:lnTo>
                <a:lnTo>
                  <a:pt x="745432" y="8000"/>
                </a:lnTo>
                <a:lnTo>
                  <a:pt x="745195" y="7577"/>
                </a:lnTo>
                <a:lnTo>
                  <a:pt x="744942" y="7160"/>
                </a:lnTo>
                <a:lnTo>
                  <a:pt x="744675" y="6749"/>
                </a:lnTo>
                <a:lnTo>
                  <a:pt x="744392" y="6345"/>
                </a:lnTo>
                <a:lnTo>
                  <a:pt x="744094" y="5948"/>
                </a:lnTo>
                <a:lnTo>
                  <a:pt x="743781" y="5557"/>
                </a:lnTo>
                <a:lnTo>
                  <a:pt x="743453" y="5173"/>
                </a:lnTo>
                <a:lnTo>
                  <a:pt x="743110" y="4794"/>
                </a:lnTo>
                <a:lnTo>
                  <a:pt x="742751" y="4423"/>
                </a:lnTo>
                <a:lnTo>
                  <a:pt x="742379" y="4064"/>
                </a:lnTo>
                <a:lnTo>
                  <a:pt x="742001" y="3720"/>
                </a:lnTo>
                <a:lnTo>
                  <a:pt x="741616" y="3392"/>
                </a:lnTo>
                <a:lnTo>
                  <a:pt x="741224" y="3078"/>
                </a:lnTo>
                <a:lnTo>
                  <a:pt x="740826" y="2779"/>
                </a:lnTo>
                <a:lnTo>
                  <a:pt x="740422" y="2496"/>
                </a:lnTo>
                <a:lnTo>
                  <a:pt x="740010" y="2227"/>
                </a:lnTo>
                <a:lnTo>
                  <a:pt x="739593" y="1974"/>
                </a:lnTo>
                <a:lnTo>
                  <a:pt x="739169" y="1736"/>
                </a:lnTo>
                <a:lnTo>
                  <a:pt x="738738" y="1513"/>
                </a:lnTo>
                <a:lnTo>
                  <a:pt x="738301" y="1305"/>
                </a:lnTo>
                <a:lnTo>
                  <a:pt x="737857" y="1113"/>
                </a:lnTo>
                <a:lnTo>
                  <a:pt x="737407" y="936"/>
                </a:lnTo>
                <a:lnTo>
                  <a:pt x="736950" y="774"/>
                </a:lnTo>
                <a:lnTo>
                  <a:pt x="736487" y="627"/>
                </a:lnTo>
                <a:lnTo>
                  <a:pt x="736018" y="496"/>
                </a:lnTo>
                <a:lnTo>
                  <a:pt x="735541" y="380"/>
                </a:lnTo>
                <a:lnTo>
                  <a:pt x="735059" y="279"/>
                </a:lnTo>
                <a:lnTo>
                  <a:pt x="734570" y="194"/>
                </a:lnTo>
                <a:lnTo>
                  <a:pt x="734075" y="124"/>
                </a:lnTo>
                <a:lnTo>
                  <a:pt x="733573" y="70"/>
                </a:lnTo>
                <a:lnTo>
                  <a:pt x="733065" y="31"/>
                </a:lnTo>
                <a:lnTo>
                  <a:pt x="732550" y="8"/>
                </a:lnTo>
                <a:lnTo>
                  <a:pt x="732030" y="0"/>
                </a:lnTo>
                <a:lnTo>
                  <a:pt x="731497" y="8"/>
                </a:lnTo>
                <a:lnTo>
                  <a:pt x="730971" y="31"/>
                </a:lnTo>
                <a:lnTo>
                  <a:pt x="730453" y="70"/>
                </a:lnTo>
                <a:lnTo>
                  <a:pt x="729941" y="124"/>
                </a:lnTo>
                <a:lnTo>
                  <a:pt x="729436" y="194"/>
                </a:lnTo>
                <a:lnTo>
                  <a:pt x="728939" y="279"/>
                </a:lnTo>
                <a:lnTo>
                  <a:pt x="728448" y="380"/>
                </a:lnTo>
                <a:lnTo>
                  <a:pt x="727964" y="496"/>
                </a:lnTo>
                <a:lnTo>
                  <a:pt x="727488" y="627"/>
                </a:lnTo>
                <a:lnTo>
                  <a:pt x="727018" y="774"/>
                </a:lnTo>
                <a:lnTo>
                  <a:pt x="726555" y="936"/>
                </a:lnTo>
                <a:lnTo>
                  <a:pt x="726099" y="1113"/>
                </a:lnTo>
                <a:lnTo>
                  <a:pt x="725650" y="1305"/>
                </a:lnTo>
                <a:lnTo>
                  <a:pt x="725209" y="1513"/>
                </a:lnTo>
                <a:lnTo>
                  <a:pt x="724774" y="1736"/>
                </a:lnTo>
                <a:lnTo>
                  <a:pt x="724346" y="1974"/>
                </a:lnTo>
                <a:lnTo>
                  <a:pt x="723925" y="2227"/>
                </a:lnTo>
                <a:lnTo>
                  <a:pt x="723511" y="2496"/>
                </a:lnTo>
                <a:lnTo>
                  <a:pt x="723104" y="2779"/>
                </a:lnTo>
                <a:lnTo>
                  <a:pt x="722704" y="3078"/>
                </a:lnTo>
                <a:lnTo>
                  <a:pt x="722311" y="3392"/>
                </a:lnTo>
                <a:lnTo>
                  <a:pt x="721925" y="3720"/>
                </a:lnTo>
                <a:lnTo>
                  <a:pt x="721546" y="4064"/>
                </a:lnTo>
                <a:lnTo>
                  <a:pt x="721174" y="4423"/>
                </a:lnTo>
                <a:lnTo>
                  <a:pt x="720813" y="4794"/>
                </a:lnTo>
                <a:lnTo>
                  <a:pt x="720468" y="5173"/>
                </a:lnTo>
                <a:lnTo>
                  <a:pt x="720137" y="5557"/>
                </a:lnTo>
                <a:close/>
                <a:moveTo>
                  <a:pt x="1026382" y="5948"/>
                </a:moveTo>
                <a:lnTo>
                  <a:pt x="1026084" y="6345"/>
                </a:lnTo>
                <a:lnTo>
                  <a:pt x="1025800" y="6749"/>
                </a:lnTo>
                <a:lnTo>
                  <a:pt x="1025533" y="7160"/>
                </a:lnTo>
                <a:lnTo>
                  <a:pt x="1025280" y="7577"/>
                </a:lnTo>
                <a:lnTo>
                  <a:pt x="1025043" y="8000"/>
                </a:lnTo>
                <a:lnTo>
                  <a:pt x="1024822" y="8430"/>
                </a:lnTo>
                <a:lnTo>
                  <a:pt x="1024616" y="8866"/>
                </a:lnTo>
                <a:lnTo>
                  <a:pt x="1024425" y="9310"/>
                </a:lnTo>
                <a:lnTo>
                  <a:pt x="1024250" y="9759"/>
                </a:lnTo>
                <a:lnTo>
                  <a:pt x="1024089" y="10215"/>
                </a:lnTo>
                <a:lnTo>
                  <a:pt x="1023945" y="10678"/>
                </a:lnTo>
                <a:lnTo>
                  <a:pt x="1023815" y="11148"/>
                </a:lnTo>
                <a:lnTo>
                  <a:pt x="1023701" y="11624"/>
                </a:lnTo>
                <a:lnTo>
                  <a:pt x="1023602" y="12107"/>
                </a:lnTo>
                <a:lnTo>
                  <a:pt x="1023519" y="12596"/>
                </a:lnTo>
                <a:lnTo>
                  <a:pt x="1023450" y="13092"/>
                </a:lnTo>
                <a:lnTo>
                  <a:pt x="1023397" y="13595"/>
                </a:lnTo>
                <a:lnTo>
                  <a:pt x="1023359" y="14105"/>
                </a:lnTo>
                <a:lnTo>
                  <a:pt x="1023336" y="14621"/>
                </a:lnTo>
                <a:lnTo>
                  <a:pt x="1023329" y="15144"/>
                </a:lnTo>
                <a:lnTo>
                  <a:pt x="1023337" y="15665"/>
                </a:lnTo>
                <a:lnTo>
                  <a:pt x="1023360" y="16180"/>
                </a:lnTo>
                <a:lnTo>
                  <a:pt x="1023399" y="16688"/>
                </a:lnTo>
                <a:lnTo>
                  <a:pt x="1023453" y="17190"/>
                </a:lnTo>
                <a:lnTo>
                  <a:pt x="1023523" y="17685"/>
                </a:lnTo>
                <a:lnTo>
                  <a:pt x="1023609" y="18174"/>
                </a:lnTo>
                <a:lnTo>
                  <a:pt x="1023710" y="18657"/>
                </a:lnTo>
                <a:lnTo>
                  <a:pt x="1023827" y="19134"/>
                </a:lnTo>
                <a:lnTo>
                  <a:pt x="1023959" y="19605"/>
                </a:lnTo>
                <a:lnTo>
                  <a:pt x="1024107" y="20069"/>
                </a:lnTo>
                <a:lnTo>
                  <a:pt x="1024270" y="20527"/>
                </a:lnTo>
                <a:lnTo>
                  <a:pt x="1024449" y="20979"/>
                </a:lnTo>
                <a:lnTo>
                  <a:pt x="1024643" y="21424"/>
                </a:lnTo>
                <a:lnTo>
                  <a:pt x="1024853" y="21864"/>
                </a:lnTo>
                <a:lnTo>
                  <a:pt x="1025079" y="22297"/>
                </a:lnTo>
                <a:lnTo>
                  <a:pt x="1025320" y="22724"/>
                </a:lnTo>
                <a:lnTo>
                  <a:pt x="1025577" y="23145"/>
                </a:lnTo>
                <a:lnTo>
                  <a:pt x="1025849" y="23560"/>
                </a:lnTo>
                <a:lnTo>
                  <a:pt x="1026137" y="23969"/>
                </a:lnTo>
                <a:lnTo>
                  <a:pt x="1026440" y="24372"/>
                </a:lnTo>
                <a:lnTo>
                  <a:pt x="1026759" y="24769"/>
                </a:lnTo>
                <a:lnTo>
                  <a:pt x="1027093" y="25160"/>
                </a:lnTo>
                <a:lnTo>
                  <a:pt x="1027443" y="25544"/>
                </a:lnTo>
                <a:lnTo>
                  <a:pt x="1027809" y="25923"/>
                </a:lnTo>
                <a:lnTo>
                  <a:pt x="1028188" y="26289"/>
                </a:lnTo>
                <a:lnTo>
                  <a:pt x="1028572" y="26639"/>
                </a:lnTo>
                <a:lnTo>
                  <a:pt x="1028963" y="26973"/>
                </a:lnTo>
                <a:lnTo>
                  <a:pt x="1029360" y="27292"/>
                </a:lnTo>
                <a:lnTo>
                  <a:pt x="1029763" y="27595"/>
                </a:lnTo>
                <a:lnTo>
                  <a:pt x="1030172" y="27883"/>
                </a:lnTo>
                <a:lnTo>
                  <a:pt x="1030587" y="28155"/>
                </a:lnTo>
                <a:lnTo>
                  <a:pt x="1031008" y="28412"/>
                </a:lnTo>
                <a:lnTo>
                  <a:pt x="1031435" y="28653"/>
                </a:lnTo>
                <a:lnTo>
                  <a:pt x="1031868" y="28879"/>
                </a:lnTo>
                <a:lnTo>
                  <a:pt x="1032308" y="29089"/>
                </a:lnTo>
                <a:lnTo>
                  <a:pt x="1032753" y="29283"/>
                </a:lnTo>
                <a:lnTo>
                  <a:pt x="1033205" y="29462"/>
                </a:lnTo>
                <a:lnTo>
                  <a:pt x="1033663" y="29625"/>
                </a:lnTo>
                <a:lnTo>
                  <a:pt x="1034127" y="29773"/>
                </a:lnTo>
                <a:lnTo>
                  <a:pt x="1034598" y="29905"/>
                </a:lnTo>
                <a:lnTo>
                  <a:pt x="1035075" y="30022"/>
                </a:lnTo>
                <a:lnTo>
                  <a:pt x="1035557" y="30123"/>
                </a:lnTo>
                <a:lnTo>
                  <a:pt x="1036047" y="30209"/>
                </a:lnTo>
                <a:lnTo>
                  <a:pt x="1036542" y="30279"/>
                </a:lnTo>
                <a:lnTo>
                  <a:pt x="1037044" y="30333"/>
                </a:lnTo>
                <a:lnTo>
                  <a:pt x="1037552" y="30372"/>
                </a:lnTo>
                <a:lnTo>
                  <a:pt x="1038067" y="30395"/>
                </a:lnTo>
                <a:lnTo>
                  <a:pt x="1038588" y="30403"/>
                </a:lnTo>
                <a:lnTo>
                  <a:pt x="1039111" y="30395"/>
                </a:lnTo>
                <a:lnTo>
                  <a:pt x="1039627" y="30372"/>
                </a:lnTo>
                <a:lnTo>
                  <a:pt x="1040137" y="30333"/>
                </a:lnTo>
                <a:lnTo>
                  <a:pt x="1040640" y="30279"/>
                </a:lnTo>
                <a:lnTo>
                  <a:pt x="1041136" y="30209"/>
                </a:lnTo>
                <a:lnTo>
                  <a:pt x="1041625" y="30123"/>
                </a:lnTo>
                <a:lnTo>
                  <a:pt x="1042108" y="30022"/>
                </a:lnTo>
                <a:lnTo>
                  <a:pt x="1042584" y="29905"/>
                </a:lnTo>
                <a:lnTo>
                  <a:pt x="1043054" y="29773"/>
                </a:lnTo>
                <a:lnTo>
                  <a:pt x="1043517" y="29625"/>
                </a:lnTo>
                <a:lnTo>
                  <a:pt x="1043973" y="29462"/>
                </a:lnTo>
                <a:lnTo>
                  <a:pt x="1044422" y="29283"/>
                </a:lnTo>
                <a:lnTo>
                  <a:pt x="1044866" y="29089"/>
                </a:lnTo>
                <a:lnTo>
                  <a:pt x="1045302" y="28879"/>
                </a:lnTo>
                <a:lnTo>
                  <a:pt x="1045732" y="28653"/>
                </a:lnTo>
                <a:lnTo>
                  <a:pt x="1046155" y="28412"/>
                </a:lnTo>
                <a:lnTo>
                  <a:pt x="1046572" y="28155"/>
                </a:lnTo>
                <a:lnTo>
                  <a:pt x="1046983" y="27883"/>
                </a:lnTo>
                <a:lnTo>
                  <a:pt x="1047387" y="27595"/>
                </a:lnTo>
                <a:lnTo>
                  <a:pt x="1047784" y="27292"/>
                </a:lnTo>
                <a:lnTo>
                  <a:pt x="1048175" y="26973"/>
                </a:lnTo>
                <a:lnTo>
                  <a:pt x="1048559" y="26639"/>
                </a:lnTo>
                <a:lnTo>
                  <a:pt x="1048938" y="26289"/>
                </a:lnTo>
                <a:lnTo>
                  <a:pt x="1049309" y="25923"/>
                </a:lnTo>
                <a:lnTo>
                  <a:pt x="1049670" y="25544"/>
                </a:lnTo>
                <a:lnTo>
                  <a:pt x="1050016" y="25160"/>
                </a:lnTo>
                <a:lnTo>
                  <a:pt x="1050346" y="24769"/>
                </a:lnTo>
                <a:lnTo>
                  <a:pt x="1050661" y="24372"/>
                </a:lnTo>
                <a:lnTo>
                  <a:pt x="1050960" y="23969"/>
                </a:lnTo>
                <a:lnTo>
                  <a:pt x="1051244" y="23560"/>
                </a:lnTo>
                <a:lnTo>
                  <a:pt x="1051513" y="23145"/>
                </a:lnTo>
                <a:lnTo>
                  <a:pt x="1051766" y="22724"/>
                </a:lnTo>
                <a:lnTo>
                  <a:pt x="1052004" y="22297"/>
                </a:lnTo>
                <a:lnTo>
                  <a:pt x="1052227" y="21864"/>
                </a:lnTo>
                <a:lnTo>
                  <a:pt x="1052434" y="21424"/>
                </a:lnTo>
                <a:lnTo>
                  <a:pt x="1052626" y="20979"/>
                </a:lnTo>
                <a:lnTo>
                  <a:pt x="1052803" y="20527"/>
                </a:lnTo>
                <a:lnTo>
                  <a:pt x="1052964" y="20069"/>
                </a:lnTo>
                <a:lnTo>
                  <a:pt x="1053110" y="19605"/>
                </a:lnTo>
                <a:lnTo>
                  <a:pt x="1053241" y="19134"/>
                </a:lnTo>
                <a:lnTo>
                  <a:pt x="1053356" y="18657"/>
                </a:lnTo>
                <a:lnTo>
                  <a:pt x="1053456" y="18174"/>
                </a:lnTo>
                <a:lnTo>
                  <a:pt x="1053540" y="17685"/>
                </a:lnTo>
                <a:lnTo>
                  <a:pt x="1053609" y="17190"/>
                </a:lnTo>
                <a:lnTo>
                  <a:pt x="1053663" y="16688"/>
                </a:lnTo>
                <a:lnTo>
                  <a:pt x="1053701" y="16180"/>
                </a:lnTo>
                <a:lnTo>
                  <a:pt x="1053724" y="15665"/>
                </a:lnTo>
                <a:lnTo>
                  <a:pt x="1053732" y="15144"/>
                </a:lnTo>
                <a:lnTo>
                  <a:pt x="1053724" y="14621"/>
                </a:lnTo>
                <a:lnTo>
                  <a:pt x="1053701" y="14105"/>
                </a:lnTo>
                <a:lnTo>
                  <a:pt x="1053663" y="13595"/>
                </a:lnTo>
                <a:lnTo>
                  <a:pt x="1053609" y="13092"/>
                </a:lnTo>
                <a:lnTo>
                  <a:pt x="1053540" y="12596"/>
                </a:lnTo>
                <a:lnTo>
                  <a:pt x="1053456" y="12107"/>
                </a:lnTo>
                <a:lnTo>
                  <a:pt x="1053356" y="11624"/>
                </a:lnTo>
                <a:lnTo>
                  <a:pt x="1053241" y="11148"/>
                </a:lnTo>
                <a:lnTo>
                  <a:pt x="1053110" y="10678"/>
                </a:lnTo>
                <a:lnTo>
                  <a:pt x="1052964" y="10215"/>
                </a:lnTo>
                <a:lnTo>
                  <a:pt x="1052803" y="9759"/>
                </a:lnTo>
                <a:lnTo>
                  <a:pt x="1052626" y="9310"/>
                </a:lnTo>
                <a:lnTo>
                  <a:pt x="1052434" y="8866"/>
                </a:lnTo>
                <a:lnTo>
                  <a:pt x="1052227" y="8430"/>
                </a:lnTo>
                <a:lnTo>
                  <a:pt x="1052004" y="8000"/>
                </a:lnTo>
                <a:lnTo>
                  <a:pt x="1051766" y="7577"/>
                </a:lnTo>
                <a:lnTo>
                  <a:pt x="1051513" y="7160"/>
                </a:lnTo>
                <a:lnTo>
                  <a:pt x="1051244" y="6749"/>
                </a:lnTo>
                <a:lnTo>
                  <a:pt x="1050960" y="6345"/>
                </a:lnTo>
                <a:lnTo>
                  <a:pt x="1050661" y="5948"/>
                </a:lnTo>
                <a:lnTo>
                  <a:pt x="1050346" y="5557"/>
                </a:lnTo>
                <a:lnTo>
                  <a:pt x="1050016" y="5173"/>
                </a:lnTo>
                <a:lnTo>
                  <a:pt x="1049670" y="4794"/>
                </a:lnTo>
                <a:lnTo>
                  <a:pt x="1049309" y="4423"/>
                </a:lnTo>
                <a:lnTo>
                  <a:pt x="1048938" y="4064"/>
                </a:lnTo>
                <a:lnTo>
                  <a:pt x="1048559" y="3720"/>
                </a:lnTo>
                <a:lnTo>
                  <a:pt x="1048175" y="3392"/>
                </a:lnTo>
                <a:lnTo>
                  <a:pt x="1047784" y="3078"/>
                </a:lnTo>
                <a:lnTo>
                  <a:pt x="1047387" y="2779"/>
                </a:lnTo>
                <a:lnTo>
                  <a:pt x="1046983" y="2496"/>
                </a:lnTo>
                <a:lnTo>
                  <a:pt x="1046572" y="2227"/>
                </a:lnTo>
                <a:lnTo>
                  <a:pt x="1046155" y="1974"/>
                </a:lnTo>
                <a:lnTo>
                  <a:pt x="1045732" y="1736"/>
                </a:lnTo>
                <a:lnTo>
                  <a:pt x="1045302" y="1513"/>
                </a:lnTo>
                <a:lnTo>
                  <a:pt x="1044866" y="1305"/>
                </a:lnTo>
                <a:lnTo>
                  <a:pt x="1044422" y="1113"/>
                </a:lnTo>
                <a:lnTo>
                  <a:pt x="1043973" y="936"/>
                </a:lnTo>
                <a:lnTo>
                  <a:pt x="1043517" y="774"/>
                </a:lnTo>
                <a:lnTo>
                  <a:pt x="1043054" y="627"/>
                </a:lnTo>
                <a:lnTo>
                  <a:pt x="1042584" y="496"/>
                </a:lnTo>
                <a:lnTo>
                  <a:pt x="1042108" y="380"/>
                </a:lnTo>
                <a:lnTo>
                  <a:pt x="1041625" y="279"/>
                </a:lnTo>
                <a:lnTo>
                  <a:pt x="1041136" y="194"/>
                </a:lnTo>
                <a:lnTo>
                  <a:pt x="1040640" y="124"/>
                </a:lnTo>
                <a:lnTo>
                  <a:pt x="1040137" y="70"/>
                </a:lnTo>
                <a:lnTo>
                  <a:pt x="1039627" y="31"/>
                </a:lnTo>
                <a:lnTo>
                  <a:pt x="1039111" y="8"/>
                </a:lnTo>
                <a:lnTo>
                  <a:pt x="1038588" y="0"/>
                </a:lnTo>
                <a:lnTo>
                  <a:pt x="1038055" y="8"/>
                </a:lnTo>
                <a:lnTo>
                  <a:pt x="1037530" y="31"/>
                </a:lnTo>
                <a:lnTo>
                  <a:pt x="1037011" y="70"/>
                </a:lnTo>
                <a:lnTo>
                  <a:pt x="1036499" y="124"/>
                </a:lnTo>
                <a:lnTo>
                  <a:pt x="1035995" y="194"/>
                </a:lnTo>
                <a:lnTo>
                  <a:pt x="1035497" y="279"/>
                </a:lnTo>
                <a:lnTo>
                  <a:pt x="1035006" y="380"/>
                </a:lnTo>
                <a:lnTo>
                  <a:pt x="1034523" y="496"/>
                </a:lnTo>
                <a:lnTo>
                  <a:pt x="1034046" y="627"/>
                </a:lnTo>
                <a:lnTo>
                  <a:pt x="1033576" y="774"/>
                </a:lnTo>
                <a:lnTo>
                  <a:pt x="1033113" y="936"/>
                </a:lnTo>
                <a:lnTo>
                  <a:pt x="1032658" y="1113"/>
                </a:lnTo>
                <a:lnTo>
                  <a:pt x="1032209" y="1305"/>
                </a:lnTo>
                <a:lnTo>
                  <a:pt x="1031767" y="1513"/>
                </a:lnTo>
                <a:lnTo>
                  <a:pt x="1031332" y="1736"/>
                </a:lnTo>
                <a:lnTo>
                  <a:pt x="1030904" y="1974"/>
                </a:lnTo>
                <a:lnTo>
                  <a:pt x="1030483" y="2227"/>
                </a:lnTo>
                <a:lnTo>
                  <a:pt x="1030069" y="2496"/>
                </a:lnTo>
                <a:lnTo>
                  <a:pt x="1029662" y="2779"/>
                </a:lnTo>
                <a:lnTo>
                  <a:pt x="1029262" y="3078"/>
                </a:lnTo>
                <a:lnTo>
                  <a:pt x="1028869" y="3392"/>
                </a:lnTo>
                <a:lnTo>
                  <a:pt x="1028483" y="3720"/>
                </a:lnTo>
                <a:lnTo>
                  <a:pt x="1028104" y="4064"/>
                </a:lnTo>
                <a:lnTo>
                  <a:pt x="1027732" y="4423"/>
                </a:lnTo>
                <a:lnTo>
                  <a:pt x="1027372" y="4794"/>
                </a:lnTo>
                <a:lnTo>
                  <a:pt x="1027026" y="5173"/>
                </a:lnTo>
                <a:lnTo>
                  <a:pt x="1026697" y="5557"/>
                </a:lnTo>
                <a:lnTo>
                  <a:pt x="1026382" y="5948"/>
                </a:lnTo>
                <a:close/>
                <a:moveTo>
                  <a:pt x="951705" y="35491"/>
                </a:moveTo>
                <a:lnTo>
                  <a:pt x="951236" y="36604"/>
                </a:lnTo>
                <a:lnTo>
                  <a:pt x="950776" y="37685"/>
                </a:lnTo>
                <a:lnTo>
                  <a:pt x="950326" y="38732"/>
                </a:lnTo>
                <a:lnTo>
                  <a:pt x="949885" y="39747"/>
                </a:lnTo>
                <a:lnTo>
                  <a:pt x="949454" y="40729"/>
                </a:lnTo>
                <a:lnTo>
                  <a:pt x="949032" y="41678"/>
                </a:lnTo>
                <a:lnTo>
                  <a:pt x="948619" y="42594"/>
                </a:lnTo>
                <a:lnTo>
                  <a:pt x="948216" y="43477"/>
                </a:lnTo>
                <a:lnTo>
                  <a:pt x="947822" y="44328"/>
                </a:lnTo>
                <a:lnTo>
                  <a:pt x="947438" y="45145"/>
                </a:lnTo>
                <a:lnTo>
                  <a:pt x="947063" y="45930"/>
                </a:lnTo>
                <a:lnTo>
                  <a:pt x="946697" y="46682"/>
                </a:lnTo>
                <a:lnTo>
                  <a:pt x="946341" y="47402"/>
                </a:lnTo>
                <a:lnTo>
                  <a:pt x="945993" y="48089"/>
                </a:lnTo>
                <a:lnTo>
                  <a:pt x="945656" y="48742"/>
                </a:lnTo>
                <a:lnTo>
                  <a:pt x="945327" y="49363"/>
                </a:lnTo>
                <a:lnTo>
                  <a:pt x="945008" y="49952"/>
                </a:lnTo>
                <a:lnTo>
                  <a:pt x="944697" y="50508"/>
                </a:lnTo>
                <a:lnTo>
                  <a:pt x="944396" y="51030"/>
                </a:lnTo>
                <a:lnTo>
                  <a:pt x="944105" y="51521"/>
                </a:lnTo>
                <a:lnTo>
                  <a:pt x="943539" y="52415"/>
                </a:lnTo>
                <a:lnTo>
                  <a:pt x="942967" y="53300"/>
                </a:lnTo>
                <a:lnTo>
                  <a:pt x="942389" y="54174"/>
                </a:lnTo>
                <a:lnTo>
                  <a:pt x="941804" y="55037"/>
                </a:lnTo>
                <a:lnTo>
                  <a:pt x="941213" y="55891"/>
                </a:lnTo>
                <a:lnTo>
                  <a:pt x="940615" y="56734"/>
                </a:lnTo>
                <a:lnTo>
                  <a:pt x="940011" y="57566"/>
                </a:lnTo>
                <a:lnTo>
                  <a:pt x="939401" y="58389"/>
                </a:lnTo>
                <a:lnTo>
                  <a:pt x="938784" y="59201"/>
                </a:lnTo>
                <a:lnTo>
                  <a:pt x="938160" y="60003"/>
                </a:lnTo>
                <a:lnTo>
                  <a:pt x="937530" y="60795"/>
                </a:lnTo>
                <a:lnTo>
                  <a:pt x="936894" y="61577"/>
                </a:lnTo>
                <a:lnTo>
                  <a:pt x="936251" y="62348"/>
                </a:lnTo>
                <a:lnTo>
                  <a:pt x="935602" y="63110"/>
                </a:lnTo>
                <a:lnTo>
                  <a:pt x="934946" y="63861"/>
                </a:lnTo>
                <a:lnTo>
                  <a:pt x="934284" y="64602"/>
                </a:lnTo>
                <a:lnTo>
                  <a:pt x="933615" y="65333"/>
                </a:lnTo>
                <a:lnTo>
                  <a:pt x="932940" y="66054"/>
                </a:lnTo>
                <a:lnTo>
                  <a:pt x="932258" y="66765"/>
                </a:lnTo>
                <a:lnTo>
                  <a:pt x="931569" y="67465"/>
                </a:lnTo>
                <a:lnTo>
                  <a:pt x="930874" y="68156"/>
                </a:lnTo>
                <a:lnTo>
                  <a:pt x="930173" y="68837"/>
                </a:lnTo>
                <a:lnTo>
                  <a:pt x="929465" y="69508"/>
                </a:lnTo>
                <a:lnTo>
                  <a:pt x="928750" y="70168"/>
                </a:lnTo>
                <a:lnTo>
                  <a:pt x="928033" y="70816"/>
                </a:lnTo>
                <a:lnTo>
                  <a:pt x="927317" y="71448"/>
                </a:lnTo>
                <a:lnTo>
                  <a:pt x="926602" y="72065"/>
                </a:lnTo>
                <a:lnTo>
                  <a:pt x="925889" y="72665"/>
                </a:lnTo>
                <a:lnTo>
                  <a:pt x="925177" y="73250"/>
                </a:lnTo>
                <a:lnTo>
                  <a:pt x="924467" y="73819"/>
                </a:lnTo>
                <a:lnTo>
                  <a:pt x="923758" y="74372"/>
                </a:lnTo>
                <a:lnTo>
                  <a:pt x="923050" y="74909"/>
                </a:lnTo>
                <a:lnTo>
                  <a:pt x="922344" y="75430"/>
                </a:lnTo>
                <a:lnTo>
                  <a:pt x="921639" y="75935"/>
                </a:lnTo>
                <a:lnTo>
                  <a:pt x="920935" y="76425"/>
                </a:lnTo>
                <a:lnTo>
                  <a:pt x="920233" y="76898"/>
                </a:lnTo>
                <a:lnTo>
                  <a:pt x="919531" y="77356"/>
                </a:lnTo>
                <a:lnTo>
                  <a:pt x="918832" y="77797"/>
                </a:lnTo>
                <a:lnTo>
                  <a:pt x="918133" y="78223"/>
                </a:lnTo>
                <a:lnTo>
                  <a:pt x="917436" y="78632"/>
                </a:lnTo>
                <a:lnTo>
                  <a:pt x="916740" y="79026"/>
                </a:lnTo>
                <a:lnTo>
                  <a:pt x="916045" y="79403"/>
                </a:lnTo>
                <a:lnTo>
                  <a:pt x="915351" y="79765"/>
                </a:lnTo>
                <a:lnTo>
                  <a:pt x="914659" y="80110"/>
                </a:lnTo>
                <a:lnTo>
                  <a:pt x="913968" y="80439"/>
                </a:lnTo>
                <a:lnTo>
                  <a:pt x="913278" y="80752"/>
                </a:lnTo>
                <a:lnTo>
                  <a:pt x="912589" y="81049"/>
                </a:lnTo>
                <a:lnTo>
                  <a:pt x="911902" y="81330"/>
                </a:lnTo>
                <a:lnTo>
                  <a:pt x="911902" y="86270"/>
                </a:lnTo>
                <a:lnTo>
                  <a:pt x="933613" y="86270"/>
                </a:lnTo>
                <a:lnTo>
                  <a:pt x="933613" y="178532"/>
                </a:lnTo>
                <a:lnTo>
                  <a:pt x="933618" y="179754"/>
                </a:lnTo>
                <a:lnTo>
                  <a:pt x="933635" y="180948"/>
                </a:lnTo>
                <a:lnTo>
                  <a:pt x="933662" y="182117"/>
                </a:lnTo>
                <a:lnTo>
                  <a:pt x="933701" y="183258"/>
                </a:lnTo>
                <a:lnTo>
                  <a:pt x="933750" y="184373"/>
                </a:lnTo>
                <a:lnTo>
                  <a:pt x="933810" y="185460"/>
                </a:lnTo>
                <a:lnTo>
                  <a:pt x="933881" y="186522"/>
                </a:lnTo>
                <a:lnTo>
                  <a:pt x="933963" y="187556"/>
                </a:lnTo>
                <a:lnTo>
                  <a:pt x="934056" y="188564"/>
                </a:lnTo>
                <a:lnTo>
                  <a:pt x="934160" y="189545"/>
                </a:lnTo>
                <a:lnTo>
                  <a:pt x="934275" y="190499"/>
                </a:lnTo>
                <a:lnTo>
                  <a:pt x="934400" y="191427"/>
                </a:lnTo>
                <a:lnTo>
                  <a:pt x="934537" y="192327"/>
                </a:lnTo>
                <a:lnTo>
                  <a:pt x="934684" y="193202"/>
                </a:lnTo>
                <a:lnTo>
                  <a:pt x="934842" y="194049"/>
                </a:lnTo>
                <a:lnTo>
                  <a:pt x="935011" y="194870"/>
                </a:lnTo>
                <a:lnTo>
                  <a:pt x="935191" y="195664"/>
                </a:lnTo>
                <a:lnTo>
                  <a:pt x="935382" y="196431"/>
                </a:lnTo>
                <a:lnTo>
                  <a:pt x="935583" y="197171"/>
                </a:lnTo>
                <a:lnTo>
                  <a:pt x="935796" y="197885"/>
                </a:lnTo>
                <a:lnTo>
                  <a:pt x="936019" y="198572"/>
                </a:lnTo>
                <a:lnTo>
                  <a:pt x="936253" y="199232"/>
                </a:lnTo>
                <a:lnTo>
                  <a:pt x="936497" y="199866"/>
                </a:lnTo>
                <a:lnTo>
                  <a:pt x="936753" y="200473"/>
                </a:lnTo>
                <a:lnTo>
                  <a:pt x="937022" y="201058"/>
                </a:lnTo>
                <a:lnTo>
                  <a:pt x="937303" y="201633"/>
                </a:lnTo>
                <a:lnTo>
                  <a:pt x="937596" y="202196"/>
                </a:lnTo>
                <a:lnTo>
                  <a:pt x="937900" y="202748"/>
                </a:lnTo>
                <a:lnTo>
                  <a:pt x="938216" y="203289"/>
                </a:lnTo>
                <a:lnTo>
                  <a:pt x="938545" y="203818"/>
                </a:lnTo>
                <a:lnTo>
                  <a:pt x="938885" y="204336"/>
                </a:lnTo>
                <a:lnTo>
                  <a:pt x="939237" y="204843"/>
                </a:lnTo>
                <a:lnTo>
                  <a:pt x="939601" y="205339"/>
                </a:lnTo>
                <a:lnTo>
                  <a:pt x="939976" y="205823"/>
                </a:lnTo>
                <a:lnTo>
                  <a:pt x="940364" y="206296"/>
                </a:lnTo>
                <a:lnTo>
                  <a:pt x="940764" y="206757"/>
                </a:lnTo>
                <a:lnTo>
                  <a:pt x="941175" y="207208"/>
                </a:lnTo>
                <a:lnTo>
                  <a:pt x="941599" y="207646"/>
                </a:lnTo>
                <a:lnTo>
                  <a:pt x="942035" y="208074"/>
                </a:lnTo>
                <a:lnTo>
                  <a:pt x="942482" y="208490"/>
                </a:lnTo>
                <a:lnTo>
                  <a:pt x="942942" y="208895"/>
                </a:lnTo>
                <a:lnTo>
                  <a:pt x="943414" y="209288"/>
                </a:lnTo>
                <a:lnTo>
                  <a:pt x="943897" y="209669"/>
                </a:lnTo>
                <a:lnTo>
                  <a:pt x="944393" y="210039"/>
                </a:lnTo>
                <a:lnTo>
                  <a:pt x="944901" y="210398"/>
                </a:lnTo>
                <a:lnTo>
                  <a:pt x="945421" y="210745"/>
                </a:lnTo>
                <a:lnTo>
                  <a:pt x="945953" y="211081"/>
                </a:lnTo>
                <a:lnTo>
                  <a:pt x="946498" y="211405"/>
                </a:lnTo>
                <a:lnTo>
                  <a:pt x="947046" y="211717"/>
                </a:lnTo>
                <a:lnTo>
                  <a:pt x="947596" y="212015"/>
                </a:lnTo>
                <a:lnTo>
                  <a:pt x="948147" y="212300"/>
                </a:lnTo>
                <a:lnTo>
                  <a:pt x="948699" y="212571"/>
                </a:lnTo>
                <a:lnTo>
                  <a:pt x="949253" y="212830"/>
                </a:lnTo>
                <a:lnTo>
                  <a:pt x="949807" y="213075"/>
                </a:lnTo>
                <a:lnTo>
                  <a:pt x="950363" y="213306"/>
                </a:lnTo>
                <a:lnTo>
                  <a:pt x="950920" y="213524"/>
                </a:lnTo>
                <a:lnTo>
                  <a:pt x="951478" y="213730"/>
                </a:lnTo>
                <a:lnTo>
                  <a:pt x="952037" y="213921"/>
                </a:lnTo>
                <a:lnTo>
                  <a:pt x="952597" y="214100"/>
                </a:lnTo>
                <a:lnTo>
                  <a:pt x="953158" y="214265"/>
                </a:lnTo>
                <a:lnTo>
                  <a:pt x="953720" y="214417"/>
                </a:lnTo>
                <a:lnTo>
                  <a:pt x="954284" y="214555"/>
                </a:lnTo>
                <a:lnTo>
                  <a:pt x="954848" y="214681"/>
                </a:lnTo>
                <a:lnTo>
                  <a:pt x="955414" y="214793"/>
                </a:lnTo>
                <a:lnTo>
                  <a:pt x="955981" y="214892"/>
                </a:lnTo>
                <a:lnTo>
                  <a:pt x="956548" y="214978"/>
                </a:lnTo>
                <a:lnTo>
                  <a:pt x="957117" y="215050"/>
                </a:lnTo>
                <a:lnTo>
                  <a:pt x="957687" y="215110"/>
                </a:lnTo>
                <a:lnTo>
                  <a:pt x="958258" y="215156"/>
                </a:lnTo>
                <a:lnTo>
                  <a:pt x="958830" y="215189"/>
                </a:lnTo>
                <a:lnTo>
                  <a:pt x="959402" y="215208"/>
                </a:lnTo>
                <a:lnTo>
                  <a:pt x="959976" y="215215"/>
                </a:lnTo>
                <a:lnTo>
                  <a:pt x="960823" y="215202"/>
                </a:lnTo>
                <a:lnTo>
                  <a:pt x="961667" y="215164"/>
                </a:lnTo>
                <a:lnTo>
                  <a:pt x="962510" y="215099"/>
                </a:lnTo>
                <a:lnTo>
                  <a:pt x="963350" y="215009"/>
                </a:lnTo>
                <a:lnTo>
                  <a:pt x="964189" y="214893"/>
                </a:lnTo>
                <a:lnTo>
                  <a:pt x="965026" y="214752"/>
                </a:lnTo>
                <a:lnTo>
                  <a:pt x="965861" y="214585"/>
                </a:lnTo>
                <a:lnTo>
                  <a:pt x="966694" y="214392"/>
                </a:lnTo>
                <a:lnTo>
                  <a:pt x="967525" y="214173"/>
                </a:lnTo>
                <a:lnTo>
                  <a:pt x="968354" y="213929"/>
                </a:lnTo>
                <a:lnTo>
                  <a:pt x="969181" y="213658"/>
                </a:lnTo>
                <a:lnTo>
                  <a:pt x="970006" y="213363"/>
                </a:lnTo>
                <a:lnTo>
                  <a:pt x="970829" y="213041"/>
                </a:lnTo>
                <a:lnTo>
                  <a:pt x="971650" y="212694"/>
                </a:lnTo>
                <a:lnTo>
                  <a:pt x="972468" y="212321"/>
                </a:lnTo>
                <a:lnTo>
                  <a:pt x="973285" y="211922"/>
                </a:lnTo>
                <a:lnTo>
                  <a:pt x="974099" y="211497"/>
                </a:lnTo>
                <a:lnTo>
                  <a:pt x="974911" y="211047"/>
                </a:lnTo>
                <a:lnTo>
                  <a:pt x="975720" y="210571"/>
                </a:lnTo>
                <a:lnTo>
                  <a:pt x="976528" y="210070"/>
                </a:lnTo>
                <a:lnTo>
                  <a:pt x="977333" y="209542"/>
                </a:lnTo>
                <a:lnTo>
                  <a:pt x="978136" y="208989"/>
                </a:lnTo>
                <a:lnTo>
                  <a:pt x="978936" y="208410"/>
                </a:lnTo>
                <a:lnTo>
                  <a:pt x="979735" y="207806"/>
                </a:lnTo>
                <a:lnTo>
                  <a:pt x="980526" y="207176"/>
                </a:lnTo>
                <a:lnTo>
                  <a:pt x="981303" y="206520"/>
                </a:lnTo>
                <a:lnTo>
                  <a:pt x="982064" y="205839"/>
                </a:lnTo>
                <a:lnTo>
                  <a:pt x="982811" y="205133"/>
                </a:lnTo>
                <a:lnTo>
                  <a:pt x="983542" y="204402"/>
                </a:lnTo>
                <a:lnTo>
                  <a:pt x="984258" y="203645"/>
                </a:lnTo>
                <a:lnTo>
                  <a:pt x="984959" y="202863"/>
                </a:lnTo>
                <a:lnTo>
                  <a:pt x="985645" y="202056"/>
                </a:lnTo>
                <a:lnTo>
                  <a:pt x="986316" y="201224"/>
                </a:lnTo>
                <a:lnTo>
                  <a:pt x="986971" y="200366"/>
                </a:lnTo>
                <a:lnTo>
                  <a:pt x="987612" y="199483"/>
                </a:lnTo>
                <a:lnTo>
                  <a:pt x="988238" y="198575"/>
                </a:lnTo>
                <a:lnTo>
                  <a:pt x="988848" y="197642"/>
                </a:lnTo>
                <a:lnTo>
                  <a:pt x="989443" y="196683"/>
                </a:lnTo>
                <a:lnTo>
                  <a:pt x="990024" y="195699"/>
                </a:lnTo>
                <a:lnTo>
                  <a:pt x="990589" y="194690"/>
                </a:lnTo>
                <a:lnTo>
                  <a:pt x="991140" y="193656"/>
                </a:lnTo>
                <a:lnTo>
                  <a:pt x="991675" y="192597"/>
                </a:lnTo>
                <a:lnTo>
                  <a:pt x="992195" y="191512"/>
                </a:lnTo>
                <a:lnTo>
                  <a:pt x="992701" y="190402"/>
                </a:lnTo>
                <a:lnTo>
                  <a:pt x="993191" y="189267"/>
                </a:lnTo>
                <a:lnTo>
                  <a:pt x="993666" y="188107"/>
                </a:lnTo>
                <a:lnTo>
                  <a:pt x="994127" y="186922"/>
                </a:lnTo>
                <a:lnTo>
                  <a:pt x="994572" y="185712"/>
                </a:lnTo>
                <a:lnTo>
                  <a:pt x="988733" y="185712"/>
                </a:lnTo>
                <a:lnTo>
                  <a:pt x="988516" y="186207"/>
                </a:lnTo>
                <a:lnTo>
                  <a:pt x="988293" y="186692"/>
                </a:lnTo>
                <a:lnTo>
                  <a:pt x="988062" y="187166"/>
                </a:lnTo>
                <a:lnTo>
                  <a:pt x="987823" y="187631"/>
                </a:lnTo>
                <a:lnTo>
                  <a:pt x="987578" y="188085"/>
                </a:lnTo>
                <a:lnTo>
                  <a:pt x="987325" y="188529"/>
                </a:lnTo>
                <a:lnTo>
                  <a:pt x="987066" y="188963"/>
                </a:lnTo>
                <a:lnTo>
                  <a:pt x="986798" y="189387"/>
                </a:lnTo>
                <a:lnTo>
                  <a:pt x="986524" y="189800"/>
                </a:lnTo>
                <a:lnTo>
                  <a:pt x="986243" y="190204"/>
                </a:lnTo>
                <a:lnTo>
                  <a:pt x="985954" y="190596"/>
                </a:lnTo>
                <a:lnTo>
                  <a:pt x="985658" y="190979"/>
                </a:lnTo>
                <a:lnTo>
                  <a:pt x="985354" y="191352"/>
                </a:lnTo>
                <a:lnTo>
                  <a:pt x="985044" y="191714"/>
                </a:lnTo>
                <a:lnTo>
                  <a:pt x="984726" y="192065"/>
                </a:lnTo>
                <a:lnTo>
                  <a:pt x="984400" y="192407"/>
                </a:lnTo>
                <a:lnTo>
                  <a:pt x="984068" y="192738"/>
                </a:lnTo>
                <a:lnTo>
                  <a:pt x="983728" y="193059"/>
                </a:lnTo>
                <a:lnTo>
                  <a:pt x="983381" y="193370"/>
                </a:lnTo>
                <a:lnTo>
                  <a:pt x="983026" y="193670"/>
                </a:lnTo>
                <a:lnTo>
                  <a:pt x="982664" y="193960"/>
                </a:lnTo>
                <a:lnTo>
                  <a:pt x="982295" y="194239"/>
                </a:lnTo>
                <a:lnTo>
                  <a:pt x="981918" y="194509"/>
                </a:lnTo>
                <a:lnTo>
                  <a:pt x="981534" y="194768"/>
                </a:lnTo>
                <a:lnTo>
                  <a:pt x="981148" y="195018"/>
                </a:lnTo>
                <a:lnTo>
                  <a:pt x="980761" y="195259"/>
                </a:lnTo>
                <a:lnTo>
                  <a:pt x="980373" y="195488"/>
                </a:lnTo>
                <a:lnTo>
                  <a:pt x="979983" y="195707"/>
                </a:lnTo>
                <a:lnTo>
                  <a:pt x="979593" y="195916"/>
                </a:lnTo>
                <a:lnTo>
                  <a:pt x="979201" y="196113"/>
                </a:lnTo>
                <a:lnTo>
                  <a:pt x="978808" y="196301"/>
                </a:lnTo>
                <a:lnTo>
                  <a:pt x="978414" y="196477"/>
                </a:lnTo>
                <a:lnTo>
                  <a:pt x="978019" y="196643"/>
                </a:lnTo>
                <a:lnTo>
                  <a:pt x="977623" y="196798"/>
                </a:lnTo>
                <a:lnTo>
                  <a:pt x="977225" y="196943"/>
                </a:lnTo>
                <a:lnTo>
                  <a:pt x="976827" y="197077"/>
                </a:lnTo>
                <a:lnTo>
                  <a:pt x="976427" y="197200"/>
                </a:lnTo>
                <a:lnTo>
                  <a:pt x="976026" y="197313"/>
                </a:lnTo>
                <a:lnTo>
                  <a:pt x="975625" y="197415"/>
                </a:lnTo>
                <a:lnTo>
                  <a:pt x="975222" y="197506"/>
                </a:lnTo>
                <a:lnTo>
                  <a:pt x="974818" y="197587"/>
                </a:lnTo>
                <a:lnTo>
                  <a:pt x="974413" y="197656"/>
                </a:lnTo>
                <a:lnTo>
                  <a:pt x="974007" y="197716"/>
                </a:lnTo>
                <a:lnTo>
                  <a:pt x="973600" y="197764"/>
                </a:lnTo>
                <a:lnTo>
                  <a:pt x="973192" y="197802"/>
                </a:lnTo>
                <a:lnTo>
                  <a:pt x="972783" y="197828"/>
                </a:lnTo>
                <a:lnTo>
                  <a:pt x="972373" y="197845"/>
                </a:lnTo>
                <a:lnTo>
                  <a:pt x="971961" y="197850"/>
                </a:lnTo>
                <a:lnTo>
                  <a:pt x="971465" y="197842"/>
                </a:lnTo>
                <a:lnTo>
                  <a:pt x="970976" y="197818"/>
                </a:lnTo>
                <a:lnTo>
                  <a:pt x="970495" y="197777"/>
                </a:lnTo>
                <a:lnTo>
                  <a:pt x="970021" y="197721"/>
                </a:lnTo>
                <a:lnTo>
                  <a:pt x="969555" y="197648"/>
                </a:lnTo>
                <a:lnTo>
                  <a:pt x="969097" y="197559"/>
                </a:lnTo>
                <a:lnTo>
                  <a:pt x="968646" y="197454"/>
                </a:lnTo>
                <a:lnTo>
                  <a:pt x="968203" y="197333"/>
                </a:lnTo>
                <a:lnTo>
                  <a:pt x="967767" y="197196"/>
                </a:lnTo>
                <a:lnTo>
                  <a:pt x="967339" y="197042"/>
                </a:lnTo>
                <a:lnTo>
                  <a:pt x="966918" y="196873"/>
                </a:lnTo>
                <a:lnTo>
                  <a:pt x="966505" y="196687"/>
                </a:lnTo>
                <a:lnTo>
                  <a:pt x="966099" y="196485"/>
                </a:lnTo>
                <a:lnTo>
                  <a:pt x="965702" y="196267"/>
                </a:lnTo>
                <a:lnTo>
                  <a:pt x="965311" y="196033"/>
                </a:lnTo>
                <a:lnTo>
                  <a:pt x="964929" y="195782"/>
                </a:lnTo>
                <a:lnTo>
                  <a:pt x="964553" y="195516"/>
                </a:lnTo>
                <a:lnTo>
                  <a:pt x="964186" y="195233"/>
                </a:lnTo>
                <a:lnTo>
                  <a:pt x="963826" y="194934"/>
                </a:lnTo>
                <a:lnTo>
                  <a:pt x="963474" y="194619"/>
                </a:lnTo>
                <a:lnTo>
                  <a:pt x="963129" y="194288"/>
                </a:lnTo>
                <a:lnTo>
                  <a:pt x="962791" y="193941"/>
                </a:lnTo>
                <a:lnTo>
                  <a:pt x="962462" y="193577"/>
                </a:lnTo>
                <a:lnTo>
                  <a:pt x="962140" y="193198"/>
                </a:lnTo>
                <a:lnTo>
                  <a:pt x="961828" y="192797"/>
                </a:lnTo>
                <a:lnTo>
                  <a:pt x="961530" y="192366"/>
                </a:lnTo>
                <a:lnTo>
                  <a:pt x="961245" y="191905"/>
                </a:lnTo>
                <a:lnTo>
                  <a:pt x="960973" y="191414"/>
                </a:lnTo>
                <a:lnTo>
                  <a:pt x="960715" y="190892"/>
                </a:lnTo>
                <a:lnTo>
                  <a:pt x="960470" y="190340"/>
                </a:lnTo>
                <a:lnTo>
                  <a:pt x="960239" y="189758"/>
                </a:lnTo>
                <a:lnTo>
                  <a:pt x="960020" y="189146"/>
                </a:lnTo>
                <a:lnTo>
                  <a:pt x="959815" y="188503"/>
                </a:lnTo>
                <a:lnTo>
                  <a:pt x="959624" y="187830"/>
                </a:lnTo>
                <a:lnTo>
                  <a:pt x="959445" y="187127"/>
                </a:lnTo>
                <a:lnTo>
                  <a:pt x="959280" y="186394"/>
                </a:lnTo>
                <a:lnTo>
                  <a:pt x="959128" y="185630"/>
                </a:lnTo>
                <a:lnTo>
                  <a:pt x="958989" y="184836"/>
                </a:lnTo>
                <a:lnTo>
                  <a:pt x="958864" y="184012"/>
                </a:lnTo>
                <a:lnTo>
                  <a:pt x="958752" y="183158"/>
                </a:lnTo>
                <a:lnTo>
                  <a:pt x="958653" y="182274"/>
                </a:lnTo>
                <a:lnTo>
                  <a:pt x="958567" y="181359"/>
                </a:lnTo>
                <a:lnTo>
                  <a:pt x="958494" y="180415"/>
                </a:lnTo>
                <a:lnTo>
                  <a:pt x="958435" y="179440"/>
                </a:lnTo>
                <a:lnTo>
                  <a:pt x="958389" y="178435"/>
                </a:lnTo>
                <a:lnTo>
                  <a:pt x="958356" y="177400"/>
                </a:lnTo>
                <a:lnTo>
                  <a:pt x="958336" y="176334"/>
                </a:lnTo>
                <a:lnTo>
                  <a:pt x="958330" y="175239"/>
                </a:lnTo>
                <a:lnTo>
                  <a:pt x="958330" y="86270"/>
                </a:lnTo>
                <a:lnTo>
                  <a:pt x="990379" y="86270"/>
                </a:lnTo>
                <a:lnTo>
                  <a:pt x="990379" y="75797"/>
                </a:lnTo>
                <a:lnTo>
                  <a:pt x="958330" y="75797"/>
                </a:lnTo>
                <a:lnTo>
                  <a:pt x="958330" y="30709"/>
                </a:lnTo>
                <a:lnTo>
                  <a:pt x="953677" y="30709"/>
                </a:lnTo>
                <a:lnTo>
                  <a:pt x="953170" y="31954"/>
                </a:lnTo>
                <a:lnTo>
                  <a:pt x="952672" y="33166"/>
                </a:lnTo>
                <a:lnTo>
                  <a:pt x="952184" y="34345"/>
                </a:lnTo>
                <a:lnTo>
                  <a:pt x="951705" y="35491"/>
                </a:lnTo>
                <a:close/>
                <a:moveTo>
                  <a:pt x="1006186" y="93551"/>
                </a:moveTo>
                <a:lnTo>
                  <a:pt x="1006670" y="93384"/>
                </a:lnTo>
                <a:lnTo>
                  <a:pt x="1007148" y="93224"/>
                </a:lnTo>
                <a:lnTo>
                  <a:pt x="1007619" y="93073"/>
                </a:lnTo>
                <a:lnTo>
                  <a:pt x="1008085" y="92929"/>
                </a:lnTo>
                <a:lnTo>
                  <a:pt x="1008543" y="92793"/>
                </a:lnTo>
                <a:lnTo>
                  <a:pt x="1008996" y="92664"/>
                </a:lnTo>
                <a:lnTo>
                  <a:pt x="1009442" y="92544"/>
                </a:lnTo>
                <a:lnTo>
                  <a:pt x="1009882" y="92431"/>
                </a:lnTo>
                <a:lnTo>
                  <a:pt x="1010316" y="92326"/>
                </a:lnTo>
                <a:lnTo>
                  <a:pt x="1010743" y="92229"/>
                </a:lnTo>
                <a:lnTo>
                  <a:pt x="1011164" y="92139"/>
                </a:lnTo>
                <a:lnTo>
                  <a:pt x="1011579" y="92058"/>
                </a:lnTo>
                <a:lnTo>
                  <a:pt x="1011987" y="91984"/>
                </a:lnTo>
                <a:lnTo>
                  <a:pt x="1012390" y="91918"/>
                </a:lnTo>
                <a:lnTo>
                  <a:pt x="1012786" y="91859"/>
                </a:lnTo>
                <a:lnTo>
                  <a:pt x="1013175" y="91809"/>
                </a:lnTo>
                <a:lnTo>
                  <a:pt x="1013559" y="91766"/>
                </a:lnTo>
                <a:lnTo>
                  <a:pt x="1013936" y="91731"/>
                </a:lnTo>
                <a:lnTo>
                  <a:pt x="1014307" y="91704"/>
                </a:lnTo>
                <a:lnTo>
                  <a:pt x="1014672" y="91684"/>
                </a:lnTo>
                <a:lnTo>
                  <a:pt x="1015031" y="91673"/>
                </a:lnTo>
                <a:lnTo>
                  <a:pt x="1015383" y="91669"/>
                </a:lnTo>
                <a:lnTo>
                  <a:pt x="1015706" y="91672"/>
                </a:lnTo>
                <a:lnTo>
                  <a:pt x="1016023" y="91682"/>
                </a:lnTo>
                <a:lnTo>
                  <a:pt x="1016334" y="91698"/>
                </a:lnTo>
                <a:lnTo>
                  <a:pt x="1016639" y="91720"/>
                </a:lnTo>
                <a:lnTo>
                  <a:pt x="1016939" y="91749"/>
                </a:lnTo>
                <a:lnTo>
                  <a:pt x="1017232" y="91784"/>
                </a:lnTo>
                <a:lnTo>
                  <a:pt x="1017520" y="91826"/>
                </a:lnTo>
                <a:lnTo>
                  <a:pt x="1017802" y="91874"/>
                </a:lnTo>
                <a:lnTo>
                  <a:pt x="1018079" y="91929"/>
                </a:lnTo>
                <a:lnTo>
                  <a:pt x="1018349" y="91991"/>
                </a:lnTo>
                <a:lnTo>
                  <a:pt x="1018614" y="92059"/>
                </a:lnTo>
                <a:lnTo>
                  <a:pt x="1018873" y="92133"/>
                </a:lnTo>
                <a:lnTo>
                  <a:pt x="1019126" y="92214"/>
                </a:lnTo>
                <a:lnTo>
                  <a:pt x="1019373" y="92302"/>
                </a:lnTo>
                <a:lnTo>
                  <a:pt x="1019615" y="92396"/>
                </a:lnTo>
                <a:lnTo>
                  <a:pt x="1019851" y="92497"/>
                </a:lnTo>
                <a:lnTo>
                  <a:pt x="1020081" y="92605"/>
                </a:lnTo>
                <a:lnTo>
                  <a:pt x="1020305" y="92719"/>
                </a:lnTo>
                <a:lnTo>
                  <a:pt x="1020524" y="92840"/>
                </a:lnTo>
                <a:lnTo>
                  <a:pt x="1020736" y="92967"/>
                </a:lnTo>
                <a:lnTo>
                  <a:pt x="1020943" y="93102"/>
                </a:lnTo>
                <a:lnTo>
                  <a:pt x="1021144" y="93243"/>
                </a:lnTo>
                <a:lnTo>
                  <a:pt x="1021340" y="93391"/>
                </a:lnTo>
                <a:lnTo>
                  <a:pt x="1021529" y="93545"/>
                </a:lnTo>
                <a:lnTo>
                  <a:pt x="1021714" y="93706"/>
                </a:lnTo>
                <a:lnTo>
                  <a:pt x="1021894" y="93877"/>
                </a:lnTo>
                <a:lnTo>
                  <a:pt x="1022070" y="94058"/>
                </a:lnTo>
                <a:lnTo>
                  <a:pt x="1022242" y="94249"/>
                </a:lnTo>
                <a:lnTo>
                  <a:pt x="1022410" y="94450"/>
                </a:lnTo>
                <a:lnTo>
                  <a:pt x="1022574" y="94662"/>
                </a:lnTo>
                <a:lnTo>
                  <a:pt x="1022734" y="94883"/>
                </a:lnTo>
                <a:lnTo>
                  <a:pt x="1022889" y="95115"/>
                </a:lnTo>
                <a:lnTo>
                  <a:pt x="1023041" y="95357"/>
                </a:lnTo>
                <a:lnTo>
                  <a:pt x="1023188" y="95609"/>
                </a:lnTo>
                <a:lnTo>
                  <a:pt x="1023331" y="95872"/>
                </a:lnTo>
                <a:lnTo>
                  <a:pt x="1023470" y="96144"/>
                </a:lnTo>
                <a:lnTo>
                  <a:pt x="1023605" y="96427"/>
                </a:lnTo>
                <a:lnTo>
                  <a:pt x="1023736" y="96720"/>
                </a:lnTo>
                <a:lnTo>
                  <a:pt x="1023863" y="97023"/>
                </a:lnTo>
                <a:lnTo>
                  <a:pt x="1023986" y="97336"/>
                </a:lnTo>
                <a:lnTo>
                  <a:pt x="1024104" y="97659"/>
                </a:lnTo>
                <a:lnTo>
                  <a:pt x="1024219" y="97993"/>
                </a:lnTo>
                <a:lnTo>
                  <a:pt x="1024329" y="98337"/>
                </a:lnTo>
                <a:lnTo>
                  <a:pt x="1024436" y="98690"/>
                </a:lnTo>
                <a:lnTo>
                  <a:pt x="1024539" y="99055"/>
                </a:lnTo>
                <a:lnTo>
                  <a:pt x="1024637" y="99429"/>
                </a:lnTo>
                <a:lnTo>
                  <a:pt x="1024732" y="99813"/>
                </a:lnTo>
                <a:lnTo>
                  <a:pt x="1024822" y="100208"/>
                </a:lnTo>
                <a:lnTo>
                  <a:pt x="1024932" y="100783"/>
                </a:lnTo>
                <a:lnTo>
                  <a:pt x="1025038" y="101413"/>
                </a:lnTo>
                <a:lnTo>
                  <a:pt x="1025138" y="102098"/>
                </a:lnTo>
                <a:lnTo>
                  <a:pt x="1025234" y="102837"/>
                </a:lnTo>
                <a:lnTo>
                  <a:pt x="1025325" y="103631"/>
                </a:lnTo>
                <a:lnTo>
                  <a:pt x="1025411" y="104480"/>
                </a:lnTo>
                <a:lnTo>
                  <a:pt x="1025493" y="105383"/>
                </a:lnTo>
                <a:lnTo>
                  <a:pt x="1025570" y="106341"/>
                </a:lnTo>
                <a:lnTo>
                  <a:pt x="1025642" y="107353"/>
                </a:lnTo>
                <a:lnTo>
                  <a:pt x="1025709" y="108420"/>
                </a:lnTo>
                <a:lnTo>
                  <a:pt x="1025772" y="109542"/>
                </a:lnTo>
                <a:lnTo>
                  <a:pt x="1025830" y="110719"/>
                </a:lnTo>
                <a:lnTo>
                  <a:pt x="1025883" y="111950"/>
                </a:lnTo>
                <a:lnTo>
                  <a:pt x="1025932" y="113235"/>
                </a:lnTo>
                <a:lnTo>
                  <a:pt x="1025976" y="114576"/>
                </a:lnTo>
                <a:lnTo>
                  <a:pt x="1026015" y="115971"/>
                </a:lnTo>
                <a:lnTo>
                  <a:pt x="1026050" y="117421"/>
                </a:lnTo>
                <a:lnTo>
                  <a:pt x="1026080" y="118925"/>
                </a:lnTo>
                <a:lnTo>
                  <a:pt x="1026105" y="120484"/>
                </a:lnTo>
                <a:lnTo>
                  <a:pt x="1026126" y="122097"/>
                </a:lnTo>
                <a:lnTo>
                  <a:pt x="1026142" y="123766"/>
                </a:lnTo>
                <a:lnTo>
                  <a:pt x="1026153" y="125489"/>
                </a:lnTo>
                <a:lnTo>
                  <a:pt x="1026160" y="127266"/>
                </a:lnTo>
                <a:lnTo>
                  <a:pt x="1026162" y="129098"/>
                </a:lnTo>
                <a:lnTo>
                  <a:pt x="1026162" y="181978"/>
                </a:lnTo>
                <a:lnTo>
                  <a:pt x="1026159" y="183024"/>
                </a:lnTo>
                <a:lnTo>
                  <a:pt x="1026148" y="184042"/>
                </a:lnTo>
                <a:lnTo>
                  <a:pt x="1026131" y="185030"/>
                </a:lnTo>
                <a:lnTo>
                  <a:pt x="1026107" y="185991"/>
                </a:lnTo>
                <a:lnTo>
                  <a:pt x="1026075" y="186923"/>
                </a:lnTo>
                <a:lnTo>
                  <a:pt x="1026037" y="187826"/>
                </a:lnTo>
                <a:lnTo>
                  <a:pt x="1025991" y="188700"/>
                </a:lnTo>
                <a:lnTo>
                  <a:pt x="1025939" y="189546"/>
                </a:lnTo>
                <a:lnTo>
                  <a:pt x="1025880" y="190364"/>
                </a:lnTo>
                <a:lnTo>
                  <a:pt x="1025813" y="191153"/>
                </a:lnTo>
                <a:lnTo>
                  <a:pt x="1025740" y="191913"/>
                </a:lnTo>
                <a:lnTo>
                  <a:pt x="1025660" y="192645"/>
                </a:lnTo>
                <a:lnTo>
                  <a:pt x="1025573" y="193348"/>
                </a:lnTo>
                <a:lnTo>
                  <a:pt x="1025478" y="194022"/>
                </a:lnTo>
                <a:lnTo>
                  <a:pt x="1025377" y="194668"/>
                </a:lnTo>
                <a:lnTo>
                  <a:pt x="1025269" y="195285"/>
                </a:lnTo>
                <a:lnTo>
                  <a:pt x="1025154" y="195874"/>
                </a:lnTo>
                <a:lnTo>
                  <a:pt x="1025032" y="196433"/>
                </a:lnTo>
                <a:lnTo>
                  <a:pt x="1024903" y="196965"/>
                </a:lnTo>
                <a:lnTo>
                  <a:pt x="1024766" y="197467"/>
                </a:lnTo>
                <a:lnTo>
                  <a:pt x="1024623" y="197941"/>
                </a:lnTo>
                <a:lnTo>
                  <a:pt x="1024473" y="198386"/>
                </a:lnTo>
                <a:lnTo>
                  <a:pt x="1024316" y="198802"/>
                </a:lnTo>
                <a:lnTo>
                  <a:pt x="1024152" y="199190"/>
                </a:lnTo>
                <a:lnTo>
                  <a:pt x="1023980" y="199561"/>
                </a:lnTo>
                <a:lnTo>
                  <a:pt x="1023803" y="199924"/>
                </a:lnTo>
                <a:lnTo>
                  <a:pt x="1023621" y="200277"/>
                </a:lnTo>
                <a:lnTo>
                  <a:pt x="1023434" y="200621"/>
                </a:lnTo>
                <a:lnTo>
                  <a:pt x="1023243" y="200957"/>
                </a:lnTo>
                <a:lnTo>
                  <a:pt x="1023046" y="201283"/>
                </a:lnTo>
                <a:lnTo>
                  <a:pt x="1022845" y="201601"/>
                </a:lnTo>
                <a:lnTo>
                  <a:pt x="1022639" y="201910"/>
                </a:lnTo>
                <a:lnTo>
                  <a:pt x="1022428" y="202209"/>
                </a:lnTo>
                <a:lnTo>
                  <a:pt x="1022212" y="202500"/>
                </a:lnTo>
                <a:lnTo>
                  <a:pt x="1021992" y="202782"/>
                </a:lnTo>
                <a:lnTo>
                  <a:pt x="1021766" y="203055"/>
                </a:lnTo>
                <a:lnTo>
                  <a:pt x="1021536" y="203319"/>
                </a:lnTo>
                <a:lnTo>
                  <a:pt x="1021300" y="203575"/>
                </a:lnTo>
                <a:lnTo>
                  <a:pt x="1021060" y="203821"/>
                </a:lnTo>
                <a:lnTo>
                  <a:pt x="1020815" y="204059"/>
                </a:lnTo>
                <a:lnTo>
                  <a:pt x="1020565" y="204288"/>
                </a:lnTo>
                <a:lnTo>
                  <a:pt x="1020310" y="204508"/>
                </a:lnTo>
                <a:lnTo>
                  <a:pt x="1020050" y="204719"/>
                </a:lnTo>
                <a:lnTo>
                  <a:pt x="1019785" y="204921"/>
                </a:lnTo>
                <a:lnTo>
                  <a:pt x="1019516" y="205114"/>
                </a:lnTo>
                <a:lnTo>
                  <a:pt x="1019241" y="205299"/>
                </a:lnTo>
                <a:lnTo>
                  <a:pt x="1018961" y="205475"/>
                </a:lnTo>
                <a:lnTo>
                  <a:pt x="1018677" y="205642"/>
                </a:lnTo>
                <a:lnTo>
                  <a:pt x="1018378" y="205799"/>
                </a:lnTo>
                <a:lnTo>
                  <a:pt x="1018056" y="205950"/>
                </a:lnTo>
                <a:lnTo>
                  <a:pt x="1017712" y="206094"/>
                </a:lnTo>
                <a:lnTo>
                  <a:pt x="1017344" y="206231"/>
                </a:lnTo>
                <a:lnTo>
                  <a:pt x="1016954" y="206361"/>
                </a:lnTo>
                <a:lnTo>
                  <a:pt x="1016541" y="206486"/>
                </a:lnTo>
                <a:lnTo>
                  <a:pt x="1016105" y="206603"/>
                </a:lnTo>
                <a:lnTo>
                  <a:pt x="1015646" y="206714"/>
                </a:lnTo>
                <a:lnTo>
                  <a:pt x="1015164" y="206818"/>
                </a:lnTo>
                <a:lnTo>
                  <a:pt x="1014659" y="206915"/>
                </a:lnTo>
                <a:lnTo>
                  <a:pt x="1014132" y="207006"/>
                </a:lnTo>
                <a:lnTo>
                  <a:pt x="1013581" y="207090"/>
                </a:lnTo>
                <a:lnTo>
                  <a:pt x="1013008" y="207168"/>
                </a:lnTo>
                <a:lnTo>
                  <a:pt x="1012412" y="207238"/>
                </a:lnTo>
                <a:lnTo>
                  <a:pt x="1011793" y="207302"/>
                </a:lnTo>
                <a:lnTo>
                  <a:pt x="1011152" y="207360"/>
                </a:lnTo>
                <a:lnTo>
                  <a:pt x="1010487" y="207410"/>
                </a:lnTo>
                <a:lnTo>
                  <a:pt x="1009800" y="207454"/>
                </a:lnTo>
                <a:lnTo>
                  <a:pt x="1009090" y="207491"/>
                </a:lnTo>
                <a:lnTo>
                  <a:pt x="1008357" y="207522"/>
                </a:lnTo>
                <a:lnTo>
                  <a:pt x="1007601" y="207545"/>
                </a:lnTo>
                <a:lnTo>
                  <a:pt x="1006823" y="207562"/>
                </a:lnTo>
                <a:lnTo>
                  <a:pt x="1006022" y="207573"/>
                </a:lnTo>
                <a:lnTo>
                  <a:pt x="1005198" y="207576"/>
                </a:lnTo>
                <a:lnTo>
                  <a:pt x="1005198" y="212975"/>
                </a:lnTo>
                <a:lnTo>
                  <a:pt x="1071844" y="212975"/>
                </a:lnTo>
                <a:lnTo>
                  <a:pt x="1071844" y="207576"/>
                </a:lnTo>
                <a:lnTo>
                  <a:pt x="1071043" y="207572"/>
                </a:lnTo>
                <a:lnTo>
                  <a:pt x="1070263" y="207562"/>
                </a:lnTo>
                <a:lnTo>
                  <a:pt x="1069505" y="207544"/>
                </a:lnTo>
                <a:lnTo>
                  <a:pt x="1068768" y="207518"/>
                </a:lnTo>
                <a:lnTo>
                  <a:pt x="1068051" y="207486"/>
                </a:lnTo>
                <a:lnTo>
                  <a:pt x="1067356" y="207446"/>
                </a:lnTo>
                <a:lnTo>
                  <a:pt x="1066682" y="207400"/>
                </a:lnTo>
                <a:lnTo>
                  <a:pt x="1066029" y="207345"/>
                </a:lnTo>
                <a:lnTo>
                  <a:pt x="1065397" y="207284"/>
                </a:lnTo>
                <a:lnTo>
                  <a:pt x="1064786" y="207216"/>
                </a:lnTo>
                <a:lnTo>
                  <a:pt x="1064197" y="207140"/>
                </a:lnTo>
                <a:lnTo>
                  <a:pt x="1063628" y="207057"/>
                </a:lnTo>
                <a:lnTo>
                  <a:pt x="1063080" y="206966"/>
                </a:lnTo>
                <a:lnTo>
                  <a:pt x="1062553" y="206868"/>
                </a:lnTo>
                <a:lnTo>
                  <a:pt x="1062048" y="206764"/>
                </a:lnTo>
                <a:lnTo>
                  <a:pt x="1061563" y="206651"/>
                </a:lnTo>
                <a:lnTo>
                  <a:pt x="1061100" y="206532"/>
                </a:lnTo>
                <a:lnTo>
                  <a:pt x="1060657" y="206405"/>
                </a:lnTo>
                <a:lnTo>
                  <a:pt x="1060235" y="206270"/>
                </a:lnTo>
                <a:lnTo>
                  <a:pt x="1059835" y="206129"/>
                </a:lnTo>
                <a:lnTo>
                  <a:pt x="1059455" y="205980"/>
                </a:lnTo>
                <a:lnTo>
                  <a:pt x="1059096" y="205824"/>
                </a:lnTo>
                <a:lnTo>
                  <a:pt x="1058759" y="205660"/>
                </a:lnTo>
                <a:lnTo>
                  <a:pt x="1058442" y="205489"/>
                </a:lnTo>
                <a:lnTo>
                  <a:pt x="1058139" y="205311"/>
                </a:lnTo>
                <a:lnTo>
                  <a:pt x="1057842" y="205124"/>
                </a:lnTo>
                <a:lnTo>
                  <a:pt x="1057551" y="204931"/>
                </a:lnTo>
                <a:lnTo>
                  <a:pt x="1057267" y="204730"/>
                </a:lnTo>
                <a:lnTo>
                  <a:pt x="1056990" y="204521"/>
                </a:lnTo>
                <a:lnTo>
                  <a:pt x="1056718" y="204304"/>
                </a:lnTo>
                <a:lnTo>
                  <a:pt x="1056453" y="204080"/>
                </a:lnTo>
                <a:lnTo>
                  <a:pt x="1056194" y="203849"/>
                </a:lnTo>
                <a:lnTo>
                  <a:pt x="1055941" y="203610"/>
                </a:lnTo>
                <a:lnTo>
                  <a:pt x="1055695" y="203363"/>
                </a:lnTo>
                <a:lnTo>
                  <a:pt x="1055455" y="203109"/>
                </a:lnTo>
                <a:lnTo>
                  <a:pt x="1055221" y="202847"/>
                </a:lnTo>
                <a:lnTo>
                  <a:pt x="1054993" y="202578"/>
                </a:lnTo>
                <a:lnTo>
                  <a:pt x="1054771" y="202301"/>
                </a:lnTo>
                <a:lnTo>
                  <a:pt x="1054555" y="202016"/>
                </a:lnTo>
                <a:lnTo>
                  <a:pt x="1054346" y="201724"/>
                </a:lnTo>
                <a:lnTo>
                  <a:pt x="1054143" y="201424"/>
                </a:lnTo>
                <a:lnTo>
                  <a:pt x="1053946" y="201117"/>
                </a:lnTo>
                <a:lnTo>
                  <a:pt x="1053754" y="200802"/>
                </a:lnTo>
                <a:lnTo>
                  <a:pt x="1053569" y="200479"/>
                </a:lnTo>
                <a:lnTo>
                  <a:pt x="1053390" y="200149"/>
                </a:lnTo>
                <a:lnTo>
                  <a:pt x="1053217" y="199812"/>
                </a:lnTo>
                <a:lnTo>
                  <a:pt x="1053051" y="199466"/>
                </a:lnTo>
                <a:lnTo>
                  <a:pt x="1052890" y="199114"/>
                </a:lnTo>
                <a:lnTo>
                  <a:pt x="1052737" y="198744"/>
                </a:lnTo>
                <a:lnTo>
                  <a:pt x="1052592" y="198345"/>
                </a:lnTo>
                <a:lnTo>
                  <a:pt x="1052452" y="197916"/>
                </a:lnTo>
                <a:lnTo>
                  <a:pt x="1052320" y="197456"/>
                </a:lnTo>
                <a:lnTo>
                  <a:pt x="1052194" y="196967"/>
                </a:lnTo>
                <a:lnTo>
                  <a:pt x="1052074" y="196447"/>
                </a:lnTo>
                <a:lnTo>
                  <a:pt x="1051961" y="195897"/>
                </a:lnTo>
                <a:lnTo>
                  <a:pt x="1051855" y="195318"/>
                </a:lnTo>
                <a:lnTo>
                  <a:pt x="1051755" y="194708"/>
                </a:lnTo>
                <a:lnTo>
                  <a:pt x="1051662" y="194069"/>
                </a:lnTo>
                <a:lnTo>
                  <a:pt x="1051575" y="193399"/>
                </a:lnTo>
                <a:lnTo>
                  <a:pt x="1051494" y="192700"/>
                </a:lnTo>
                <a:lnTo>
                  <a:pt x="1051420" y="191970"/>
                </a:lnTo>
                <a:lnTo>
                  <a:pt x="1051353" y="191211"/>
                </a:lnTo>
                <a:lnTo>
                  <a:pt x="1051292" y="190422"/>
                </a:lnTo>
                <a:lnTo>
                  <a:pt x="1051237" y="189603"/>
                </a:lnTo>
                <a:lnTo>
                  <a:pt x="1051189" y="188754"/>
                </a:lnTo>
                <a:lnTo>
                  <a:pt x="1051148" y="187876"/>
                </a:lnTo>
                <a:lnTo>
                  <a:pt x="1051112" y="186967"/>
                </a:lnTo>
                <a:lnTo>
                  <a:pt x="1051084" y="186029"/>
                </a:lnTo>
                <a:lnTo>
                  <a:pt x="1051061" y="185061"/>
                </a:lnTo>
                <a:lnTo>
                  <a:pt x="1051045" y="184063"/>
                </a:lnTo>
                <a:lnTo>
                  <a:pt x="1051036" y="183036"/>
                </a:lnTo>
                <a:lnTo>
                  <a:pt x="1051032" y="181978"/>
                </a:lnTo>
                <a:lnTo>
                  <a:pt x="1051032" y="71757"/>
                </a:lnTo>
                <a:lnTo>
                  <a:pt x="1044446" y="71757"/>
                </a:lnTo>
                <a:lnTo>
                  <a:pt x="1003111" y="88510"/>
                </a:lnTo>
                <a:lnTo>
                  <a:pt x="1005198" y="93909"/>
                </a:lnTo>
                <a:lnTo>
                  <a:pt x="1005695" y="93726"/>
                </a:lnTo>
                <a:lnTo>
                  <a:pt x="1006186" y="93551"/>
                </a:lnTo>
                <a:close/>
                <a:moveTo>
                  <a:pt x="1359725" y="119254"/>
                </a:moveTo>
                <a:lnTo>
                  <a:pt x="1359494" y="117294"/>
                </a:lnTo>
                <a:lnTo>
                  <a:pt x="1359211" y="115369"/>
                </a:lnTo>
                <a:lnTo>
                  <a:pt x="1358876" y="113479"/>
                </a:lnTo>
                <a:lnTo>
                  <a:pt x="1358490" y="111626"/>
                </a:lnTo>
                <a:lnTo>
                  <a:pt x="1358052" y="109807"/>
                </a:lnTo>
                <a:lnTo>
                  <a:pt x="1357563" y="108024"/>
                </a:lnTo>
                <a:lnTo>
                  <a:pt x="1357022" y="106277"/>
                </a:lnTo>
                <a:lnTo>
                  <a:pt x="1356430" y="104566"/>
                </a:lnTo>
                <a:lnTo>
                  <a:pt x="1355786" y="102890"/>
                </a:lnTo>
                <a:lnTo>
                  <a:pt x="1355091" y="101249"/>
                </a:lnTo>
                <a:lnTo>
                  <a:pt x="1354344" y="99645"/>
                </a:lnTo>
                <a:lnTo>
                  <a:pt x="1353545" y="98075"/>
                </a:lnTo>
                <a:lnTo>
                  <a:pt x="1352695" y="96542"/>
                </a:lnTo>
                <a:lnTo>
                  <a:pt x="1351794" y="95044"/>
                </a:lnTo>
                <a:lnTo>
                  <a:pt x="1350840" y="93582"/>
                </a:lnTo>
                <a:lnTo>
                  <a:pt x="1349835" y="92155"/>
                </a:lnTo>
                <a:lnTo>
                  <a:pt x="1348779" y="90764"/>
                </a:lnTo>
                <a:lnTo>
                  <a:pt x="1347671" y="89409"/>
                </a:lnTo>
                <a:lnTo>
                  <a:pt x="1346511" y="88090"/>
                </a:lnTo>
                <a:lnTo>
                  <a:pt x="1345299" y="86806"/>
                </a:lnTo>
                <a:lnTo>
                  <a:pt x="1344050" y="85564"/>
                </a:lnTo>
                <a:lnTo>
                  <a:pt x="1342772" y="84375"/>
                </a:lnTo>
                <a:lnTo>
                  <a:pt x="1341466" y="83239"/>
                </a:lnTo>
                <a:lnTo>
                  <a:pt x="1340130" y="82157"/>
                </a:lnTo>
                <a:lnTo>
                  <a:pt x="1338766" y="81127"/>
                </a:lnTo>
                <a:lnTo>
                  <a:pt x="1337373" y="80150"/>
                </a:lnTo>
                <a:lnTo>
                  <a:pt x="1335952" y="79226"/>
                </a:lnTo>
                <a:lnTo>
                  <a:pt x="1334502" y="78355"/>
                </a:lnTo>
                <a:lnTo>
                  <a:pt x="1333023" y="77537"/>
                </a:lnTo>
                <a:lnTo>
                  <a:pt x="1331516" y="76772"/>
                </a:lnTo>
                <a:lnTo>
                  <a:pt x="1329980" y="76059"/>
                </a:lnTo>
                <a:lnTo>
                  <a:pt x="1328415" y="75400"/>
                </a:lnTo>
                <a:lnTo>
                  <a:pt x="1326822" y="74793"/>
                </a:lnTo>
                <a:lnTo>
                  <a:pt x="1325200" y="74240"/>
                </a:lnTo>
                <a:lnTo>
                  <a:pt x="1323550" y="73739"/>
                </a:lnTo>
                <a:lnTo>
                  <a:pt x="1321871" y="73291"/>
                </a:lnTo>
                <a:lnTo>
                  <a:pt x="1320163" y="72895"/>
                </a:lnTo>
                <a:lnTo>
                  <a:pt x="1318427" y="72553"/>
                </a:lnTo>
                <a:lnTo>
                  <a:pt x="1316662" y="72263"/>
                </a:lnTo>
                <a:lnTo>
                  <a:pt x="1314869" y="72026"/>
                </a:lnTo>
                <a:lnTo>
                  <a:pt x="1313047" y="71841"/>
                </a:lnTo>
                <a:lnTo>
                  <a:pt x="1311197" y="71710"/>
                </a:lnTo>
                <a:lnTo>
                  <a:pt x="1309318" y="71631"/>
                </a:lnTo>
                <a:lnTo>
                  <a:pt x="1307410" y="71604"/>
                </a:lnTo>
                <a:lnTo>
                  <a:pt x="1305155" y="71638"/>
                </a:lnTo>
                <a:lnTo>
                  <a:pt x="1302932" y="71741"/>
                </a:lnTo>
                <a:lnTo>
                  <a:pt x="1300741" y="71911"/>
                </a:lnTo>
                <a:lnTo>
                  <a:pt x="1298582" y="72150"/>
                </a:lnTo>
                <a:lnTo>
                  <a:pt x="1296456" y="72457"/>
                </a:lnTo>
                <a:lnTo>
                  <a:pt x="1294361" y="72833"/>
                </a:lnTo>
                <a:lnTo>
                  <a:pt x="1292298" y="73276"/>
                </a:lnTo>
                <a:lnTo>
                  <a:pt x="1290267" y="73788"/>
                </a:lnTo>
                <a:lnTo>
                  <a:pt x="1288268" y="74369"/>
                </a:lnTo>
                <a:lnTo>
                  <a:pt x="1286302" y="75017"/>
                </a:lnTo>
                <a:lnTo>
                  <a:pt x="1284367" y="75734"/>
                </a:lnTo>
                <a:lnTo>
                  <a:pt x="1282464" y="76520"/>
                </a:lnTo>
                <a:lnTo>
                  <a:pt x="1280593" y="77374"/>
                </a:lnTo>
                <a:lnTo>
                  <a:pt x="1278753" y="78296"/>
                </a:lnTo>
                <a:lnTo>
                  <a:pt x="1276946" y="79287"/>
                </a:lnTo>
                <a:lnTo>
                  <a:pt x="1275171" y="80346"/>
                </a:lnTo>
                <a:lnTo>
                  <a:pt x="1273427" y="81474"/>
                </a:lnTo>
                <a:lnTo>
                  <a:pt x="1271715" y="82670"/>
                </a:lnTo>
                <a:lnTo>
                  <a:pt x="1270035" y="83934"/>
                </a:lnTo>
                <a:lnTo>
                  <a:pt x="1268387" y="85268"/>
                </a:lnTo>
                <a:lnTo>
                  <a:pt x="1266771" y="86669"/>
                </a:lnTo>
                <a:lnTo>
                  <a:pt x="1265186" y="88140"/>
                </a:lnTo>
                <a:lnTo>
                  <a:pt x="1263633" y="89678"/>
                </a:lnTo>
                <a:lnTo>
                  <a:pt x="1262112" y="91286"/>
                </a:lnTo>
                <a:lnTo>
                  <a:pt x="1260640" y="92955"/>
                </a:lnTo>
                <a:lnTo>
                  <a:pt x="1259231" y="94677"/>
                </a:lnTo>
                <a:lnTo>
                  <a:pt x="1257885" y="96453"/>
                </a:lnTo>
                <a:lnTo>
                  <a:pt x="1256601" y="98284"/>
                </a:lnTo>
                <a:lnTo>
                  <a:pt x="1255380" y="100167"/>
                </a:lnTo>
                <a:lnTo>
                  <a:pt x="1254222" y="102105"/>
                </a:lnTo>
                <a:lnTo>
                  <a:pt x="1253126" y="104097"/>
                </a:lnTo>
                <a:lnTo>
                  <a:pt x="1252093" y="106142"/>
                </a:lnTo>
                <a:lnTo>
                  <a:pt x="1251122" y="108241"/>
                </a:lnTo>
                <a:lnTo>
                  <a:pt x="1250214" y="110394"/>
                </a:lnTo>
                <a:lnTo>
                  <a:pt x="1249368" y="112601"/>
                </a:lnTo>
                <a:lnTo>
                  <a:pt x="1248586" y="114861"/>
                </a:lnTo>
                <a:lnTo>
                  <a:pt x="1247866" y="117175"/>
                </a:lnTo>
                <a:lnTo>
                  <a:pt x="1247208" y="119543"/>
                </a:lnTo>
                <a:lnTo>
                  <a:pt x="1246613" y="121965"/>
                </a:lnTo>
                <a:lnTo>
                  <a:pt x="1246081" y="124440"/>
                </a:lnTo>
                <a:lnTo>
                  <a:pt x="1245611" y="126969"/>
                </a:lnTo>
                <a:lnTo>
                  <a:pt x="1245204" y="129552"/>
                </a:lnTo>
                <a:lnTo>
                  <a:pt x="1244860" y="132189"/>
                </a:lnTo>
                <a:lnTo>
                  <a:pt x="1244578" y="134879"/>
                </a:lnTo>
                <a:lnTo>
                  <a:pt x="1244359" y="137623"/>
                </a:lnTo>
                <a:lnTo>
                  <a:pt x="1244202" y="140420"/>
                </a:lnTo>
                <a:lnTo>
                  <a:pt x="1244108" y="143271"/>
                </a:lnTo>
                <a:lnTo>
                  <a:pt x="1244077" y="146176"/>
                </a:lnTo>
                <a:lnTo>
                  <a:pt x="1244107" y="148862"/>
                </a:lnTo>
                <a:lnTo>
                  <a:pt x="1244199" y="151502"/>
                </a:lnTo>
                <a:lnTo>
                  <a:pt x="1244352" y="154096"/>
                </a:lnTo>
                <a:lnTo>
                  <a:pt x="1244565" y="156644"/>
                </a:lnTo>
                <a:lnTo>
                  <a:pt x="1244840" y="159146"/>
                </a:lnTo>
                <a:lnTo>
                  <a:pt x="1245176" y="161601"/>
                </a:lnTo>
                <a:lnTo>
                  <a:pt x="1245573" y="164011"/>
                </a:lnTo>
                <a:lnTo>
                  <a:pt x="1246030" y="166375"/>
                </a:lnTo>
                <a:lnTo>
                  <a:pt x="1246549" y="168692"/>
                </a:lnTo>
                <a:lnTo>
                  <a:pt x="1247130" y="170964"/>
                </a:lnTo>
                <a:lnTo>
                  <a:pt x="1247771" y="173189"/>
                </a:lnTo>
                <a:lnTo>
                  <a:pt x="1248473" y="175368"/>
                </a:lnTo>
                <a:lnTo>
                  <a:pt x="1249237" y="177502"/>
                </a:lnTo>
                <a:lnTo>
                  <a:pt x="1250061" y="179589"/>
                </a:lnTo>
                <a:lnTo>
                  <a:pt x="1250947" y="181630"/>
                </a:lnTo>
                <a:lnTo>
                  <a:pt x="1251894" y="183625"/>
                </a:lnTo>
                <a:lnTo>
                  <a:pt x="1252902" y="185574"/>
                </a:lnTo>
                <a:lnTo>
                  <a:pt x="1253971" y="187477"/>
                </a:lnTo>
                <a:lnTo>
                  <a:pt x="1255102" y="189333"/>
                </a:lnTo>
                <a:lnTo>
                  <a:pt x="1256293" y="191144"/>
                </a:lnTo>
                <a:lnTo>
                  <a:pt x="1257546" y="192909"/>
                </a:lnTo>
                <a:lnTo>
                  <a:pt x="1258860" y="194628"/>
                </a:lnTo>
                <a:lnTo>
                  <a:pt x="1260235" y="196300"/>
                </a:lnTo>
                <a:lnTo>
                  <a:pt x="1261672" y="197927"/>
                </a:lnTo>
                <a:lnTo>
                  <a:pt x="1263149" y="199497"/>
                </a:lnTo>
                <a:lnTo>
                  <a:pt x="1264651" y="201000"/>
                </a:lnTo>
                <a:lnTo>
                  <a:pt x="1266178" y="202436"/>
                </a:lnTo>
                <a:lnTo>
                  <a:pt x="1267730" y="203806"/>
                </a:lnTo>
                <a:lnTo>
                  <a:pt x="1269306" y="205109"/>
                </a:lnTo>
                <a:lnTo>
                  <a:pt x="1270908" y="206345"/>
                </a:lnTo>
                <a:lnTo>
                  <a:pt x="1272534" y="207514"/>
                </a:lnTo>
                <a:lnTo>
                  <a:pt x="1274186" y="208616"/>
                </a:lnTo>
                <a:lnTo>
                  <a:pt x="1275862" y="209652"/>
                </a:lnTo>
                <a:lnTo>
                  <a:pt x="1277563" y="210620"/>
                </a:lnTo>
                <a:lnTo>
                  <a:pt x="1279289" y="211522"/>
                </a:lnTo>
                <a:lnTo>
                  <a:pt x="1281040" y="212357"/>
                </a:lnTo>
                <a:lnTo>
                  <a:pt x="1282815" y="213126"/>
                </a:lnTo>
                <a:lnTo>
                  <a:pt x="1284616" y="213827"/>
                </a:lnTo>
                <a:lnTo>
                  <a:pt x="1286441" y="214462"/>
                </a:lnTo>
                <a:lnTo>
                  <a:pt x="1288291" y="215030"/>
                </a:lnTo>
                <a:lnTo>
                  <a:pt x="1290166" y="215531"/>
                </a:lnTo>
                <a:lnTo>
                  <a:pt x="1292065" y="215965"/>
                </a:lnTo>
                <a:lnTo>
                  <a:pt x="1293990" y="216333"/>
                </a:lnTo>
                <a:lnTo>
                  <a:pt x="1295939" y="216633"/>
                </a:lnTo>
                <a:lnTo>
                  <a:pt x="1297913" y="216867"/>
                </a:lnTo>
                <a:lnTo>
                  <a:pt x="1299912" y="217034"/>
                </a:lnTo>
                <a:lnTo>
                  <a:pt x="1301935" y="217134"/>
                </a:lnTo>
                <a:lnTo>
                  <a:pt x="1303983" y="217168"/>
                </a:lnTo>
                <a:lnTo>
                  <a:pt x="1305866" y="217139"/>
                </a:lnTo>
                <a:lnTo>
                  <a:pt x="1307721" y="217051"/>
                </a:lnTo>
                <a:lnTo>
                  <a:pt x="1309551" y="216905"/>
                </a:lnTo>
                <a:lnTo>
                  <a:pt x="1311354" y="216700"/>
                </a:lnTo>
                <a:lnTo>
                  <a:pt x="1313131" y="216437"/>
                </a:lnTo>
                <a:lnTo>
                  <a:pt x="1314882" y="216116"/>
                </a:lnTo>
                <a:lnTo>
                  <a:pt x="1316606" y="215736"/>
                </a:lnTo>
                <a:lnTo>
                  <a:pt x="1318303" y="215297"/>
                </a:lnTo>
                <a:lnTo>
                  <a:pt x="1319975" y="214800"/>
                </a:lnTo>
                <a:lnTo>
                  <a:pt x="1321620" y="214245"/>
                </a:lnTo>
                <a:lnTo>
                  <a:pt x="1323238" y="213631"/>
                </a:lnTo>
                <a:lnTo>
                  <a:pt x="1324830" y="212958"/>
                </a:lnTo>
                <a:lnTo>
                  <a:pt x="1326396" y="212227"/>
                </a:lnTo>
                <a:lnTo>
                  <a:pt x="1327935" y="211438"/>
                </a:lnTo>
                <a:lnTo>
                  <a:pt x="1329448" y="210589"/>
                </a:lnTo>
                <a:lnTo>
                  <a:pt x="1330935" y="209683"/>
                </a:lnTo>
                <a:lnTo>
                  <a:pt x="1332394" y="208717"/>
                </a:lnTo>
                <a:lnTo>
                  <a:pt x="1333828" y="207693"/>
                </a:lnTo>
                <a:lnTo>
                  <a:pt x="1335235" y="206611"/>
                </a:lnTo>
                <a:lnTo>
                  <a:pt x="1336615" y="205470"/>
                </a:lnTo>
                <a:lnTo>
                  <a:pt x="1337969" y="204270"/>
                </a:lnTo>
                <a:lnTo>
                  <a:pt x="1339297" y="203012"/>
                </a:lnTo>
                <a:lnTo>
                  <a:pt x="1340598" y="201695"/>
                </a:lnTo>
                <a:lnTo>
                  <a:pt x="1341872" y="200320"/>
                </a:lnTo>
                <a:lnTo>
                  <a:pt x="1343110" y="198909"/>
                </a:lnTo>
                <a:lnTo>
                  <a:pt x="1344307" y="197485"/>
                </a:lnTo>
                <a:lnTo>
                  <a:pt x="1345462" y="196049"/>
                </a:lnTo>
                <a:lnTo>
                  <a:pt x="1346576" y="194600"/>
                </a:lnTo>
                <a:lnTo>
                  <a:pt x="1347648" y="193138"/>
                </a:lnTo>
                <a:lnTo>
                  <a:pt x="1348679" y="191664"/>
                </a:lnTo>
                <a:lnTo>
                  <a:pt x="1349668" y="190177"/>
                </a:lnTo>
                <a:lnTo>
                  <a:pt x="1350615" y="188678"/>
                </a:lnTo>
                <a:lnTo>
                  <a:pt x="1351522" y="187166"/>
                </a:lnTo>
                <a:lnTo>
                  <a:pt x="1352386" y="185641"/>
                </a:lnTo>
                <a:lnTo>
                  <a:pt x="1353210" y="184103"/>
                </a:lnTo>
                <a:lnTo>
                  <a:pt x="1353991" y="182553"/>
                </a:lnTo>
                <a:lnTo>
                  <a:pt x="1354732" y="180990"/>
                </a:lnTo>
                <a:lnTo>
                  <a:pt x="1355431" y="179414"/>
                </a:lnTo>
                <a:lnTo>
                  <a:pt x="1356088" y="177825"/>
                </a:lnTo>
                <a:lnTo>
                  <a:pt x="1356704" y="176223"/>
                </a:lnTo>
                <a:lnTo>
                  <a:pt x="1357278" y="174609"/>
                </a:lnTo>
                <a:lnTo>
                  <a:pt x="1357811" y="172982"/>
                </a:lnTo>
                <a:lnTo>
                  <a:pt x="1358302" y="171342"/>
                </a:lnTo>
                <a:lnTo>
                  <a:pt x="1358752" y="169689"/>
                </a:lnTo>
                <a:lnTo>
                  <a:pt x="1359161" y="168023"/>
                </a:lnTo>
                <a:lnTo>
                  <a:pt x="1359528" y="166344"/>
                </a:lnTo>
                <a:lnTo>
                  <a:pt x="1359853" y="164652"/>
                </a:lnTo>
                <a:lnTo>
                  <a:pt x="1360137" y="162948"/>
                </a:lnTo>
                <a:lnTo>
                  <a:pt x="1355485" y="159961"/>
                </a:lnTo>
                <a:lnTo>
                  <a:pt x="1354919" y="161439"/>
                </a:lnTo>
                <a:lnTo>
                  <a:pt x="1354342" y="162880"/>
                </a:lnTo>
                <a:lnTo>
                  <a:pt x="1353754" y="164285"/>
                </a:lnTo>
                <a:lnTo>
                  <a:pt x="1353154" y="165653"/>
                </a:lnTo>
                <a:lnTo>
                  <a:pt x="1352543" y="166985"/>
                </a:lnTo>
                <a:lnTo>
                  <a:pt x="1351920" y="168281"/>
                </a:lnTo>
                <a:lnTo>
                  <a:pt x="1351287" y="169540"/>
                </a:lnTo>
                <a:lnTo>
                  <a:pt x="1350642" y="170763"/>
                </a:lnTo>
                <a:lnTo>
                  <a:pt x="1349985" y="171950"/>
                </a:lnTo>
                <a:lnTo>
                  <a:pt x="1349318" y="173099"/>
                </a:lnTo>
                <a:lnTo>
                  <a:pt x="1348639" y="174213"/>
                </a:lnTo>
                <a:lnTo>
                  <a:pt x="1347949" y="175289"/>
                </a:lnTo>
                <a:lnTo>
                  <a:pt x="1347247" y="176329"/>
                </a:lnTo>
                <a:lnTo>
                  <a:pt x="1346534" y="177333"/>
                </a:lnTo>
                <a:lnTo>
                  <a:pt x="1345810" y="178300"/>
                </a:lnTo>
                <a:lnTo>
                  <a:pt x="1345075" y="179230"/>
                </a:lnTo>
                <a:lnTo>
                  <a:pt x="1344329" y="180123"/>
                </a:lnTo>
                <a:lnTo>
                  <a:pt x="1343571" y="180980"/>
                </a:lnTo>
                <a:lnTo>
                  <a:pt x="1342802" y="181800"/>
                </a:lnTo>
                <a:lnTo>
                  <a:pt x="1342022" y="182583"/>
                </a:lnTo>
                <a:lnTo>
                  <a:pt x="1341231" y="183330"/>
                </a:lnTo>
                <a:lnTo>
                  <a:pt x="1340428" y="184039"/>
                </a:lnTo>
                <a:lnTo>
                  <a:pt x="1339615" y="184712"/>
                </a:lnTo>
                <a:lnTo>
                  <a:pt x="1338790" y="185348"/>
                </a:lnTo>
                <a:lnTo>
                  <a:pt x="1337953" y="185953"/>
                </a:lnTo>
                <a:lnTo>
                  <a:pt x="1337105" y="186531"/>
                </a:lnTo>
                <a:lnTo>
                  <a:pt x="1336244" y="187084"/>
                </a:lnTo>
                <a:lnTo>
                  <a:pt x="1335371" y="187612"/>
                </a:lnTo>
                <a:lnTo>
                  <a:pt x="1334486" y="188114"/>
                </a:lnTo>
                <a:lnTo>
                  <a:pt x="1333588" y="188590"/>
                </a:lnTo>
                <a:lnTo>
                  <a:pt x="1332679" y="189040"/>
                </a:lnTo>
                <a:lnTo>
                  <a:pt x="1331757" y="189464"/>
                </a:lnTo>
                <a:lnTo>
                  <a:pt x="1330823" y="189863"/>
                </a:lnTo>
                <a:lnTo>
                  <a:pt x="1329877" y="190236"/>
                </a:lnTo>
                <a:lnTo>
                  <a:pt x="1328919" y="190583"/>
                </a:lnTo>
                <a:lnTo>
                  <a:pt x="1327949" y="190905"/>
                </a:lnTo>
                <a:lnTo>
                  <a:pt x="1326966" y="191201"/>
                </a:lnTo>
                <a:lnTo>
                  <a:pt x="1325972" y="191471"/>
                </a:lnTo>
                <a:lnTo>
                  <a:pt x="1324965" y="191715"/>
                </a:lnTo>
                <a:lnTo>
                  <a:pt x="1323946" y="191934"/>
                </a:lnTo>
                <a:lnTo>
                  <a:pt x="1322915" y="192127"/>
                </a:lnTo>
                <a:lnTo>
                  <a:pt x="1321871" y="192294"/>
                </a:lnTo>
                <a:lnTo>
                  <a:pt x="1320816" y="192436"/>
                </a:lnTo>
                <a:lnTo>
                  <a:pt x="1319748" y="192551"/>
                </a:lnTo>
                <a:lnTo>
                  <a:pt x="1318668" y="192641"/>
                </a:lnTo>
                <a:lnTo>
                  <a:pt x="1317576" y="192706"/>
                </a:lnTo>
                <a:lnTo>
                  <a:pt x="1316472" y="192744"/>
                </a:lnTo>
                <a:lnTo>
                  <a:pt x="1315356" y="192757"/>
                </a:lnTo>
                <a:lnTo>
                  <a:pt x="1313680" y="192727"/>
                </a:lnTo>
                <a:lnTo>
                  <a:pt x="1312022" y="192637"/>
                </a:lnTo>
                <a:lnTo>
                  <a:pt x="1310383" y="192486"/>
                </a:lnTo>
                <a:lnTo>
                  <a:pt x="1308762" y="192275"/>
                </a:lnTo>
                <a:lnTo>
                  <a:pt x="1307159" y="192004"/>
                </a:lnTo>
                <a:lnTo>
                  <a:pt x="1305574" y="191673"/>
                </a:lnTo>
                <a:lnTo>
                  <a:pt x="1304007" y="191281"/>
                </a:lnTo>
                <a:lnTo>
                  <a:pt x="1302459" y="190829"/>
                </a:lnTo>
                <a:lnTo>
                  <a:pt x="1300928" y="190317"/>
                </a:lnTo>
                <a:lnTo>
                  <a:pt x="1299416" y="189744"/>
                </a:lnTo>
                <a:lnTo>
                  <a:pt x="1297923" y="189112"/>
                </a:lnTo>
                <a:lnTo>
                  <a:pt x="1296447" y="188418"/>
                </a:lnTo>
                <a:lnTo>
                  <a:pt x="1294990" y="187665"/>
                </a:lnTo>
                <a:lnTo>
                  <a:pt x="1293551" y="186851"/>
                </a:lnTo>
                <a:lnTo>
                  <a:pt x="1292130" y="185977"/>
                </a:lnTo>
                <a:lnTo>
                  <a:pt x="1290727" y="185042"/>
                </a:lnTo>
                <a:lnTo>
                  <a:pt x="1289343" y="184047"/>
                </a:lnTo>
                <a:lnTo>
                  <a:pt x="1287977" y="182992"/>
                </a:lnTo>
                <a:lnTo>
                  <a:pt x="1286630" y="181876"/>
                </a:lnTo>
                <a:lnTo>
                  <a:pt x="1285300" y="180700"/>
                </a:lnTo>
                <a:lnTo>
                  <a:pt x="1283989" y="179464"/>
                </a:lnTo>
                <a:lnTo>
                  <a:pt x="1282697" y="178167"/>
                </a:lnTo>
                <a:lnTo>
                  <a:pt x="1281422" y="176810"/>
                </a:lnTo>
                <a:lnTo>
                  <a:pt x="1280166" y="175392"/>
                </a:lnTo>
                <a:lnTo>
                  <a:pt x="1278943" y="173919"/>
                </a:lnTo>
                <a:lnTo>
                  <a:pt x="1277773" y="172401"/>
                </a:lnTo>
                <a:lnTo>
                  <a:pt x="1276655" y="170837"/>
                </a:lnTo>
                <a:lnTo>
                  <a:pt x="1275590" y="169227"/>
                </a:lnTo>
                <a:lnTo>
                  <a:pt x="1274578" y="167572"/>
                </a:lnTo>
                <a:lnTo>
                  <a:pt x="1273618" y="165872"/>
                </a:lnTo>
                <a:lnTo>
                  <a:pt x="1272711" y="164125"/>
                </a:lnTo>
                <a:lnTo>
                  <a:pt x="1271856" y="162334"/>
                </a:lnTo>
                <a:lnTo>
                  <a:pt x="1271054" y="160496"/>
                </a:lnTo>
                <a:lnTo>
                  <a:pt x="1270305" y="158613"/>
                </a:lnTo>
                <a:lnTo>
                  <a:pt x="1269608" y="156685"/>
                </a:lnTo>
                <a:lnTo>
                  <a:pt x="1268964" y="154710"/>
                </a:lnTo>
                <a:lnTo>
                  <a:pt x="1268372" y="152690"/>
                </a:lnTo>
                <a:lnTo>
                  <a:pt x="1267833" y="150625"/>
                </a:lnTo>
                <a:lnTo>
                  <a:pt x="1267346" y="148513"/>
                </a:lnTo>
                <a:lnTo>
                  <a:pt x="1266912" y="146356"/>
                </a:lnTo>
                <a:lnTo>
                  <a:pt x="1266530" y="144153"/>
                </a:lnTo>
                <a:lnTo>
                  <a:pt x="1266201" y="141905"/>
                </a:lnTo>
                <a:lnTo>
                  <a:pt x="1265924" y="139611"/>
                </a:lnTo>
                <a:lnTo>
                  <a:pt x="1265700" y="137270"/>
                </a:lnTo>
                <a:lnTo>
                  <a:pt x="1265529" y="134885"/>
                </a:lnTo>
                <a:lnTo>
                  <a:pt x="1265409" y="132453"/>
                </a:lnTo>
                <a:lnTo>
                  <a:pt x="1265343" y="129975"/>
                </a:lnTo>
                <a:lnTo>
                  <a:pt x="1265328" y="127452"/>
                </a:lnTo>
                <a:lnTo>
                  <a:pt x="1360137" y="127452"/>
                </a:lnTo>
                <a:lnTo>
                  <a:pt x="1360111" y="125349"/>
                </a:lnTo>
                <a:lnTo>
                  <a:pt x="1360034" y="123282"/>
                </a:lnTo>
                <a:lnTo>
                  <a:pt x="1359906" y="121251"/>
                </a:lnTo>
                <a:lnTo>
                  <a:pt x="1359725" y="119254"/>
                </a:lnTo>
                <a:close/>
                <a:moveTo>
                  <a:pt x="1280134" y="88942"/>
                </a:moveTo>
                <a:lnTo>
                  <a:pt x="1280992" y="88287"/>
                </a:lnTo>
                <a:lnTo>
                  <a:pt x="1281858" y="87666"/>
                </a:lnTo>
                <a:lnTo>
                  <a:pt x="1282734" y="87078"/>
                </a:lnTo>
                <a:lnTo>
                  <a:pt x="1283619" y="86524"/>
                </a:lnTo>
                <a:lnTo>
                  <a:pt x="1284513" y="86004"/>
                </a:lnTo>
                <a:lnTo>
                  <a:pt x="1285416" y="85517"/>
                </a:lnTo>
                <a:lnTo>
                  <a:pt x="1286329" y="85064"/>
                </a:lnTo>
                <a:lnTo>
                  <a:pt x="1287250" y="84645"/>
                </a:lnTo>
                <a:lnTo>
                  <a:pt x="1288181" y="84259"/>
                </a:lnTo>
                <a:lnTo>
                  <a:pt x="1289121" y="83907"/>
                </a:lnTo>
                <a:lnTo>
                  <a:pt x="1290070" y="83588"/>
                </a:lnTo>
                <a:lnTo>
                  <a:pt x="1291028" y="83303"/>
                </a:lnTo>
                <a:lnTo>
                  <a:pt x="1291996" y="83051"/>
                </a:lnTo>
                <a:lnTo>
                  <a:pt x="1292972" y="82833"/>
                </a:lnTo>
                <a:lnTo>
                  <a:pt x="1293958" y="82649"/>
                </a:lnTo>
                <a:lnTo>
                  <a:pt x="1294953" y="82498"/>
                </a:lnTo>
                <a:lnTo>
                  <a:pt x="1295957" y="82381"/>
                </a:lnTo>
                <a:lnTo>
                  <a:pt x="1296970" y="82297"/>
                </a:lnTo>
                <a:lnTo>
                  <a:pt x="1297993" y="82247"/>
                </a:lnTo>
                <a:lnTo>
                  <a:pt x="1299025" y="82230"/>
                </a:lnTo>
                <a:lnTo>
                  <a:pt x="1299698" y="82238"/>
                </a:lnTo>
                <a:lnTo>
                  <a:pt x="1300370" y="82264"/>
                </a:lnTo>
                <a:lnTo>
                  <a:pt x="1301038" y="82305"/>
                </a:lnTo>
                <a:lnTo>
                  <a:pt x="1301705" y="82364"/>
                </a:lnTo>
                <a:lnTo>
                  <a:pt x="1302369" y="82439"/>
                </a:lnTo>
                <a:lnTo>
                  <a:pt x="1303031" y="82531"/>
                </a:lnTo>
                <a:lnTo>
                  <a:pt x="1303690" y="82640"/>
                </a:lnTo>
                <a:lnTo>
                  <a:pt x="1304347" y="82765"/>
                </a:lnTo>
                <a:lnTo>
                  <a:pt x="1305002" y="82907"/>
                </a:lnTo>
                <a:lnTo>
                  <a:pt x="1305654" y="83065"/>
                </a:lnTo>
                <a:lnTo>
                  <a:pt x="1306303" y="83240"/>
                </a:lnTo>
                <a:lnTo>
                  <a:pt x="1306951" y="83431"/>
                </a:lnTo>
                <a:lnTo>
                  <a:pt x="1307596" y="83640"/>
                </a:lnTo>
                <a:lnTo>
                  <a:pt x="1308238" y="83864"/>
                </a:lnTo>
                <a:lnTo>
                  <a:pt x="1308879" y="84105"/>
                </a:lnTo>
                <a:lnTo>
                  <a:pt x="1309516" y="84363"/>
                </a:lnTo>
                <a:lnTo>
                  <a:pt x="1310152" y="84637"/>
                </a:lnTo>
                <a:lnTo>
                  <a:pt x="1310785" y="84928"/>
                </a:lnTo>
                <a:lnTo>
                  <a:pt x="1311415" y="85235"/>
                </a:lnTo>
                <a:lnTo>
                  <a:pt x="1312044" y="85558"/>
                </a:lnTo>
                <a:lnTo>
                  <a:pt x="1312669" y="85898"/>
                </a:lnTo>
                <a:lnTo>
                  <a:pt x="1313293" y="86255"/>
                </a:lnTo>
                <a:lnTo>
                  <a:pt x="1313914" y="86627"/>
                </a:lnTo>
                <a:lnTo>
                  <a:pt x="1314532" y="87016"/>
                </a:lnTo>
                <a:lnTo>
                  <a:pt x="1315144" y="87422"/>
                </a:lnTo>
                <a:lnTo>
                  <a:pt x="1315742" y="87841"/>
                </a:lnTo>
                <a:lnTo>
                  <a:pt x="1316327" y="88272"/>
                </a:lnTo>
                <a:lnTo>
                  <a:pt x="1316900" y="88716"/>
                </a:lnTo>
                <a:lnTo>
                  <a:pt x="1317460" y="89172"/>
                </a:lnTo>
                <a:lnTo>
                  <a:pt x="1318008" y="89640"/>
                </a:lnTo>
                <a:lnTo>
                  <a:pt x="1318542" y="90121"/>
                </a:lnTo>
                <a:lnTo>
                  <a:pt x="1319064" y="90615"/>
                </a:lnTo>
                <a:lnTo>
                  <a:pt x="1319574" y="91121"/>
                </a:lnTo>
                <a:lnTo>
                  <a:pt x="1320070" y="91640"/>
                </a:lnTo>
                <a:lnTo>
                  <a:pt x="1320554" y="92171"/>
                </a:lnTo>
                <a:lnTo>
                  <a:pt x="1321025" y="92715"/>
                </a:lnTo>
                <a:lnTo>
                  <a:pt x="1321484" y="93271"/>
                </a:lnTo>
                <a:lnTo>
                  <a:pt x="1321930" y="93839"/>
                </a:lnTo>
                <a:lnTo>
                  <a:pt x="1322363" y="94420"/>
                </a:lnTo>
                <a:lnTo>
                  <a:pt x="1322784" y="95014"/>
                </a:lnTo>
                <a:lnTo>
                  <a:pt x="1323191" y="95619"/>
                </a:lnTo>
                <a:lnTo>
                  <a:pt x="1323587" y="96238"/>
                </a:lnTo>
                <a:lnTo>
                  <a:pt x="1323970" y="96868"/>
                </a:lnTo>
                <a:lnTo>
                  <a:pt x="1324340" y="97511"/>
                </a:lnTo>
                <a:lnTo>
                  <a:pt x="1324697" y="98167"/>
                </a:lnTo>
                <a:lnTo>
                  <a:pt x="1325042" y="98835"/>
                </a:lnTo>
                <a:lnTo>
                  <a:pt x="1325375" y="99515"/>
                </a:lnTo>
                <a:lnTo>
                  <a:pt x="1325694" y="100208"/>
                </a:lnTo>
                <a:lnTo>
                  <a:pt x="1325890" y="100669"/>
                </a:lnTo>
                <a:lnTo>
                  <a:pt x="1326080" y="101157"/>
                </a:lnTo>
                <a:lnTo>
                  <a:pt x="1326265" y="101673"/>
                </a:lnTo>
                <a:lnTo>
                  <a:pt x="1326444" y="102216"/>
                </a:lnTo>
                <a:lnTo>
                  <a:pt x="1326618" y="102787"/>
                </a:lnTo>
                <a:lnTo>
                  <a:pt x="1326785" y="103384"/>
                </a:lnTo>
                <a:lnTo>
                  <a:pt x="1326947" y="104009"/>
                </a:lnTo>
                <a:lnTo>
                  <a:pt x="1327104" y="104661"/>
                </a:lnTo>
                <a:lnTo>
                  <a:pt x="1327255" y="105340"/>
                </a:lnTo>
                <a:lnTo>
                  <a:pt x="1327400" y="106046"/>
                </a:lnTo>
                <a:lnTo>
                  <a:pt x="1327540" y="106780"/>
                </a:lnTo>
                <a:lnTo>
                  <a:pt x="1327674" y="107540"/>
                </a:lnTo>
                <a:lnTo>
                  <a:pt x="1327802" y="108328"/>
                </a:lnTo>
                <a:lnTo>
                  <a:pt x="1327924" y="109143"/>
                </a:lnTo>
                <a:lnTo>
                  <a:pt x="1328041" y="109985"/>
                </a:lnTo>
                <a:lnTo>
                  <a:pt x="1328152" y="110854"/>
                </a:lnTo>
                <a:lnTo>
                  <a:pt x="1328257" y="111750"/>
                </a:lnTo>
                <a:lnTo>
                  <a:pt x="1328357" y="112673"/>
                </a:lnTo>
                <a:lnTo>
                  <a:pt x="1328451" y="113623"/>
                </a:lnTo>
                <a:lnTo>
                  <a:pt x="1328539" y="114601"/>
                </a:lnTo>
                <a:lnTo>
                  <a:pt x="1328622" y="115605"/>
                </a:lnTo>
                <a:lnTo>
                  <a:pt x="1328698" y="116636"/>
                </a:lnTo>
                <a:lnTo>
                  <a:pt x="1328769" y="117694"/>
                </a:lnTo>
                <a:lnTo>
                  <a:pt x="1328834" y="118779"/>
                </a:lnTo>
                <a:lnTo>
                  <a:pt x="1265328" y="118779"/>
                </a:lnTo>
                <a:lnTo>
                  <a:pt x="1265481" y="117356"/>
                </a:lnTo>
                <a:lnTo>
                  <a:pt x="1265662" y="115960"/>
                </a:lnTo>
                <a:lnTo>
                  <a:pt x="1265871" y="114590"/>
                </a:lnTo>
                <a:lnTo>
                  <a:pt x="1266109" y="113246"/>
                </a:lnTo>
                <a:lnTo>
                  <a:pt x="1266374" y="111928"/>
                </a:lnTo>
                <a:lnTo>
                  <a:pt x="1266668" y="110637"/>
                </a:lnTo>
                <a:lnTo>
                  <a:pt x="1266990" y="109372"/>
                </a:lnTo>
                <a:lnTo>
                  <a:pt x="1267340" y="108134"/>
                </a:lnTo>
                <a:lnTo>
                  <a:pt x="1267719" y="106922"/>
                </a:lnTo>
                <a:lnTo>
                  <a:pt x="1268125" y="105736"/>
                </a:lnTo>
                <a:lnTo>
                  <a:pt x="1268560" y="104577"/>
                </a:lnTo>
                <a:lnTo>
                  <a:pt x="1269024" y="103443"/>
                </a:lnTo>
                <a:lnTo>
                  <a:pt x="1269515" y="102336"/>
                </a:lnTo>
                <a:lnTo>
                  <a:pt x="1270035" y="101256"/>
                </a:lnTo>
                <a:lnTo>
                  <a:pt x="1270583" y="100202"/>
                </a:lnTo>
                <a:lnTo>
                  <a:pt x="1271160" y="99174"/>
                </a:lnTo>
                <a:lnTo>
                  <a:pt x="1271765" y="98172"/>
                </a:lnTo>
                <a:lnTo>
                  <a:pt x="1272399" y="97197"/>
                </a:lnTo>
                <a:lnTo>
                  <a:pt x="1273060" y="96248"/>
                </a:lnTo>
                <a:lnTo>
                  <a:pt x="1273751" y="95326"/>
                </a:lnTo>
                <a:lnTo>
                  <a:pt x="1274469" y="94429"/>
                </a:lnTo>
                <a:lnTo>
                  <a:pt x="1275217" y="93559"/>
                </a:lnTo>
                <a:lnTo>
                  <a:pt x="1275992" y="92716"/>
                </a:lnTo>
                <a:lnTo>
                  <a:pt x="1276797" y="91899"/>
                </a:lnTo>
                <a:lnTo>
                  <a:pt x="1277617" y="91109"/>
                </a:lnTo>
                <a:lnTo>
                  <a:pt x="1278447" y="90353"/>
                </a:lnTo>
                <a:lnTo>
                  <a:pt x="1279286" y="89631"/>
                </a:lnTo>
                <a:lnTo>
                  <a:pt x="1280134" y="88942"/>
                </a:lnTo>
                <a:close/>
                <a:moveTo>
                  <a:pt x="891911" y="164484"/>
                </a:moveTo>
                <a:lnTo>
                  <a:pt x="891255" y="165819"/>
                </a:lnTo>
                <a:lnTo>
                  <a:pt x="890598" y="167115"/>
                </a:lnTo>
                <a:lnTo>
                  <a:pt x="889939" y="168372"/>
                </a:lnTo>
                <a:lnTo>
                  <a:pt x="889278" y="169590"/>
                </a:lnTo>
                <a:lnTo>
                  <a:pt x="888616" y="170769"/>
                </a:lnTo>
                <a:lnTo>
                  <a:pt x="887952" y="171909"/>
                </a:lnTo>
                <a:lnTo>
                  <a:pt x="887287" y="173009"/>
                </a:lnTo>
                <a:lnTo>
                  <a:pt x="886620" y="174071"/>
                </a:lnTo>
                <a:lnTo>
                  <a:pt x="885952" y="175094"/>
                </a:lnTo>
                <a:lnTo>
                  <a:pt x="885282" y="176077"/>
                </a:lnTo>
                <a:lnTo>
                  <a:pt x="884610" y="177022"/>
                </a:lnTo>
                <a:lnTo>
                  <a:pt x="883937" y="177927"/>
                </a:lnTo>
                <a:lnTo>
                  <a:pt x="883262" y="178793"/>
                </a:lnTo>
                <a:lnTo>
                  <a:pt x="882585" y="179620"/>
                </a:lnTo>
                <a:lnTo>
                  <a:pt x="881907" y="180408"/>
                </a:lnTo>
                <a:lnTo>
                  <a:pt x="881228" y="181157"/>
                </a:lnTo>
                <a:lnTo>
                  <a:pt x="880546" y="181866"/>
                </a:lnTo>
                <a:lnTo>
                  <a:pt x="879863" y="182536"/>
                </a:lnTo>
                <a:lnTo>
                  <a:pt x="879179" y="183167"/>
                </a:lnTo>
                <a:lnTo>
                  <a:pt x="878493" y="183759"/>
                </a:lnTo>
                <a:lnTo>
                  <a:pt x="877516" y="184579"/>
                </a:lnTo>
                <a:lnTo>
                  <a:pt x="876529" y="185364"/>
                </a:lnTo>
                <a:lnTo>
                  <a:pt x="875530" y="186115"/>
                </a:lnTo>
                <a:lnTo>
                  <a:pt x="874522" y="186830"/>
                </a:lnTo>
                <a:lnTo>
                  <a:pt x="873503" y="187511"/>
                </a:lnTo>
                <a:lnTo>
                  <a:pt x="872473" y="188156"/>
                </a:lnTo>
                <a:lnTo>
                  <a:pt x="871433" y="188767"/>
                </a:lnTo>
                <a:lnTo>
                  <a:pt x="870382" y="189343"/>
                </a:lnTo>
                <a:lnTo>
                  <a:pt x="869321" y="189884"/>
                </a:lnTo>
                <a:lnTo>
                  <a:pt x="868249" y="190390"/>
                </a:lnTo>
                <a:lnTo>
                  <a:pt x="867167" y="190861"/>
                </a:lnTo>
                <a:lnTo>
                  <a:pt x="866075" y="191297"/>
                </a:lnTo>
                <a:lnTo>
                  <a:pt x="864972" y="191699"/>
                </a:lnTo>
                <a:lnTo>
                  <a:pt x="863858" y="192065"/>
                </a:lnTo>
                <a:lnTo>
                  <a:pt x="862734" y="192397"/>
                </a:lnTo>
                <a:lnTo>
                  <a:pt x="861599" y="192693"/>
                </a:lnTo>
                <a:lnTo>
                  <a:pt x="860455" y="192955"/>
                </a:lnTo>
                <a:lnTo>
                  <a:pt x="859299" y="193182"/>
                </a:lnTo>
                <a:lnTo>
                  <a:pt x="858133" y="193374"/>
                </a:lnTo>
                <a:lnTo>
                  <a:pt x="856957" y="193531"/>
                </a:lnTo>
                <a:lnTo>
                  <a:pt x="855771" y="193653"/>
                </a:lnTo>
                <a:lnTo>
                  <a:pt x="854574" y="193740"/>
                </a:lnTo>
                <a:lnTo>
                  <a:pt x="853366" y="193793"/>
                </a:lnTo>
                <a:lnTo>
                  <a:pt x="852149" y="193810"/>
                </a:lnTo>
                <a:lnTo>
                  <a:pt x="850452" y="193778"/>
                </a:lnTo>
                <a:lnTo>
                  <a:pt x="848785" y="193679"/>
                </a:lnTo>
                <a:lnTo>
                  <a:pt x="847148" y="193516"/>
                </a:lnTo>
                <a:lnTo>
                  <a:pt x="845540" y="193287"/>
                </a:lnTo>
                <a:lnTo>
                  <a:pt x="843962" y="192993"/>
                </a:lnTo>
                <a:lnTo>
                  <a:pt x="842413" y="192633"/>
                </a:lnTo>
                <a:lnTo>
                  <a:pt x="840893" y="192209"/>
                </a:lnTo>
                <a:lnTo>
                  <a:pt x="839403" y="191718"/>
                </a:lnTo>
                <a:lnTo>
                  <a:pt x="837943" y="191163"/>
                </a:lnTo>
                <a:lnTo>
                  <a:pt x="836512" y="190542"/>
                </a:lnTo>
                <a:lnTo>
                  <a:pt x="835110" y="189856"/>
                </a:lnTo>
                <a:lnTo>
                  <a:pt x="833738" y="189105"/>
                </a:lnTo>
                <a:lnTo>
                  <a:pt x="832395" y="188289"/>
                </a:lnTo>
                <a:lnTo>
                  <a:pt x="831082" y="187407"/>
                </a:lnTo>
                <a:lnTo>
                  <a:pt x="829798" y="186461"/>
                </a:lnTo>
                <a:lnTo>
                  <a:pt x="828543" y="185449"/>
                </a:lnTo>
                <a:lnTo>
                  <a:pt x="827318" y="184372"/>
                </a:lnTo>
                <a:lnTo>
                  <a:pt x="826122" y="183229"/>
                </a:lnTo>
                <a:lnTo>
                  <a:pt x="824955" y="182022"/>
                </a:lnTo>
                <a:lnTo>
                  <a:pt x="823818" y="180750"/>
                </a:lnTo>
                <a:lnTo>
                  <a:pt x="822710" y="179412"/>
                </a:lnTo>
                <a:lnTo>
                  <a:pt x="821632" y="178010"/>
                </a:lnTo>
                <a:lnTo>
                  <a:pt x="820583" y="176542"/>
                </a:lnTo>
                <a:lnTo>
                  <a:pt x="819563" y="175009"/>
                </a:lnTo>
                <a:lnTo>
                  <a:pt x="818581" y="173434"/>
                </a:lnTo>
                <a:lnTo>
                  <a:pt x="817641" y="171839"/>
                </a:lnTo>
                <a:lnTo>
                  <a:pt x="816742" y="170223"/>
                </a:lnTo>
                <a:lnTo>
                  <a:pt x="815885" y="168588"/>
                </a:lnTo>
                <a:lnTo>
                  <a:pt x="815070" y="166932"/>
                </a:lnTo>
                <a:lnTo>
                  <a:pt x="814297" y="165256"/>
                </a:lnTo>
                <a:lnTo>
                  <a:pt x="813565" y="163560"/>
                </a:lnTo>
                <a:lnTo>
                  <a:pt x="812875" y="161844"/>
                </a:lnTo>
                <a:lnTo>
                  <a:pt x="812227" y="160107"/>
                </a:lnTo>
                <a:lnTo>
                  <a:pt x="811621" y="158351"/>
                </a:lnTo>
                <a:lnTo>
                  <a:pt x="811056" y="156574"/>
                </a:lnTo>
                <a:lnTo>
                  <a:pt x="810533" y="154777"/>
                </a:lnTo>
                <a:lnTo>
                  <a:pt x="810052" y="152960"/>
                </a:lnTo>
                <a:lnTo>
                  <a:pt x="809613" y="151123"/>
                </a:lnTo>
                <a:lnTo>
                  <a:pt x="809216" y="149266"/>
                </a:lnTo>
                <a:lnTo>
                  <a:pt x="808860" y="147389"/>
                </a:lnTo>
                <a:lnTo>
                  <a:pt x="808546" y="145491"/>
                </a:lnTo>
                <a:lnTo>
                  <a:pt x="808274" y="143574"/>
                </a:lnTo>
                <a:lnTo>
                  <a:pt x="808044" y="141636"/>
                </a:lnTo>
                <a:lnTo>
                  <a:pt x="807855" y="139678"/>
                </a:lnTo>
                <a:lnTo>
                  <a:pt x="807709" y="137700"/>
                </a:lnTo>
                <a:lnTo>
                  <a:pt x="807604" y="135702"/>
                </a:lnTo>
                <a:lnTo>
                  <a:pt x="807541" y="133683"/>
                </a:lnTo>
                <a:lnTo>
                  <a:pt x="807520" y="131645"/>
                </a:lnTo>
                <a:lnTo>
                  <a:pt x="807541" y="129653"/>
                </a:lnTo>
                <a:lnTo>
                  <a:pt x="807605" y="127694"/>
                </a:lnTo>
                <a:lnTo>
                  <a:pt x="807710" y="125768"/>
                </a:lnTo>
                <a:lnTo>
                  <a:pt x="807857" y="123875"/>
                </a:lnTo>
                <a:lnTo>
                  <a:pt x="808046" y="122014"/>
                </a:lnTo>
                <a:lnTo>
                  <a:pt x="808278" y="120186"/>
                </a:lnTo>
                <a:lnTo>
                  <a:pt x="808551" y="118390"/>
                </a:lnTo>
                <a:lnTo>
                  <a:pt x="808867" y="116628"/>
                </a:lnTo>
                <a:lnTo>
                  <a:pt x="809225" y="114897"/>
                </a:lnTo>
                <a:lnTo>
                  <a:pt x="809624" y="113200"/>
                </a:lnTo>
                <a:lnTo>
                  <a:pt x="810066" y="111535"/>
                </a:lnTo>
                <a:lnTo>
                  <a:pt x="810550" y="109903"/>
                </a:lnTo>
                <a:lnTo>
                  <a:pt x="811076" y="108303"/>
                </a:lnTo>
                <a:lnTo>
                  <a:pt x="811644" y="106736"/>
                </a:lnTo>
                <a:lnTo>
                  <a:pt x="812254" y="105201"/>
                </a:lnTo>
                <a:lnTo>
                  <a:pt x="812907" y="103699"/>
                </a:lnTo>
                <a:lnTo>
                  <a:pt x="813601" y="102230"/>
                </a:lnTo>
                <a:lnTo>
                  <a:pt x="814337" y="100793"/>
                </a:lnTo>
                <a:lnTo>
                  <a:pt x="815116" y="99389"/>
                </a:lnTo>
                <a:lnTo>
                  <a:pt x="815936" y="98017"/>
                </a:lnTo>
                <a:lnTo>
                  <a:pt x="816799" y="96678"/>
                </a:lnTo>
                <a:lnTo>
                  <a:pt x="817704" y="95372"/>
                </a:lnTo>
                <a:lnTo>
                  <a:pt x="818651" y="94097"/>
                </a:lnTo>
                <a:lnTo>
                  <a:pt x="819640" y="92856"/>
                </a:lnTo>
                <a:lnTo>
                  <a:pt x="820411" y="91951"/>
                </a:lnTo>
                <a:lnTo>
                  <a:pt x="821202" y="91085"/>
                </a:lnTo>
                <a:lnTo>
                  <a:pt x="822014" y="90258"/>
                </a:lnTo>
                <a:lnTo>
                  <a:pt x="822846" y="89469"/>
                </a:lnTo>
                <a:lnTo>
                  <a:pt x="823699" y="88718"/>
                </a:lnTo>
                <a:lnTo>
                  <a:pt x="824572" y="88006"/>
                </a:lnTo>
                <a:lnTo>
                  <a:pt x="825465" y="87332"/>
                </a:lnTo>
                <a:lnTo>
                  <a:pt x="826379" y="86697"/>
                </a:lnTo>
                <a:lnTo>
                  <a:pt x="827313" y="86101"/>
                </a:lnTo>
                <a:lnTo>
                  <a:pt x="828267" y="85543"/>
                </a:lnTo>
                <a:lnTo>
                  <a:pt x="829242" y="85023"/>
                </a:lnTo>
                <a:lnTo>
                  <a:pt x="830237" y="84542"/>
                </a:lnTo>
                <a:lnTo>
                  <a:pt x="831252" y="84099"/>
                </a:lnTo>
                <a:lnTo>
                  <a:pt x="832288" y="83695"/>
                </a:lnTo>
                <a:lnTo>
                  <a:pt x="833344" y="83329"/>
                </a:lnTo>
                <a:lnTo>
                  <a:pt x="834420" y="83002"/>
                </a:lnTo>
                <a:lnTo>
                  <a:pt x="835517" y="82714"/>
                </a:lnTo>
                <a:lnTo>
                  <a:pt x="836634" y="82463"/>
                </a:lnTo>
                <a:lnTo>
                  <a:pt x="837771" y="82252"/>
                </a:lnTo>
                <a:lnTo>
                  <a:pt x="838929" y="82079"/>
                </a:lnTo>
                <a:lnTo>
                  <a:pt x="840107" y="81944"/>
                </a:lnTo>
                <a:lnTo>
                  <a:pt x="841305" y="81848"/>
                </a:lnTo>
                <a:lnTo>
                  <a:pt x="842524" y="81790"/>
                </a:lnTo>
                <a:lnTo>
                  <a:pt x="843763" y="81771"/>
                </a:lnTo>
                <a:lnTo>
                  <a:pt x="844529" y="81778"/>
                </a:lnTo>
                <a:lnTo>
                  <a:pt x="845281" y="81802"/>
                </a:lnTo>
                <a:lnTo>
                  <a:pt x="846019" y="81841"/>
                </a:lnTo>
                <a:lnTo>
                  <a:pt x="846743" y="81896"/>
                </a:lnTo>
                <a:lnTo>
                  <a:pt x="847453" y="81967"/>
                </a:lnTo>
                <a:lnTo>
                  <a:pt x="848149" y="82054"/>
                </a:lnTo>
                <a:lnTo>
                  <a:pt x="848831" y="82156"/>
                </a:lnTo>
                <a:lnTo>
                  <a:pt x="849499" y="82273"/>
                </a:lnTo>
                <a:lnTo>
                  <a:pt x="850154" y="82407"/>
                </a:lnTo>
                <a:lnTo>
                  <a:pt x="850794" y="82556"/>
                </a:lnTo>
                <a:lnTo>
                  <a:pt x="851419" y="82720"/>
                </a:lnTo>
                <a:lnTo>
                  <a:pt x="852031" y="82900"/>
                </a:lnTo>
                <a:lnTo>
                  <a:pt x="852629" y="83096"/>
                </a:lnTo>
                <a:lnTo>
                  <a:pt x="853213" y="83307"/>
                </a:lnTo>
                <a:lnTo>
                  <a:pt x="853783" y="83534"/>
                </a:lnTo>
                <a:lnTo>
                  <a:pt x="854338" y="83776"/>
                </a:lnTo>
                <a:lnTo>
                  <a:pt x="854880" y="84034"/>
                </a:lnTo>
                <a:lnTo>
                  <a:pt x="855407" y="84307"/>
                </a:lnTo>
                <a:lnTo>
                  <a:pt x="855921" y="84595"/>
                </a:lnTo>
                <a:lnTo>
                  <a:pt x="856420" y="84899"/>
                </a:lnTo>
                <a:lnTo>
                  <a:pt x="856905" y="85219"/>
                </a:lnTo>
                <a:lnTo>
                  <a:pt x="857376" y="85554"/>
                </a:lnTo>
                <a:lnTo>
                  <a:pt x="857833" y="85904"/>
                </a:lnTo>
                <a:lnTo>
                  <a:pt x="858275" y="86270"/>
                </a:lnTo>
                <a:lnTo>
                  <a:pt x="858705" y="86665"/>
                </a:lnTo>
                <a:lnTo>
                  <a:pt x="859120" y="87074"/>
                </a:lnTo>
                <a:lnTo>
                  <a:pt x="859520" y="87498"/>
                </a:lnTo>
                <a:lnTo>
                  <a:pt x="859904" y="87937"/>
                </a:lnTo>
                <a:lnTo>
                  <a:pt x="860273" y="88390"/>
                </a:lnTo>
                <a:lnTo>
                  <a:pt x="860626" y="88858"/>
                </a:lnTo>
                <a:lnTo>
                  <a:pt x="860964" y="89340"/>
                </a:lnTo>
                <a:lnTo>
                  <a:pt x="861287" y="89837"/>
                </a:lnTo>
                <a:lnTo>
                  <a:pt x="861594" y="90348"/>
                </a:lnTo>
                <a:lnTo>
                  <a:pt x="861886" y="90873"/>
                </a:lnTo>
                <a:lnTo>
                  <a:pt x="862162" y="91413"/>
                </a:lnTo>
                <a:lnTo>
                  <a:pt x="862423" y="91968"/>
                </a:lnTo>
                <a:lnTo>
                  <a:pt x="862668" y="92537"/>
                </a:lnTo>
                <a:lnTo>
                  <a:pt x="862898" y="93120"/>
                </a:lnTo>
                <a:lnTo>
                  <a:pt x="863112" y="93718"/>
                </a:lnTo>
                <a:lnTo>
                  <a:pt x="863311" y="94331"/>
                </a:lnTo>
                <a:lnTo>
                  <a:pt x="863495" y="94958"/>
                </a:lnTo>
                <a:lnTo>
                  <a:pt x="863663" y="95599"/>
                </a:lnTo>
                <a:lnTo>
                  <a:pt x="863815" y="96254"/>
                </a:lnTo>
                <a:lnTo>
                  <a:pt x="863952" y="96924"/>
                </a:lnTo>
                <a:lnTo>
                  <a:pt x="864073" y="97609"/>
                </a:lnTo>
                <a:lnTo>
                  <a:pt x="864179" y="98308"/>
                </a:lnTo>
                <a:lnTo>
                  <a:pt x="864270" y="99021"/>
                </a:lnTo>
                <a:lnTo>
                  <a:pt x="864344" y="99748"/>
                </a:lnTo>
                <a:lnTo>
                  <a:pt x="864417" y="100475"/>
                </a:lnTo>
                <a:lnTo>
                  <a:pt x="864495" y="101183"/>
                </a:lnTo>
                <a:lnTo>
                  <a:pt x="864579" y="101871"/>
                </a:lnTo>
                <a:lnTo>
                  <a:pt x="864670" y="102539"/>
                </a:lnTo>
                <a:lnTo>
                  <a:pt x="864766" y="103187"/>
                </a:lnTo>
                <a:lnTo>
                  <a:pt x="864868" y="103815"/>
                </a:lnTo>
                <a:lnTo>
                  <a:pt x="864976" y="104424"/>
                </a:lnTo>
                <a:lnTo>
                  <a:pt x="865090" y="105013"/>
                </a:lnTo>
                <a:lnTo>
                  <a:pt x="865210" y="105582"/>
                </a:lnTo>
                <a:lnTo>
                  <a:pt x="865336" y="106131"/>
                </a:lnTo>
                <a:lnTo>
                  <a:pt x="865468" y="106660"/>
                </a:lnTo>
                <a:lnTo>
                  <a:pt x="865606" y="107170"/>
                </a:lnTo>
                <a:lnTo>
                  <a:pt x="865749" y="107659"/>
                </a:lnTo>
                <a:lnTo>
                  <a:pt x="865899" y="108129"/>
                </a:lnTo>
                <a:lnTo>
                  <a:pt x="866054" y="108579"/>
                </a:lnTo>
                <a:lnTo>
                  <a:pt x="866215" y="109009"/>
                </a:lnTo>
                <a:lnTo>
                  <a:pt x="866382" y="109419"/>
                </a:lnTo>
                <a:lnTo>
                  <a:pt x="866555" y="109810"/>
                </a:lnTo>
                <a:lnTo>
                  <a:pt x="866733" y="110180"/>
                </a:lnTo>
                <a:lnTo>
                  <a:pt x="866918" y="110530"/>
                </a:lnTo>
                <a:lnTo>
                  <a:pt x="867108" y="110861"/>
                </a:lnTo>
                <a:lnTo>
                  <a:pt x="867304" y="111172"/>
                </a:lnTo>
                <a:lnTo>
                  <a:pt x="867506" y="111463"/>
                </a:lnTo>
                <a:lnTo>
                  <a:pt x="867714" y="111733"/>
                </a:lnTo>
                <a:lnTo>
                  <a:pt x="868097" y="112197"/>
                </a:lnTo>
                <a:lnTo>
                  <a:pt x="868495" y="112642"/>
                </a:lnTo>
                <a:lnTo>
                  <a:pt x="868908" y="113066"/>
                </a:lnTo>
                <a:lnTo>
                  <a:pt x="869337" y="113471"/>
                </a:lnTo>
                <a:lnTo>
                  <a:pt x="869780" y="113856"/>
                </a:lnTo>
                <a:lnTo>
                  <a:pt x="870238" y="114221"/>
                </a:lnTo>
                <a:lnTo>
                  <a:pt x="870711" y="114567"/>
                </a:lnTo>
                <a:lnTo>
                  <a:pt x="871198" y="114892"/>
                </a:lnTo>
                <a:lnTo>
                  <a:pt x="871701" y="115198"/>
                </a:lnTo>
                <a:lnTo>
                  <a:pt x="872219" y="115485"/>
                </a:lnTo>
                <a:lnTo>
                  <a:pt x="872752" y="115751"/>
                </a:lnTo>
                <a:lnTo>
                  <a:pt x="873300" y="115998"/>
                </a:lnTo>
                <a:lnTo>
                  <a:pt x="873862" y="116225"/>
                </a:lnTo>
                <a:lnTo>
                  <a:pt x="874440" y="116432"/>
                </a:lnTo>
                <a:lnTo>
                  <a:pt x="875033" y="116620"/>
                </a:lnTo>
                <a:lnTo>
                  <a:pt x="875640" y="116788"/>
                </a:lnTo>
                <a:lnTo>
                  <a:pt x="876263" y="116936"/>
                </a:lnTo>
                <a:lnTo>
                  <a:pt x="876900" y="117064"/>
                </a:lnTo>
                <a:lnTo>
                  <a:pt x="877553" y="117173"/>
                </a:lnTo>
                <a:lnTo>
                  <a:pt x="878220" y="117262"/>
                </a:lnTo>
                <a:lnTo>
                  <a:pt x="878902" y="117331"/>
                </a:lnTo>
                <a:lnTo>
                  <a:pt x="879600" y="117380"/>
                </a:lnTo>
                <a:lnTo>
                  <a:pt x="880312" y="117410"/>
                </a:lnTo>
                <a:lnTo>
                  <a:pt x="881039" y="117420"/>
                </a:lnTo>
                <a:lnTo>
                  <a:pt x="881585" y="117413"/>
                </a:lnTo>
                <a:lnTo>
                  <a:pt x="882119" y="117395"/>
                </a:lnTo>
                <a:lnTo>
                  <a:pt x="882644" y="117365"/>
                </a:lnTo>
                <a:lnTo>
                  <a:pt x="883158" y="117322"/>
                </a:lnTo>
                <a:lnTo>
                  <a:pt x="883662" y="117268"/>
                </a:lnTo>
                <a:lnTo>
                  <a:pt x="884156" y="117201"/>
                </a:lnTo>
                <a:lnTo>
                  <a:pt x="884639" y="117122"/>
                </a:lnTo>
                <a:lnTo>
                  <a:pt x="885112" y="117030"/>
                </a:lnTo>
                <a:lnTo>
                  <a:pt x="885575" y="116927"/>
                </a:lnTo>
                <a:lnTo>
                  <a:pt x="886028" y="116811"/>
                </a:lnTo>
                <a:lnTo>
                  <a:pt x="886470" y="116684"/>
                </a:lnTo>
                <a:lnTo>
                  <a:pt x="886903" y="116544"/>
                </a:lnTo>
                <a:lnTo>
                  <a:pt x="887325" y="116392"/>
                </a:lnTo>
                <a:lnTo>
                  <a:pt x="887737" y="116227"/>
                </a:lnTo>
                <a:lnTo>
                  <a:pt x="888138" y="116051"/>
                </a:lnTo>
                <a:lnTo>
                  <a:pt x="888530" y="115862"/>
                </a:lnTo>
                <a:lnTo>
                  <a:pt x="888912" y="115662"/>
                </a:lnTo>
                <a:lnTo>
                  <a:pt x="889283" y="115449"/>
                </a:lnTo>
                <a:lnTo>
                  <a:pt x="889645" y="115224"/>
                </a:lnTo>
                <a:lnTo>
                  <a:pt x="889996" y="114986"/>
                </a:lnTo>
                <a:lnTo>
                  <a:pt x="890337" y="114737"/>
                </a:lnTo>
                <a:lnTo>
                  <a:pt x="890669" y="114476"/>
                </a:lnTo>
                <a:lnTo>
                  <a:pt x="890990" y="114202"/>
                </a:lnTo>
                <a:lnTo>
                  <a:pt x="891301" y="113916"/>
                </a:lnTo>
                <a:lnTo>
                  <a:pt x="891601" y="113618"/>
                </a:lnTo>
                <a:lnTo>
                  <a:pt x="891888" y="113312"/>
                </a:lnTo>
                <a:lnTo>
                  <a:pt x="892163" y="112999"/>
                </a:lnTo>
                <a:lnTo>
                  <a:pt x="892424" y="112678"/>
                </a:lnTo>
                <a:lnTo>
                  <a:pt x="892673" y="112350"/>
                </a:lnTo>
                <a:lnTo>
                  <a:pt x="892909" y="112014"/>
                </a:lnTo>
                <a:lnTo>
                  <a:pt x="893133" y="111670"/>
                </a:lnTo>
                <a:lnTo>
                  <a:pt x="893343" y="111319"/>
                </a:lnTo>
                <a:lnTo>
                  <a:pt x="893541" y="110961"/>
                </a:lnTo>
                <a:lnTo>
                  <a:pt x="893726" y="110595"/>
                </a:lnTo>
                <a:lnTo>
                  <a:pt x="893899" y="110221"/>
                </a:lnTo>
                <a:lnTo>
                  <a:pt x="894058" y="109840"/>
                </a:lnTo>
                <a:lnTo>
                  <a:pt x="894205" y="109452"/>
                </a:lnTo>
                <a:lnTo>
                  <a:pt x="894339" y="109056"/>
                </a:lnTo>
                <a:lnTo>
                  <a:pt x="894460" y="108653"/>
                </a:lnTo>
                <a:lnTo>
                  <a:pt x="894569" y="108242"/>
                </a:lnTo>
                <a:lnTo>
                  <a:pt x="894665" y="107823"/>
                </a:lnTo>
                <a:lnTo>
                  <a:pt x="894747" y="107398"/>
                </a:lnTo>
                <a:lnTo>
                  <a:pt x="894818" y="106965"/>
                </a:lnTo>
                <a:lnTo>
                  <a:pt x="894875" y="106524"/>
                </a:lnTo>
                <a:lnTo>
                  <a:pt x="894920" y="106076"/>
                </a:lnTo>
                <a:lnTo>
                  <a:pt x="894952" y="105621"/>
                </a:lnTo>
                <a:lnTo>
                  <a:pt x="894971" y="105158"/>
                </a:lnTo>
                <a:lnTo>
                  <a:pt x="894977" y="104688"/>
                </a:lnTo>
                <a:lnTo>
                  <a:pt x="894955" y="103730"/>
                </a:lnTo>
                <a:lnTo>
                  <a:pt x="894887" y="102774"/>
                </a:lnTo>
                <a:lnTo>
                  <a:pt x="894773" y="101821"/>
                </a:lnTo>
                <a:lnTo>
                  <a:pt x="894615" y="100871"/>
                </a:lnTo>
                <a:lnTo>
                  <a:pt x="894411" y="99924"/>
                </a:lnTo>
                <a:lnTo>
                  <a:pt x="894162" y="98980"/>
                </a:lnTo>
                <a:lnTo>
                  <a:pt x="893868" y="98039"/>
                </a:lnTo>
                <a:lnTo>
                  <a:pt x="893529" y="97100"/>
                </a:lnTo>
                <a:lnTo>
                  <a:pt x="893144" y="96164"/>
                </a:lnTo>
                <a:lnTo>
                  <a:pt x="892714" y="95231"/>
                </a:lnTo>
                <a:lnTo>
                  <a:pt x="892238" y="94300"/>
                </a:lnTo>
                <a:lnTo>
                  <a:pt x="891718" y="93373"/>
                </a:lnTo>
                <a:lnTo>
                  <a:pt x="891152" y="92448"/>
                </a:lnTo>
                <a:lnTo>
                  <a:pt x="890541" y="91526"/>
                </a:lnTo>
                <a:lnTo>
                  <a:pt x="889884" y="90607"/>
                </a:lnTo>
                <a:lnTo>
                  <a:pt x="889182" y="89690"/>
                </a:lnTo>
                <a:lnTo>
                  <a:pt x="888436" y="88777"/>
                </a:lnTo>
                <a:lnTo>
                  <a:pt x="887643" y="87866"/>
                </a:lnTo>
                <a:lnTo>
                  <a:pt x="886806" y="86958"/>
                </a:lnTo>
                <a:lnTo>
                  <a:pt x="885923" y="86053"/>
                </a:lnTo>
                <a:lnTo>
                  <a:pt x="884995" y="85150"/>
                </a:lnTo>
                <a:lnTo>
                  <a:pt x="884022" y="84251"/>
                </a:lnTo>
                <a:lnTo>
                  <a:pt x="883003" y="83354"/>
                </a:lnTo>
                <a:lnTo>
                  <a:pt x="881939" y="82460"/>
                </a:lnTo>
                <a:lnTo>
                  <a:pt x="880842" y="81586"/>
                </a:lnTo>
                <a:lnTo>
                  <a:pt x="879721" y="80749"/>
                </a:lnTo>
                <a:lnTo>
                  <a:pt x="878574" y="79950"/>
                </a:lnTo>
                <a:lnTo>
                  <a:pt x="877402" y="79187"/>
                </a:lnTo>
                <a:lnTo>
                  <a:pt x="876205" y="78463"/>
                </a:lnTo>
                <a:lnTo>
                  <a:pt x="874982" y="77775"/>
                </a:lnTo>
                <a:lnTo>
                  <a:pt x="873735" y="77124"/>
                </a:lnTo>
                <a:lnTo>
                  <a:pt x="872463" y="76511"/>
                </a:lnTo>
                <a:lnTo>
                  <a:pt x="871165" y="75935"/>
                </a:lnTo>
                <a:lnTo>
                  <a:pt x="869843" y="75397"/>
                </a:lnTo>
                <a:lnTo>
                  <a:pt x="868495" y="74895"/>
                </a:lnTo>
                <a:lnTo>
                  <a:pt x="867123" y="74431"/>
                </a:lnTo>
                <a:lnTo>
                  <a:pt x="865725" y="74004"/>
                </a:lnTo>
                <a:lnTo>
                  <a:pt x="864303" y="73614"/>
                </a:lnTo>
                <a:lnTo>
                  <a:pt x="862855" y="73261"/>
                </a:lnTo>
                <a:lnTo>
                  <a:pt x="861382" y="72945"/>
                </a:lnTo>
                <a:lnTo>
                  <a:pt x="859885" y="72667"/>
                </a:lnTo>
                <a:lnTo>
                  <a:pt x="858362" y="72425"/>
                </a:lnTo>
                <a:lnTo>
                  <a:pt x="856815" y="72221"/>
                </a:lnTo>
                <a:lnTo>
                  <a:pt x="855242" y="72054"/>
                </a:lnTo>
                <a:lnTo>
                  <a:pt x="853645" y="71924"/>
                </a:lnTo>
                <a:lnTo>
                  <a:pt x="852022" y="71832"/>
                </a:lnTo>
                <a:lnTo>
                  <a:pt x="850375" y="71776"/>
                </a:lnTo>
                <a:lnTo>
                  <a:pt x="848702" y="71757"/>
                </a:lnTo>
                <a:lnTo>
                  <a:pt x="846469" y="71793"/>
                </a:lnTo>
                <a:lnTo>
                  <a:pt x="844262" y="71898"/>
                </a:lnTo>
                <a:lnTo>
                  <a:pt x="842082" y="72073"/>
                </a:lnTo>
                <a:lnTo>
                  <a:pt x="839929" y="72319"/>
                </a:lnTo>
                <a:lnTo>
                  <a:pt x="837803" y="72635"/>
                </a:lnTo>
                <a:lnTo>
                  <a:pt x="835704" y="73021"/>
                </a:lnTo>
                <a:lnTo>
                  <a:pt x="833631" y="73477"/>
                </a:lnTo>
                <a:lnTo>
                  <a:pt x="831586" y="74004"/>
                </a:lnTo>
                <a:lnTo>
                  <a:pt x="829567" y="74601"/>
                </a:lnTo>
                <a:lnTo>
                  <a:pt x="827575" y="75267"/>
                </a:lnTo>
                <a:lnTo>
                  <a:pt x="825610" y="76005"/>
                </a:lnTo>
                <a:lnTo>
                  <a:pt x="823672" y="76812"/>
                </a:lnTo>
                <a:lnTo>
                  <a:pt x="821761" y="77689"/>
                </a:lnTo>
                <a:lnTo>
                  <a:pt x="819876" y="78637"/>
                </a:lnTo>
                <a:lnTo>
                  <a:pt x="818019" y="79655"/>
                </a:lnTo>
                <a:lnTo>
                  <a:pt x="816188" y="80743"/>
                </a:lnTo>
                <a:lnTo>
                  <a:pt x="814384" y="81901"/>
                </a:lnTo>
                <a:lnTo>
                  <a:pt x="812606" y="83130"/>
                </a:lnTo>
                <a:lnTo>
                  <a:pt x="810856" y="84429"/>
                </a:lnTo>
                <a:lnTo>
                  <a:pt x="809132" y="85798"/>
                </a:lnTo>
                <a:lnTo>
                  <a:pt x="807435" y="87237"/>
                </a:lnTo>
                <a:lnTo>
                  <a:pt x="805765" y="88746"/>
                </a:lnTo>
                <a:lnTo>
                  <a:pt x="804121" y="90325"/>
                </a:lnTo>
                <a:lnTo>
                  <a:pt x="802504" y="91975"/>
                </a:lnTo>
                <a:lnTo>
                  <a:pt x="800934" y="93679"/>
                </a:lnTo>
                <a:lnTo>
                  <a:pt x="799431" y="95425"/>
                </a:lnTo>
                <a:lnTo>
                  <a:pt x="797995" y="97213"/>
                </a:lnTo>
                <a:lnTo>
                  <a:pt x="796625" y="99044"/>
                </a:lnTo>
                <a:lnTo>
                  <a:pt x="795322" y="100918"/>
                </a:lnTo>
                <a:lnTo>
                  <a:pt x="794086" y="102833"/>
                </a:lnTo>
                <a:lnTo>
                  <a:pt x="792917" y="104791"/>
                </a:lnTo>
                <a:lnTo>
                  <a:pt x="791815" y="106792"/>
                </a:lnTo>
                <a:lnTo>
                  <a:pt x="790779" y="108834"/>
                </a:lnTo>
                <a:lnTo>
                  <a:pt x="789810" y="110919"/>
                </a:lnTo>
                <a:lnTo>
                  <a:pt x="788908" y="113046"/>
                </a:lnTo>
                <a:lnTo>
                  <a:pt x="788073" y="115215"/>
                </a:lnTo>
                <a:lnTo>
                  <a:pt x="787305" y="117427"/>
                </a:lnTo>
                <a:lnTo>
                  <a:pt x="786604" y="119681"/>
                </a:lnTo>
                <a:lnTo>
                  <a:pt x="785969" y="121976"/>
                </a:lnTo>
                <a:lnTo>
                  <a:pt x="785401" y="124314"/>
                </a:lnTo>
                <a:lnTo>
                  <a:pt x="784900" y="126694"/>
                </a:lnTo>
                <a:lnTo>
                  <a:pt x="784466" y="129116"/>
                </a:lnTo>
                <a:lnTo>
                  <a:pt x="784098" y="131580"/>
                </a:lnTo>
                <a:lnTo>
                  <a:pt x="783797" y="134086"/>
                </a:lnTo>
                <a:lnTo>
                  <a:pt x="783564" y="136634"/>
                </a:lnTo>
                <a:lnTo>
                  <a:pt x="783397" y="139224"/>
                </a:lnTo>
                <a:lnTo>
                  <a:pt x="783296" y="141856"/>
                </a:lnTo>
                <a:lnTo>
                  <a:pt x="783263" y="144530"/>
                </a:lnTo>
                <a:lnTo>
                  <a:pt x="783293" y="147289"/>
                </a:lnTo>
                <a:lnTo>
                  <a:pt x="783383" y="150000"/>
                </a:lnTo>
                <a:lnTo>
                  <a:pt x="783534" y="152664"/>
                </a:lnTo>
                <a:lnTo>
                  <a:pt x="783745" y="155280"/>
                </a:lnTo>
                <a:lnTo>
                  <a:pt x="784016" y="157848"/>
                </a:lnTo>
                <a:lnTo>
                  <a:pt x="784347" y="160368"/>
                </a:lnTo>
                <a:lnTo>
                  <a:pt x="784739" y="162840"/>
                </a:lnTo>
                <a:lnTo>
                  <a:pt x="785191" y="165264"/>
                </a:lnTo>
                <a:lnTo>
                  <a:pt x="785703" y="167641"/>
                </a:lnTo>
                <a:lnTo>
                  <a:pt x="786276" y="169969"/>
                </a:lnTo>
                <a:lnTo>
                  <a:pt x="786909" y="172250"/>
                </a:lnTo>
                <a:lnTo>
                  <a:pt x="787602" y="174483"/>
                </a:lnTo>
                <a:lnTo>
                  <a:pt x="788355" y="176668"/>
                </a:lnTo>
                <a:lnTo>
                  <a:pt x="789169" y="178805"/>
                </a:lnTo>
                <a:lnTo>
                  <a:pt x="790043" y="180894"/>
                </a:lnTo>
                <a:lnTo>
                  <a:pt x="790978" y="182936"/>
                </a:lnTo>
                <a:lnTo>
                  <a:pt x="791973" y="184929"/>
                </a:lnTo>
                <a:lnTo>
                  <a:pt x="793028" y="186875"/>
                </a:lnTo>
                <a:lnTo>
                  <a:pt x="794144" y="188773"/>
                </a:lnTo>
                <a:lnTo>
                  <a:pt x="795320" y="190623"/>
                </a:lnTo>
                <a:lnTo>
                  <a:pt x="796556" y="192425"/>
                </a:lnTo>
                <a:lnTo>
                  <a:pt x="797853" y="194179"/>
                </a:lnTo>
                <a:lnTo>
                  <a:pt x="799210" y="195885"/>
                </a:lnTo>
                <a:lnTo>
                  <a:pt x="800628" y="197544"/>
                </a:lnTo>
                <a:lnTo>
                  <a:pt x="802086" y="199144"/>
                </a:lnTo>
                <a:lnTo>
                  <a:pt x="803565" y="200677"/>
                </a:lnTo>
                <a:lnTo>
                  <a:pt x="805065" y="202141"/>
                </a:lnTo>
                <a:lnTo>
                  <a:pt x="806586" y="203538"/>
                </a:lnTo>
                <a:lnTo>
                  <a:pt x="808127" y="204866"/>
                </a:lnTo>
                <a:lnTo>
                  <a:pt x="809689" y="206127"/>
                </a:lnTo>
                <a:lnTo>
                  <a:pt x="811272" y="207319"/>
                </a:lnTo>
                <a:lnTo>
                  <a:pt x="812875" y="208443"/>
                </a:lnTo>
                <a:lnTo>
                  <a:pt x="814500" y="209499"/>
                </a:lnTo>
                <a:lnTo>
                  <a:pt x="816145" y="210487"/>
                </a:lnTo>
                <a:lnTo>
                  <a:pt x="817811" y="211407"/>
                </a:lnTo>
                <a:lnTo>
                  <a:pt x="819498" y="212259"/>
                </a:lnTo>
                <a:lnTo>
                  <a:pt x="821206" y="213043"/>
                </a:lnTo>
                <a:lnTo>
                  <a:pt x="822935" y="213759"/>
                </a:lnTo>
                <a:lnTo>
                  <a:pt x="824684" y="214406"/>
                </a:lnTo>
                <a:lnTo>
                  <a:pt x="826455" y="214986"/>
                </a:lnTo>
                <a:lnTo>
                  <a:pt x="828246" y="215497"/>
                </a:lnTo>
                <a:lnTo>
                  <a:pt x="830058" y="215940"/>
                </a:lnTo>
                <a:lnTo>
                  <a:pt x="831891" y="216315"/>
                </a:lnTo>
                <a:lnTo>
                  <a:pt x="833745" y="216622"/>
                </a:lnTo>
                <a:lnTo>
                  <a:pt x="835620" y="216861"/>
                </a:lnTo>
                <a:lnTo>
                  <a:pt x="837515" y="217031"/>
                </a:lnTo>
                <a:lnTo>
                  <a:pt x="839432" y="217134"/>
                </a:lnTo>
                <a:lnTo>
                  <a:pt x="841370" y="217168"/>
                </a:lnTo>
                <a:lnTo>
                  <a:pt x="842998" y="217142"/>
                </a:lnTo>
                <a:lnTo>
                  <a:pt x="844615" y="217066"/>
                </a:lnTo>
                <a:lnTo>
                  <a:pt x="846220" y="216940"/>
                </a:lnTo>
                <a:lnTo>
                  <a:pt x="847812" y="216762"/>
                </a:lnTo>
                <a:lnTo>
                  <a:pt x="849393" y="216534"/>
                </a:lnTo>
                <a:lnTo>
                  <a:pt x="850962" y="216256"/>
                </a:lnTo>
                <a:lnTo>
                  <a:pt x="852518" y="215926"/>
                </a:lnTo>
                <a:lnTo>
                  <a:pt x="854063" y="215546"/>
                </a:lnTo>
                <a:lnTo>
                  <a:pt x="855596" y="215115"/>
                </a:lnTo>
                <a:lnTo>
                  <a:pt x="857117" y="214634"/>
                </a:lnTo>
                <a:lnTo>
                  <a:pt x="858626" y="214101"/>
                </a:lnTo>
                <a:lnTo>
                  <a:pt x="860123" y="213518"/>
                </a:lnTo>
                <a:lnTo>
                  <a:pt x="861608" y="212884"/>
                </a:lnTo>
                <a:lnTo>
                  <a:pt x="863081" y="212200"/>
                </a:lnTo>
                <a:lnTo>
                  <a:pt x="864542" y="211464"/>
                </a:lnTo>
                <a:lnTo>
                  <a:pt x="865991" y="210678"/>
                </a:lnTo>
                <a:lnTo>
                  <a:pt x="867428" y="209841"/>
                </a:lnTo>
                <a:lnTo>
                  <a:pt x="868853" y="208953"/>
                </a:lnTo>
                <a:lnTo>
                  <a:pt x="870266" y="208015"/>
                </a:lnTo>
                <a:lnTo>
                  <a:pt x="871668" y="207026"/>
                </a:lnTo>
                <a:lnTo>
                  <a:pt x="873057" y="205985"/>
                </a:lnTo>
                <a:lnTo>
                  <a:pt x="874434" y="204894"/>
                </a:lnTo>
                <a:lnTo>
                  <a:pt x="875799" y="203752"/>
                </a:lnTo>
                <a:lnTo>
                  <a:pt x="877153" y="202560"/>
                </a:lnTo>
                <a:lnTo>
                  <a:pt x="878482" y="201322"/>
                </a:lnTo>
                <a:lnTo>
                  <a:pt x="879774" y="200041"/>
                </a:lnTo>
                <a:lnTo>
                  <a:pt x="881029" y="198717"/>
                </a:lnTo>
                <a:lnTo>
                  <a:pt x="882247" y="197349"/>
                </a:lnTo>
                <a:lnTo>
                  <a:pt x="883428" y="195938"/>
                </a:lnTo>
                <a:lnTo>
                  <a:pt x="884573" y="194483"/>
                </a:lnTo>
                <a:lnTo>
                  <a:pt x="885680" y="192984"/>
                </a:lnTo>
                <a:lnTo>
                  <a:pt x="886751" y="191443"/>
                </a:lnTo>
                <a:lnTo>
                  <a:pt x="887785" y="189857"/>
                </a:lnTo>
                <a:lnTo>
                  <a:pt x="888782" y="188229"/>
                </a:lnTo>
                <a:lnTo>
                  <a:pt x="889742" y="186556"/>
                </a:lnTo>
                <a:lnTo>
                  <a:pt x="890665" y="184841"/>
                </a:lnTo>
                <a:lnTo>
                  <a:pt x="891551" y="183081"/>
                </a:lnTo>
                <a:lnTo>
                  <a:pt x="892400" y="181279"/>
                </a:lnTo>
                <a:lnTo>
                  <a:pt x="893213" y="179433"/>
                </a:lnTo>
                <a:lnTo>
                  <a:pt x="893988" y="177543"/>
                </a:lnTo>
                <a:lnTo>
                  <a:pt x="894727" y="175610"/>
                </a:lnTo>
                <a:lnTo>
                  <a:pt x="895428" y="173633"/>
                </a:lnTo>
                <a:lnTo>
                  <a:pt x="896093" y="171613"/>
                </a:lnTo>
                <a:lnTo>
                  <a:pt x="896721" y="169550"/>
                </a:lnTo>
                <a:lnTo>
                  <a:pt x="897312" y="167443"/>
                </a:lnTo>
                <a:lnTo>
                  <a:pt x="897866" y="165292"/>
                </a:lnTo>
                <a:lnTo>
                  <a:pt x="898383" y="163098"/>
                </a:lnTo>
                <a:lnTo>
                  <a:pt x="898864" y="160861"/>
                </a:lnTo>
                <a:lnTo>
                  <a:pt x="894518" y="158755"/>
                </a:lnTo>
                <a:lnTo>
                  <a:pt x="893868" y="160245"/>
                </a:lnTo>
                <a:lnTo>
                  <a:pt x="893217" y="161697"/>
                </a:lnTo>
                <a:lnTo>
                  <a:pt x="892565" y="163110"/>
                </a:lnTo>
                <a:lnTo>
                  <a:pt x="891911" y="164484"/>
                </a:lnTo>
                <a:close/>
                <a:moveTo>
                  <a:pt x="1084236" y="81736"/>
                </a:moveTo>
                <a:lnTo>
                  <a:pt x="1084783" y="81838"/>
                </a:lnTo>
                <a:lnTo>
                  <a:pt x="1085312" y="81941"/>
                </a:lnTo>
                <a:lnTo>
                  <a:pt x="1085824" y="82044"/>
                </a:lnTo>
                <a:lnTo>
                  <a:pt x="1086319" y="82148"/>
                </a:lnTo>
                <a:lnTo>
                  <a:pt x="1086797" y="82252"/>
                </a:lnTo>
                <a:lnTo>
                  <a:pt x="1087257" y="82357"/>
                </a:lnTo>
                <a:lnTo>
                  <a:pt x="1087701" y="82462"/>
                </a:lnTo>
                <a:lnTo>
                  <a:pt x="1088127" y="82568"/>
                </a:lnTo>
                <a:lnTo>
                  <a:pt x="1088536" y="82674"/>
                </a:lnTo>
                <a:lnTo>
                  <a:pt x="1088928" y="82780"/>
                </a:lnTo>
                <a:lnTo>
                  <a:pt x="1089303" y="82887"/>
                </a:lnTo>
                <a:lnTo>
                  <a:pt x="1089660" y="82995"/>
                </a:lnTo>
                <a:lnTo>
                  <a:pt x="1090001" y="83103"/>
                </a:lnTo>
                <a:lnTo>
                  <a:pt x="1090325" y="83212"/>
                </a:lnTo>
                <a:lnTo>
                  <a:pt x="1090631" y="83321"/>
                </a:lnTo>
                <a:lnTo>
                  <a:pt x="1090920" y="83431"/>
                </a:lnTo>
                <a:lnTo>
                  <a:pt x="1091193" y="83542"/>
                </a:lnTo>
                <a:lnTo>
                  <a:pt x="1091448" y="83653"/>
                </a:lnTo>
                <a:lnTo>
                  <a:pt x="1091687" y="83764"/>
                </a:lnTo>
                <a:lnTo>
                  <a:pt x="1091908" y="83877"/>
                </a:lnTo>
                <a:lnTo>
                  <a:pt x="1092293" y="84077"/>
                </a:lnTo>
                <a:lnTo>
                  <a:pt x="1092672" y="84282"/>
                </a:lnTo>
                <a:lnTo>
                  <a:pt x="1093045" y="84491"/>
                </a:lnTo>
                <a:lnTo>
                  <a:pt x="1093413" y="84704"/>
                </a:lnTo>
                <a:lnTo>
                  <a:pt x="1093774" y="84922"/>
                </a:lnTo>
                <a:lnTo>
                  <a:pt x="1094130" y="85143"/>
                </a:lnTo>
                <a:lnTo>
                  <a:pt x="1094480" y="85368"/>
                </a:lnTo>
                <a:lnTo>
                  <a:pt x="1094825" y="85598"/>
                </a:lnTo>
                <a:lnTo>
                  <a:pt x="1095163" y="85831"/>
                </a:lnTo>
                <a:lnTo>
                  <a:pt x="1095496" y="86068"/>
                </a:lnTo>
                <a:lnTo>
                  <a:pt x="1095823" y="86309"/>
                </a:lnTo>
                <a:lnTo>
                  <a:pt x="1096144" y="86555"/>
                </a:lnTo>
                <a:lnTo>
                  <a:pt x="1096460" y="86804"/>
                </a:lnTo>
                <a:lnTo>
                  <a:pt x="1096769" y="87057"/>
                </a:lnTo>
                <a:lnTo>
                  <a:pt x="1097073" y="87313"/>
                </a:lnTo>
                <a:lnTo>
                  <a:pt x="1097371" y="87574"/>
                </a:lnTo>
                <a:lnTo>
                  <a:pt x="1097663" y="87838"/>
                </a:lnTo>
                <a:lnTo>
                  <a:pt x="1097950" y="88106"/>
                </a:lnTo>
                <a:lnTo>
                  <a:pt x="1098231" y="88378"/>
                </a:lnTo>
                <a:lnTo>
                  <a:pt x="1098505" y="88654"/>
                </a:lnTo>
                <a:lnTo>
                  <a:pt x="1098775" y="88933"/>
                </a:lnTo>
                <a:lnTo>
                  <a:pt x="1099038" y="89216"/>
                </a:lnTo>
                <a:lnTo>
                  <a:pt x="1099295" y="89502"/>
                </a:lnTo>
                <a:lnTo>
                  <a:pt x="1099547" y="89793"/>
                </a:lnTo>
                <a:lnTo>
                  <a:pt x="1099797" y="90095"/>
                </a:lnTo>
                <a:lnTo>
                  <a:pt x="1100047" y="90413"/>
                </a:lnTo>
                <a:lnTo>
                  <a:pt x="1100299" y="90747"/>
                </a:lnTo>
                <a:lnTo>
                  <a:pt x="1100552" y="91096"/>
                </a:lnTo>
                <a:lnTo>
                  <a:pt x="1100807" y="91461"/>
                </a:lnTo>
                <a:lnTo>
                  <a:pt x="1101062" y="91842"/>
                </a:lnTo>
                <a:lnTo>
                  <a:pt x="1101318" y="92239"/>
                </a:lnTo>
                <a:lnTo>
                  <a:pt x="1101576" y="92652"/>
                </a:lnTo>
                <a:lnTo>
                  <a:pt x="1101835" y="93080"/>
                </a:lnTo>
                <a:lnTo>
                  <a:pt x="1102095" y="93524"/>
                </a:lnTo>
                <a:lnTo>
                  <a:pt x="1102356" y="93984"/>
                </a:lnTo>
                <a:lnTo>
                  <a:pt x="1102618" y="94459"/>
                </a:lnTo>
                <a:lnTo>
                  <a:pt x="1102881" y="94951"/>
                </a:lnTo>
                <a:lnTo>
                  <a:pt x="1103145" y="95458"/>
                </a:lnTo>
                <a:lnTo>
                  <a:pt x="1103411" y="95980"/>
                </a:lnTo>
                <a:lnTo>
                  <a:pt x="1103677" y="96519"/>
                </a:lnTo>
                <a:lnTo>
                  <a:pt x="1103945" y="97073"/>
                </a:lnTo>
                <a:lnTo>
                  <a:pt x="1104213" y="97643"/>
                </a:lnTo>
                <a:lnTo>
                  <a:pt x="1104483" y="98229"/>
                </a:lnTo>
                <a:lnTo>
                  <a:pt x="1104753" y="98831"/>
                </a:lnTo>
                <a:lnTo>
                  <a:pt x="1105025" y="99448"/>
                </a:lnTo>
                <a:lnTo>
                  <a:pt x="1105298" y="100081"/>
                </a:lnTo>
                <a:lnTo>
                  <a:pt x="1105571" y="100730"/>
                </a:lnTo>
                <a:lnTo>
                  <a:pt x="1105846" y="101395"/>
                </a:lnTo>
                <a:lnTo>
                  <a:pt x="1154820" y="217168"/>
                </a:lnTo>
                <a:lnTo>
                  <a:pt x="1160947" y="217168"/>
                </a:lnTo>
                <a:lnTo>
                  <a:pt x="1209634" y="99461"/>
                </a:lnTo>
                <a:lnTo>
                  <a:pt x="1209983" y="98598"/>
                </a:lnTo>
                <a:lnTo>
                  <a:pt x="1210336" y="97756"/>
                </a:lnTo>
                <a:lnTo>
                  <a:pt x="1210693" y="96934"/>
                </a:lnTo>
                <a:lnTo>
                  <a:pt x="1211054" y="96133"/>
                </a:lnTo>
                <a:lnTo>
                  <a:pt x="1211418" y="95353"/>
                </a:lnTo>
                <a:lnTo>
                  <a:pt x="1211787" y="94594"/>
                </a:lnTo>
                <a:lnTo>
                  <a:pt x="1212159" y="93855"/>
                </a:lnTo>
                <a:lnTo>
                  <a:pt x="1212536" y="93137"/>
                </a:lnTo>
                <a:lnTo>
                  <a:pt x="1212916" y="92440"/>
                </a:lnTo>
                <a:lnTo>
                  <a:pt x="1213300" y="91764"/>
                </a:lnTo>
                <a:lnTo>
                  <a:pt x="1213687" y="91109"/>
                </a:lnTo>
                <a:lnTo>
                  <a:pt x="1214078" y="90475"/>
                </a:lnTo>
                <a:lnTo>
                  <a:pt x="1214473" y="89861"/>
                </a:lnTo>
                <a:lnTo>
                  <a:pt x="1214872" y="89268"/>
                </a:lnTo>
                <a:lnTo>
                  <a:pt x="1215274" y="88696"/>
                </a:lnTo>
                <a:lnTo>
                  <a:pt x="1215680" y="88145"/>
                </a:lnTo>
                <a:lnTo>
                  <a:pt x="1216089" y="87615"/>
                </a:lnTo>
                <a:lnTo>
                  <a:pt x="1216502" y="87106"/>
                </a:lnTo>
                <a:lnTo>
                  <a:pt x="1216919" y="86618"/>
                </a:lnTo>
                <a:lnTo>
                  <a:pt x="1217339" y="86150"/>
                </a:lnTo>
                <a:lnTo>
                  <a:pt x="1217762" y="85703"/>
                </a:lnTo>
                <a:lnTo>
                  <a:pt x="1218189" y="85278"/>
                </a:lnTo>
                <a:lnTo>
                  <a:pt x="1218620" y="84873"/>
                </a:lnTo>
                <a:lnTo>
                  <a:pt x="1219054" y="84489"/>
                </a:lnTo>
                <a:lnTo>
                  <a:pt x="1219313" y="84280"/>
                </a:lnTo>
                <a:lnTo>
                  <a:pt x="1219589" y="84077"/>
                </a:lnTo>
                <a:lnTo>
                  <a:pt x="1219881" y="83881"/>
                </a:lnTo>
                <a:lnTo>
                  <a:pt x="1220190" y="83692"/>
                </a:lnTo>
                <a:lnTo>
                  <a:pt x="1220515" y="83509"/>
                </a:lnTo>
                <a:lnTo>
                  <a:pt x="1220856" y="83333"/>
                </a:lnTo>
                <a:lnTo>
                  <a:pt x="1221214" y="83164"/>
                </a:lnTo>
                <a:lnTo>
                  <a:pt x="1221589" y="83002"/>
                </a:lnTo>
                <a:lnTo>
                  <a:pt x="1221980" y="82847"/>
                </a:lnTo>
                <a:lnTo>
                  <a:pt x="1222387" y="82698"/>
                </a:lnTo>
                <a:lnTo>
                  <a:pt x="1222811" y="82557"/>
                </a:lnTo>
                <a:lnTo>
                  <a:pt x="1223251" y="82422"/>
                </a:lnTo>
                <a:lnTo>
                  <a:pt x="1223708" y="82293"/>
                </a:lnTo>
                <a:lnTo>
                  <a:pt x="1224182" y="82172"/>
                </a:lnTo>
                <a:lnTo>
                  <a:pt x="1224672" y="82057"/>
                </a:lnTo>
                <a:lnTo>
                  <a:pt x="1225179" y="81949"/>
                </a:lnTo>
                <a:lnTo>
                  <a:pt x="1225702" y="81848"/>
                </a:lnTo>
                <a:lnTo>
                  <a:pt x="1226242" y="81754"/>
                </a:lnTo>
                <a:lnTo>
                  <a:pt x="1226799" y="81666"/>
                </a:lnTo>
                <a:lnTo>
                  <a:pt x="1227372" y="81586"/>
                </a:lnTo>
                <a:lnTo>
                  <a:pt x="1227962" y="81512"/>
                </a:lnTo>
                <a:lnTo>
                  <a:pt x="1228569" y="81444"/>
                </a:lnTo>
                <a:lnTo>
                  <a:pt x="1229192" y="81384"/>
                </a:lnTo>
                <a:lnTo>
                  <a:pt x="1229833" y="81330"/>
                </a:lnTo>
                <a:lnTo>
                  <a:pt x="1229833" y="75797"/>
                </a:lnTo>
                <a:lnTo>
                  <a:pt x="1185070" y="75797"/>
                </a:lnTo>
                <a:lnTo>
                  <a:pt x="1185070" y="81330"/>
                </a:lnTo>
                <a:lnTo>
                  <a:pt x="1185710" y="81332"/>
                </a:lnTo>
                <a:lnTo>
                  <a:pt x="1186331" y="81336"/>
                </a:lnTo>
                <a:lnTo>
                  <a:pt x="1186934" y="81344"/>
                </a:lnTo>
                <a:lnTo>
                  <a:pt x="1187519" y="81354"/>
                </a:lnTo>
                <a:lnTo>
                  <a:pt x="1188086" y="81367"/>
                </a:lnTo>
                <a:lnTo>
                  <a:pt x="1188635" y="81383"/>
                </a:lnTo>
                <a:lnTo>
                  <a:pt x="1189165" y="81403"/>
                </a:lnTo>
                <a:lnTo>
                  <a:pt x="1189677" y="81425"/>
                </a:lnTo>
                <a:lnTo>
                  <a:pt x="1190171" y="81449"/>
                </a:lnTo>
                <a:lnTo>
                  <a:pt x="1190647" y="81477"/>
                </a:lnTo>
                <a:lnTo>
                  <a:pt x="1191105" y="81508"/>
                </a:lnTo>
                <a:lnTo>
                  <a:pt x="1191544" y="81541"/>
                </a:lnTo>
                <a:lnTo>
                  <a:pt x="1191965" y="81577"/>
                </a:lnTo>
                <a:lnTo>
                  <a:pt x="1192368" y="81616"/>
                </a:lnTo>
                <a:lnTo>
                  <a:pt x="1192752" y="81657"/>
                </a:lnTo>
                <a:lnTo>
                  <a:pt x="1193119" y="81702"/>
                </a:lnTo>
                <a:lnTo>
                  <a:pt x="1193467" y="81749"/>
                </a:lnTo>
                <a:lnTo>
                  <a:pt x="1193796" y="81799"/>
                </a:lnTo>
                <a:lnTo>
                  <a:pt x="1194108" y="81851"/>
                </a:lnTo>
                <a:lnTo>
                  <a:pt x="1194401" y="81906"/>
                </a:lnTo>
                <a:lnTo>
                  <a:pt x="1194675" y="81964"/>
                </a:lnTo>
                <a:lnTo>
                  <a:pt x="1194932" y="82025"/>
                </a:lnTo>
                <a:lnTo>
                  <a:pt x="1195170" y="82088"/>
                </a:lnTo>
                <a:lnTo>
                  <a:pt x="1195390" y="82153"/>
                </a:lnTo>
                <a:lnTo>
                  <a:pt x="1195601" y="82225"/>
                </a:lnTo>
                <a:lnTo>
                  <a:pt x="1195809" y="82302"/>
                </a:lnTo>
                <a:lnTo>
                  <a:pt x="1196014" y="82383"/>
                </a:lnTo>
                <a:lnTo>
                  <a:pt x="1196216" y="82470"/>
                </a:lnTo>
                <a:lnTo>
                  <a:pt x="1196415" y="82561"/>
                </a:lnTo>
                <a:lnTo>
                  <a:pt x="1196610" y="82657"/>
                </a:lnTo>
                <a:lnTo>
                  <a:pt x="1196803" y="82758"/>
                </a:lnTo>
                <a:lnTo>
                  <a:pt x="1196992" y="82863"/>
                </a:lnTo>
                <a:lnTo>
                  <a:pt x="1197178" y="82974"/>
                </a:lnTo>
                <a:lnTo>
                  <a:pt x="1197360" y="83090"/>
                </a:lnTo>
                <a:lnTo>
                  <a:pt x="1197540" y="83210"/>
                </a:lnTo>
                <a:lnTo>
                  <a:pt x="1197716" y="83336"/>
                </a:lnTo>
                <a:lnTo>
                  <a:pt x="1197889" y="83466"/>
                </a:lnTo>
                <a:lnTo>
                  <a:pt x="1198059" y="83602"/>
                </a:lnTo>
                <a:lnTo>
                  <a:pt x="1198226" y="83742"/>
                </a:lnTo>
                <a:lnTo>
                  <a:pt x="1198389" y="83888"/>
                </a:lnTo>
                <a:lnTo>
                  <a:pt x="1198550" y="84039"/>
                </a:lnTo>
                <a:lnTo>
                  <a:pt x="1198707" y="84194"/>
                </a:lnTo>
                <a:lnTo>
                  <a:pt x="1198861" y="84355"/>
                </a:lnTo>
                <a:lnTo>
                  <a:pt x="1199012" y="84521"/>
                </a:lnTo>
                <a:lnTo>
                  <a:pt x="1199159" y="84692"/>
                </a:lnTo>
                <a:lnTo>
                  <a:pt x="1199303" y="84868"/>
                </a:lnTo>
                <a:lnTo>
                  <a:pt x="1199445" y="85049"/>
                </a:lnTo>
                <a:lnTo>
                  <a:pt x="1199583" y="85236"/>
                </a:lnTo>
                <a:lnTo>
                  <a:pt x="1199681" y="85347"/>
                </a:lnTo>
                <a:lnTo>
                  <a:pt x="1199775" y="85462"/>
                </a:lnTo>
                <a:lnTo>
                  <a:pt x="1199865" y="85579"/>
                </a:lnTo>
                <a:lnTo>
                  <a:pt x="1199951" y="85699"/>
                </a:lnTo>
                <a:lnTo>
                  <a:pt x="1200033" y="85821"/>
                </a:lnTo>
                <a:lnTo>
                  <a:pt x="1200110" y="85946"/>
                </a:lnTo>
                <a:lnTo>
                  <a:pt x="1200184" y="86074"/>
                </a:lnTo>
                <a:lnTo>
                  <a:pt x="1200253" y="86205"/>
                </a:lnTo>
                <a:lnTo>
                  <a:pt x="1200318" y="86339"/>
                </a:lnTo>
                <a:lnTo>
                  <a:pt x="1200378" y="86475"/>
                </a:lnTo>
                <a:lnTo>
                  <a:pt x="1200435" y="86614"/>
                </a:lnTo>
                <a:lnTo>
                  <a:pt x="1200487" y="86756"/>
                </a:lnTo>
                <a:lnTo>
                  <a:pt x="1200535" y="86900"/>
                </a:lnTo>
                <a:lnTo>
                  <a:pt x="1200579" y="87047"/>
                </a:lnTo>
                <a:lnTo>
                  <a:pt x="1200619" y="87197"/>
                </a:lnTo>
                <a:lnTo>
                  <a:pt x="1200655" y="87349"/>
                </a:lnTo>
                <a:lnTo>
                  <a:pt x="1200686" y="87504"/>
                </a:lnTo>
                <a:lnTo>
                  <a:pt x="1200713" y="87662"/>
                </a:lnTo>
                <a:lnTo>
                  <a:pt x="1200737" y="87822"/>
                </a:lnTo>
                <a:lnTo>
                  <a:pt x="1200755" y="87985"/>
                </a:lnTo>
                <a:lnTo>
                  <a:pt x="1200770" y="88151"/>
                </a:lnTo>
                <a:lnTo>
                  <a:pt x="1200780" y="88319"/>
                </a:lnTo>
                <a:lnTo>
                  <a:pt x="1200787" y="88490"/>
                </a:lnTo>
                <a:lnTo>
                  <a:pt x="1200789" y="88663"/>
                </a:lnTo>
                <a:lnTo>
                  <a:pt x="1200783" y="89034"/>
                </a:lnTo>
                <a:lnTo>
                  <a:pt x="1200765" y="89418"/>
                </a:lnTo>
                <a:lnTo>
                  <a:pt x="1200735" y="89816"/>
                </a:lnTo>
                <a:lnTo>
                  <a:pt x="1200693" y="90228"/>
                </a:lnTo>
                <a:lnTo>
                  <a:pt x="1200639" y="90654"/>
                </a:lnTo>
                <a:lnTo>
                  <a:pt x="1200573" y="91094"/>
                </a:lnTo>
                <a:lnTo>
                  <a:pt x="1200496" y="91547"/>
                </a:lnTo>
                <a:lnTo>
                  <a:pt x="1200406" y="92015"/>
                </a:lnTo>
                <a:lnTo>
                  <a:pt x="1200304" y="92496"/>
                </a:lnTo>
                <a:lnTo>
                  <a:pt x="1200191" y="92991"/>
                </a:lnTo>
                <a:lnTo>
                  <a:pt x="1200065" y="93501"/>
                </a:lnTo>
                <a:lnTo>
                  <a:pt x="1199927" y="94024"/>
                </a:lnTo>
                <a:lnTo>
                  <a:pt x="1199778" y="94561"/>
                </a:lnTo>
                <a:lnTo>
                  <a:pt x="1199616" y="95112"/>
                </a:lnTo>
                <a:lnTo>
                  <a:pt x="1199443" y="95677"/>
                </a:lnTo>
                <a:lnTo>
                  <a:pt x="1199257" y="96256"/>
                </a:lnTo>
                <a:lnTo>
                  <a:pt x="1199060" y="96849"/>
                </a:lnTo>
                <a:lnTo>
                  <a:pt x="1198850" y="97456"/>
                </a:lnTo>
                <a:lnTo>
                  <a:pt x="1198629" y="98077"/>
                </a:lnTo>
                <a:lnTo>
                  <a:pt x="1198396" y="98713"/>
                </a:lnTo>
                <a:lnTo>
                  <a:pt x="1198150" y="99362"/>
                </a:lnTo>
                <a:lnTo>
                  <a:pt x="1197893" y="100025"/>
                </a:lnTo>
                <a:lnTo>
                  <a:pt x="1197624" y="100703"/>
                </a:lnTo>
                <a:lnTo>
                  <a:pt x="1197343" y="101395"/>
                </a:lnTo>
                <a:lnTo>
                  <a:pt x="1165293" y="180025"/>
                </a:lnTo>
                <a:lnTo>
                  <a:pt x="1133397" y="104247"/>
                </a:lnTo>
                <a:lnTo>
                  <a:pt x="1133139" y="103652"/>
                </a:lnTo>
                <a:lnTo>
                  <a:pt x="1132892" y="103064"/>
                </a:lnTo>
                <a:lnTo>
                  <a:pt x="1132657" y="102482"/>
                </a:lnTo>
                <a:lnTo>
                  <a:pt x="1132433" y="101907"/>
                </a:lnTo>
                <a:lnTo>
                  <a:pt x="1132220" y="101339"/>
                </a:lnTo>
                <a:lnTo>
                  <a:pt x="1132017" y="100777"/>
                </a:lnTo>
                <a:lnTo>
                  <a:pt x="1131826" y="100222"/>
                </a:lnTo>
                <a:lnTo>
                  <a:pt x="1131647" y="99673"/>
                </a:lnTo>
                <a:lnTo>
                  <a:pt x="1131478" y="99131"/>
                </a:lnTo>
                <a:lnTo>
                  <a:pt x="1131320" y="98596"/>
                </a:lnTo>
                <a:lnTo>
                  <a:pt x="1131173" y="98068"/>
                </a:lnTo>
                <a:lnTo>
                  <a:pt x="1131037" y="97547"/>
                </a:lnTo>
                <a:lnTo>
                  <a:pt x="1130912" y="97032"/>
                </a:lnTo>
                <a:lnTo>
                  <a:pt x="1130798" y="96524"/>
                </a:lnTo>
                <a:lnTo>
                  <a:pt x="1130695" y="96023"/>
                </a:lnTo>
                <a:lnTo>
                  <a:pt x="1130603" y="95528"/>
                </a:lnTo>
                <a:lnTo>
                  <a:pt x="1130522" y="95041"/>
                </a:lnTo>
                <a:lnTo>
                  <a:pt x="1130451" y="94560"/>
                </a:lnTo>
                <a:lnTo>
                  <a:pt x="1130392" y="94087"/>
                </a:lnTo>
                <a:lnTo>
                  <a:pt x="1130343" y="93620"/>
                </a:lnTo>
                <a:lnTo>
                  <a:pt x="1130305" y="93160"/>
                </a:lnTo>
                <a:lnTo>
                  <a:pt x="1130278" y="92707"/>
                </a:lnTo>
                <a:lnTo>
                  <a:pt x="1130262" y="92261"/>
                </a:lnTo>
                <a:lnTo>
                  <a:pt x="1130257" y="91822"/>
                </a:lnTo>
                <a:lnTo>
                  <a:pt x="1130262" y="91426"/>
                </a:lnTo>
                <a:lnTo>
                  <a:pt x="1130278" y="91036"/>
                </a:lnTo>
                <a:lnTo>
                  <a:pt x="1130304" y="90653"/>
                </a:lnTo>
                <a:lnTo>
                  <a:pt x="1130341" y="90277"/>
                </a:lnTo>
                <a:lnTo>
                  <a:pt x="1130389" y="89908"/>
                </a:lnTo>
                <a:lnTo>
                  <a:pt x="1130447" y="89546"/>
                </a:lnTo>
                <a:lnTo>
                  <a:pt x="1130516" y="89190"/>
                </a:lnTo>
                <a:lnTo>
                  <a:pt x="1130596" y="88841"/>
                </a:lnTo>
                <a:lnTo>
                  <a:pt x="1130686" y="88499"/>
                </a:lnTo>
                <a:lnTo>
                  <a:pt x="1130787" y="88163"/>
                </a:lnTo>
                <a:lnTo>
                  <a:pt x="1130898" y="87834"/>
                </a:lnTo>
                <a:lnTo>
                  <a:pt x="1131020" y="87512"/>
                </a:lnTo>
                <a:lnTo>
                  <a:pt x="1131153" y="87196"/>
                </a:lnTo>
                <a:lnTo>
                  <a:pt x="1131296" y="86887"/>
                </a:lnTo>
                <a:lnTo>
                  <a:pt x="1131450" y="86585"/>
                </a:lnTo>
                <a:lnTo>
                  <a:pt x="1131615" y="86290"/>
                </a:lnTo>
                <a:lnTo>
                  <a:pt x="1131791" y="86001"/>
                </a:lnTo>
                <a:lnTo>
                  <a:pt x="1131977" y="85718"/>
                </a:lnTo>
                <a:lnTo>
                  <a:pt x="1132174" y="85443"/>
                </a:lnTo>
                <a:lnTo>
                  <a:pt x="1132382" y="85174"/>
                </a:lnTo>
                <a:lnTo>
                  <a:pt x="1132600" y="84911"/>
                </a:lnTo>
                <a:lnTo>
                  <a:pt x="1132829" y="84656"/>
                </a:lnTo>
                <a:lnTo>
                  <a:pt x="1133069" y="84406"/>
                </a:lnTo>
                <a:lnTo>
                  <a:pt x="1133320" y="84164"/>
                </a:lnTo>
                <a:lnTo>
                  <a:pt x="1133581" y="83934"/>
                </a:lnTo>
                <a:lnTo>
                  <a:pt x="1133851" y="83714"/>
                </a:lnTo>
                <a:lnTo>
                  <a:pt x="1134131" y="83503"/>
                </a:lnTo>
                <a:lnTo>
                  <a:pt x="1134421" y="83302"/>
                </a:lnTo>
                <a:lnTo>
                  <a:pt x="1134720" y="83111"/>
                </a:lnTo>
                <a:lnTo>
                  <a:pt x="1135029" y="82929"/>
                </a:lnTo>
                <a:lnTo>
                  <a:pt x="1135347" y="82758"/>
                </a:lnTo>
                <a:lnTo>
                  <a:pt x="1135676" y="82595"/>
                </a:lnTo>
                <a:lnTo>
                  <a:pt x="1136013" y="82443"/>
                </a:lnTo>
                <a:lnTo>
                  <a:pt x="1136361" y="82300"/>
                </a:lnTo>
                <a:lnTo>
                  <a:pt x="1136718" y="82167"/>
                </a:lnTo>
                <a:lnTo>
                  <a:pt x="1137084" y="82043"/>
                </a:lnTo>
                <a:lnTo>
                  <a:pt x="1137461" y="81930"/>
                </a:lnTo>
                <a:lnTo>
                  <a:pt x="1137847" y="81826"/>
                </a:lnTo>
                <a:lnTo>
                  <a:pt x="1138243" y="81732"/>
                </a:lnTo>
                <a:lnTo>
                  <a:pt x="1138648" y="81648"/>
                </a:lnTo>
                <a:lnTo>
                  <a:pt x="1139063" y="81574"/>
                </a:lnTo>
                <a:lnTo>
                  <a:pt x="1139488" y="81509"/>
                </a:lnTo>
                <a:lnTo>
                  <a:pt x="1139923" y="81455"/>
                </a:lnTo>
                <a:lnTo>
                  <a:pt x="1140367" y="81410"/>
                </a:lnTo>
                <a:lnTo>
                  <a:pt x="1140821" y="81375"/>
                </a:lnTo>
                <a:lnTo>
                  <a:pt x="1141285" y="81350"/>
                </a:lnTo>
                <a:lnTo>
                  <a:pt x="1141758" y="81335"/>
                </a:lnTo>
                <a:lnTo>
                  <a:pt x="1142242" y="81330"/>
                </a:lnTo>
                <a:lnTo>
                  <a:pt x="1146435" y="81330"/>
                </a:lnTo>
                <a:lnTo>
                  <a:pt x="1146435" y="75797"/>
                </a:lnTo>
                <a:lnTo>
                  <a:pt x="1081876" y="75797"/>
                </a:lnTo>
                <a:lnTo>
                  <a:pt x="1081876" y="81330"/>
                </a:lnTo>
                <a:lnTo>
                  <a:pt x="1082492" y="81431"/>
                </a:lnTo>
                <a:lnTo>
                  <a:pt x="1083091" y="81532"/>
                </a:lnTo>
                <a:lnTo>
                  <a:pt x="1083672" y="81634"/>
                </a:lnTo>
                <a:lnTo>
                  <a:pt x="1084236" y="8173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98AA5-1554-4E11-A45D-A16C5D8A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607" y="813852"/>
            <a:ext cx="991394" cy="278568"/>
          </a:xfrm>
          <a:custGeom xmlns:a="http://schemas.openxmlformats.org/drawingml/2006/main">
            <a:pathLst>
              <a:path w="991394" h="278568">
                <a:moveTo>
                  <a:pt x="888946" y="71757"/>
                </a:moveTo>
                <a:lnTo>
                  <a:pt x="882513" y="71757"/>
                </a:lnTo>
                <a:lnTo>
                  <a:pt x="841178" y="88510"/>
                </a:lnTo>
                <a:lnTo>
                  <a:pt x="843418" y="93909"/>
                </a:lnTo>
                <a:cubicBezTo>
                  <a:pt x="847324" y="92416"/>
                  <a:pt x="850655" y="91669"/>
                  <a:pt x="853451" y="91669"/>
                </a:cubicBezTo>
                <a:cubicBezTo>
                  <a:pt x="856054" y="91669"/>
                  <a:pt x="858122" y="92320"/>
                  <a:pt x="859673" y="93603"/>
                </a:cubicBezTo>
                <a:cubicBezTo>
                  <a:pt x="861224" y="94904"/>
                  <a:pt x="862372" y="97355"/>
                  <a:pt x="863119" y="100954"/>
                </a:cubicBezTo>
                <a:cubicBezTo>
                  <a:pt x="863866" y="104554"/>
                  <a:pt x="864249" y="114586"/>
                  <a:pt x="864249" y="131051"/>
                </a:cubicBezTo>
                <a:lnTo>
                  <a:pt x="864249" y="181978"/>
                </a:lnTo>
                <a:cubicBezTo>
                  <a:pt x="864249" y="191953"/>
                  <a:pt x="863023" y="198731"/>
                  <a:pt x="860573" y="202253"/>
                </a:cubicBezTo>
                <a:cubicBezTo>
                  <a:pt x="858122" y="205815"/>
                  <a:pt x="853412" y="207576"/>
                  <a:pt x="846424" y="207576"/>
                </a:cubicBezTo>
                <a:lnTo>
                  <a:pt x="843418" y="207576"/>
                </a:lnTo>
                <a:lnTo>
                  <a:pt x="843418" y="212975"/>
                </a:lnTo>
                <a:lnTo>
                  <a:pt x="911270" y="212975"/>
                </a:lnTo>
                <a:lnTo>
                  <a:pt x="911270" y="207576"/>
                </a:lnTo>
                <a:cubicBezTo>
                  <a:pt x="903784" y="207576"/>
                  <a:pt x="898806" y="206906"/>
                  <a:pt x="896356" y="205566"/>
                </a:cubicBezTo>
                <a:cubicBezTo>
                  <a:pt x="893924" y="204206"/>
                  <a:pt x="891991" y="202081"/>
                  <a:pt x="890593" y="199190"/>
                </a:cubicBezTo>
                <a:cubicBezTo>
                  <a:pt x="889502" y="196988"/>
                  <a:pt x="888946" y="191264"/>
                  <a:pt x="888946" y="181978"/>
                </a:cubicBezTo>
                <a:lnTo>
                  <a:pt x="888946" y="109646"/>
                </a:lnTo>
                <a:cubicBezTo>
                  <a:pt x="900721" y="96666"/>
                  <a:pt x="912553" y="90175"/>
                  <a:pt x="924442" y="90175"/>
                </a:cubicBezTo>
                <a:cubicBezTo>
                  <a:pt x="932139" y="90175"/>
                  <a:pt x="937595" y="92990"/>
                  <a:pt x="940850" y="98638"/>
                </a:cubicBezTo>
                <a:cubicBezTo>
                  <a:pt x="944086" y="104267"/>
                  <a:pt x="945713" y="113342"/>
                  <a:pt x="945713" y="125805"/>
                </a:cubicBezTo>
                <a:lnTo>
                  <a:pt x="945713" y="181978"/>
                </a:lnTo>
                <a:cubicBezTo>
                  <a:pt x="945713" y="189866"/>
                  <a:pt x="945502" y="194557"/>
                  <a:pt x="945119" y="196050"/>
                </a:cubicBezTo>
                <a:cubicBezTo>
                  <a:pt x="944105" y="199841"/>
                  <a:pt x="942343" y="202713"/>
                  <a:pt x="939797" y="204666"/>
                </a:cubicBezTo>
                <a:cubicBezTo>
                  <a:pt x="937251" y="206599"/>
                  <a:pt x="932771" y="207576"/>
                  <a:pt x="926395" y="207576"/>
                </a:cubicBezTo>
                <a:lnTo>
                  <a:pt x="923542" y="207576"/>
                </a:lnTo>
                <a:lnTo>
                  <a:pt x="923542" y="212975"/>
                </a:lnTo>
                <a:lnTo>
                  <a:pt x="991394" y="212975"/>
                </a:lnTo>
                <a:lnTo>
                  <a:pt x="991394" y="207576"/>
                </a:lnTo>
                <a:cubicBezTo>
                  <a:pt x="984789" y="207576"/>
                  <a:pt x="980271" y="206887"/>
                  <a:pt x="977839" y="205489"/>
                </a:cubicBezTo>
                <a:cubicBezTo>
                  <a:pt x="975388" y="204091"/>
                  <a:pt x="973608" y="202139"/>
                  <a:pt x="972517" y="199650"/>
                </a:cubicBezTo>
                <a:cubicBezTo>
                  <a:pt x="971119" y="196548"/>
                  <a:pt x="970411" y="190651"/>
                  <a:pt x="970411" y="181978"/>
                </a:cubicBezTo>
                <a:lnTo>
                  <a:pt x="970411" y="123412"/>
                </a:lnTo>
                <a:cubicBezTo>
                  <a:pt x="970411" y="111044"/>
                  <a:pt x="969319" y="101854"/>
                  <a:pt x="967118" y="95862"/>
                </a:cubicBezTo>
                <a:cubicBezTo>
                  <a:pt x="963920" y="87265"/>
                  <a:pt x="959632" y="81100"/>
                  <a:pt x="954252" y="77367"/>
                </a:cubicBezTo>
                <a:cubicBezTo>
                  <a:pt x="948853" y="73615"/>
                  <a:pt x="942420" y="71757"/>
                  <a:pt x="934934" y="71757"/>
                </a:cubicBezTo>
                <a:cubicBezTo>
                  <a:pt x="920345" y="71757"/>
                  <a:pt x="905029" y="81445"/>
                  <a:pt x="888946" y="100801"/>
                </a:cubicBezTo>
                <a:lnTo>
                  <a:pt x="888946" y="71757"/>
                </a:lnTo>
                <a:close/>
                <a:moveTo>
                  <a:pt x="785465" y="95862"/>
                </a:moveTo>
                <a:cubicBezTo>
                  <a:pt x="795957" y="109838"/>
                  <a:pt x="801202" y="129003"/>
                  <a:pt x="801202" y="153375"/>
                </a:cubicBezTo>
                <a:cubicBezTo>
                  <a:pt x="801202" y="172846"/>
                  <a:pt x="798043" y="186573"/>
                  <a:pt x="791764" y="194557"/>
                </a:cubicBezTo>
                <a:cubicBezTo>
                  <a:pt x="785465" y="202541"/>
                  <a:pt x="777481" y="206542"/>
                  <a:pt x="767793" y="206542"/>
                </a:cubicBezTo>
                <a:cubicBezTo>
                  <a:pt x="754813" y="206542"/>
                  <a:pt x="744359" y="199286"/>
                  <a:pt x="736433" y="184812"/>
                </a:cubicBezTo>
                <a:cubicBezTo>
                  <a:pt x="728488" y="170338"/>
                  <a:pt x="724525" y="153126"/>
                  <a:pt x="724525" y="133157"/>
                </a:cubicBezTo>
                <a:cubicBezTo>
                  <a:pt x="724525" y="120770"/>
                  <a:pt x="726171" y="110642"/>
                  <a:pt x="729464" y="102754"/>
                </a:cubicBezTo>
                <a:cubicBezTo>
                  <a:pt x="732757" y="94866"/>
                  <a:pt x="737065" y="89333"/>
                  <a:pt x="742406" y="86193"/>
                </a:cubicBezTo>
                <a:cubicBezTo>
                  <a:pt x="747748" y="83053"/>
                  <a:pt x="753071" y="81483"/>
                  <a:pt x="758374" y="81483"/>
                </a:cubicBezTo>
                <a:cubicBezTo>
                  <a:pt x="769344" y="81483"/>
                  <a:pt x="778381" y="86270"/>
                  <a:pt x="785465" y="95862"/>
                </a:cubicBezTo>
                <a:close/>
                <a:moveTo>
                  <a:pt x="730651" y="80660"/>
                </a:moveTo>
                <a:cubicBezTo>
                  <a:pt x="720466" y="86595"/>
                  <a:pt x="712271" y="95785"/>
                  <a:pt x="706030" y="108211"/>
                </a:cubicBezTo>
                <a:cubicBezTo>
                  <a:pt x="699788" y="120655"/>
                  <a:pt x="696668" y="133157"/>
                  <a:pt x="696668" y="145736"/>
                </a:cubicBezTo>
                <a:cubicBezTo>
                  <a:pt x="696668" y="163005"/>
                  <a:pt x="701799" y="178570"/>
                  <a:pt x="712080" y="192451"/>
                </a:cubicBezTo>
                <a:cubicBezTo>
                  <a:pt x="724276" y="208935"/>
                  <a:pt x="740683" y="217168"/>
                  <a:pt x="761361" y="217168"/>
                </a:cubicBezTo>
                <a:cubicBezTo>
                  <a:pt x="774035" y="217168"/>
                  <a:pt x="785541" y="213971"/>
                  <a:pt x="795880" y="207576"/>
                </a:cubicBezTo>
                <a:cubicBezTo>
                  <a:pt x="806219" y="201200"/>
                  <a:pt x="814317" y="191704"/>
                  <a:pt x="820214" y="179126"/>
                </a:cubicBezTo>
                <a:cubicBezTo>
                  <a:pt x="826111" y="166547"/>
                  <a:pt x="829059" y="154122"/>
                  <a:pt x="829059" y="141830"/>
                </a:cubicBezTo>
                <a:cubicBezTo>
                  <a:pt x="829059" y="124369"/>
                  <a:pt x="823718" y="108900"/>
                  <a:pt x="813034" y="95402"/>
                </a:cubicBezTo>
                <a:cubicBezTo>
                  <a:pt x="800456" y="79626"/>
                  <a:pt x="783780" y="71757"/>
                  <a:pt x="763007" y="71757"/>
                </a:cubicBezTo>
                <a:cubicBezTo>
                  <a:pt x="751635" y="71757"/>
                  <a:pt x="740837" y="74725"/>
                  <a:pt x="730651" y="80660"/>
                </a:cubicBezTo>
                <a:close/>
                <a:moveTo>
                  <a:pt x="651733" y="71757"/>
                </a:moveTo>
                <a:lnTo>
                  <a:pt x="610417" y="88510"/>
                </a:lnTo>
                <a:lnTo>
                  <a:pt x="612504" y="93909"/>
                </a:lnTo>
                <a:cubicBezTo>
                  <a:pt x="616505" y="92416"/>
                  <a:pt x="619894" y="91669"/>
                  <a:pt x="622689" y="91669"/>
                </a:cubicBezTo>
                <a:cubicBezTo>
                  <a:pt x="625274" y="91669"/>
                  <a:pt x="627323" y="92281"/>
                  <a:pt x="628835" y="93545"/>
                </a:cubicBezTo>
                <a:cubicBezTo>
                  <a:pt x="630328" y="94790"/>
                  <a:pt x="631420" y="97010"/>
                  <a:pt x="632128" y="100208"/>
                </a:cubicBezTo>
                <a:cubicBezTo>
                  <a:pt x="633028" y="104592"/>
                  <a:pt x="633468" y="114222"/>
                  <a:pt x="633468" y="129098"/>
                </a:cubicBezTo>
                <a:lnTo>
                  <a:pt x="633468" y="181978"/>
                </a:lnTo>
                <a:cubicBezTo>
                  <a:pt x="633468" y="190460"/>
                  <a:pt x="632798" y="196203"/>
                  <a:pt x="631458" y="199190"/>
                </a:cubicBezTo>
                <a:cubicBezTo>
                  <a:pt x="630099" y="202196"/>
                  <a:pt x="628280" y="204340"/>
                  <a:pt x="625982" y="205642"/>
                </a:cubicBezTo>
                <a:cubicBezTo>
                  <a:pt x="623685" y="206925"/>
                  <a:pt x="619186" y="207576"/>
                  <a:pt x="612504" y="207576"/>
                </a:cubicBezTo>
                <a:lnTo>
                  <a:pt x="612504" y="212975"/>
                </a:lnTo>
                <a:lnTo>
                  <a:pt x="679150" y="212975"/>
                </a:lnTo>
                <a:lnTo>
                  <a:pt x="679150" y="207576"/>
                </a:lnTo>
                <a:cubicBezTo>
                  <a:pt x="672659" y="207576"/>
                  <a:pt x="668198" y="206887"/>
                  <a:pt x="665748" y="205489"/>
                </a:cubicBezTo>
                <a:cubicBezTo>
                  <a:pt x="663297" y="204091"/>
                  <a:pt x="661459" y="201966"/>
                  <a:pt x="660196" y="199114"/>
                </a:cubicBezTo>
                <a:cubicBezTo>
                  <a:pt x="658951" y="196280"/>
                  <a:pt x="658338" y="190556"/>
                  <a:pt x="658338" y="181978"/>
                </a:cubicBezTo>
                <a:lnTo>
                  <a:pt x="658338" y="71757"/>
                </a:lnTo>
                <a:lnTo>
                  <a:pt x="651733" y="71757"/>
                </a:lnTo>
                <a:close/>
                <a:moveTo>
                  <a:pt x="635038" y="4423"/>
                </a:moveTo>
                <a:cubicBezTo>
                  <a:pt x="632090" y="7371"/>
                  <a:pt x="630616" y="10932"/>
                  <a:pt x="630616" y="15144"/>
                </a:cubicBezTo>
                <a:cubicBezTo>
                  <a:pt x="630616" y="19337"/>
                  <a:pt x="632128" y="22917"/>
                  <a:pt x="635115" y="25923"/>
                </a:cubicBezTo>
                <a:cubicBezTo>
                  <a:pt x="638121" y="28910"/>
                  <a:pt x="641701" y="30422"/>
                  <a:pt x="645894" y="30422"/>
                </a:cubicBezTo>
                <a:cubicBezTo>
                  <a:pt x="650087" y="30422"/>
                  <a:pt x="653667" y="28910"/>
                  <a:pt x="656615" y="25923"/>
                </a:cubicBezTo>
                <a:cubicBezTo>
                  <a:pt x="659545" y="22917"/>
                  <a:pt x="661019" y="19337"/>
                  <a:pt x="661019" y="15144"/>
                </a:cubicBezTo>
                <a:cubicBezTo>
                  <a:pt x="661019" y="10932"/>
                  <a:pt x="659545" y="7371"/>
                  <a:pt x="656615" y="4423"/>
                </a:cubicBezTo>
                <a:cubicBezTo>
                  <a:pt x="653667" y="1493"/>
                  <a:pt x="650087" y="0"/>
                  <a:pt x="645894" y="0"/>
                </a:cubicBezTo>
                <a:cubicBezTo>
                  <a:pt x="641605" y="0"/>
                  <a:pt x="637987" y="1493"/>
                  <a:pt x="635038" y="4423"/>
                </a:cubicBezTo>
                <a:close/>
                <a:moveTo>
                  <a:pt x="497937" y="71757"/>
                </a:moveTo>
                <a:lnTo>
                  <a:pt x="491504" y="71757"/>
                </a:lnTo>
                <a:lnTo>
                  <a:pt x="450169" y="88510"/>
                </a:lnTo>
                <a:lnTo>
                  <a:pt x="452409" y="93909"/>
                </a:lnTo>
                <a:cubicBezTo>
                  <a:pt x="456315" y="92416"/>
                  <a:pt x="459646" y="91669"/>
                  <a:pt x="462441" y="91669"/>
                </a:cubicBezTo>
                <a:cubicBezTo>
                  <a:pt x="465045" y="91669"/>
                  <a:pt x="467113" y="92320"/>
                  <a:pt x="468664" y="93603"/>
                </a:cubicBezTo>
                <a:cubicBezTo>
                  <a:pt x="470214" y="94904"/>
                  <a:pt x="471363" y="97355"/>
                  <a:pt x="472110" y="100954"/>
                </a:cubicBezTo>
                <a:cubicBezTo>
                  <a:pt x="472856" y="104554"/>
                  <a:pt x="473239" y="114586"/>
                  <a:pt x="473239" y="131051"/>
                </a:cubicBezTo>
                <a:lnTo>
                  <a:pt x="473239" y="181978"/>
                </a:lnTo>
                <a:cubicBezTo>
                  <a:pt x="473239" y="191953"/>
                  <a:pt x="472014" y="198731"/>
                  <a:pt x="469563" y="202253"/>
                </a:cubicBezTo>
                <a:cubicBezTo>
                  <a:pt x="467113" y="205815"/>
                  <a:pt x="462403" y="207576"/>
                  <a:pt x="455415" y="207576"/>
                </a:cubicBezTo>
                <a:lnTo>
                  <a:pt x="452409" y="207576"/>
                </a:lnTo>
                <a:lnTo>
                  <a:pt x="452409" y="212975"/>
                </a:lnTo>
                <a:lnTo>
                  <a:pt x="520261" y="212975"/>
                </a:lnTo>
                <a:lnTo>
                  <a:pt x="520261" y="207576"/>
                </a:lnTo>
                <a:cubicBezTo>
                  <a:pt x="512775" y="207576"/>
                  <a:pt x="507797" y="206906"/>
                  <a:pt x="505366" y="205566"/>
                </a:cubicBezTo>
                <a:cubicBezTo>
                  <a:pt x="502915" y="204206"/>
                  <a:pt x="500981" y="202081"/>
                  <a:pt x="499584" y="199190"/>
                </a:cubicBezTo>
                <a:cubicBezTo>
                  <a:pt x="498492" y="196988"/>
                  <a:pt x="497937" y="191264"/>
                  <a:pt x="497937" y="181978"/>
                </a:cubicBezTo>
                <a:lnTo>
                  <a:pt x="497937" y="109646"/>
                </a:lnTo>
                <a:cubicBezTo>
                  <a:pt x="509731" y="96666"/>
                  <a:pt x="521563" y="90175"/>
                  <a:pt x="533433" y="90175"/>
                </a:cubicBezTo>
                <a:cubicBezTo>
                  <a:pt x="541129" y="90175"/>
                  <a:pt x="546586" y="92990"/>
                  <a:pt x="549841" y="98638"/>
                </a:cubicBezTo>
                <a:cubicBezTo>
                  <a:pt x="553076" y="104267"/>
                  <a:pt x="554704" y="113342"/>
                  <a:pt x="554704" y="125805"/>
                </a:cubicBezTo>
                <a:lnTo>
                  <a:pt x="554704" y="181978"/>
                </a:lnTo>
                <a:cubicBezTo>
                  <a:pt x="554704" y="189866"/>
                  <a:pt x="554512" y="194557"/>
                  <a:pt x="554110" y="196050"/>
                </a:cubicBezTo>
                <a:cubicBezTo>
                  <a:pt x="553115" y="199841"/>
                  <a:pt x="551334" y="202713"/>
                  <a:pt x="548788" y="204666"/>
                </a:cubicBezTo>
                <a:cubicBezTo>
                  <a:pt x="546241" y="206599"/>
                  <a:pt x="541780" y="207576"/>
                  <a:pt x="535386" y="207576"/>
                </a:cubicBezTo>
                <a:lnTo>
                  <a:pt x="532533" y="207576"/>
                </a:lnTo>
                <a:lnTo>
                  <a:pt x="532533" y="212975"/>
                </a:lnTo>
                <a:lnTo>
                  <a:pt x="600385" y="212975"/>
                </a:lnTo>
                <a:lnTo>
                  <a:pt x="600385" y="207576"/>
                </a:lnTo>
                <a:cubicBezTo>
                  <a:pt x="593799" y="207576"/>
                  <a:pt x="589280" y="206887"/>
                  <a:pt x="586830" y="205489"/>
                </a:cubicBezTo>
                <a:cubicBezTo>
                  <a:pt x="584379" y="204091"/>
                  <a:pt x="582618" y="202139"/>
                  <a:pt x="581507" y="199650"/>
                </a:cubicBezTo>
                <a:cubicBezTo>
                  <a:pt x="580110" y="196548"/>
                  <a:pt x="579420" y="190651"/>
                  <a:pt x="579420" y="181978"/>
                </a:cubicBezTo>
                <a:lnTo>
                  <a:pt x="579420" y="123412"/>
                </a:lnTo>
                <a:cubicBezTo>
                  <a:pt x="579420" y="111044"/>
                  <a:pt x="578310" y="101854"/>
                  <a:pt x="576127" y="95862"/>
                </a:cubicBezTo>
                <a:cubicBezTo>
                  <a:pt x="572930" y="87265"/>
                  <a:pt x="568622" y="81100"/>
                  <a:pt x="563243" y="77367"/>
                </a:cubicBezTo>
                <a:cubicBezTo>
                  <a:pt x="557843" y="73615"/>
                  <a:pt x="551411" y="71757"/>
                  <a:pt x="543925" y="71757"/>
                </a:cubicBezTo>
                <a:cubicBezTo>
                  <a:pt x="529336" y="71757"/>
                  <a:pt x="514019" y="81445"/>
                  <a:pt x="497937" y="100801"/>
                </a:cubicBezTo>
                <a:lnTo>
                  <a:pt x="497937" y="71757"/>
                </a:lnTo>
                <a:close/>
                <a:moveTo>
                  <a:pt x="413792" y="71757"/>
                </a:moveTo>
                <a:lnTo>
                  <a:pt x="372457" y="88510"/>
                </a:lnTo>
                <a:lnTo>
                  <a:pt x="374544" y="93909"/>
                </a:lnTo>
                <a:cubicBezTo>
                  <a:pt x="378546" y="92416"/>
                  <a:pt x="381934" y="91669"/>
                  <a:pt x="384730" y="91669"/>
                </a:cubicBezTo>
                <a:cubicBezTo>
                  <a:pt x="387333" y="91669"/>
                  <a:pt x="389382" y="92281"/>
                  <a:pt x="390875" y="93545"/>
                </a:cubicBezTo>
                <a:cubicBezTo>
                  <a:pt x="392369" y="94790"/>
                  <a:pt x="393460" y="97010"/>
                  <a:pt x="394168" y="100208"/>
                </a:cubicBezTo>
                <a:cubicBezTo>
                  <a:pt x="395068" y="104592"/>
                  <a:pt x="395508" y="114222"/>
                  <a:pt x="395508" y="129098"/>
                </a:cubicBezTo>
                <a:lnTo>
                  <a:pt x="395508" y="181978"/>
                </a:lnTo>
                <a:cubicBezTo>
                  <a:pt x="395508" y="190460"/>
                  <a:pt x="394838" y="196203"/>
                  <a:pt x="393498" y="199190"/>
                </a:cubicBezTo>
                <a:cubicBezTo>
                  <a:pt x="392139" y="202196"/>
                  <a:pt x="390320" y="204340"/>
                  <a:pt x="388023" y="205642"/>
                </a:cubicBezTo>
                <a:cubicBezTo>
                  <a:pt x="385725" y="206925"/>
                  <a:pt x="381226" y="207576"/>
                  <a:pt x="374544" y="207576"/>
                </a:cubicBezTo>
                <a:lnTo>
                  <a:pt x="374544" y="212975"/>
                </a:lnTo>
                <a:lnTo>
                  <a:pt x="441190" y="212975"/>
                </a:lnTo>
                <a:lnTo>
                  <a:pt x="441190" y="207576"/>
                </a:lnTo>
                <a:cubicBezTo>
                  <a:pt x="434699" y="207576"/>
                  <a:pt x="430238" y="206887"/>
                  <a:pt x="427788" y="205489"/>
                </a:cubicBezTo>
                <a:cubicBezTo>
                  <a:pt x="425337" y="204091"/>
                  <a:pt x="423499" y="201966"/>
                  <a:pt x="422255" y="199114"/>
                </a:cubicBezTo>
                <a:cubicBezTo>
                  <a:pt x="420991" y="196280"/>
                  <a:pt x="420379" y="190556"/>
                  <a:pt x="420379" y="181978"/>
                </a:cubicBezTo>
                <a:lnTo>
                  <a:pt x="420379" y="71757"/>
                </a:lnTo>
                <a:lnTo>
                  <a:pt x="413792" y="71757"/>
                </a:lnTo>
                <a:close/>
                <a:moveTo>
                  <a:pt x="397078" y="4423"/>
                </a:moveTo>
                <a:cubicBezTo>
                  <a:pt x="394149" y="7371"/>
                  <a:pt x="392675" y="10932"/>
                  <a:pt x="392675" y="15144"/>
                </a:cubicBezTo>
                <a:cubicBezTo>
                  <a:pt x="392675" y="19337"/>
                  <a:pt x="394168" y="22917"/>
                  <a:pt x="397155" y="25923"/>
                </a:cubicBezTo>
                <a:cubicBezTo>
                  <a:pt x="400161" y="28910"/>
                  <a:pt x="403760" y="30422"/>
                  <a:pt x="407953" y="30422"/>
                </a:cubicBezTo>
                <a:cubicBezTo>
                  <a:pt x="412146" y="30422"/>
                  <a:pt x="415707" y="28910"/>
                  <a:pt x="418655" y="25923"/>
                </a:cubicBezTo>
                <a:cubicBezTo>
                  <a:pt x="421604" y="22917"/>
                  <a:pt x="423078" y="19337"/>
                  <a:pt x="423078" y="15144"/>
                </a:cubicBezTo>
                <a:cubicBezTo>
                  <a:pt x="423078" y="10932"/>
                  <a:pt x="421604" y="7371"/>
                  <a:pt x="418655" y="4423"/>
                </a:cubicBezTo>
                <a:cubicBezTo>
                  <a:pt x="415707" y="1493"/>
                  <a:pt x="412146" y="0"/>
                  <a:pt x="407953" y="0"/>
                </a:cubicBezTo>
                <a:cubicBezTo>
                  <a:pt x="403645" y="0"/>
                  <a:pt x="400027" y="1493"/>
                  <a:pt x="397078" y="4423"/>
                </a:cubicBezTo>
                <a:close/>
                <a:moveTo>
                  <a:pt x="275868" y="97068"/>
                </a:moveTo>
                <a:cubicBezTo>
                  <a:pt x="280559" y="94656"/>
                  <a:pt x="285288" y="93469"/>
                  <a:pt x="290093" y="93469"/>
                </a:cubicBezTo>
                <a:cubicBezTo>
                  <a:pt x="298881" y="93469"/>
                  <a:pt x="306463" y="97355"/>
                  <a:pt x="312857" y="105147"/>
                </a:cubicBezTo>
                <a:cubicBezTo>
                  <a:pt x="322047" y="116424"/>
                  <a:pt x="326623" y="132545"/>
                  <a:pt x="326623" y="153509"/>
                </a:cubicBezTo>
                <a:cubicBezTo>
                  <a:pt x="326623" y="171984"/>
                  <a:pt x="322583" y="186324"/>
                  <a:pt x="314504" y="196491"/>
                </a:cubicBezTo>
                <a:cubicBezTo>
                  <a:pt x="308301" y="204283"/>
                  <a:pt x="300221" y="208169"/>
                  <a:pt x="290246" y="208169"/>
                </a:cubicBezTo>
                <a:cubicBezTo>
                  <a:pt x="281956" y="208169"/>
                  <a:pt x="275083" y="205987"/>
                  <a:pt x="269646" y="201583"/>
                </a:cubicBezTo>
                <a:cubicBezTo>
                  <a:pt x="264208" y="197199"/>
                  <a:pt x="260781" y="192106"/>
                  <a:pt x="259384" y="186324"/>
                </a:cubicBezTo>
                <a:cubicBezTo>
                  <a:pt x="258484" y="182821"/>
                  <a:pt x="258044" y="175526"/>
                  <a:pt x="258044" y="164441"/>
                </a:cubicBezTo>
                <a:lnTo>
                  <a:pt x="258044" y="113227"/>
                </a:lnTo>
                <a:cubicBezTo>
                  <a:pt x="266334" y="104247"/>
                  <a:pt x="272269" y="98848"/>
                  <a:pt x="275868" y="97068"/>
                </a:cubicBezTo>
                <a:close/>
                <a:moveTo>
                  <a:pt x="211922" y="94215"/>
                </a:moveTo>
                <a:cubicBezTo>
                  <a:pt x="215598" y="92818"/>
                  <a:pt x="218661" y="92109"/>
                  <a:pt x="221054" y="92109"/>
                </a:cubicBezTo>
                <a:cubicBezTo>
                  <a:pt x="224041" y="92109"/>
                  <a:pt x="226415" y="92722"/>
                  <a:pt x="228157" y="93909"/>
                </a:cubicBezTo>
                <a:cubicBezTo>
                  <a:pt x="229900" y="95115"/>
                  <a:pt x="231182" y="96915"/>
                  <a:pt x="231986" y="99308"/>
                </a:cubicBezTo>
                <a:cubicBezTo>
                  <a:pt x="232771" y="101701"/>
                  <a:pt x="233173" y="107349"/>
                  <a:pt x="233173" y="116233"/>
                </a:cubicBezTo>
                <a:lnTo>
                  <a:pt x="233173" y="245924"/>
                </a:lnTo>
                <a:cubicBezTo>
                  <a:pt x="233173" y="255899"/>
                  <a:pt x="232657" y="262122"/>
                  <a:pt x="231604" y="264572"/>
                </a:cubicBezTo>
                <a:cubicBezTo>
                  <a:pt x="230551" y="267004"/>
                  <a:pt x="229076" y="268784"/>
                  <a:pt x="227181" y="269875"/>
                </a:cubicBezTo>
                <a:cubicBezTo>
                  <a:pt x="223294" y="272077"/>
                  <a:pt x="218604" y="273130"/>
                  <a:pt x="213109" y="273034"/>
                </a:cubicBezTo>
                <a:lnTo>
                  <a:pt x="209376" y="273034"/>
                </a:lnTo>
                <a:lnTo>
                  <a:pt x="209376" y="278568"/>
                </a:lnTo>
                <a:lnTo>
                  <a:pt x="281248" y="278568"/>
                </a:lnTo>
                <a:lnTo>
                  <a:pt x="281248" y="273034"/>
                </a:lnTo>
                <a:cubicBezTo>
                  <a:pt x="273762" y="273034"/>
                  <a:pt x="268593" y="272269"/>
                  <a:pt x="265759" y="270775"/>
                </a:cubicBezTo>
                <a:cubicBezTo>
                  <a:pt x="262906" y="269282"/>
                  <a:pt x="260915" y="267253"/>
                  <a:pt x="259767" y="264725"/>
                </a:cubicBezTo>
                <a:cubicBezTo>
                  <a:pt x="258618" y="262160"/>
                  <a:pt x="258044" y="256206"/>
                  <a:pt x="258044" y="246824"/>
                </a:cubicBezTo>
                <a:lnTo>
                  <a:pt x="258044" y="205030"/>
                </a:lnTo>
                <a:cubicBezTo>
                  <a:pt x="263041" y="209529"/>
                  <a:pt x="267521" y="212515"/>
                  <a:pt x="271522" y="214028"/>
                </a:cubicBezTo>
                <a:cubicBezTo>
                  <a:pt x="276902" y="216115"/>
                  <a:pt x="283296" y="217168"/>
                  <a:pt x="290687" y="217168"/>
                </a:cubicBezTo>
                <a:cubicBezTo>
                  <a:pt x="307669" y="217168"/>
                  <a:pt x="321741" y="210831"/>
                  <a:pt x="332922" y="198156"/>
                </a:cubicBezTo>
                <a:cubicBezTo>
                  <a:pt x="346496" y="182668"/>
                  <a:pt x="353293" y="163101"/>
                  <a:pt x="353293" y="139437"/>
                </a:cubicBezTo>
                <a:cubicBezTo>
                  <a:pt x="353293" y="118281"/>
                  <a:pt x="347645" y="101108"/>
                  <a:pt x="336368" y="87916"/>
                </a:cubicBezTo>
                <a:cubicBezTo>
                  <a:pt x="327178" y="77137"/>
                  <a:pt x="315691" y="71757"/>
                  <a:pt x="301925" y="71757"/>
                </a:cubicBezTo>
                <a:cubicBezTo>
                  <a:pt x="294037" y="71757"/>
                  <a:pt x="286513" y="74170"/>
                  <a:pt x="279391" y="79014"/>
                </a:cubicBezTo>
                <a:cubicBezTo>
                  <a:pt x="272250" y="83857"/>
                  <a:pt x="265127" y="92320"/>
                  <a:pt x="258044" y="104401"/>
                </a:cubicBezTo>
                <a:lnTo>
                  <a:pt x="258044" y="72351"/>
                </a:lnTo>
                <a:lnTo>
                  <a:pt x="252357" y="72351"/>
                </a:lnTo>
                <a:lnTo>
                  <a:pt x="210122" y="89410"/>
                </a:lnTo>
                <a:lnTo>
                  <a:pt x="211922" y="94215"/>
                </a:lnTo>
                <a:close/>
                <a:moveTo>
                  <a:pt x="144089" y="36549"/>
                </a:moveTo>
                <a:cubicBezTo>
                  <a:pt x="157759" y="53627"/>
                  <a:pt x="164594" y="79531"/>
                  <a:pt x="164594" y="114280"/>
                </a:cubicBezTo>
                <a:cubicBezTo>
                  <a:pt x="164594" y="146329"/>
                  <a:pt x="158391" y="169783"/>
                  <a:pt x="145946" y="184659"/>
                </a:cubicBezTo>
                <a:cubicBezTo>
                  <a:pt x="133521" y="199554"/>
                  <a:pt x="117764" y="206982"/>
                  <a:pt x="98695" y="206982"/>
                </a:cubicBezTo>
                <a:cubicBezTo>
                  <a:pt x="80832" y="206982"/>
                  <a:pt x="66454" y="200186"/>
                  <a:pt x="55579" y="186612"/>
                </a:cubicBezTo>
                <a:cubicBezTo>
                  <a:pt x="41393" y="168749"/>
                  <a:pt x="34309" y="143228"/>
                  <a:pt x="34309" y="110087"/>
                </a:cubicBezTo>
                <a:cubicBezTo>
                  <a:pt x="34309" y="77750"/>
                  <a:pt x="41144" y="53186"/>
                  <a:pt x="54814" y="36415"/>
                </a:cubicBezTo>
                <a:cubicBezTo>
                  <a:pt x="65803" y="22917"/>
                  <a:pt x="80373" y="16178"/>
                  <a:pt x="98561" y="16178"/>
                </a:cubicBezTo>
                <a:cubicBezTo>
                  <a:pt x="117917" y="16178"/>
                  <a:pt x="133100" y="22975"/>
                  <a:pt x="144089" y="36549"/>
                </a:cubicBezTo>
                <a:close/>
                <a:moveTo>
                  <a:pt x="32949" y="31762"/>
                </a:moveTo>
                <a:cubicBezTo>
                  <a:pt x="10990" y="52133"/>
                  <a:pt x="0" y="78439"/>
                  <a:pt x="0" y="110680"/>
                </a:cubicBezTo>
                <a:cubicBezTo>
                  <a:pt x="0" y="142232"/>
                  <a:pt x="9515" y="167945"/>
                  <a:pt x="28546" y="187818"/>
                </a:cubicBezTo>
                <a:cubicBezTo>
                  <a:pt x="47558" y="207691"/>
                  <a:pt x="71049" y="217608"/>
                  <a:pt x="99002" y="217608"/>
                </a:cubicBezTo>
                <a:cubicBezTo>
                  <a:pt x="126648" y="217608"/>
                  <a:pt x="150216" y="207423"/>
                  <a:pt x="169687" y="187071"/>
                </a:cubicBezTo>
                <a:cubicBezTo>
                  <a:pt x="189158" y="166700"/>
                  <a:pt x="198884" y="141083"/>
                  <a:pt x="198884" y="110240"/>
                </a:cubicBezTo>
                <a:cubicBezTo>
                  <a:pt x="198884" y="80277"/>
                  <a:pt x="189234" y="55292"/>
                  <a:pt x="169917" y="35285"/>
                </a:cubicBezTo>
                <a:cubicBezTo>
                  <a:pt x="150599" y="15259"/>
                  <a:pt x="127758" y="5246"/>
                  <a:pt x="101395" y="5246"/>
                </a:cubicBezTo>
                <a:cubicBezTo>
                  <a:pt x="74840" y="5246"/>
                  <a:pt x="52018" y="14091"/>
                  <a:pt x="32949" y="31762"/>
                </a:cubicBez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ABE9B-7FA9-4594-8746-5AC948FB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013" y="1181465"/>
            <a:ext cx="1366723" cy="279142"/>
          </a:xfrm>
          <a:custGeom xmlns:a="http://schemas.openxmlformats.org/drawingml/2006/main">
            <a:pathLst>
              <a:path w="1366723" h="279142">
                <a:moveTo>
                  <a:pt x="1323148" y="95843"/>
                </a:moveTo>
                <a:cubicBezTo>
                  <a:pt x="1333640" y="109819"/>
                  <a:pt x="1338866" y="128983"/>
                  <a:pt x="1338866" y="153356"/>
                </a:cubicBezTo>
                <a:cubicBezTo>
                  <a:pt x="1338866" y="172827"/>
                  <a:pt x="1335727" y="186554"/>
                  <a:pt x="1329447" y="194538"/>
                </a:cubicBezTo>
                <a:cubicBezTo>
                  <a:pt x="1323148" y="202521"/>
                  <a:pt x="1315164" y="206523"/>
                  <a:pt x="1305477" y="206523"/>
                </a:cubicBezTo>
                <a:cubicBezTo>
                  <a:pt x="1292496" y="206523"/>
                  <a:pt x="1282043" y="199267"/>
                  <a:pt x="1274097" y="184812"/>
                </a:cubicBezTo>
                <a:cubicBezTo>
                  <a:pt x="1266171" y="170319"/>
                  <a:pt x="1262189" y="153107"/>
                  <a:pt x="1262189" y="133138"/>
                </a:cubicBezTo>
                <a:cubicBezTo>
                  <a:pt x="1262189" y="120751"/>
                  <a:pt x="1263835" y="110623"/>
                  <a:pt x="1267147" y="102735"/>
                </a:cubicBezTo>
                <a:cubicBezTo>
                  <a:pt x="1270440" y="94847"/>
                  <a:pt x="1274748" y="89333"/>
                  <a:pt x="1280090" y="86174"/>
                </a:cubicBezTo>
                <a:cubicBezTo>
                  <a:pt x="1285431" y="83034"/>
                  <a:pt x="1290754" y="81464"/>
                  <a:pt x="1296038" y="81464"/>
                </a:cubicBezTo>
                <a:cubicBezTo>
                  <a:pt x="1307027" y="81464"/>
                  <a:pt x="1316064" y="86251"/>
                  <a:pt x="1323148" y="95843"/>
                </a:cubicBezTo>
                <a:close/>
                <a:moveTo>
                  <a:pt x="1268334" y="80641"/>
                </a:moveTo>
                <a:cubicBezTo>
                  <a:pt x="1258149" y="86576"/>
                  <a:pt x="1249935" y="95766"/>
                  <a:pt x="1243694" y="108191"/>
                </a:cubicBezTo>
                <a:cubicBezTo>
                  <a:pt x="1237453" y="120636"/>
                  <a:pt x="1234332" y="133138"/>
                  <a:pt x="1234332" y="145717"/>
                </a:cubicBezTo>
                <a:cubicBezTo>
                  <a:pt x="1234332" y="162986"/>
                  <a:pt x="1239482" y="178570"/>
                  <a:pt x="1249763" y="192432"/>
                </a:cubicBezTo>
                <a:cubicBezTo>
                  <a:pt x="1261940" y="208916"/>
                  <a:pt x="1278367" y="217149"/>
                  <a:pt x="1299044" y="217149"/>
                </a:cubicBezTo>
                <a:cubicBezTo>
                  <a:pt x="1311718" y="217149"/>
                  <a:pt x="1323225" y="213951"/>
                  <a:pt x="1333563" y="207557"/>
                </a:cubicBezTo>
                <a:cubicBezTo>
                  <a:pt x="1343883" y="201181"/>
                  <a:pt x="1352000" y="191685"/>
                  <a:pt x="1357897" y="179106"/>
                </a:cubicBezTo>
                <a:cubicBezTo>
                  <a:pt x="1363794" y="166528"/>
                  <a:pt x="1366723" y="154102"/>
                  <a:pt x="1366723" y="141811"/>
                </a:cubicBezTo>
                <a:cubicBezTo>
                  <a:pt x="1366723" y="124350"/>
                  <a:pt x="1361382" y="108881"/>
                  <a:pt x="1350698" y="95402"/>
                </a:cubicBezTo>
                <a:cubicBezTo>
                  <a:pt x="1338120" y="79607"/>
                  <a:pt x="1321444" y="71738"/>
                  <a:pt x="1300690" y="71738"/>
                </a:cubicBezTo>
                <a:cubicBezTo>
                  <a:pt x="1289299" y="71738"/>
                  <a:pt x="1278520" y="74706"/>
                  <a:pt x="1268334" y="80641"/>
                </a:cubicBezTo>
                <a:close/>
                <a:moveTo>
                  <a:pt x="1189110" y="71738"/>
                </a:moveTo>
                <a:lnTo>
                  <a:pt x="1147775" y="88510"/>
                </a:lnTo>
                <a:lnTo>
                  <a:pt x="1149881" y="93890"/>
                </a:lnTo>
                <a:cubicBezTo>
                  <a:pt x="1153863" y="92396"/>
                  <a:pt x="1157271" y="91650"/>
                  <a:pt x="1160066" y="91650"/>
                </a:cubicBezTo>
                <a:cubicBezTo>
                  <a:pt x="1162651" y="91650"/>
                  <a:pt x="1164700" y="92281"/>
                  <a:pt x="1166193" y="93526"/>
                </a:cubicBezTo>
                <a:cubicBezTo>
                  <a:pt x="1167705" y="94770"/>
                  <a:pt x="1168797" y="96991"/>
                  <a:pt x="1169486" y="100189"/>
                </a:cubicBezTo>
                <a:cubicBezTo>
                  <a:pt x="1170386" y="104573"/>
                  <a:pt x="1170845" y="114203"/>
                  <a:pt x="1170845" y="129079"/>
                </a:cubicBezTo>
                <a:lnTo>
                  <a:pt x="1170845" y="181959"/>
                </a:lnTo>
                <a:cubicBezTo>
                  <a:pt x="1170845" y="190441"/>
                  <a:pt x="1170175" y="196184"/>
                  <a:pt x="1168816" y="199171"/>
                </a:cubicBezTo>
                <a:cubicBezTo>
                  <a:pt x="1167476" y="202177"/>
                  <a:pt x="1165657" y="204321"/>
                  <a:pt x="1163359" y="205623"/>
                </a:cubicBezTo>
                <a:cubicBezTo>
                  <a:pt x="1161062" y="206925"/>
                  <a:pt x="1156563" y="207557"/>
                  <a:pt x="1149881" y="207557"/>
                </a:cubicBezTo>
                <a:lnTo>
                  <a:pt x="1149881" y="212956"/>
                </a:lnTo>
                <a:lnTo>
                  <a:pt x="1216526" y="212956"/>
                </a:lnTo>
                <a:lnTo>
                  <a:pt x="1216526" y="207557"/>
                </a:lnTo>
                <a:cubicBezTo>
                  <a:pt x="1210036" y="207557"/>
                  <a:pt x="1205556" y="206868"/>
                  <a:pt x="1203125" y="205470"/>
                </a:cubicBezTo>
                <a:cubicBezTo>
                  <a:pt x="1200674" y="204072"/>
                  <a:pt x="1198817" y="201947"/>
                  <a:pt x="1197572" y="199094"/>
                </a:cubicBezTo>
                <a:cubicBezTo>
                  <a:pt x="1196328" y="196261"/>
                  <a:pt x="1195696" y="190536"/>
                  <a:pt x="1195696" y="181959"/>
                </a:cubicBezTo>
                <a:lnTo>
                  <a:pt x="1195696" y="71738"/>
                </a:lnTo>
                <a:lnTo>
                  <a:pt x="1189110" y="71738"/>
                </a:lnTo>
                <a:close/>
                <a:moveTo>
                  <a:pt x="1172415" y="4423"/>
                </a:moveTo>
                <a:cubicBezTo>
                  <a:pt x="1169467" y="7371"/>
                  <a:pt x="1167993" y="10932"/>
                  <a:pt x="1167993" y="15125"/>
                </a:cubicBezTo>
                <a:cubicBezTo>
                  <a:pt x="1167993" y="19318"/>
                  <a:pt x="1169486" y="22917"/>
                  <a:pt x="1172492" y="25904"/>
                </a:cubicBezTo>
                <a:cubicBezTo>
                  <a:pt x="1175478" y="28910"/>
                  <a:pt x="1179078" y="30403"/>
                  <a:pt x="1183271" y="30403"/>
                </a:cubicBezTo>
                <a:cubicBezTo>
                  <a:pt x="1187464" y="30403"/>
                  <a:pt x="1191025" y="28910"/>
                  <a:pt x="1193973" y="25904"/>
                </a:cubicBezTo>
                <a:cubicBezTo>
                  <a:pt x="1196921" y="22917"/>
                  <a:pt x="1198396" y="19318"/>
                  <a:pt x="1198396" y="15125"/>
                </a:cubicBezTo>
                <a:cubicBezTo>
                  <a:pt x="1198396" y="10932"/>
                  <a:pt x="1196921" y="7371"/>
                  <a:pt x="1193973" y="4423"/>
                </a:cubicBezTo>
                <a:cubicBezTo>
                  <a:pt x="1191025" y="1474"/>
                  <a:pt x="1187464" y="0"/>
                  <a:pt x="1183271" y="0"/>
                </a:cubicBezTo>
                <a:cubicBezTo>
                  <a:pt x="1178982" y="0"/>
                  <a:pt x="1175364" y="1474"/>
                  <a:pt x="1172415" y="4423"/>
                </a:cubicBezTo>
                <a:close/>
                <a:moveTo>
                  <a:pt x="1098360" y="30690"/>
                </a:moveTo>
                <a:cubicBezTo>
                  <a:pt x="1094263" y="40780"/>
                  <a:pt x="1091066" y="47711"/>
                  <a:pt x="1088768" y="51501"/>
                </a:cubicBezTo>
                <a:cubicBezTo>
                  <a:pt x="1084288" y="58700"/>
                  <a:pt x="1079157" y="64923"/>
                  <a:pt x="1073414" y="70149"/>
                </a:cubicBezTo>
                <a:cubicBezTo>
                  <a:pt x="1067689" y="75395"/>
                  <a:pt x="1062060" y="79128"/>
                  <a:pt x="1056566" y="81311"/>
                </a:cubicBezTo>
                <a:lnTo>
                  <a:pt x="1056566" y="86251"/>
                </a:lnTo>
                <a:lnTo>
                  <a:pt x="1078296" y="86251"/>
                </a:lnTo>
                <a:lnTo>
                  <a:pt x="1078296" y="178513"/>
                </a:lnTo>
                <a:cubicBezTo>
                  <a:pt x="1078296" y="188392"/>
                  <a:pt x="1079330" y="195706"/>
                  <a:pt x="1081436" y="200454"/>
                </a:cubicBezTo>
                <a:cubicBezTo>
                  <a:pt x="1083522" y="205183"/>
                  <a:pt x="1086777" y="208840"/>
                  <a:pt x="1091162" y="211386"/>
                </a:cubicBezTo>
                <a:cubicBezTo>
                  <a:pt x="1095565" y="213932"/>
                  <a:pt x="1100045" y="215196"/>
                  <a:pt x="1104640" y="215196"/>
                </a:cubicBezTo>
                <a:cubicBezTo>
                  <a:pt x="1111437" y="215196"/>
                  <a:pt x="1118023" y="212726"/>
                  <a:pt x="1124417" y="207786"/>
                </a:cubicBezTo>
                <a:cubicBezTo>
                  <a:pt x="1130812" y="202847"/>
                  <a:pt x="1135751" y="195476"/>
                  <a:pt x="1139236" y="185693"/>
                </a:cubicBezTo>
                <a:lnTo>
                  <a:pt x="1133397" y="185693"/>
                </a:lnTo>
                <a:cubicBezTo>
                  <a:pt x="1131712" y="189694"/>
                  <a:pt x="1129299" y="192719"/>
                  <a:pt x="1126217" y="194748"/>
                </a:cubicBezTo>
                <a:cubicBezTo>
                  <a:pt x="1123115" y="196797"/>
                  <a:pt x="1119918" y="197831"/>
                  <a:pt x="1116625" y="197831"/>
                </a:cubicBezTo>
                <a:cubicBezTo>
                  <a:pt x="1112643" y="197831"/>
                  <a:pt x="1109369" y="196280"/>
                  <a:pt x="1106823" y="193178"/>
                </a:cubicBezTo>
                <a:cubicBezTo>
                  <a:pt x="1104276" y="190096"/>
                  <a:pt x="1102993" y="184103"/>
                  <a:pt x="1102993" y="175220"/>
                </a:cubicBezTo>
                <a:lnTo>
                  <a:pt x="1102993" y="86251"/>
                </a:lnTo>
                <a:lnTo>
                  <a:pt x="1135043" y="86251"/>
                </a:lnTo>
                <a:lnTo>
                  <a:pt x="1135043" y="75778"/>
                </a:lnTo>
                <a:lnTo>
                  <a:pt x="1102993" y="75778"/>
                </a:lnTo>
                <a:lnTo>
                  <a:pt x="1102993" y="30690"/>
                </a:lnTo>
                <a:lnTo>
                  <a:pt x="1098360" y="30690"/>
                </a:lnTo>
                <a:close/>
                <a:moveTo>
                  <a:pt x="974795" y="198424"/>
                </a:moveTo>
                <a:cubicBezTo>
                  <a:pt x="969204" y="198424"/>
                  <a:pt x="964265" y="196050"/>
                  <a:pt x="959976" y="191321"/>
                </a:cubicBezTo>
                <a:cubicBezTo>
                  <a:pt x="955688" y="186573"/>
                  <a:pt x="953543" y="180600"/>
                  <a:pt x="953543" y="173420"/>
                </a:cubicBezTo>
                <a:cubicBezTo>
                  <a:pt x="953543" y="167734"/>
                  <a:pt x="955228" y="162488"/>
                  <a:pt x="958636" y="157702"/>
                </a:cubicBezTo>
                <a:cubicBezTo>
                  <a:pt x="962025" y="152896"/>
                  <a:pt x="967673" y="148301"/>
                  <a:pt x="975561" y="143917"/>
                </a:cubicBezTo>
                <a:cubicBezTo>
                  <a:pt x="979945" y="141428"/>
                  <a:pt x="989671" y="137178"/>
                  <a:pt x="1004758" y="131185"/>
                </a:cubicBezTo>
                <a:lnTo>
                  <a:pt x="1004758" y="183453"/>
                </a:lnTo>
                <a:cubicBezTo>
                  <a:pt x="992371" y="193427"/>
                  <a:pt x="982396" y="198424"/>
                  <a:pt x="974795" y="198424"/>
                </a:cubicBezTo>
                <a:close/>
                <a:moveTo>
                  <a:pt x="1009257" y="210563"/>
                </a:moveTo>
                <a:cubicBezTo>
                  <a:pt x="1012148" y="213951"/>
                  <a:pt x="1016034" y="215655"/>
                  <a:pt x="1020936" y="215655"/>
                </a:cubicBezTo>
                <a:cubicBezTo>
                  <a:pt x="1031121" y="215655"/>
                  <a:pt x="1041804" y="208169"/>
                  <a:pt x="1052985" y="193178"/>
                </a:cubicBezTo>
                <a:lnTo>
                  <a:pt x="1052985" y="184812"/>
                </a:lnTo>
                <a:cubicBezTo>
                  <a:pt x="1046993" y="190785"/>
                  <a:pt x="1042953" y="194442"/>
                  <a:pt x="1040847" y="195725"/>
                </a:cubicBezTo>
                <a:cubicBezTo>
                  <a:pt x="1039660" y="196433"/>
                  <a:pt x="1038243" y="196778"/>
                  <a:pt x="1036654" y="196778"/>
                </a:cubicBezTo>
                <a:cubicBezTo>
                  <a:pt x="1035161" y="196778"/>
                  <a:pt x="1033840" y="196280"/>
                  <a:pt x="1032691" y="195284"/>
                </a:cubicBezTo>
                <a:cubicBezTo>
                  <a:pt x="1031542" y="194289"/>
                  <a:pt x="1030719" y="192317"/>
                  <a:pt x="1030221" y="189368"/>
                </a:cubicBezTo>
                <a:cubicBezTo>
                  <a:pt x="1029723" y="186420"/>
                  <a:pt x="1029475" y="178417"/>
                  <a:pt x="1029475" y="165322"/>
                </a:cubicBezTo>
                <a:lnTo>
                  <a:pt x="1029475" y="118760"/>
                </a:lnTo>
                <a:cubicBezTo>
                  <a:pt x="1029475" y="105473"/>
                  <a:pt x="1028575" y="96685"/>
                  <a:pt x="1026775" y="92396"/>
                </a:cubicBezTo>
                <a:cubicBezTo>
                  <a:pt x="1023980" y="85810"/>
                  <a:pt x="1019634" y="80966"/>
                  <a:pt x="1013737" y="77865"/>
                </a:cubicBezTo>
                <a:cubicBezTo>
                  <a:pt x="1005964" y="73768"/>
                  <a:pt x="995970" y="71738"/>
                  <a:pt x="983793" y="71738"/>
                </a:cubicBezTo>
                <a:cubicBezTo>
                  <a:pt x="967922" y="71738"/>
                  <a:pt x="955592" y="75319"/>
                  <a:pt x="946804" y="82517"/>
                </a:cubicBezTo>
                <a:cubicBezTo>
                  <a:pt x="938016" y="89697"/>
                  <a:pt x="933613" y="97585"/>
                  <a:pt x="933613" y="106162"/>
                </a:cubicBezTo>
                <a:cubicBezTo>
                  <a:pt x="933613" y="110661"/>
                  <a:pt x="934800" y="114203"/>
                  <a:pt x="937136" y="116807"/>
                </a:cubicBezTo>
                <a:cubicBezTo>
                  <a:pt x="939491" y="119411"/>
                  <a:pt x="942496" y="120693"/>
                  <a:pt x="946192" y="120693"/>
                </a:cubicBezTo>
                <a:cubicBezTo>
                  <a:pt x="950001" y="120693"/>
                  <a:pt x="953065" y="119449"/>
                  <a:pt x="955420" y="116960"/>
                </a:cubicBezTo>
                <a:cubicBezTo>
                  <a:pt x="957755" y="114471"/>
                  <a:pt x="958923" y="110929"/>
                  <a:pt x="958923" y="106315"/>
                </a:cubicBezTo>
                <a:lnTo>
                  <a:pt x="958636" y="97642"/>
                </a:lnTo>
                <a:cubicBezTo>
                  <a:pt x="958636" y="93239"/>
                  <a:pt x="960532" y="89352"/>
                  <a:pt x="964322" y="85963"/>
                </a:cubicBezTo>
                <a:cubicBezTo>
                  <a:pt x="968017" y="82556"/>
                  <a:pt x="973014" y="80871"/>
                  <a:pt x="979294" y="80871"/>
                </a:cubicBezTo>
                <a:cubicBezTo>
                  <a:pt x="987584" y="80871"/>
                  <a:pt x="993902" y="83417"/>
                  <a:pt x="998248" y="88510"/>
                </a:cubicBezTo>
                <a:cubicBezTo>
                  <a:pt x="1002594" y="93583"/>
                  <a:pt x="1004758" y="102984"/>
                  <a:pt x="1004758" y="116654"/>
                </a:cubicBezTo>
                <a:lnTo>
                  <a:pt x="1004758" y="122053"/>
                </a:lnTo>
                <a:cubicBezTo>
                  <a:pt x="981190" y="130630"/>
                  <a:pt x="964341" y="137924"/>
                  <a:pt x="954214" y="143917"/>
                </a:cubicBezTo>
                <a:cubicBezTo>
                  <a:pt x="944086" y="149910"/>
                  <a:pt x="936963" y="156285"/>
                  <a:pt x="932866" y="163082"/>
                </a:cubicBezTo>
                <a:cubicBezTo>
                  <a:pt x="929880" y="167983"/>
                  <a:pt x="928386" y="173765"/>
                  <a:pt x="928386" y="180466"/>
                </a:cubicBezTo>
                <a:cubicBezTo>
                  <a:pt x="928386" y="191034"/>
                  <a:pt x="931449" y="199573"/>
                  <a:pt x="937595" y="206063"/>
                </a:cubicBezTo>
                <a:cubicBezTo>
                  <a:pt x="943722" y="212554"/>
                  <a:pt x="951533" y="215808"/>
                  <a:pt x="961029" y="215808"/>
                </a:cubicBezTo>
                <a:cubicBezTo>
                  <a:pt x="967118" y="215808"/>
                  <a:pt x="972861" y="214545"/>
                  <a:pt x="978241" y="212056"/>
                </a:cubicBezTo>
                <a:cubicBezTo>
                  <a:pt x="981841" y="210352"/>
                  <a:pt x="990686" y="204072"/>
                  <a:pt x="1004758" y="193178"/>
                </a:cubicBezTo>
                <a:cubicBezTo>
                  <a:pt x="1004853" y="201373"/>
                  <a:pt x="1006347" y="207155"/>
                  <a:pt x="1009257" y="210563"/>
                </a:cubicBezTo>
                <a:close/>
                <a:moveTo>
                  <a:pt x="860688" y="216402"/>
                </a:moveTo>
                <a:cubicBezTo>
                  <a:pt x="876061" y="216804"/>
                  <a:pt x="886343" y="218106"/>
                  <a:pt x="891531" y="220289"/>
                </a:cubicBezTo>
                <a:cubicBezTo>
                  <a:pt x="896624" y="222490"/>
                  <a:pt x="899170" y="226185"/>
                  <a:pt x="899170" y="231374"/>
                </a:cubicBezTo>
                <a:cubicBezTo>
                  <a:pt x="899170" y="238573"/>
                  <a:pt x="894901" y="245331"/>
                  <a:pt x="886362" y="251668"/>
                </a:cubicBezTo>
                <a:cubicBezTo>
                  <a:pt x="877842" y="258005"/>
                  <a:pt x="864574" y="261183"/>
                  <a:pt x="846616" y="261183"/>
                </a:cubicBezTo>
                <a:cubicBezTo>
                  <a:pt x="827738" y="261183"/>
                  <a:pt x="813302" y="258082"/>
                  <a:pt x="803328" y="251898"/>
                </a:cubicBezTo>
                <a:cubicBezTo>
                  <a:pt x="797546" y="248298"/>
                  <a:pt x="794635" y="244106"/>
                  <a:pt x="794635" y="239319"/>
                </a:cubicBezTo>
                <a:cubicBezTo>
                  <a:pt x="794635" y="235624"/>
                  <a:pt x="795842" y="231565"/>
                  <a:pt x="798235" y="227181"/>
                </a:cubicBezTo>
                <a:cubicBezTo>
                  <a:pt x="800628" y="222797"/>
                  <a:pt x="804170" y="218049"/>
                  <a:pt x="808861" y="212956"/>
                </a:cubicBezTo>
                <a:cubicBezTo>
                  <a:pt x="820941" y="214660"/>
                  <a:pt x="838230" y="215808"/>
                  <a:pt x="860688" y="216402"/>
                </a:cubicBezTo>
                <a:close/>
                <a:moveTo>
                  <a:pt x="856035" y="88797"/>
                </a:moveTo>
                <a:cubicBezTo>
                  <a:pt x="862928" y="97795"/>
                  <a:pt x="866374" y="110221"/>
                  <a:pt x="866374" y="126092"/>
                </a:cubicBezTo>
                <a:cubicBezTo>
                  <a:pt x="866374" y="138269"/>
                  <a:pt x="863923" y="147210"/>
                  <a:pt x="859041" y="152896"/>
                </a:cubicBezTo>
                <a:cubicBezTo>
                  <a:pt x="854140" y="158582"/>
                  <a:pt x="847898" y="161435"/>
                  <a:pt x="840317" y="161435"/>
                </a:cubicBezTo>
                <a:cubicBezTo>
                  <a:pt x="832333" y="161435"/>
                  <a:pt x="825747" y="158142"/>
                  <a:pt x="820559" y="151556"/>
                </a:cubicBezTo>
                <a:cubicBezTo>
                  <a:pt x="813762" y="142864"/>
                  <a:pt x="810373" y="130630"/>
                  <a:pt x="810373" y="114854"/>
                </a:cubicBezTo>
                <a:cubicBezTo>
                  <a:pt x="810373" y="102678"/>
                  <a:pt x="812862" y="93641"/>
                  <a:pt x="817859" y="87744"/>
                </a:cubicBezTo>
                <a:cubicBezTo>
                  <a:pt x="822837" y="81866"/>
                  <a:pt x="829040" y="78918"/>
                  <a:pt x="836430" y="78918"/>
                </a:cubicBezTo>
                <a:cubicBezTo>
                  <a:pt x="844414" y="78918"/>
                  <a:pt x="850942" y="82211"/>
                  <a:pt x="856035" y="88797"/>
                </a:cubicBezTo>
                <a:close/>
                <a:moveTo>
                  <a:pt x="790672" y="182859"/>
                </a:moveTo>
                <a:cubicBezTo>
                  <a:pt x="787820" y="187550"/>
                  <a:pt x="786403" y="191647"/>
                  <a:pt x="786403" y="195131"/>
                </a:cubicBezTo>
                <a:cubicBezTo>
                  <a:pt x="786403" y="198233"/>
                  <a:pt x="787475" y="201009"/>
                  <a:pt x="789619" y="203440"/>
                </a:cubicBezTo>
                <a:cubicBezTo>
                  <a:pt x="791764" y="205891"/>
                  <a:pt x="795440" y="208667"/>
                  <a:pt x="800628" y="211750"/>
                </a:cubicBezTo>
                <a:cubicBezTo>
                  <a:pt x="791151" y="221648"/>
                  <a:pt x="786058" y="227028"/>
                  <a:pt x="785350" y="227928"/>
                </a:cubicBezTo>
                <a:cubicBezTo>
                  <a:pt x="780066" y="234514"/>
                  <a:pt x="776562" y="239664"/>
                  <a:pt x="774877" y="243359"/>
                </a:cubicBezTo>
                <a:cubicBezTo>
                  <a:pt x="773767" y="245752"/>
                  <a:pt x="773231" y="248145"/>
                  <a:pt x="773231" y="250538"/>
                </a:cubicBezTo>
                <a:cubicBezTo>
                  <a:pt x="773231" y="255938"/>
                  <a:pt x="776964" y="261126"/>
                  <a:pt x="784450" y="266123"/>
                </a:cubicBezTo>
                <a:cubicBezTo>
                  <a:pt x="797737" y="274815"/>
                  <a:pt x="814011" y="279142"/>
                  <a:pt x="833271" y="279142"/>
                </a:cubicBezTo>
                <a:cubicBezTo>
                  <a:pt x="858333" y="279142"/>
                  <a:pt x="878665" y="271867"/>
                  <a:pt x="894231" y="257278"/>
                </a:cubicBezTo>
                <a:cubicBezTo>
                  <a:pt x="904818" y="247399"/>
                  <a:pt x="910102" y="236811"/>
                  <a:pt x="910102" y="225534"/>
                </a:cubicBezTo>
                <a:cubicBezTo>
                  <a:pt x="910102" y="217359"/>
                  <a:pt x="907345" y="210467"/>
                  <a:pt x="901793" y="204876"/>
                </a:cubicBezTo>
                <a:cubicBezTo>
                  <a:pt x="896260" y="199267"/>
                  <a:pt x="888831" y="195840"/>
                  <a:pt x="879565" y="194538"/>
                </a:cubicBezTo>
                <a:cubicBezTo>
                  <a:pt x="873458" y="193638"/>
                  <a:pt x="860132" y="192949"/>
                  <a:pt x="839570" y="192432"/>
                </a:cubicBezTo>
                <a:cubicBezTo>
                  <a:pt x="828389" y="192145"/>
                  <a:pt x="821401" y="191781"/>
                  <a:pt x="818606" y="191398"/>
                </a:cubicBezTo>
                <a:cubicBezTo>
                  <a:pt x="813819" y="190690"/>
                  <a:pt x="810584" y="189541"/>
                  <a:pt x="808937" y="187952"/>
                </a:cubicBezTo>
                <a:cubicBezTo>
                  <a:pt x="807291" y="186343"/>
                  <a:pt x="806467" y="184697"/>
                  <a:pt x="806467" y="182993"/>
                </a:cubicBezTo>
                <a:cubicBezTo>
                  <a:pt x="806467" y="181002"/>
                  <a:pt x="807252" y="178590"/>
                  <a:pt x="808803" y="175737"/>
                </a:cubicBezTo>
                <a:cubicBezTo>
                  <a:pt x="810335" y="172903"/>
                  <a:pt x="813302" y="169572"/>
                  <a:pt x="817706" y="165781"/>
                </a:cubicBezTo>
                <a:cubicBezTo>
                  <a:pt x="824790" y="167772"/>
                  <a:pt x="831740" y="168768"/>
                  <a:pt x="838517" y="168768"/>
                </a:cubicBezTo>
                <a:cubicBezTo>
                  <a:pt x="855001" y="168768"/>
                  <a:pt x="868116" y="164230"/>
                  <a:pt x="877919" y="155155"/>
                </a:cubicBezTo>
                <a:cubicBezTo>
                  <a:pt x="887702" y="146061"/>
                  <a:pt x="892584" y="135129"/>
                  <a:pt x="892584" y="122340"/>
                </a:cubicBezTo>
                <a:cubicBezTo>
                  <a:pt x="892584" y="111159"/>
                  <a:pt x="889789" y="101988"/>
                  <a:pt x="884198" y="94790"/>
                </a:cubicBezTo>
                <a:lnTo>
                  <a:pt x="902023" y="94790"/>
                </a:lnTo>
                <a:cubicBezTo>
                  <a:pt x="906311" y="94790"/>
                  <a:pt x="908839" y="94656"/>
                  <a:pt x="909585" y="94349"/>
                </a:cubicBezTo>
                <a:cubicBezTo>
                  <a:pt x="910332" y="94043"/>
                  <a:pt x="910849" y="93641"/>
                  <a:pt x="911155" y="93143"/>
                </a:cubicBezTo>
                <a:cubicBezTo>
                  <a:pt x="911653" y="92147"/>
                  <a:pt x="911902" y="90348"/>
                  <a:pt x="911902" y="87744"/>
                </a:cubicBezTo>
                <a:cubicBezTo>
                  <a:pt x="911902" y="85466"/>
                  <a:pt x="911615" y="83857"/>
                  <a:pt x="911002" y="82958"/>
                </a:cubicBezTo>
                <a:cubicBezTo>
                  <a:pt x="910715" y="82364"/>
                  <a:pt x="910198" y="81943"/>
                  <a:pt x="909509" y="81694"/>
                </a:cubicBezTo>
                <a:cubicBezTo>
                  <a:pt x="908800" y="81445"/>
                  <a:pt x="906311" y="81311"/>
                  <a:pt x="902023" y="81311"/>
                </a:cubicBezTo>
                <a:lnTo>
                  <a:pt x="872960" y="81311"/>
                </a:lnTo>
                <a:cubicBezTo>
                  <a:pt x="863387" y="74916"/>
                  <a:pt x="852053" y="71738"/>
                  <a:pt x="838977" y="71738"/>
                </a:cubicBezTo>
                <a:cubicBezTo>
                  <a:pt x="822990" y="71738"/>
                  <a:pt x="809894" y="76620"/>
                  <a:pt x="799652" y="86404"/>
                </a:cubicBezTo>
                <a:cubicBezTo>
                  <a:pt x="789428" y="96187"/>
                  <a:pt x="784316" y="107885"/>
                  <a:pt x="784316" y="121459"/>
                </a:cubicBezTo>
                <a:cubicBezTo>
                  <a:pt x="784316" y="130343"/>
                  <a:pt x="786556" y="138441"/>
                  <a:pt x="791055" y="145793"/>
                </a:cubicBezTo>
                <a:cubicBezTo>
                  <a:pt x="795535" y="153126"/>
                  <a:pt x="801987" y="158851"/>
                  <a:pt x="810373" y="162929"/>
                </a:cubicBezTo>
                <a:cubicBezTo>
                  <a:pt x="800092" y="171525"/>
                  <a:pt x="793525" y="178168"/>
                  <a:pt x="790672" y="182859"/>
                </a:cubicBezTo>
                <a:close/>
                <a:moveTo>
                  <a:pt x="672066" y="91879"/>
                </a:moveTo>
                <a:cubicBezTo>
                  <a:pt x="678594" y="85427"/>
                  <a:pt x="686023" y="82211"/>
                  <a:pt x="694294" y="82211"/>
                </a:cubicBezTo>
                <a:cubicBezTo>
                  <a:pt x="699693" y="82211"/>
                  <a:pt x="704862" y="83819"/>
                  <a:pt x="709802" y="86997"/>
                </a:cubicBezTo>
                <a:cubicBezTo>
                  <a:pt x="714741" y="90214"/>
                  <a:pt x="718455" y="94598"/>
                  <a:pt x="720963" y="100189"/>
                </a:cubicBezTo>
                <a:cubicBezTo>
                  <a:pt x="722553" y="103769"/>
                  <a:pt x="723606" y="109972"/>
                  <a:pt x="724103" y="118760"/>
                </a:cubicBezTo>
                <a:lnTo>
                  <a:pt x="660598" y="118760"/>
                </a:lnTo>
                <a:cubicBezTo>
                  <a:pt x="661708" y="107272"/>
                  <a:pt x="665518" y="98312"/>
                  <a:pt x="672066" y="91879"/>
                </a:cubicBezTo>
                <a:close/>
                <a:moveTo>
                  <a:pt x="755406" y="127433"/>
                </a:moveTo>
                <a:cubicBezTo>
                  <a:pt x="755406" y="110470"/>
                  <a:pt x="750467" y="96915"/>
                  <a:pt x="740568" y="86787"/>
                </a:cubicBezTo>
                <a:cubicBezTo>
                  <a:pt x="730689" y="76640"/>
                  <a:pt x="718053" y="71585"/>
                  <a:pt x="702679" y="71585"/>
                </a:cubicBezTo>
                <a:cubicBezTo>
                  <a:pt x="684510" y="71585"/>
                  <a:pt x="669424" y="78152"/>
                  <a:pt x="657381" y="91267"/>
                </a:cubicBezTo>
                <a:cubicBezTo>
                  <a:pt x="645358" y="104401"/>
                  <a:pt x="639346" y="122704"/>
                  <a:pt x="639346" y="146157"/>
                </a:cubicBezTo>
                <a:cubicBezTo>
                  <a:pt x="639346" y="167830"/>
                  <a:pt x="645205" y="185080"/>
                  <a:pt x="656941" y="197907"/>
                </a:cubicBezTo>
                <a:cubicBezTo>
                  <a:pt x="668658" y="210735"/>
                  <a:pt x="682768" y="217149"/>
                  <a:pt x="699252" y="217149"/>
                </a:cubicBezTo>
                <a:cubicBezTo>
                  <a:pt x="714416" y="217149"/>
                  <a:pt x="727052" y="211539"/>
                  <a:pt x="737141" y="200301"/>
                </a:cubicBezTo>
                <a:cubicBezTo>
                  <a:pt x="747212" y="189062"/>
                  <a:pt x="753300" y="176618"/>
                  <a:pt x="755406" y="162929"/>
                </a:cubicBezTo>
                <a:lnTo>
                  <a:pt x="750754" y="159942"/>
                </a:lnTo>
                <a:cubicBezTo>
                  <a:pt x="746274" y="171908"/>
                  <a:pt x="740702" y="180389"/>
                  <a:pt x="734059" y="185329"/>
                </a:cubicBezTo>
                <a:cubicBezTo>
                  <a:pt x="727415" y="190268"/>
                  <a:pt x="719604" y="192738"/>
                  <a:pt x="710625" y="192738"/>
                </a:cubicBezTo>
                <a:cubicBezTo>
                  <a:pt x="697146" y="192738"/>
                  <a:pt x="685410" y="186956"/>
                  <a:pt x="675435" y="175373"/>
                </a:cubicBezTo>
                <a:cubicBezTo>
                  <a:pt x="665441" y="163790"/>
                  <a:pt x="660502" y="147804"/>
                  <a:pt x="660598" y="127433"/>
                </a:cubicBezTo>
                <a:lnTo>
                  <a:pt x="755406" y="127433"/>
                </a:lnTo>
                <a:close/>
                <a:moveTo>
                  <a:pt x="569254" y="71738"/>
                </a:moveTo>
                <a:lnTo>
                  <a:pt x="527766" y="88510"/>
                </a:lnTo>
                <a:lnTo>
                  <a:pt x="529259" y="93890"/>
                </a:lnTo>
                <a:cubicBezTo>
                  <a:pt x="533165" y="92396"/>
                  <a:pt x="536649" y="91650"/>
                  <a:pt x="539751" y="91650"/>
                </a:cubicBezTo>
                <a:cubicBezTo>
                  <a:pt x="542336" y="91650"/>
                  <a:pt x="544518" y="92358"/>
                  <a:pt x="546260" y="93737"/>
                </a:cubicBezTo>
                <a:cubicBezTo>
                  <a:pt x="548003" y="95153"/>
                  <a:pt x="549209" y="97355"/>
                  <a:pt x="549860" y="100418"/>
                </a:cubicBezTo>
                <a:cubicBezTo>
                  <a:pt x="550511" y="103462"/>
                  <a:pt x="550836" y="112959"/>
                  <a:pt x="550836" y="128945"/>
                </a:cubicBezTo>
                <a:lnTo>
                  <a:pt x="550836" y="182112"/>
                </a:lnTo>
                <a:cubicBezTo>
                  <a:pt x="550836" y="190096"/>
                  <a:pt x="550587" y="194940"/>
                  <a:pt x="550090" y="196625"/>
                </a:cubicBezTo>
                <a:cubicBezTo>
                  <a:pt x="549075" y="200128"/>
                  <a:pt x="547333" y="202675"/>
                  <a:pt x="544844" y="204264"/>
                </a:cubicBezTo>
                <a:cubicBezTo>
                  <a:pt x="541436" y="206465"/>
                  <a:pt x="536247" y="207557"/>
                  <a:pt x="529259" y="207557"/>
                </a:cubicBezTo>
                <a:lnTo>
                  <a:pt x="529259" y="212956"/>
                </a:lnTo>
                <a:lnTo>
                  <a:pt x="599504" y="212956"/>
                </a:lnTo>
                <a:lnTo>
                  <a:pt x="599504" y="207557"/>
                </a:lnTo>
                <a:cubicBezTo>
                  <a:pt x="593320" y="207557"/>
                  <a:pt x="588572" y="206657"/>
                  <a:pt x="585279" y="204876"/>
                </a:cubicBezTo>
                <a:cubicBezTo>
                  <a:pt x="581986" y="203077"/>
                  <a:pt x="579689" y="200818"/>
                  <a:pt x="578387" y="198137"/>
                </a:cubicBezTo>
                <a:cubicBezTo>
                  <a:pt x="576491" y="194231"/>
                  <a:pt x="575534" y="188488"/>
                  <a:pt x="575534" y="180906"/>
                </a:cubicBezTo>
                <a:lnTo>
                  <a:pt x="575534" y="115160"/>
                </a:lnTo>
                <a:cubicBezTo>
                  <a:pt x="580339" y="105779"/>
                  <a:pt x="584973" y="99040"/>
                  <a:pt x="589472" y="94943"/>
                </a:cubicBezTo>
                <a:cubicBezTo>
                  <a:pt x="591559" y="92952"/>
                  <a:pt x="593512" y="91956"/>
                  <a:pt x="595311" y="91956"/>
                </a:cubicBezTo>
                <a:cubicBezTo>
                  <a:pt x="597398" y="91956"/>
                  <a:pt x="600634" y="93660"/>
                  <a:pt x="604961" y="97106"/>
                </a:cubicBezTo>
                <a:cubicBezTo>
                  <a:pt x="609307" y="100571"/>
                  <a:pt x="613232" y="102275"/>
                  <a:pt x="616716" y="102275"/>
                </a:cubicBezTo>
                <a:cubicBezTo>
                  <a:pt x="620315" y="102275"/>
                  <a:pt x="623417" y="100935"/>
                  <a:pt x="626002" y="98236"/>
                </a:cubicBezTo>
                <a:cubicBezTo>
                  <a:pt x="628605" y="95536"/>
                  <a:pt x="629907" y="92243"/>
                  <a:pt x="629907" y="88357"/>
                </a:cubicBezTo>
                <a:cubicBezTo>
                  <a:pt x="629907" y="83953"/>
                  <a:pt x="628108" y="80086"/>
                  <a:pt x="624508" y="76735"/>
                </a:cubicBezTo>
                <a:cubicBezTo>
                  <a:pt x="620909" y="73404"/>
                  <a:pt x="616371" y="71738"/>
                  <a:pt x="610877" y="71738"/>
                </a:cubicBezTo>
                <a:cubicBezTo>
                  <a:pt x="598796" y="71738"/>
                  <a:pt x="587021" y="82019"/>
                  <a:pt x="575534" y="102582"/>
                </a:cubicBezTo>
                <a:lnTo>
                  <a:pt x="575534" y="71738"/>
                </a:lnTo>
                <a:lnTo>
                  <a:pt x="569254" y="71738"/>
                </a:lnTo>
                <a:close/>
                <a:moveTo>
                  <a:pt x="469066" y="216402"/>
                </a:moveTo>
                <a:cubicBezTo>
                  <a:pt x="484439" y="216804"/>
                  <a:pt x="494721" y="218106"/>
                  <a:pt x="499909" y="220289"/>
                </a:cubicBezTo>
                <a:cubicBezTo>
                  <a:pt x="505002" y="222490"/>
                  <a:pt x="507548" y="226185"/>
                  <a:pt x="507548" y="231374"/>
                </a:cubicBezTo>
                <a:cubicBezTo>
                  <a:pt x="507548" y="238573"/>
                  <a:pt x="503279" y="245331"/>
                  <a:pt x="494740" y="251668"/>
                </a:cubicBezTo>
                <a:cubicBezTo>
                  <a:pt x="486201" y="258005"/>
                  <a:pt x="472952" y="261183"/>
                  <a:pt x="454975" y="261183"/>
                </a:cubicBezTo>
                <a:cubicBezTo>
                  <a:pt x="436116" y="261183"/>
                  <a:pt x="421680" y="258082"/>
                  <a:pt x="411706" y="251898"/>
                </a:cubicBezTo>
                <a:cubicBezTo>
                  <a:pt x="405905" y="248298"/>
                  <a:pt x="403014" y="244106"/>
                  <a:pt x="403014" y="239319"/>
                </a:cubicBezTo>
                <a:cubicBezTo>
                  <a:pt x="403014" y="235624"/>
                  <a:pt x="404220" y="231565"/>
                  <a:pt x="406613" y="227181"/>
                </a:cubicBezTo>
                <a:cubicBezTo>
                  <a:pt x="409006" y="222797"/>
                  <a:pt x="412548" y="218049"/>
                  <a:pt x="417239" y="212956"/>
                </a:cubicBezTo>
                <a:cubicBezTo>
                  <a:pt x="429319" y="214660"/>
                  <a:pt x="446589" y="215808"/>
                  <a:pt x="469066" y="216402"/>
                </a:cubicBezTo>
                <a:close/>
                <a:moveTo>
                  <a:pt x="464413" y="88797"/>
                </a:moveTo>
                <a:cubicBezTo>
                  <a:pt x="471306" y="97795"/>
                  <a:pt x="474752" y="110221"/>
                  <a:pt x="474752" y="126092"/>
                </a:cubicBezTo>
                <a:cubicBezTo>
                  <a:pt x="474752" y="138269"/>
                  <a:pt x="472301" y="147210"/>
                  <a:pt x="467419" y="152896"/>
                </a:cubicBezTo>
                <a:cubicBezTo>
                  <a:pt x="462518" y="158582"/>
                  <a:pt x="456276" y="161435"/>
                  <a:pt x="448695" y="161435"/>
                </a:cubicBezTo>
                <a:cubicBezTo>
                  <a:pt x="440711" y="161435"/>
                  <a:pt x="434106" y="158142"/>
                  <a:pt x="428917" y="151556"/>
                </a:cubicBezTo>
                <a:cubicBezTo>
                  <a:pt x="422140" y="142864"/>
                  <a:pt x="418732" y="130630"/>
                  <a:pt x="418732" y="114854"/>
                </a:cubicBezTo>
                <a:cubicBezTo>
                  <a:pt x="418732" y="102678"/>
                  <a:pt x="421240" y="93641"/>
                  <a:pt x="426237" y="87744"/>
                </a:cubicBezTo>
                <a:cubicBezTo>
                  <a:pt x="431215" y="81866"/>
                  <a:pt x="437418" y="78918"/>
                  <a:pt x="444808" y="78918"/>
                </a:cubicBezTo>
                <a:cubicBezTo>
                  <a:pt x="452792" y="78918"/>
                  <a:pt x="459321" y="82211"/>
                  <a:pt x="464413" y="88797"/>
                </a:cubicBezTo>
                <a:close/>
                <a:moveTo>
                  <a:pt x="399050" y="182859"/>
                </a:moveTo>
                <a:cubicBezTo>
                  <a:pt x="396198" y="187550"/>
                  <a:pt x="394781" y="191647"/>
                  <a:pt x="394781" y="195131"/>
                </a:cubicBezTo>
                <a:cubicBezTo>
                  <a:pt x="394781" y="198233"/>
                  <a:pt x="395853" y="201009"/>
                  <a:pt x="397997" y="203440"/>
                </a:cubicBezTo>
                <a:cubicBezTo>
                  <a:pt x="400142" y="205891"/>
                  <a:pt x="403818" y="208667"/>
                  <a:pt x="409006" y="211750"/>
                </a:cubicBezTo>
                <a:cubicBezTo>
                  <a:pt x="399529" y="221648"/>
                  <a:pt x="394436" y="227028"/>
                  <a:pt x="393728" y="227928"/>
                </a:cubicBezTo>
                <a:cubicBezTo>
                  <a:pt x="388444" y="234514"/>
                  <a:pt x="384940" y="239664"/>
                  <a:pt x="383255" y="243359"/>
                </a:cubicBezTo>
                <a:cubicBezTo>
                  <a:pt x="382145" y="245752"/>
                  <a:pt x="381609" y="248145"/>
                  <a:pt x="381609" y="250538"/>
                </a:cubicBezTo>
                <a:cubicBezTo>
                  <a:pt x="381609" y="255938"/>
                  <a:pt x="385342" y="261126"/>
                  <a:pt x="392828" y="266123"/>
                </a:cubicBezTo>
                <a:cubicBezTo>
                  <a:pt x="406115" y="274815"/>
                  <a:pt x="422389" y="279142"/>
                  <a:pt x="441649" y="279142"/>
                </a:cubicBezTo>
                <a:cubicBezTo>
                  <a:pt x="466711" y="279142"/>
                  <a:pt x="487024" y="271867"/>
                  <a:pt x="502609" y="257278"/>
                </a:cubicBezTo>
                <a:cubicBezTo>
                  <a:pt x="513196" y="247399"/>
                  <a:pt x="518480" y="236811"/>
                  <a:pt x="518480" y="225534"/>
                </a:cubicBezTo>
                <a:cubicBezTo>
                  <a:pt x="518480" y="217359"/>
                  <a:pt x="515704" y="210467"/>
                  <a:pt x="510171" y="204876"/>
                </a:cubicBezTo>
                <a:cubicBezTo>
                  <a:pt x="504638" y="199267"/>
                  <a:pt x="497210" y="195840"/>
                  <a:pt x="487924" y="194538"/>
                </a:cubicBezTo>
                <a:cubicBezTo>
                  <a:pt x="481836" y="193638"/>
                  <a:pt x="468510" y="192949"/>
                  <a:pt x="447948" y="192432"/>
                </a:cubicBezTo>
                <a:cubicBezTo>
                  <a:pt x="436767" y="192145"/>
                  <a:pt x="429779" y="191781"/>
                  <a:pt x="426984" y="191398"/>
                </a:cubicBezTo>
                <a:cubicBezTo>
                  <a:pt x="422178" y="190690"/>
                  <a:pt x="418962" y="189541"/>
                  <a:pt x="417315" y="187952"/>
                </a:cubicBezTo>
                <a:cubicBezTo>
                  <a:pt x="415669" y="186343"/>
                  <a:pt x="414845" y="184697"/>
                  <a:pt x="414845" y="182993"/>
                </a:cubicBezTo>
                <a:cubicBezTo>
                  <a:pt x="414845" y="181002"/>
                  <a:pt x="415611" y="178590"/>
                  <a:pt x="417162" y="175737"/>
                </a:cubicBezTo>
                <a:cubicBezTo>
                  <a:pt x="418713" y="172903"/>
                  <a:pt x="421680" y="169572"/>
                  <a:pt x="426084" y="165781"/>
                </a:cubicBezTo>
                <a:cubicBezTo>
                  <a:pt x="433168" y="167772"/>
                  <a:pt x="440098" y="168768"/>
                  <a:pt x="446895" y="168768"/>
                </a:cubicBezTo>
                <a:cubicBezTo>
                  <a:pt x="463360" y="168768"/>
                  <a:pt x="476494" y="164230"/>
                  <a:pt x="486277" y="155155"/>
                </a:cubicBezTo>
                <a:cubicBezTo>
                  <a:pt x="496061" y="146061"/>
                  <a:pt x="500962" y="135129"/>
                  <a:pt x="500962" y="122340"/>
                </a:cubicBezTo>
                <a:cubicBezTo>
                  <a:pt x="500962" y="111159"/>
                  <a:pt x="498167" y="101988"/>
                  <a:pt x="492576" y="94790"/>
                </a:cubicBezTo>
                <a:lnTo>
                  <a:pt x="510401" y="94790"/>
                </a:lnTo>
                <a:cubicBezTo>
                  <a:pt x="514689" y="94790"/>
                  <a:pt x="517217" y="94656"/>
                  <a:pt x="517963" y="94349"/>
                </a:cubicBezTo>
                <a:cubicBezTo>
                  <a:pt x="518710" y="94043"/>
                  <a:pt x="519227" y="93641"/>
                  <a:pt x="519533" y="93143"/>
                </a:cubicBezTo>
                <a:cubicBezTo>
                  <a:pt x="520031" y="92147"/>
                  <a:pt x="520280" y="90348"/>
                  <a:pt x="520280" y="87744"/>
                </a:cubicBezTo>
                <a:cubicBezTo>
                  <a:pt x="520280" y="85466"/>
                  <a:pt x="519974" y="83857"/>
                  <a:pt x="519380" y="82958"/>
                </a:cubicBezTo>
                <a:cubicBezTo>
                  <a:pt x="519074" y="82364"/>
                  <a:pt x="518576" y="81943"/>
                  <a:pt x="517887" y="81694"/>
                </a:cubicBezTo>
                <a:cubicBezTo>
                  <a:pt x="517178" y="81445"/>
                  <a:pt x="514689" y="81311"/>
                  <a:pt x="510401" y="81311"/>
                </a:cubicBezTo>
                <a:lnTo>
                  <a:pt x="481338" y="81311"/>
                </a:lnTo>
                <a:cubicBezTo>
                  <a:pt x="471765" y="74916"/>
                  <a:pt x="460431" y="71738"/>
                  <a:pt x="447355" y="71738"/>
                </a:cubicBezTo>
                <a:cubicBezTo>
                  <a:pt x="431368" y="71738"/>
                  <a:pt x="418273" y="76620"/>
                  <a:pt x="408030" y="86404"/>
                </a:cubicBezTo>
                <a:cubicBezTo>
                  <a:pt x="397806" y="96187"/>
                  <a:pt x="392675" y="107885"/>
                  <a:pt x="392675" y="121459"/>
                </a:cubicBezTo>
                <a:cubicBezTo>
                  <a:pt x="392675" y="130343"/>
                  <a:pt x="394934" y="138441"/>
                  <a:pt x="399414" y="145793"/>
                </a:cubicBezTo>
                <a:cubicBezTo>
                  <a:pt x="403913" y="153126"/>
                  <a:pt x="410346" y="158851"/>
                  <a:pt x="418732" y="162929"/>
                </a:cubicBezTo>
                <a:cubicBezTo>
                  <a:pt x="408451" y="171525"/>
                  <a:pt x="401884" y="178168"/>
                  <a:pt x="399050" y="182859"/>
                </a:cubicBezTo>
                <a:close/>
                <a:moveTo>
                  <a:pt x="315710" y="216402"/>
                </a:moveTo>
                <a:cubicBezTo>
                  <a:pt x="331084" y="216804"/>
                  <a:pt x="341365" y="218106"/>
                  <a:pt x="346553" y="220289"/>
                </a:cubicBezTo>
                <a:cubicBezTo>
                  <a:pt x="351646" y="222490"/>
                  <a:pt x="354192" y="226185"/>
                  <a:pt x="354192" y="231374"/>
                </a:cubicBezTo>
                <a:cubicBezTo>
                  <a:pt x="354192" y="238573"/>
                  <a:pt x="349923" y="245331"/>
                  <a:pt x="341384" y="251668"/>
                </a:cubicBezTo>
                <a:cubicBezTo>
                  <a:pt x="332845" y="258005"/>
                  <a:pt x="319596" y="261183"/>
                  <a:pt x="301619" y="261183"/>
                </a:cubicBezTo>
                <a:cubicBezTo>
                  <a:pt x="282760" y="261183"/>
                  <a:pt x="268325" y="258082"/>
                  <a:pt x="258350" y="251898"/>
                </a:cubicBezTo>
                <a:cubicBezTo>
                  <a:pt x="252549" y="248298"/>
                  <a:pt x="249658" y="244106"/>
                  <a:pt x="249658" y="239319"/>
                </a:cubicBezTo>
                <a:cubicBezTo>
                  <a:pt x="249658" y="235624"/>
                  <a:pt x="250864" y="231565"/>
                  <a:pt x="253257" y="227181"/>
                </a:cubicBezTo>
                <a:cubicBezTo>
                  <a:pt x="255650" y="222797"/>
                  <a:pt x="259192" y="218049"/>
                  <a:pt x="263883" y="212956"/>
                </a:cubicBezTo>
                <a:cubicBezTo>
                  <a:pt x="275964" y="214660"/>
                  <a:pt x="293233" y="215808"/>
                  <a:pt x="315710" y="216402"/>
                </a:cubicBezTo>
                <a:close/>
                <a:moveTo>
                  <a:pt x="311058" y="88797"/>
                </a:moveTo>
                <a:cubicBezTo>
                  <a:pt x="317950" y="97795"/>
                  <a:pt x="321396" y="110221"/>
                  <a:pt x="321396" y="126092"/>
                </a:cubicBezTo>
                <a:cubicBezTo>
                  <a:pt x="321396" y="138269"/>
                  <a:pt x="318945" y="147210"/>
                  <a:pt x="314063" y="152896"/>
                </a:cubicBezTo>
                <a:cubicBezTo>
                  <a:pt x="309162" y="158582"/>
                  <a:pt x="302921" y="161435"/>
                  <a:pt x="295339" y="161435"/>
                </a:cubicBezTo>
                <a:cubicBezTo>
                  <a:pt x="287355" y="161435"/>
                  <a:pt x="280750" y="158142"/>
                  <a:pt x="275562" y="151556"/>
                </a:cubicBezTo>
                <a:cubicBezTo>
                  <a:pt x="268784" y="142864"/>
                  <a:pt x="265376" y="130630"/>
                  <a:pt x="265376" y="114854"/>
                </a:cubicBezTo>
                <a:cubicBezTo>
                  <a:pt x="265376" y="102678"/>
                  <a:pt x="267884" y="93641"/>
                  <a:pt x="272881" y="87744"/>
                </a:cubicBezTo>
                <a:cubicBezTo>
                  <a:pt x="277859" y="81866"/>
                  <a:pt x="284062" y="78918"/>
                  <a:pt x="291452" y="78918"/>
                </a:cubicBezTo>
                <a:cubicBezTo>
                  <a:pt x="299436" y="78918"/>
                  <a:pt x="305965" y="82211"/>
                  <a:pt x="311058" y="88797"/>
                </a:cubicBezTo>
                <a:close/>
                <a:moveTo>
                  <a:pt x="245695" y="182859"/>
                </a:moveTo>
                <a:cubicBezTo>
                  <a:pt x="242842" y="187550"/>
                  <a:pt x="241425" y="191647"/>
                  <a:pt x="241425" y="195131"/>
                </a:cubicBezTo>
                <a:cubicBezTo>
                  <a:pt x="241425" y="198233"/>
                  <a:pt x="242497" y="201009"/>
                  <a:pt x="244642" y="203440"/>
                </a:cubicBezTo>
                <a:cubicBezTo>
                  <a:pt x="246786" y="205891"/>
                  <a:pt x="250462" y="208667"/>
                  <a:pt x="255650" y="211750"/>
                </a:cubicBezTo>
                <a:cubicBezTo>
                  <a:pt x="246173" y="221648"/>
                  <a:pt x="241081" y="227028"/>
                  <a:pt x="240372" y="227928"/>
                </a:cubicBezTo>
                <a:cubicBezTo>
                  <a:pt x="235088" y="234514"/>
                  <a:pt x="231584" y="239664"/>
                  <a:pt x="229900" y="243359"/>
                </a:cubicBezTo>
                <a:cubicBezTo>
                  <a:pt x="228789" y="245752"/>
                  <a:pt x="228253" y="248145"/>
                  <a:pt x="228253" y="250538"/>
                </a:cubicBezTo>
                <a:cubicBezTo>
                  <a:pt x="228253" y="255938"/>
                  <a:pt x="231986" y="261126"/>
                  <a:pt x="239472" y="266123"/>
                </a:cubicBezTo>
                <a:cubicBezTo>
                  <a:pt x="252759" y="274815"/>
                  <a:pt x="269033" y="279142"/>
                  <a:pt x="288293" y="279142"/>
                </a:cubicBezTo>
                <a:cubicBezTo>
                  <a:pt x="313355" y="279142"/>
                  <a:pt x="333668" y="271867"/>
                  <a:pt x="349253" y="257278"/>
                </a:cubicBezTo>
                <a:cubicBezTo>
                  <a:pt x="359840" y="247399"/>
                  <a:pt x="365125" y="236811"/>
                  <a:pt x="365125" y="225534"/>
                </a:cubicBezTo>
                <a:cubicBezTo>
                  <a:pt x="365125" y="217359"/>
                  <a:pt x="362348" y="210467"/>
                  <a:pt x="356815" y="204876"/>
                </a:cubicBezTo>
                <a:cubicBezTo>
                  <a:pt x="351263" y="199267"/>
                  <a:pt x="343854" y="195840"/>
                  <a:pt x="334568" y="194538"/>
                </a:cubicBezTo>
                <a:cubicBezTo>
                  <a:pt x="328480" y="193638"/>
                  <a:pt x="315155" y="192949"/>
                  <a:pt x="294592" y="192432"/>
                </a:cubicBezTo>
                <a:cubicBezTo>
                  <a:pt x="283411" y="192145"/>
                  <a:pt x="276423" y="191781"/>
                  <a:pt x="273628" y="191398"/>
                </a:cubicBezTo>
                <a:cubicBezTo>
                  <a:pt x="268822" y="190690"/>
                  <a:pt x="265606" y="189541"/>
                  <a:pt x="263960" y="187952"/>
                </a:cubicBezTo>
                <a:cubicBezTo>
                  <a:pt x="262313" y="186343"/>
                  <a:pt x="261490" y="184697"/>
                  <a:pt x="261490" y="182993"/>
                </a:cubicBezTo>
                <a:cubicBezTo>
                  <a:pt x="261490" y="181002"/>
                  <a:pt x="262256" y="178590"/>
                  <a:pt x="263806" y="175737"/>
                </a:cubicBezTo>
                <a:cubicBezTo>
                  <a:pt x="265357" y="172903"/>
                  <a:pt x="268325" y="169572"/>
                  <a:pt x="272728" y="165781"/>
                </a:cubicBezTo>
                <a:cubicBezTo>
                  <a:pt x="279812" y="167772"/>
                  <a:pt x="286743" y="168768"/>
                  <a:pt x="293539" y="168768"/>
                </a:cubicBezTo>
                <a:cubicBezTo>
                  <a:pt x="310005" y="168768"/>
                  <a:pt x="323138" y="164230"/>
                  <a:pt x="332922" y="155155"/>
                </a:cubicBezTo>
                <a:cubicBezTo>
                  <a:pt x="342705" y="146061"/>
                  <a:pt x="347606" y="135129"/>
                  <a:pt x="347606" y="122340"/>
                </a:cubicBezTo>
                <a:cubicBezTo>
                  <a:pt x="347606" y="111159"/>
                  <a:pt x="344811" y="101988"/>
                  <a:pt x="339221" y="94790"/>
                </a:cubicBezTo>
                <a:lnTo>
                  <a:pt x="357045" y="94790"/>
                </a:lnTo>
                <a:cubicBezTo>
                  <a:pt x="361334" y="94790"/>
                  <a:pt x="363861" y="94656"/>
                  <a:pt x="364608" y="94349"/>
                </a:cubicBezTo>
                <a:cubicBezTo>
                  <a:pt x="365354" y="94043"/>
                  <a:pt x="365871" y="93641"/>
                  <a:pt x="366178" y="93143"/>
                </a:cubicBezTo>
                <a:cubicBezTo>
                  <a:pt x="366675" y="92147"/>
                  <a:pt x="366924" y="90348"/>
                  <a:pt x="366924" y="87744"/>
                </a:cubicBezTo>
                <a:cubicBezTo>
                  <a:pt x="366924" y="85466"/>
                  <a:pt x="366618" y="83857"/>
                  <a:pt x="366024" y="82958"/>
                </a:cubicBezTo>
                <a:cubicBezTo>
                  <a:pt x="365718" y="82364"/>
                  <a:pt x="365220" y="81943"/>
                  <a:pt x="364531" y="81694"/>
                </a:cubicBezTo>
                <a:cubicBezTo>
                  <a:pt x="363823" y="81445"/>
                  <a:pt x="361334" y="81311"/>
                  <a:pt x="357045" y="81311"/>
                </a:cubicBezTo>
                <a:lnTo>
                  <a:pt x="327982" y="81311"/>
                </a:lnTo>
                <a:cubicBezTo>
                  <a:pt x="318409" y="74916"/>
                  <a:pt x="307075" y="71738"/>
                  <a:pt x="293999" y="71738"/>
                </a:cubicBezTo>
                <a:cubicBezTo>
                  <a:pt x="278012" y="71738"/>
                  <a:pt x="264917" y="76620"/>
                  <a:pt x="254674" y="86404"/>
                </a:cubicBezTo>
                <a:cubicBezTo>
                  <a:pt x="244450" y="96187"/>
                  <a:pt x="239319" y="107885"/>
                  <a:pt x="239319" y="121459"/>
                </a:cubicBezTo>
                <a:cubicBezTo>
                  <a:pt x="239319" y="130343"/>
                  <a:pt x="241578" y="138441"/>
                  <a:pt x="246058" y="145793"/>
                </a:cubicBezTo>
                <a:cubicBezTo>
                  <a:pt x="250558" y="153126"/>
                  <a:pt x="256991" y="158851"/>
                  <a:pt x="265376" y="162929"/>
                </a:cubicBezTo>
                <a:cubicBezTo>
                  <a:pt x="255095" y="171525"/>
                  <a:pt x="248528" y="178168"/>
                  <a:pt x="245695" y="182859"/>
                </a:cubicBezTo>
                <a:close/>
                <a:moveTo>
                  <a:pt x="63965" y="133885"/>
                </a:moveTo>
                <a:lnTo>
                  <a:pt x="99308" y="51808"/>
                </a:lnTo>
                <a:lnTo>
                  <a:pt x="133751" y="133885"/>
                </a:lnTo>
                <a:lnTo>
                  <a:pt x="63965" y="133885"/>
                </a:lnTo>
                <a:close/>
                <a:moveTo>
                  <a:pt x="150216" y="174167"/>
                </a:moveTo>
                <a:cubicBezTo>
                  <a:pt x="154217" y="183644"/>
                  <a:pt x="156208" y="190594"/>
                  <a:pt x="156208" y="194978"/>
                </a:cubicBezTo>
                <a:cubicBezTo>
                  <a:pt x="156208" y="198271"/>
                  <a:pt x="154792" y="201086"/>
                  <a:pt x="151939" y="203364"/>
                </a:cubicBezTo>
                <a:cubicBezTo>
                  <a:pt x="149086" y="205661"/>
                  <a:pt x="143630" y="207021"/>
                  <a:pt x="135550" y="207404"/>
                </a:cubicBezTo>
                <a:lnTo>
                  <a:pt x="135550" y="212956"/>
                </a:lnTo>
                <a:lnTo>
                  <a:pt x="215655" y="212956"/>
                </a:lnTo>
                <a:lnTo>
                  <a:pt x="215655" y="207404"/>
                </a:lnTo>
                <a:cubicBezTo>
                  <a:pt x="207384" y="206925"/>
                  <a:pt x="200913" y="204647"/>
                  <a:pt x="196261" y="200607"/>
                </a:cubicBezTo>
                <a:cubicBezTo>
                  <a:pt x="191628" y="196548"/>
                  <a:pt x="186458" y="187741"/>
                  <a:pt x="180772" y="174167"/>
                </a:cubicBezTo>
                <a:lnTo>
                  <a:pt x="110087" y="5246"/>
                </a:lnTo>
                <a:lnTo>
                  <a:pt x="104841" y="5246"/>
                </a:lnTo>
                <a:lnTo>
                  <a:pt x="33409" y="172367"/>
                </a:lnTo>
                <a:cubicBezTo>
                  <a:pt x="27206" y="187052"/>
                  <a:pt x="21577" y="196778"/>
                  <a:pt x="16484" y="201564"/>
                </a:cubicBezTo>
                <a:cubicBezTo>
                  <a:pt x="13976" y="203977"/>
                  <a:pt x="8501" y="205910"/>
                  <a:pt x="0" y="207404"/>
                </a:cubicBezTo>
                <a:lnTo>
                  <a:pt x="0" y="212956"/>
                </a:lnTo>
                <a:lnTo>
                  <a:pt x="63965" y="212956"/>
                </a:lnTo>
                <a:lnTo>
                  <a:pt x="63965" y="207404"/>
                </a:lnTo>
                <a:cubicBezTo>
                  <a:pt x="54163" y="206714"/>
                  <a:pt x="47806" y="205183"/>
                  <a:pt x="44858" y="202847"/>
                </a:cubicBezTo>
                <a:cubicBezTo>
                  <a:pt x="41910" y="200492"/>
                  <a:pt x="40435" y="197773"/>
                  <a:pt x="40435" y="194691"/>
                </a:cubicBezTo>
                <a:cubicBezTo>
                  <a:pt x="40435" y="190785"/>
                  <a:pt x="42139" y="184908"/>
                  <a:pt x="45528" y="177000"/>
                </a:cubicBezTo>
                <a:lnTo>
                  <a:pt x="59313" y="144970"/>
                </a:lnTo>
                <a:lnTo>
                  <a:pt x="137944" y="144970"/>
                </a:lnTo>
                <a:lnTo>
                  <a:pt x="150216" y="174167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FC9AA-88E3-4C29-8B55-41B91042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2089" y="1253204"/>
            <a:ext cx="150216" cy="141217"/>
          </a:xfrm>
          <a:custGeom xmlns:a="http://schemas.openxmlformats.org/drawingml/2006/main">
            <a:pathLst>
              <a:path w="150216" h="141217">
                <a:moveTo>
                  <a:pt x="47768" y="0"/>
                </a:moveTo>
                <a:lnTo>
                  <a:pt x="41335" y="0"/>
                </a:lnTo>
                <a:lnTo>
                  <a:pt x="0" y="16771"/>
                </a:lnTo>
                <a:lnTo>
                  <a:pt x="2240" y="22151"/>
                </a:lnTo>
                <a:cubicBezTo>
                  <a:pt x="6146" y="20658"/>
                  <a:pt x="9477" y="19911"/>
                  <a:pt x="12272" y="19911"/>
                </a:cubicBezTo>
                <a:cubicBezTo>
                  <a:pt x="14876" y="19911"/>
                  <a:pt x="16944" y="20562"/>
                  <a:pt x="18495" y="21845"/>
                </a:cubicBezTo>
                <a:cubicBezTo>
                  <a:pt x="20045" y="23147"/>
                  <a:pt x="21194" y="25598"/>
                  <a:pt x="21941" y="29197"/>
                </a:cubicBezTo>
                <a:cubicBezTo>
                  <a:pt x="22687" y="32796"/>
                  <a:pt x="23070" y="42829"/>
                  <a:pt x="23070" y="59294"/>
                </a:cubicBezTo>
                <a:lnTo>
                  <a:pt x="23070" y="110221"/>
                </a:lnTo>
                <a:cubicBezTo>
                  <a:pt x="23070" y="120196"/>
                  <a:pt x="21845" y="126973"/>
                  <a:pt x="19394" y="130515"/>
                </a:cubicBezTo>
                <a:cubicBezTo>
                  <a:pt x="16944" y="134057"/>
                  <a:pt x="12234" y="135818"/>
                  <a:pt x="5246" y="135818"/>
                </a:cubicBezTo>
                <a:lnTo>
                  <a:pt x="2240" y="135818"/>
                </a:lnTo>
                <a:lnTo>
                  <a:pt x="2240" y="141217"/>
                </a:lnTo>
                <a:lnTo>
                  <a:pt x="70092" y="141217"/>
                </a:lnTo>
                <a:lnTo>
                  <a:pt x="70092" y="135818"/>
                </a:lnTo>
                <a:cubicBezTo>
                  <a:pt x="62606" y="135818"/>
                  <a:pt x="57628" y="135148"/>
                  <a:pt x="55197" y="133808"/>
                </a:cubicBezTo>
                <a:cubicBezTo>
                  <a:pt x="52746" y="132449"/>
                  <a:pt x="50812" y="130324"/>
                  <a:pt x="49415" y="127433"/>
                </a:cubicBezTo>
                <a:cubicBezTo>
                  <a:pt x="48323" y="125250"/>
                  <a:pt x="47768" y="119506"/>
                  <a:pt x="47768" y="110221"/>
                </a:cubicBezTo>
                <a:lnTo>
                  <a:pt x="47768" y="37889"/>
                </a:lnTo>
                <a:cubicBezTo>
                  <a:pt x="59562" y="24908"/>
                  <a:pt x="71394" y="18418"/>
                  <a:pt x="83264" y="18418"/>
                </a:cubicBezTo>
                <a:cubicBezTo>
                  <a:pt x="90960" y="18418"/>
                  <a:pt x="96417" y="21232"/>
                  <a:pt x="99672" y="26880"/>
                </a:cubicBezTo>
                <a:cubicBezTo>
                  <a:pt x="102907" y="32509"/>
                  <a:pt x="104535" y="41584"/>
                  <a:pt x="104535" y="54048"/>
                </a:cubicBezTo>
                <a:lnTo>
                  <a:pt x="104535" y="110221"/>
                </a:lnTo>
                <a:cubicBezTo>
                  <a:pt x="104535" y="118109"/>
                  <a:pt x="104324" y="122799"/>
                  <a:pt x="103941" y="124293"/>
                </a:cubicBezTo>
                <a:cubicBezTo>
                  <a:pt x="102926" y="128084"/>
                  <a:pt x="101165" y="130955"/>
                  <a:pt x="98619" y="132908"/>
                </a:cubicBezTo>
                <a:cubicBezTo>
                  <a:pt x="96072" y="134842"/>
                  <a:pt x="91611" y="135818"/>
                  <a:pt x="85217" y="135818"/>
                </a:cubicBezTo>
                <a:lnTo>
                  <a:pt x="82364" y="135818"/>
                </a:lnTo>
                <a:lnTo>
                  <a:pt x="82364" y="141217"/>
                </a:lnTo>
                <a:lnTo>
                  <a:pt x="150216" y="141217"/>
                </a:lnTo>
                <a:lnTo>
                  <a:pt x="150216" y="135818"/>
                </a:lnTo>
                <a:cubicBezTo>
                  <a:pt x="143630" y="135818"/>
                  <a:pt x="139111" y="135129"/>
                  <a:pt x="136661" y="133732"/>
                </a:cubicBezTo>
                <a:cubicBezTo>
                  <a:pt x="134210" y="132334"/>
                  <a:pt x="132430" y="130381"/>
                  <a:pt x="131338" y="127892"/>
                </a:cubicBezTo>
                <a:cubicBezTo>
                  <a:pt x="129941" y="124791"/>
                  <a:pt x="129252" y="118913"/>
                  <a:pt x="129252" y="110221"/>
                </a:cubicBezTo>
                <a:lnTo>
                  <a:pt x="129252" y="51655"/>
                </a:lnTo>
                <a:cubicBezTo>
                  <a:pt x="129252" y="39287"/>
                  <a:pt x="128141" y="30097"/>
                  <a:pt x="125958" y="24104"/>
                </a:cubicBezTo>
                <a:cubicBezTo>
                  <a:pt x="122761" y="15527"/>
                  <a:pt x="118453" y="9343"/>
                  <a:pt x="113074" y="5610"/>
                </a:cubicBezTo>
                <a:cubicBezTo>
                  <a:pt x="107674" y="1857"/>
                  <a:pt x="101242" y="0"/>
                  <a:pt x="93756" y="0"/>
                </a:cubicBezTo>
                <a:cubicBezTo>
                  <a:pt x="79167" y="0"/>
                  <a:pt x="63850" y="9688"/>
                  <a:pt x="47768" y="29044"/>
                </a:cubicBezTo>
                <a:lnTo>
                  <a:pt x="47768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3998C-85B4-4193-B4DA-9F7154CB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091" y="4135297"/>
            <a:ext cx="550243" cy="10"/>
          </a:xfrm>
          <a:custGeom xmlns:a="http://schemas.openxmlformats.org/drawingml/2006/main">
            <a:pathLst>
              <a:path w="550243" h="1" fill="none">
                <a:moveTo>
                  <a:pt x="0" y="0"/>
                </a:moveTo>
                <a:lnTo>
                  <a:pt x="5502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077" cap="rnd">
            <a:solidFill>
              <a:srgbClr val="9CC3E5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84CF8-1FED-4B3E-8C63-84D3C2EF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359" y="4044550"/>
            <a:ext cx="182648" cy="182645"/>
          </a:xfrm>
          <a:custGeom xmlns:a="http://schemas.openxmlformats.org/drawingml/2006/main">
            <a:pathLst>
              <a:path w="182648" h="182645">
                <a:moveTo>
                  <a:pt x="0" y="0"/>
                </a:moveTo>
                <a:lnTo>
                  <a:pt x="182648" y="90746"/>
                </a:lnTo>
                <a:lnTo>
                  <a:pt x="0" y="18264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CC3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FE427-AA18-4606-8BEF-D043D87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523" y="3483965"/>
            <a:ext cx="434221" cy="434225"/>
          </a:xfrm>
          <a:custGeom xmlns:a="http://schemas.openxmlformats.org/drawingml/2006/main">
            <a:pathLst>
              <a:path w="434221" h="434225">
                <a:moveTo>
                  <a:pt x="0" y="0"/>
                </a:moveTo>
                <a:lnTo>
                  <a:pt x="0" y="434225"/>
                </a:lnTo>
                <a:lnTo>
                  <a:pt x="434221" y="434225"/>
                </a:lnTo>
                <a:lnTo>
                  <a:pt x="43422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4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12F18-18BF-4693-9667-F79A53DD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523" y="3483965"/>
            <a:ext cx="434221" cy="434225"/>
          </a:xfrm>
          <a:custGeom xmlns:a="http://schemas.openxmlformats.org/drawingml/2006/main">
            <a:pathLst>
              <a:path w="434221" h="434225" fill="none">
                <a:moveTo>
                  <a:pt x="0" y="0"/>
                </a:moveTo>
                <a:lnTo>
                  <a:pt x="0" y="434225"/>
                </a:lnTo>
                <a:lnTo>
                  <a:pt x="434221" y="434225"/>
                </a:lnTo>
                <a:lnTo>
                  <a:pt x="43422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46" cap="sq">
            <a:solidFill>
              <a:srgbClr val="030404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C7334-20FC-4424-A739-E1B012AB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523" y="3918189"/>
            <a:ext cx="434221" cy="434213"/>
          </a:xfrm>
          <a:custGeom xmlns:a="http://schemas.openxmlformats.org/drawingml/2006/main">
            <a:pathLst>
              <a:path w="434221" h="434213">
                <a:moveTo>
                  <a:pt x="0" y="0"/>
                </a:moveTo>
                <a:lnTo>
                  <a:pt x="0" y="434213"/>
                </a:lnTo>
                <a:lnTo>
                  <a:pt x="434221" y="434213"/>
                </a:lnTo>
                <a:lnTo>
                  <a:pt x="43422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95A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1989C-A26B-4A4B-88A0-570D8ADF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523" y="3918189"/>
            <a:ext cx="434221" cy="434213"/>
          </a:xfrm>
          <a:custGeom xmlns:a="http://schemas.openxmlformats.org/drawingml/2006/main">
            <a:pathLst>
              <a:path w="434221" h="434213" fill="none">
                <a:moveTo>
                  <a:pt x="0" y="0"/>
                </a:moveTo>
                <a:lnTo>
                  <a:pt x="0" y="434213"/>
                </a:lnTo>
                <a:lnTo>
                  <a:pt x="434221" y="434213"/>
                </a:lnTo>
                <a:lnTo>
                  <a:pt x="43422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46" cap="sq">
            <a:solidFill>
              <a:srgbClr val="030404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127C6-FAFB-4B62-875B-4D2DB429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523" y="4352403"/>
            <a:ext cx="434221" cy="434223"/>
          </a:xfrm>
          <a:custGeom xmlns:a="http://schemas.openxmlformats.org/drawingml/2006/main">
            <a:pathLst>
              <a:path w="434221" h="434223">
                <a:moveTo>
                  <a:pt x="0" y="0"/>
                </a:moveTo>
                <a:lnTo>
                  <a:pt x="0" y="434223"/>
                </a:lnTo>
                <a:lnTo>
                  <a:pt x="434221" y="434223"/>
                </a:lnTo>
                <a:lnTo>
                  <a:pt x="43422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3F4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6EF1C-CF1E-4F02-B9F7-E86DF2F7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523" y="4352403"/>
            <a:ext cx="434221" cy="434223"/>
          </a:xfrm>
          <a:custGeom xmlns:a="http://schemas.openxmlformats.org/drawingml/2006/main">
            <a:pathLst>
              <a:path w="434221" h="434223" fill="none">
                <a:moveTo>
                  <a:pt x="0" y="0"/>
                </a:moveTo>
                <a:lnTo>
                  <a:pt x="0" y="434223"/>
                </a:lnTo>
                <a:lnTo>
                  <a:pt x="434221" y="434223"/>
                </a:lnTo>
                <a:lnTo>
                  <a:pt x="43422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46" cap="sq">
            <a:solidFill>
              <a:srgbClr val="030404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7C591-3FBC-438C-B271-41F62261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473" y="3212864"/>
            <a:ext cx="2284828" cy="1844866"/>
          </a:xfrm>
          <a:custGeom xmlns:a="http://schemas.openxmlformats.org/drawingml/2006/main">
            <a:pathLst>
              <a:path w="2284828" h="1844866" fill="none">
                <a:moveTo>
                  <a:pt x="228598" y="1844866"/>
                </a:moveTo>
                <a:lnTo>
                  <a:pt x="2056231" y="1844866"/>
                </a:lnTo>
                <a:cubicBezTo>
                  <a:pt x="2181442" y="1844866"/>
                  <a:pt x="2284828" y="1742623"/>
                  <a:pt x="2284828" y="1617415"/>
                </a:cubicBezTo>
                <a:lnTo>
                  <a:pt x="2284828" y="228598"/>
                </a:lnTo>
                <a:cubicBezTo>
                  <a:pt x="2284828" y="102237"/>
                  <a:pt x="2181442" y="0"/>
                  <a:pt x="2056231" y="0"/>
                </a:cubicBezTo>
                <a:lnTo>
                  <a:pt x="228598" y="0"/>
                </a:lnTo>
                <a:cubicBezTo>
                  <a:pt x="102237" y="0"/>
                  <a:pt x="0" y="102237"/>
                  <a:pt x="0" y="228598"/>
                </a:cubicBezTo>
                <a:lnTo>
                  <a:pt x="0" y="1617415"/>
                </a:lnTo>
                <a:cubicBezTo>
                  <a:pt x="0" y="1742623"/>
                  <a:pt x="102237" y="1844866"/>
                  <a:pt x="228598" y="18448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718" cap="sq">
            <a:solidFill>
              <a:srgbClr val="9CC3E5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C2AB6-863B-47A9-856A-6167DACD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556" y="4135296"/>
            <a:ext cx="550243" cy="10"/>
          </a:xfrm>
          <a:custGeom xmlns:a="http://schemas.openxmlformats.org/drawingml/2006/main">
            <a:pathLst>
              <a:path w="550243" h="1" fill="none">
                <a:moveTo>
                  <a:pt x="0" y="0"/>
                </a:moveTo>
                <a:lnTo>
                  <a:pt x="5502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077" cap="rnd">
            <a:solidFill>
              <a:srgbClr val="9CC3E5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E0E9EC-9E03-4E3F-A576-97FA0ED1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824" y="4044550"/>
            <a:ext cx="182648" cy="182645"/>
          </a:xfrm>
          <a:custGeom xmlns:a="http://schemas.openxmlformats.org/drawingml/2006/main">
            <a:pathLst>
              <a:path w="182648" h="182645">
                <a:moveTo>
                  <a:pt x="0" y="0"/>
                </a:moveTo>
                <a:lnTo>
                  <a:pt x="182648" y="90746"/>
                </a:lnTo>
                <a:lnTo>
                  <a:pt x="0" y="18264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CC3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250C8-D951-4EC0-90D9-64FD372A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33" y="3212864"/>
            <a:ext cx="814451" cy="1844866"/>
          </a:xfrm>
          <a:custGeom xmlns:a="http://schemas.openxmlformats.org/drawingml/2006/main">
            <a:pathLst>
              <a:path w="814451" h="1844866" fill="none">
                <a:moveTo>
                  <a:pt x="81560" y="1844866"/>
                </a:moveTo>
                <a:lnTo>
                  <a:pt x="732891" y="1844866"/>
                </a:lnTo>
                <a:cubicBezTo>
                  <a:pt x="777692" y="1844866"/>
                  <a:pt x="814451" y="1809274"/>
                  <a:pt x="814451" y="1764454"/>
                </a:cubicBezTo>
                <a:lnTo>
                  <a:pt x="814451" y="81560"/>
                </a:lnTo>
                <a:cubicBezTo>
                  <a:pt x="814451" y="36759"/>
                  <a:pt x="777692" y="0"/>
                  <a:pt x="732891" y="0"/>
                </a:cubicBezTo>
                <a:lnTo>
                  <a:pt x="81560" y="0"/>
                </a:lnTo>
                <a:cubicBezTo>
                  <a:pt x="36759" y="0"/>
                  <a:pt x="0" y="36759"/>
                  <a:pt x="0" y="81560"/>
                </a:cubicBezTo>
                <a:lnTo>
                  <a:pt x="0" y="1764454"/>
                </a:lnTo>
                <a:cubicBezTo>
                  <a:pt x="0" y="1809274"/>
                  <a:pt x="36759" y="1844866"/>
                  <a:pt x="81560" y="18448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718" cap="sq">
            <a:solidFill>
              <a:srgbClr val="9CC3E5"/>
            </a:solidFill>
            <a:miter/>
          </a:ln>
        </p:spPr>
      </p:sp>
      <p:sp>
        <p:nvSpPr>
          <p:cNvPr id="120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30E21096-9842-4ACF-9859-60C7266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199" y="2401879"/>
            <a:ext cx="514632" cy="349215"/>
          </a:xfrm>
          <a:custGeom xmlns:a="http://schemas.openxmlformats.org/drawingml/2006/main">
            <a:pathLst>
              <a:path w="514632" h="349215">
                <a:moveTo>
                  <a:pt x="0" y="0"/>
                </a:moveTo>
                <a:lnTo>
                  <a:pt x="514632" y="0"/>
                </a:lnTo>
                <a:lnTo>
                  <a:pt x="514632" y="349215"/>
                </a:lnTo>
                <a:lnTo>
                  <a:pt x="0" y="3492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21" name="Native source glyph inset-23.png">
            <a:extLst xmlns:a="http://schemas.openxmlformats.org/drawingml/2006/main">
              <a:ext uri="{FF2B5EF4-FFF2-40B4-BE49-F238E27FC236}">
                <a16:creationId xmlns:a16="http://schemas.microsoft.com/office/drawing/2014/main" id="{6790738D-C8B4-4C1B-B0D7-30E90296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19" y="2518284"/>
            <a:ext cx="130997" cy="181592"/>
          </a:xfrm>
          <a:custGeom xmlns:a="http://schemas.openxmlformats.org/drawingml/2006/main">
            <a:pathLst>
              <a:path w="130997" h="181592">
                <a:moveTo>
                  <a:pt x="51463" y="13969"/>
                </a:moveTo>
                <a:lnTo>
                  <a:pt x="51463" y="9312"/>
                </a:lnTo>
                <a:lnTo>
                  <a:pt x="60820" y="9312"/>
                </a:lnTo>
                <a:lnTo>
                  <a:pt x="60820" y="4656"/>
                </a:lnTo>
                <a:lnTo>
                  <a:pt x="70177" y="4656"/>
                </a:lnTo>
                <a:lnTo>
                  <a:pt x="70177" y="0"/>
                </a:lnTo>
                <a:lnTo>
                  <a:pt x="93569" y="0"/>
                </a:lnTo>
                <a:lnTo>
                  <a:pt x="93569" y="4656"/>
                </a:lnTo>
                <a:lnTo>
                  <a:pt x="102926" y="4656"/>
                </a:lnTo>
                <a:lnTo>
                  <a:pt x="102926" y="9312"/>
                </a:lnTo>
                <a:lnTo>
                  <a:pt x="107605" y="9312"/>
                </a:lnTo>
                <a:lnTo>
                  <a:pt x="107605" y="13969"/>
                </a:lnTo>
                <a:lnTo>
                  <a:pt x="112283" y="13969"/>
                </a:lnTo>
                <a:lnTo>
                  <a:pt x="112283" y="9312"/>
                </a:lnTo>
                <a:lnTo>
                  <a:pt x="116962" y="9312"/>
                </a:lnTo>
                <a:lnTo>
                  <a:pt x="116962" y="4656"/>
                </a:lnTo>
                <a:lnTo>
                  <a:pt x="126319" y="4656"/>
                </a:lnTo>
                <a:lnTo>
                  <a:pt x="126319" y="9312"/>
                </a:lnTo>
                <a:lnTo>
                  <a:pt x="130997" y="9312"/>
                </a:lnTo>
                <a:lnTo>
                  <a:pt x="130997" y="23281"/>
                </a:lnTo>
                <a:lnTo>
                  <a:pt x="126319" y="23281"/>
                </a:lnTo>
                <a:lnTo>
                  <a:pt x="126319" y="41906"/>
                </a:lnTo>
                <a:lnTo>
                  <a:pt x="121640" y="41906"/>
                </a:lnTo>
                <a:lnTo>
                  <a:pt x="121640" y="60531"/>
                </a:lnTo>
                <a:lnTo>
                  <a:pt x="116962" y="60531"/>
                </a:lnTo>
                <a:lnTo>
                  <a:pt x="116962" y="79155"/>
                </a:lnTo>
                <a:lnTo>
                  <a:pt x="112283" y="79155"/>
                </a:lnTo>
                <a:lnTo>
                  <a:pt x="112283" y="97780"/>
                </a:lnTo>
                <a:lnTo>
                  <a:pt x="107605" y="97780"/>
                </a:lnTo>
                <a:lnTo>
                  <a:pt x="107605" y="116405"/>
                </a:lnTo>
                <a:lnTo>
                  <a:pt x="102926" y="116405"/>
                </a:lnTo>
                <a:lnTo>
                  <a:pt x="102926" y="135030"/>
                </a:lnTo>
                <a:lnTo>
                  <a:pt x="98248" y="135030"/>
                </a:lnTo>
                <a:lnTo>
                  <a:pt x="98248" y="148998"/>
                </a:lnTo>
                <a:lnTo>
                  <a:pt x="93569" y="148998"/>
                </a:lnTo>
                <a:lnTo>
                  <a:pt x="93569" y="158311"/>
                </a:lnTo>
                <a:lnTo>
                  <a:pt x="88891" y="158311"/>
                </a:lnTo>
                <a:lnTo>
                  <a:pt x="88891" y="162967"/>
                </a:lnTo>
                <a:lnTo>
                  <a:pt x="84213" y="162967"/>
                </a:lnTo>
                <a:lnTo>
                  <a:pt x="84213" y="167623"/>
                </a:lnTo>
                <a:lnTo>
                  <a:pt x="79534" y="167623"/>
                </a:lnTo>
                <a:lnTo>
                  <a:pt x="79534" y="172279"/>
                </a:lnTo>
                <a:lnTo>
                  <a:pt x="70177" y="172279"/>
                </a:lnTo>
                <a:lnTo>
                  <a:pt x="70177" y="176935"/>
                </a:lnTo>
                <a:lnTo>
                  <a:pt x="60820" y="176935"/>
                </a:lnTo>
                <a:lnTo>
                  <a:pt x="60820" y="181592"/>
                </a:lnTo>
                <a:lnTo>
                  <a:pt x="9357" y="181592"/>
                </a:lnTo>
                <a:lnTo>
                  <a:pt x="9357" y="176935"/>
                </a:lnTo>
                <a:lnTo>
                  <a:pt x="4678" y="176935"/>
                </a:lnTo>
                <a:lnTo>
                  <a:pt x="4678" y="172279"/>
                </a:lnTo>
                <a:lnTo>
                  <a:pt x="0" y="172279"/>
                </a:lnTo>
                <a:lnTo>
                  <a:pt x="0" y="153654"/>
                </a:lnTo>
                <a:lnTo>
                  <a:pt x="4678" y="153654"/>
                </a:lnTo>
                <a:lnTo>
                  <a:pt x="4678" y="148998"/>
                </a:lnTo>
                <a:lnTo>
                  <a:pt x="23392" y="148998"/>
                </a:lnTo>
                <a:lnTo>
                  <a:pt x="23392" y="153654"/>
                </a:lnTo>
                <a:lnTo>
                  <a:pt x="28071" y="153654"/>
                </a:lnTo>
                <a:lnTo>
                  <a:pt x="28071" y="162967"/>
                </a:lnTo>
                <a:lnTo>
                  <a:pt x="23392" y="162967"/>
                </a:lnTo>
                <a:lnTo>
                  <a:pt x="23392" y="172279"/>
                </a:lnTo>
                <a:lnTo>
                  <a:pt x="56142" y="172279"/>
                </a:lnTo>
                <a:lnTo>
                  <a:pt x="56142" y="167623"/>
                </a:lnTo>
                <a:lnTo>
                  <a:pt x="60820" y="167623"/>
                </a:lnTo>
                <a:lnTo>
                  <a:pt x="60820" y="162967"/>
                </a:lnTo>
                <a:lnTo>
                  <a:pt x="65499" y="162967"/>
                </a:lnTo>
                <a:lnTo>
                  <a:pt x="65499" y="158311"/>
                </a:lnTo>
                <a:lnTo>
                  <a:pt x="70177" y="158311"/>
                </a:lnTo>
                <a:lnTo>
                  <a:pt x="70177" y="153654"/>
                </a:lnTo>
                <a:lnTo>
                  <a:pt x="74856" y="153654"/>
                </a:lnTo>
                <a:lnTo>
                  <a:pt x="74856" y="144342"/>
                </a:lnTo>
                <a:lnTo>
                  <a:pt x="79534" y="144342"/>
                </a:lnTo>
                <a:lnTo>
                  <a:pt x="79534" y="125717"/>
                </a:lnTo>
                <a:lnTo>
                  <a:pt x="84213" y="125717"/>
                </a:lnTo>
                <a:lnTo>
                  <a:pt x="84213" y="116405"/>
                </a:lnTo>
                <a:lnTo>
                  <a:pt x="74856" y="116405"/>
                </a:lnTo>
                <a:lnTo>
                  <a:pt x="74856" y="121061"/>
                </a:lnTo>
                <a:lnTo>
                  <a:pt x="65499" y="121061"/>
                </a:lnTo>
                <a:lnTo>
                  <a:pt x="65499" y="125717"/>
                </a:lnTo>
                <a:lnTo>
                  <a:pt x="42106" y="125717"/>
                </a:lnTo>
                <a:lnTo>
                  <a:pt x="42106" y="121061"/>
                </a:lnTo>
                <a:lnTo>
                  <a:pt x="32749" y="121061"/>
                </a:lnTo>
                <a:lnTo>
                  <a:pt x="32749" y="116405"/>
                </a:lnTo>
                <a:lnTo>
                  <a:pt x="28071" y="116405"/>
                </a:lnTo>
                <a:lnTo>
                  <a:pt x="28071" y="111749"/>
                </a:lnTo>
                <a:lnTo>
                  <a:pt x="23392" y="111749"/>
                </a:lnTo>
                <a:lnTo>
                  <a:pt x="23392" y="102436"/>
                </a:lnTo>
                <a:lnTo>
                  <a:pt x="18714" y="102436"/>
                </a:lnTo>
                <a:lnTo>
                  <a:pt x="18714" y="88468"/>
                </a:lnTo>
                <a:lnTo>
                  <a:pt x="14035" y="88468"/>
                </a:lnTo>
                <a:lnTo>
                  <a:pt x="14035" y="69843"/>
                </a:lnTo>
                <a:lnTo>
                  <a:pt x="18714" y="69843"/>
                </a:lnTo>
                <a:lnTo>
                  <a:pt x="18714" y="51218"/>
                </a:lnTo>
                <a:lnTo>
                  <a:pt x="23392" y="51218"/>
                </a:lnTo>
                <a:lnTo>
                  <a:pt x="23392" y="41906"/>
                </a:lnTo>
                <a:lnTo>
                  <a:pt x="28071" y="41906"/>
                </a:lnTo>
                <a:lnTo>
                  <a:pt x="28071" y="32593"/>
                </a:lnTo>
                <a:lnTo>
                  <a:pt x="32749" y="32593"/>
                </a:lnTo>
                <a:lnTo>
                  <a:pt x="32749" y="27937"/>
                </a:lnTo>
                <a:lnTo>
                  <a:pt x="37428" y="27937"/>
                </a:lnTo>
                <a:lnTo>
                  <a:pt x="37428" y="23281"/>
                </a:lnTo>
                <a:lnTo>
                  <a:pt x="42106" y="23281"/>
                </a:lnTo>
                <a:lnTo>
                  <a:pt x="42106" y="18625"/>
                </a:lnTo>
                <a:lnTo>
                  <a:pt x="46785" y="18625"/>
                </a:lnTo>
                <a:lnTo>
                  <a:pt x="46785" y="13969"/>
                </a:lnTo>
                <a:lnTo>
                  <a:pt x="51463" y="13969"/>
                </a:lnTo>
                <a:close/>
                <a:moveTo>
                  <a:pt x="65499" y="116405"/>
                </a:moveTo>
                <a:lnTo>
                  <a:pt x="65499" y="111749"/>
                </a:lnTo>
                <a:lnTo>
                  <a:pt x="74856" y="111749"/>
                </a:lnTo>
                <a:lnTo>
                  <a:pt x="74856" y="107092"/>
                </a:lnTo>
                <a:lnTo>
                  <a:pt x="79534" y="107092"/>
                </a:lnTo>
                <a:lnTo>
                  <a:pt x="79534" y="102436"/>
                </a:lnTo>
                <a:lnTo>
                  <a:pt x="84213" y="102436"/>
                </a:lnTo>
                <a:lnTo>
                  <a:pt x="84213" y="97780"/>
                </a:lnTo>
                <a:lnTo>
                  <a:pt x="88891" y="97780"/>
                </a:lnTo>
                <a:lnTo>
                  <a:pt x="88891" y="88468"/>
                </a:lnTo>
                <a:lnTo>
                  <a:pt x="93569" y="88468"/>
                </a:lnTo>
                <a:lnTo>
                  <a:pt x="93569" y="69843"/>
                </a:lnTo>
                <a:lnTo>
                  <a:pt x="98248" y="69843"/>
                </a:lnTo>
                <a:lnTo>
                  <a:pt x="98248" y="51218"/>
                </a:lnTo>
                <a:lnTo>
                  <a:pt x="102926" y="51218"/>
                </a:lnTo>
                <a:lnTo>
                  <a:pt x="102926" y="18625"/>
                </a:lnTo>
                <a:lnTo>
                  <a:pt x="98248" y="18625"/>
                </a:lnTo>
                <a:lnTo>
                  <a:pt x="98248" y="13969"/>
                </a:lnTo>
                <a:lnTo>
                  <a:pt x="93569" y="13969"/>
                </a:lnTo>
                <a:lnTo>
                  <a:pt x="93569" y="9312"/>
                </a:lnTo>
                <a:lnTo>
                  <a:pt x="70177" y="9312"/>
                </a:lnTo>
                <a:lnTo>
                  <a:pt x="70177" y="13969"/>
                </a:lnTo>
                <a:lnTo>
                  <a:pt x="65499" y="13969"/>
                </a:lnTo>
                <a:lnTo>
                  <a:pt x="65499" y="18625"/>
                </a:lnTo>
                <a:lnTo>
                  <a:pt x="60820" y="18625"/>
                </a:lnTo>
                <a:lnTo>
                  <a:pt x="60820" y="23281"/>
                </a:lnTo>
                <a:lnTo>
                  <a:pt x="56142" y="23281"/>
                </a:lnTo>
                <a:lnTo>
                  <a:pt x="56142" y="32593"/>
                </a:lnTo>
                <a:lnTo>
                  <a:pt x="51463" y="32593"/>
                </a:lnTo>
                <a:lnTo>
                  <a:pt x="51463" y="41906"/>
                </a:lnTo>
                <a:lnTo>
                  <a:pt x="46785" y="41906"/>
                </a:lnTo>
                <a:lnTo>
                  <a:pt x="46785" y="55874"/>
                </a:lnTo>
                <a:lnTo>
                  <a:pt x="42106" y="55874"/>
                </a:lnTo>
                <a:lnTo>
                  <a:pt x="42106" y="74499"/>
                </a:lnTo>
                <a:lnTo>
                  <a:pt x="37428" y="74499"/>
                </a:lnTo>
                <a:lnTo>
                  <a:pt x="37428" y="107092"/>
                </a:lnTo>
                <a:lnTo>
                  <a:pt x="42106" y="107092"/>
                </a:lnTo>
                <a:lnTo>
                  <a:pt x="42106" y="111749"/>
                </a:lnTo>
                <a:lnTo>
                  <a:pt x="46785" y="111749"/>
                </a:lnTo>
                <a:lnTo>
                  <a:pt x="46785" y="116405"/>
                </a:lnTo>
                <a:lnTo>
                  <a:pt x="65499" y="11640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22" name="Native source glyph inset-23.png">
            <a:extLst xmlns:a="http://schemas.openxmlformats.org/drawingml/2006/main">
              <a:ext uri="{FF2B5EF4-FFF2-40B4-BE49-F238E27FC236}">
                <a16:creationId xmlns:a16="http://schemas.microsoft.com/office/drawing/2014/main" id="{5A8A9685-6F95-484A-BF28-F245ED1B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44" y="2434472"/>
            <a:ext cx="65499" cy="279372"/>
          </a:xfrm>
          <a:custGeom xmlns:a="http://schemas.openxmlformats.org/drawingml/2006/main">
            <a:pathLst>
              <a:path w="65499" h="279372">
                <a:moveTo>
                  <a:pt x="18714" y="190904"/>
                </a:moveTo>
                <a:lnTo>
                  <a:pt x="23392" y="190904"/>
                </a:lnTo>
                <a:lnTo>
                  <a:pt x="23392" y="204873"/>
                </a:lnTo>
                <a:lnTo>
                  <a:pt x="28071" y="204873"/>
                </a:lnTo>
                <a:lnTo>
                  <a:pt x="28071" y="218841"/>
                </a:lnTo>
                <a:lnTo>
                  <a:pt x="32749" y="218841"/>
                </a:lnTo>
                <a:lnTo>
                  <a:pt x="32749" y="232810"/>
                </a:lnTo>
                <a:lnTo>
                  <a:pt x="37428" y="232810"/>
                </a:lnTo>
                <a:lnTo>
                  <a:pt x="37428" y="242122"/>
                </a:lnTo>
                <a:lnTo>
                  <a:pt x="42106" y="242122"/>
                </a:lnTo>
                <a:lnTo>
                  <a:pt x="42106" y="246778"/>
                </a:lnTo>
                <a:lnTo>
                  <a:pt x="46785" y="246778"/>
                </a:lnTo>
                <a:lnTo>
                  <a:pt x="46785" y="256091"/>
                </a:lnTo>
                <a:lnTo>
                  <a:pt x="51463" y="256091"/>
                </a:lnTo>
                <a:lnTo>
                  <a:pt x="51463" y="260747"/>
                </a:lnTo>
                <a:lnTo>
                  <a:pt x="56142" y="260747"/>
                </a:lnTo>
                <a:lnTo>
                  <a:pt x="56142" y="265403"/>
                </a:lnTo>
                <a:lnTo>
                  <a:pt x="60820" y="265403"/>
                </a:lnTo>
                <a:lnTo>
                  <a:pt x="60820" y="270059"/>
                </a:lnTo>
                <a:lnTo>
                  <a:pt x="65499" y="270059"/>
                </a:lnTo>
                <a:lnTo>
                  <a:pt x="65499" y="279372"/>
                </a:lnTo>
                <a:lnTo>
                  <a:pt x="56142" y="279372"/>
                </a:lnTo>
                <a:lnTo>
                  <a:pt x="56142" y="274715"/>
                </a:lnTo>
                <a:lnTo>
                  <a:pt x="51463" y="274715"/>
                </a:lnTo>
                <a:lnTo>
                  <a:pt x="51463" y="270059"/>
                </a:lnTo>
                <a:lnTo>
                  <a:pt x="46785" y="270059"/>
                </a:lnTo>
                <a:lnTo>
                  <a:pt x="46785" y="265403"/>
                </a:lnTo>
                <a:lnTo>
                  <a:pt x="42106" y="265403"/>
                </a:lnTo>
                <a:lnTo>
                  <a:pt x="42106" y="260747"/>
                </a:lnTo>
                <a:lnTo>
                  <a:pt x="37428" y="260747"/>
                </a:lnTo>
                <a:lnTo>
                  <a:pt x="37428" y="256091"/>
                </a:lnTo>
                <a:lnTo>
                  <a:pt x="32749" y="256091"/>
                </a:lnTo>
                <a:lnTo>
                  <a:pt x="32749" y="246778"/>
                </a:lnTo>
                <a:lnTo>
                  <a:pt x="28071" y="246778"/>
                </a:lnTo>
                <a:lnTo>
                  <a:pt x="28071" y="242122"/>
                </a:lnTo>
                <a:lnTo>
                  <a:pt x="23392" y="242122"/>
                </a:lnTo>
                <a:lnTo>
                  <a:pt x="23392" y="232810"/>
                </a:lnTo>
                <a:lnTo>
                  <a:pt x="18714" y="232810"/>
                </a:lnTo>
                <a:lnTo>
                  <a:pt x="18714" y="223497"/>
                </a:lnTo>
                <a:lnTo>
                  <a:pt x="14035" y="223497"/>
                </a:lnTo>
                <a:lnTo>
                  <a:pt x="14035" y="214185"/>
                </a:lnTo>
                <a:lnTo>
                  <a:pt x="9357" y="214185"/>
                </a:lnTo>
                <a:lnTo>
                  <a:pt x="9357" y="200216"/>
                </a:lnTo>
                <a:lnTo>
                  <a:pt x="4678" y="200216"/>
                </a:lnTo>
                <a:lnTo>
                  <a:pt x="4678" y="181592"/>
                </a:lnTo>
                <a:lnTo>
                  <a:pt x="0" y="181592"/>
                </a:lnTo>
                <a:lnTo>
                  <a:pt x="0" y="97780"/>
                </a:lnTo>
                <a:lnTo>
                  <a:pt x="4678" y="97780"/>
                </a:lnTo>
                <a:lnTo>
                  <a:pt x="4678" y="79155"/>
                </a:lnTo>
                <a:lnTo>
                  <a:pt x="9357" y="79155"/>
                </a:lnTo>
                <a:lnTo>
                  <a:pt x="9357" y="65187"/>
                </a:lnTo>
                <a:lnTo>
                  <a:pt x="14035" y="65187"/>
                </a:lnTo>
                <a:lnTo>
                  <a:pt x="14035" y="51218"/>
                </a:lnTo>
                <a:lnTo>
                  <a:pt x="18714" y="51218"/>
                </a:lnTo>
                <a:lnTo>
                  <a:pt x="18714" y="41906"/>
                </a:lnTo>
                <a:lnTo>
                  <a:pt x="23392" y="41906"/>
                </a:lnTo>
                <a:lnTo>
                  <a:pt x="23392" y="37250"/>
                </a:lnTo>
                <a:lnTo>
                  <a:pt x="28071" y="37250"/>
                </a:lnTo>
                <a:lnTo>
                  <a:pt x="28071" y="27937"/>
                </a:lnTo>
                <a:lnTo>
                  <a:pt x="32749" y="27937"/>
                </a:lnTo>
                <a:lnTo>
                  <a:pt x="32749" y="23281"/>
                </a:lnTo>
                <a:lnTo>
                  <a:pt x="37428" y="23281"/>
                </a:lnTo>
                <a:lnTo>
                  <a:pt x="37428" y="13969"/>
                </a:lnTo>
                <a:lnTo>
                  <a:pt x="42106" y="13969"/>
                </a:lnTo>
                <a:lnTo>
                  <a:pt x="42106" y="9312"/>
                </a:lnTo>
                <a:lnTo>
                  <a:pt x="46785" y="9312"/>
                </a:lnTo>
                <a:lnTo>
                  <a:pt x="46785" y="4656"/>
                </a:lnTo>
                <a:lnTo>
                  <a:pt x="51463" y="4656"/>
                </a:lnTo>
                <a:lnTo>
                  <a:pt x="51463" y="0"/>
                </a:lnTo>
                <a:lnTo>
                  <a:pt x="65499" y="0"/>
                </a:lnTo>
                <a:lnTo>
                  <a:pt x="65499" y="4656"/>
                </a:lnTo>
                <a:lnTo>
                  <a:pt x="60820" y="4656"/>
                </a:lnTo>
                <a:lnTo>
                  <a:pt x="60820" y="9312"/>
                </a:lnTo>
                <a:lnTo>
                  <a:pt x="56142" y="9312"/>
                </a:lnTo>
                <a:lnTo>
                  <a:pt x="56142" y="13969"/>
                </a:lnTo>
                <a:lnTo>
                  <a:pt x="51463" y="13969"/>
                </a:lnTo>
                <a:lnTo>
                  <a:pt x="51463" y="23281"/>
                </a:lnTo>
                <a:lnTo>
                  <a:pt x="46785" y="23281"/>
                </a:lnTo>
                <a:lnTo>
                  <a:pt x="46785" y="27937"/>
                </a:lnTo>
                <a:lnTo>
                  <a:pt x="42106" y="27937"/>
                </a:lnTo>
                <a:lnTo>
                  <a:pt x="42106" y="37250"/>
                </a:lnTo>
                <a:lnTo>
                  <a:pt x="37428" y="37250"/>
                </a:lnTo>
                <a:lnTo>
                  <a:pt x="37428" y="46562"/>
                </a:lnTo>
                <a:lnTo>
                  <a:pt x="32749" y="46562"/>
                </a:lnTo>
                <a:lnTo>
                  <a:pt x="32749" y="55874"/>
                </a:lnTo>
                <a:lnTo>
                  <a:pt x="28071" y="55874"/>
                </a:lnTo>
                <a:lnTo>
                  <a:pt x="28071" y="69843"/>
                </a:lnTo>
                <a:lnTo>
                  <a:pt x="23392" y="69843"/>
                </a:lnTo>
                <a:lnTo>
                  <a:pt x="23392" y="88468"/>
                </a:lnTo>
                <a:lnTo>
                  <a:pt x="18714" y="88468"/>
                </a:lnTo>
                <a:lnTo>
                  <a:pt x="18714" y="190904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23" name="Native source glyph inset-23.png">
            <a:extLst xmlns:a="http://schemas.openxmlformats.org/drawingml/2006/main">
              <a:ext uri="{FF2B5EF4-FFF2-40B4-BE49-F238E27FC236}">
                <a16:creationId xmlns:a16="http://schemas.microsoft.com/office/drawing/2014/main" id="{6D0ED97E-4456-4BDC-BFA4-7C611892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548" y="2434472"/>
            <a:ext cx="65499" cy="279372"/>
          </a:xfrm>
          <a:custGeom xmlns:a="http://schemas.openxmlformats.org/drawingml/2006/main">
            <a:pathLst>
              <a:path w="65499" h="279372">
                <a:moveTo>
                  <a:pt x="4678" y="4656"/>
                </a:moveTo>
                <a:lnTo>
                  <a:pt x="0" y="4656"/>
                </a:lnTo>
                <a:lnTo>
                  <a:pt x="0" y="0"/>
                </a:lnTo>
                <a:lnTo>
                  <a:pt x="14035" y="0"/>
                </a:lnTo>
                <a:lnTo>
                  <a:pt x="14035" y="4656"/>
                </a:lnTo>
                <a:lnTo>
                  <a:pt x="18714" y="4656"/>
                </a:lnTo>
                <a:lnTo>
                  <a:pt x="18714" y="9312"/>
                </a:lnTo>
                <a:lnTo>
                  <a:pt x="23392" y="9312"/>
                </a:lnTo>
                <a:lnTo>
                  <a:pt x="23392" y="13969"/>
                </a:lnTo>
                <a:lnTo>
                  <a:pt x="28071" y="13969"/>
                </a:lnTo>
                <a:lnTo>
                  <a:pt x="28071" y="23281"/>
                </a:lnTo>
                <a:lnTo>
                  <a:pt x="32749" y="23281"/>
                </a:lnTo>
                <a:lnTo>
                  <a:pt x="32749" y="27937"/>
                </a:lnTo>
                <a:lnTo>
                  <a:pt x="37428" y="27937"/>
                </a:lnTo>
                <a:lnTo>
                  <a:pt x="37428" y="32593"/>
                </a:lnTo>
                <a:lnTo>
                  <a:pt x="42106" y="32593"/>
                </a:lnTo>
                <a:lnTo>
                  <a:pt x="42106" y="41906"/>
                </a:lnTo>
                <a:lnTo>
                  <a:pt x="46785" y="41906"/>
                </a:lnTo>
                <a:lnTo>
                  <a:pt x="46785" y="51218"/>
                </a:lnTo>
                <a:lnTo>
                  <a:pt x="51463" y="51218"/>
                </a:lnTo>
                <a:lnTo>
                  <a:pt x="51463" y="60531"/>
                </a:lnTo>
                <a:lnTo>
                  <a:pt x="56142" y="60531"/>
                </a:lnTo>
                <a:lnTo>
                  <a:pt x="56142" y="74499"/>
                </a:lnTo>
                <a:lnTo>
                  <a:pt x="60820" y="74499"/>
                </a:lnTo>
                <a:lnTo>
                  <a:pt x="60820" y="93124"/>
                </a:lnTo>
                <a:lnTo>
                  <a:pt x="65499" y="93124"/>
                </a:lnTo>
                <a:lnTo>
                  <a:pt x="65499" y="181592"/>
                </a:lnTo>
                <a:lnTo>
                  <a:pt x="60820" y="181592"/>
                </a:lnTo>
                <a:lnTo>
                  <a:pt x="60820" y="200216"/>
                </a:lnTo>
                <a:lnTo>
                  <a:pt x="56142" y="200216"/>
                </a:lnTo>
                <a:lnTo>
                  <a:pt x="56142" y="214185"/>
                </a:lnTo>
                <a:lnTo>
                  <a:pt x="51463" y="214185"/>
                </a:lnTo>
                <a:lnTo>
                  <a:pt x="51463" y="223497"/>
                </a:lnTo>
                <a:lnTo>
                  <a:pt x="46785" y="223497"/>
                </a:lnTo>
                <a:lnTo>
                  <a:pt x="46785" y="232810"/>
                </a:lnTo>
                <a:lnTo>
                  <a:pt x="42106" y="232810"/>
                </a:lnTo>
                <a:lnTo>
                  <a:pt x="42106" y="242122"/>
                </a:lnTo>
                <a:lnTo>
                  <a:pt x="37428" y="242122"/>
                </a:lnTo>
                <a:lnTo>
                  <a:pt x="37428" y="246778"/>
                </a:lnTo>
                <a:lnTo>
                  <a:pt x="32749" y="246778"/>
                </a:lnTo>
                <a:lnTo>
                  <a:pt x="32749" y="256091"/>
                </a:lnTo>
                <a:lnTo>
                  <a:pt x="28071" y="256091"/>
                </a:lnTo>
                <a:lnTo>
                  <a:pt x="28071" y="260747"/>
                </a:lnTo>
                <a:lnTo>
                  <a:pt x="23392" y="260747"/>
                </a:lnTo>
                <a:lnTo>
                  <a:pt x="23392" y="265403"/>
                </a:lnTo>
                <a:lnTo>
                  <a:pt x="18714" y="265403"/>
                </a:lnTo>
                <a:lnTo>
                  <a:pt x="18714" y="270059"/>
                </a:lnTo>
                <a:lnTo>
                  <a:pt x="14035" y="270059"/>
                </a:lnTo>
                <a:lnTo>
                  <a:pt x="14035" y="274715"/>
                </a:lnTo>
                <a:lnTo>
                  <a:pt x="9357" y="274715"/>
                </a:lnTo>
                <a:lnTo>
                  <a:pt x="9357" y="279372"/>
                </a:lnTo>
                <a:lnTo>
                  <a:pt x="0" y="279372"/>
                </a:lnTo>
                <a:lnTo>
                  <a:pt x="0" y="270059"/>
                </a:lnTo>
                <a:lnTo>
                  <a:pt x="4678" y="270059"/>
                </a:lnTo>
                <a:lnTo>
                  <a:pt x="4678" y="265403"/>
                </a:lnTo>
                <a:lnTo>
                  <a:pt x="9357" y="265403"/>
                </a:lnTo>
                <a:lnTo>
                  <a:pt x="9357" y="260747"/>
                </a:lnTo>
                <a:lnTo>
                  <a:pt x="14035" y="260747"/>
                </a:lnTo>
                <a:lnTo>
                  <a:pt x="14035" y="256091"/>
                </a:lnTo>
                <a:lnTo>
                  <a:pt x="18714" y="256091"/>
                </a:lnTo>
                <a:lnTo>
                  <a:pt x="18714" y="251434"/>
                </a:lnTo>
                <a:lnTo>
                  <a:pt x="23392" y="251434"/>
                </a:lnTo>
                <a:lnTo>
                  <a:pt x="23392" y="242122"/>
                </a:lnTo>
                <a:lnTo>
                  <a:pt x="28071" y="242122"/>
                </a:lnTo>
                <a:lnTo>
                  <a:pt x="28071" y="232810"/>
                </a:lnTo>
                <a:lnTo>
                  <a:pt x="32749" y="232810"/>
                </a:lnTo>
                <a:lnTo>
                  <a:pt x="32749" y="223497"/>
                </a:lnTo>
                <a:lnTo>
                  <a:pt x="37428" y="223497"/>
                </a:lnTo>
                <a:lnTo>
                  <a:pt x="37428" y="209529"/>
                </a:lnTo>
                <a:lnTo>
                  <a:pt x="42106" y="209529"/>
                </a:lnTo>
                <a:lnTo>
                  <a:pt x="42106" y="190904"/>
                </a:lnTo>
                <a:lnTo>
                  <a:pt x="46785" y="190904"/>
                </a:lnTo>
                <a:lnTo>
                  <a:pt x="46785" y="139686"/>
                </a:lnTo>
                <a:lnTo>
                  <a:pt x="51463" y="139686"/>
                </a:lnTo>
                <a:lnTo>
                  <a:pt x="51463" y="135030"/>
                </a:lnTo>
                <a:lnTo>
                  <a:pt x="46785" y="135030"/>
                </a:lnTo>
                <a:lnTo>
                  <a:pt x="46785" y="88468"/>
                </a:lnTo>
                <a:lnTo>
                  <a:pt x="42106" y="88468"/>
                </a:lnTo>
                <a:lnTo>
                  <a:pt x="42106" y="69843"/>
                </a:lnTo>
                <a:lnTo>
                  <a:pt x="37428" y="69843"/>
                </a:lnTo>
                <a:lnTo>
                  <a:pt x="37428" y="55874"/>
                </a:lnTo>
                <a:lnTo>
                  <a:pt x="32749" y="55874"/>
                </a:lnTo>
                <a:lnTo>
                  <a:pt x="32749" y="41906"/>
                </a:lnTo>
                <a:lnTo>
                  <a:pt x="28071" y="41906"/>
                </a:lnTo>
                <a:lnTo>
                  <a:pt x="28071" y="32593"/>
                </a:lnTo>
                <a:lnTo>
                  <a:pt x="23392" y="32593"/>
                </a:lnTo>
                <a:lnTo>
                  <a:pt x="23392" y="27937"/>
                </a:lnTo>
                <a:lnTo>
                  <a:pt x="18714" y="27937"/>
                </a:lnTo>
                <a:lnTo>
                  <a:pt x="18714" y="18625"/>
                </a:lnTo>
                <a:lnTo>
                  <a:pt x="14035" y="18625"/>
                </a:lnTo>
                <a:lnTo>
                  <a:pt x="14035" y="13969"/>
                </a:lnTo>
                <a:lnTo>
                  <a:pt x="9357" y="13969"/>
                </a:lnTo>
                <a:lnTo>
                  <a:pt x="9357" y="9312"/>
                </a:lnTo>
                <a:lnTo>
                  <a:pt x="4678" y="9312"/>
                </a:lnTo>
                <a:lnTo>
                  <a:pt x="4678" y="465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24" name="Native source glyph inset-23.png">
            <a:extLst xmlns:a="http://schemas.openxmlformats.org/drawingml/2006/main">
              <a:ext uri="{FF2B5EF4-FFF2-40B4-BE49-F238E27FC236}">
                <a16:creationId xmlns:a16="http://schemas.microsoft.com/office/drawing/2014/main" id="{735A5A7C-96E8-42EC-8DDA-662E6861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71" y="2555533"/>
            <a:ext cx="32749" cy="32593"/>
          </a:xfrm>
          <a:custGeom xmlns:a="http://schemas.openxmlformats.org/drawingml/2006/main">
            <a:pathLst>
              <a:path w="32749" h="32593">
                <a:moveTo>
                  <a:pt x="0" y="9312"/>
                </a:moveTo>
                <a:lnTo>
                  <a:pt x="4678" y="9312"/>
                </a:lnTo>
                <a:lnTo>
                  <a:pt x="4678" y="4656"/>
                </a:lnTo>
                <a:lnTo>
                  <a:pt x="14035" y="4656"/>
                </a:lnTo>
                <a:lnTo>
                  <a:pt x="14035" y="0"/>
                </a:lnTo>
                <a:lnTo>
                  <a:pt x="23392" y="0"/>
                </a:lnTo>
                <a:lnTo>
                  <a:pt x="23392" y="4656"/>
                </a:lnTo>
                <a:lnTo>
                  <a:pt x="28071" y="4656"/>
                </a:lnTo>
                <a:lnTo>
                  <a:pt x="28071" y="9312"/>
                </a:lnTo>
                <a:lnTo>
                  <a:pt x="32749" y="9312"/>
                </a:lnTo>
                <a:lnTo>
                  <a:pt x="32749" y="23281"/>
                </a:lnTo>
                <a:lnTo>
                  <a:pt x="28071" y="23281"/>
                </a:lnTo>
                <a:lnTo>
                  <a:pt x="28071" y="27937"/>
                </a:lnTo>
                <a:lnTo>
                  <a:pt x="23392" y="27937"/>
                </a:lnTo>
                <a:lnTo>
                  <a:pt x="23392" y="32593"/>
                </a:lnTo>
                <a:lnTo>
                  <a:pt x="9357" y="32593"/>
                </a:lnTo>
                <a:lnTo>
                  <a:pt x="9357" y="27937"/>
                </a:lnTo>
                <a:lnTo>
                  <a:pt x="4678" y="27937"/>
                </a:lnTo>
                <a:lnTo>
                  <a:pt x="4678" y="23281"/>
                </a:lnTo>
                <a:lnTo>
                  <a:pt x="0" y="23281"/>
                </a:lnTo>
                <a:lnTo>
                  <a:pt x="0" y="931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F1A27-5DCB-49E8-A0E6-4A93EC22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67" y="2250227"/>
            <a:ext cx="1083254" cy="651331"/>
          </a:xfrm>
          <a:custGeom xmlns:a="http://schemas.openxmlformats.org/drawingml/2006/main">
            <a:pathLst>
              <a:path w="1083254" h="651331" fill="none">
                <a:moveTo>
                  <a:pt x="0" y="0"/>
                </a:moveTo>
                <a:lnTo>
                  <a:pt x="0" y="651331"/>
                </a:lnTo>
                <a:lnTo>
                  <a:pt x="1083254" y="651331"/>
                </a:lnTo>
                <a:lnTo>
                  <a:pt x="108325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3077" cap="sq">
            <a:solidFill>
              <a:srgbClr val="030404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84E67-2CBB-42A5-A59D-D9D3B10F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533" y="988919"/>
            <a:ext cx="686942" cy="10"/>
          </a:xfrm>
          <a:custGeom xmlns:a="http://schemas.openxmlformats.org/drawingml/2006/main">
            <a:pathLst>
              <a:path w="686942" h="1" fill="none">
                <a:moveTo>
                  <a:pt x="0" y="0"/>
                </a:moveTo>
                <a:lnTo>
                  <a:pt x="6869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077" cap="rnd">
            <a:solidFill>
              <a:srgbClr val="A8D08D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88915-EDAF-42CF-B3D2-D63F4C51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533" y="4134143"/>
            <a:ext cx="678901" cy="1153"/>
          </a:xfrm>
          <a:custGeom xmlns:a="http://schemas.openxmlformats.org/drawingml/2006/main">
            <a:pathLst>
              <a:path w="678901" h="1153" fill="none">
                <a:moveTo>
                  <a:pt x="0" y="1153"/>
                </a:moveTo>
                <a:lnTo>
                  <a:pt x="12636" y="1153"/>
                </a:lnTo>
                <a:lnTo>
                  <a:pt x="12636" y="0"/>
                </a:lnTo>
                <a:lnTo>
                  <a:pt x="6789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077" cap="rnd">
            <a:solidFill>
              <a:srgbClr val="9CC3E5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AC58B-67DC-4887-9B62-A8654761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218" y="988919"/>
            <a:ext cx="5744" cy="1009736"/>
          </a:xfrm>
          <a:custGeom xmlns:a="http://schemas.openxmlformats.org/drawingml/2006/main">
            <a:pathLst>
              <a:path w="5744" h="1009736" fill="none">
                <a:moveTo>
                  <a:pt x="0" y="1009736"/>
                </a:moveTo>
                <a:lnTo>
                  <a:pt x="5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077" cap="rnd">
            <a:solidFill>
              <a:srgbClr val="A8D08D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A75CD-5EE3-40AD-BC34-902518B1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467" y="1975699"/>
            <a:ext cx="182648" cy="274528"/>
          </a:xfrm>
          <a:custGeom xmlns:a="http://schemas.openxmlformats.org/drawingml/2006/main">
            <a:pathLst>
              <a:path w="182648" h="274528">
                <a:moveTo>
                  <a:pt x="182648" y="1130"/>
                </a:moveTo>
                <a:lnTo>
                  <a:pt x="89601" y="274528"/>
                </a:lnTo>
                <a:lnTo>
                  <a:pt x="0" y="0"/>
                </a:lnTo>
                <a:lnTo>
                  <a:pt x="182648" y="1130"/>
                </a:lnTo>
              </a:path>
            </a:pathLst>
          </a:custGeom>
          <a:solidFill xmlns:a="http://schemas.openxmlformats.org/drawingml/2006/main">
            <a:srgbClr val="A8D0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B9AB5-9965-4829-90C9-2F6692EB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306" y="3153149"/>
            <a:ext cx="4595" cy="982147"/>
          </a:xfrm>
          <a:custGeom xmlns:a="http://schemas.openxmlformats.org/drawingml/2006/main">
            <a:pathLst>
              <a:path w="4595" h="982147" fill="none">
                <a:moveTo>
                  <a:pt x="0" y="982147"/>
                </a:moveTo>
                <a:lnTo>
                  <a:pt x="4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077" cap="rnd">
            <a:solidFill>
              <a:srgbClr val="9CC3E5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B22BD-F672-4D41-AC71-F43E9DF3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02" y="2901558"/>
            <a:ext cx="182648" cy="274547"/>
          </a:xfrm>
          <a:custGeom xmlns:a="http://schemas.openxmlformats.org/drawingml/2006/main">
            <a:pathLst>
              <a:path w="182648" h="274547">
                <a:moveTo>
                  <a:pt x="0" y="273398"/>
                </a:moveTo>
                <a:lnTo>
                  <a:pt x="93047" y="0"/>
                </a:lnTo>
                <a:lnTo>
                  <a:pt x="182648" y="274547"/>
                </a:lnTo>
                <a:lnTo>
                  <a:pt x="0" y="273398"/>
                </a:lnTo>
              </a:path>
            </a:pathLst>
          </a:custGeom>
          <a:solidFill xmlns:a="http://schemas.openxmlformats.org/drawingml/2006/main">
            <a:srgbClr val="9CC3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2B9DE-4386-4DB5-9EAA-7C6DEAF0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122" y="2576486"/>
            <a:ext cx="575515" cy="10"/>
          </a:xfrm>
          <a:custGeom xmlns:a="http://schemas.openxmlformats.org/drawingml/2006/main">
            <a:pathLst>
              <a:path w="575515" h="1" fill="none">
                <a:moveTo>
                  <a:pt x="0" y="0"/>
                </a:moveTo>
                <a:lnTo>
                  <a:pt x="5755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077" cap="rnd">
            <a:solidFill>
              <a:srgbClr val="030404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B45BA-353A-4B21-B86A-1D8CA155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9662" y="2484568"/>
            <a:ext cx="182648" cy="182668"/>
          </a:xfrm>
          <a:custGeom xmlns:a="http://schemas.openxmlformats.org/drawingml/2006/main">
            <a:pathLst>
              <a:path w="182648" h="182668">
                <a:moveTo>
                  <a:pt x="0" y="0"/>
                </a:moveTo>
                <a:lnTo>
                  <a:pt x="182648" y="91918"/>
                </a:lnTo>
                <a:lnTo>
                  <a:pt x="0" y="18266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3040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26814-BCC0-440A-878B-30F1C997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456" y="5245678"/>
            <a:ext cx="830591" cy="278568"/>
          </a:xfrm>
          <a:custGeom xmlns:a="http://schemas.openxmlformats.org/drawingml/2006/main">
            <a:pathLst>
              <a:path w="830591" h="278568">
                <a:moveTo>
                  <a:pt x="786996" y="95846"/>
                </a:moveTo>
                <a:cubicBezTo>
                  <a:pt x="797488" y="109840"/>
                  <a:pt x="802734" y="129008"/>
                  <a:pt x="802734" y="153358"/>
                </a:cubicBezTo>
                <a:cubicBezTo>
                  <a:pt x="802734" y="172825"/>
                  <a:pt x="799575" y="186556"/>
                  <a:pt x="793295" y="194536"/>
                </a:cubicBezTo>
                <a:cubicBezTo>
                  <a:pt x="786996" y="202546"/>
                  <a:pt x="779013" y="206525"/>
                  <a:pt x="769325" y="206525"/>
                </a:cubicBezTo>
                <a:cubicBezTo>
                  <a:pt x="756344" y="206525"/>
                  <a:pt x="745891" y="199286"/>
                  <a:pt x="737965" y="184814"/>
                </a:cubicBezTo>
                <a:cubicBezTo>
                  <a:pt x="730019" y="170342"/>
                  <a:pt x="726056" y="153111"/>
                  <a:pt x="726056" y="133144"/>
                </a:cubicBezTo>
                <a:cubicBezTo>
                  <a:pt x="726056" y="120774"/>
                  <a:pt x="727703" y="110625"/>
                  <a:pt x="730996" y="102735"/>
                </a:cubicBezTo>
                <a:cubicBezTo>
                  <a:pt x="734289" y="94853"/>
                  <a:pt x="738596" y="89333"/>
                  <a:pt x="743957" y="86191"/>
                </a:cubicBezTo>
                <a:cubicBezTo>
                  <a:pt x="749280" y="83059"/>
                  <a:pt x="754602" y="81487"/>
                  <a:pt x="759905" y="81487"/>
                </a:cubicBezTo>
                <a:cubicBezTo>
                  <a:pt x="770876" y="81487"/>
                  <a:pt x="779913" y="86274"/>
                  <a:pt x="786996" y="95846"/>
                </a:cubicBezTo>
                <a:close/>
                <a:moveTo>
                  <a:pt x="732183" y="80643"/>
                </a:moveTo>
                <a:cubicBezTo>
                  <a:pt x="722016" y="86595"/>
                  <a:pt x="713803" y="95787"/>
                  <a:pt x="707562" y="108209"/>
                </a:cubicBezTo>
                <a:cubicBezTo>
                  <a:pt x="701320" y="120640"/>
                  <a:pt x="698199" y="133144"/>
                  <a:pt x="698199" y="145715"/>
                </a:cubicBezTo>
                <a:cubicBezTo>
                  <a:pt x="698199" y="163005"/>
                  <a:pt x="703330" y="178568"/>
                  <a:pt x="713631" y="192449"/>
                </a:cubicBezTo>
                <a:cubicBezTo>
                  <a:pt x="725807" y="208918"/>
                  <a:pt x="742234" y="217152"/>
                  <a:pt x="762892" y="217152"/>
                </a:cubicBezTo>
                <a:cubicBezTo>
                  <a:pt x="775567" y="217152"/>
                  <a:pt x="787073" y="213951"/>
                  <a:pt x="797412" y="207580"/>
                </a:cubicBezTo>
                <a:cubicBezTo>
                  <a:pt x="807750" y="201185"/>
                  <a:pt x="815849" y="191710"/>
                  <a:pt x="821746" y="179129"/>
                </a:cubicBezTo>
                <a:cubicBezTo>
                  <a:pt x="827642" y="166551"/>
                  <a:pt x="830591" y="154106"/>
                  <a:pt x="830591" y="141834"/>
                </a:cubicBezTo>
                <a:cubicBezTo>
                  <a:pt x="830591" y="124356"/>
                  <a:pt x="825249" y="108883"/>
                  <a:pt x="814566" y="95406"/>
                </a:cubicBezTo>
                <a:cubicBezTo>
                  <a:pt x="801987" y="79626"/>
                  <a:pt x="785312" y="71742"/>
                  <a:pt x="764539" y="71742"/>
                </a:cubicBezTo>
                <a:cubicBezTo>
                  <a:pt x="753166" y="71742"/>
                  <a:pt x="742368" y="74704"/>
                  <a:pt x="732183" y="80643"/>
                </a:cubicBezTo>
                <a:close/>
                <a:moveTo>
                  <a:pt x="652978" y="71742"/>
                </a:moveTo>
                <a:lnTo>
                  <a:pt x="611642" y="88510"/>
                </a:lnTo>
                <a:lnTo>
                  <a:pt x="613729" y="93911"/>
                </a:lnTo>
                <a:cubicBezTo>
                  <a:pt x="617731" y="92398"/>
                  <a:pt x="621119" y="91652"/>
                  <a:pt x="623915" y="91652"/>
                </a:cubicBezTo>
                <a:cubicBezTo>
                  <a:pt x="626519" y="91652"/>
                  <a:pt x="628548" y="92280"/>
                  <a:pt x="630060" y="93528"/>
                </a:cubicBezTo>
                <a:cubicBezTo>
                  <a:pt x="631554" y="94770"/>
                  <a:pt x="632645" y="96991"/>
                  <a:pt x="633353" y="100192"/>
                </a:cubicBezTo>
                <a:cubicBezTo>
                  <a:pt x="634253" y="104598"/>
                  <a:pt x="634694" y="114222"/>
                  <a:pt x="634694" y="129096"/>
                </a:cubicBezTo>
                <a:lnTo>
                  <a:pt x="634694" y="181965"/>
                </a:lnTo>
                <a:cubicBezTo>
                  <a:pt x="634694" y="190460"/>
                  <a:pt x="634024" y="196188"/>
                  <a:pt x="632683" y="199196"/>
                </a:cubicBezTo>
                <a:cubicBezTo>
                  <a:pt x="631324" y="202179"/>
                  <a:pt x="629505" y="204325"/>
                  <a:pt x="627208" y="205627"/>
                </a:cubicBezTo>
                <a:cubicBezTo>
                  <a:pt x="624910" y="206929"/>
                  <a:pt x="620411" y="207580"/>
                  <a:pt x="613729" y="207580"/>
                </a:cubicBezTo>
                <a:lnTo>
                  <a:pt x="613729" y="212956"/>
                </a:lnTo>
                <a:lnTo>
                  <a:pt x="680375" y="212956"/>
                </a:lnTo>
                <a:lnTo>
                  <a:pt x="680375" y="207580"/>
                </a:lnTo>
                <a:cubicBezTo>
                  <a:pt x="673885" y="207580"/>
                  <a:pt x="669424" y="206869"/>
                  <a:pt x="666973" y="205470"/>
                </a:cubicBezTo>
                <a:cubicBezTo>
                  <a:pt x="664522" y="204072"/>
                  <a:pt x="662684" y="201947"/>
                  <a:pt x="661421" y="199114"/>
                </a:cubicBezTo>
                <a:cubicBezTo>
                  <a:pt x="660176" y="196265"/>
                  <a:pt x="659564" y="190557"/>
                  <a:pt x="659564" y="181965"/>
                </a:cubicBezTo>
                <a:lnTo>
                  <a:pt x="659564" y="71742"/>
                </a:lnTo>
                <a:lnTo>
                  <a:pt x="652978" y="71742"/>
                </a:lnTo>
                <a:close/>
                <a:moveTo>
                  <a:pt x="636264" y="4426"/>
                </a:moveTo>
                <a:cubicBezTo>
                  <a:pt x="633315" y="7373"/>
                  <a:pt x="631860" y="10934"/>
                  <a:pt x="631860" y="15129"/>
                </a:cubicBezTo>
                <a:cubicBezTo>
                  <a:pt x="631860" y="19318"/>
                  <a:pt x="633353" y="22921"/>
                  <a:pt x="636340" y="25906"/>
                </a:cubicBezTo>
                <a:cubicBezTo>
                  <a:pt x="639346" y="28912"/>
                  <a:pt x="642926" y="30409"/>
                  <a:pt x="647119" y="30409"/>
                </a:cubicBezTo>
                <a:cubicBezTo>
                  <a:pt x="651312" y="30409"/>
                  <a:pt x="654892" y="28912"/>
                  <a:pt x="657841" y="25906"/>
                </a:cubicBezTo>
                <a:cubicBezTo>
                  <a:pt x="660770" y="22921"/>
                  <a:pt x="662244" y="19318"/>
                  <a:pt x="662244" y="15129"/>
                </a:cubicBezTo>
                <a:cubicBezTo>
                  <a:pt x="662244" y="10934"/>
                  <a:pt x="660770" y="7373"/>
                  <a:pt x="657841" y="4426"/>
                </a:cubicBezTo>
                <a:cubicBezTo>
                  <a:pt x="654892" y="1472"/>
                  <a:pt x="651312" y="0"/>
                  <a:pt x="647119" y="0"/>
                </a:cubicBezTo>
                <a:cubicBezTo>
                  <a:pt x="642831" y="0"/>
                  <a:pt x="639212" y="1472"/>
                  <a:pt x="636264" y="4426"/>
                </a:cubicBezTo>
                <a:close/>
                <a:moveTo>
                  <a:pt x="498856" y="71742"/>
                </a:moveTo>
                <a:lnTo>
                  <a:pt x="492423" y="71742"/>
                </a:lnTo>
                <a:lnTo>
                  <a:pt x="451088" y="88510"/>
                </a:lnTo>
                <a:lnTo>
                  <a:pt x="453328" y="93911"/>
                </a:lnTo>
                <a:cubicBezTo>
                  <a:pt x="457234" y="92398"/>
                  <a:pt x="460565" y="91652"/>
                  <a:pt x="463379" y="91652"/>
                </a:cubicBezTo>
                <a:cubicBezTo>
                  <a:pt x="465964" y="91652"/>
                  <a:pt x="468032" y="92303"/>
                  <a:pt x="469583" y="93603"/>
                </a:cubicBezTo>
                <a:cubicBezTo>
                  <a:pt x="471133" y="94904"/>
                  <a:pt x="472282" y="97357"/>
                  <a:pt x="473029" y="100939"/>
                </a:cubicBezTo>
                <a:cubicBezTo>
                  <a:pt x="473775" y="104537"/>
                  <a:pt x="474158" y="114567"/>
                  <a:pt x="474158" y="131049"/>
                </a:cubicBezTo>
                <a:lnTo>
                  <a:pt x="474158" y="181965"/>
                </a:lnTo>
                <a:cubicBezTo>
                  <a:pt x="474158" y="191957"/>
                  <a:pt x="472933" y="198717"/>
                  <a:pt x="470482" y="202253"/>
                </a:cubicBezTo>
                <a:cubicBezTo>
                  <a:pt x="468032" y="205799"/>
                  <a:pt x="463322" y="207580"/>
                  <a:pt x="456334" y="207580"/>
                </a:cubicBezTo>
                <a:lnTo>
                  <a:pt x="453328" y="207580"/>
                </a:lnTo>
                <a:lnTo>
                  <a:pt x="453328" y="212956"/>
                </a:lnTo>
                <a:lnTo>
                  <a:pt x="521180" y="212956"/>
                </a:lnTo>
                <a:lnTo>
                  <a:pt x="521180" y="207580"/>
                </a:lnTo>
                <a:cubicBezTo>
                  <a:pt x="513694" y="207580"/>
                  <a:pt x="508716" y="206906"/>
                  <a:pt x="506285" y="205545"/>
                </a:cubicBezTo>
                <a:cubicBezTo>
                  <a:pt x="503834" y="204206"/>
                  <a:pt x="501900" y="202083"/>
                  <a:pt x="500503" y="199196"/>
                </a:cubicBezTo>
                <a:cubicBezTo>
                  <a:pt x="499411" y="196988"/>
                  <a:pt x="498856" y="191245"/>
                  <a:pt x="498856" y="181965"/>
                </a:cubicBezTo>
                <a:lnTo>
                  <a:pt x="498856" y="109631"/>
                </a:lnTo>
                <a:cubicBezTo>
                  <a:pt x="510650" y="96647"/>
                  <a:pt x="522482" y="90156"/>
                  <a:pt x="534352" y="90156"/>
                </a:cubicBezTo>
                <a:cubicBezTo>
                  <a:pt x="542048" y="90156"/>
                  <a:pt x="547505" y="92990"/>
                  <a:pt x="550760" y="98621"/>
                </a:cubicBezTo>
                <a:cubicBezTo>
                  <a:pt x="553995" y="104269"/>
                  <a:pt x="555623" y="113324"/>
                  <a:pt x="555623" y="125807"/>
                </a:cubicBezTo>
                <a:lnTo>
                  <a:pt x="555623" y="181965"/>
                </a:lnTo>
                <a:cubicBezTo>
                  <a:pt x="555623" y="189847"/>
                  <a:pt x="555431" y="194536"/>
                  <a:pt x="555029" y="196054"/>
                </a:cubicBezTo>
                <a:cubicBezTo>
                  <a:pt x="554034" y="199847"/>
                  <a:pt x="552253" y="202719"/>
                  <a:pt x="549707" y="204647"/>
                </a:cubicBezTo>
                <a:cubicBezTo>
                  <a:pt x="547160" y="206599"/>
                  <a:pt x="542699" y="207580"/>
                  <a:pt x="536305" y="207580"/>
                </a:cubicBezTo>
                <a:lnTo>
                  <a:pt x="533452" y="207580"/>
                </a:lnTo>
                <a:lnTo>
                  <a:pt x="533452" y="212956"/>
                </a:lnTo>
                <a:lnTo>
                  <a:pt x="601304" y="212956"/>
                </a:lnTo>
                <a:lnTo>
                  <a:pt x="601304" y="207580"/>
                </a:lnTo>
                <a:cubicBezTo>
                  <a:pt x="594718" y="207580"/>
                  <a:pt x="590199" y="206869"/>
                  <a:pt x="587749" y="205470"/>
                </a:cubicBezTo>
                <a:cubicBezTo>
                  <a:pt x="585298" y="204072"/>
                  <a:pt x="583537" y="202142"/>
                  <a:pt x="582426" y="199629"/>
                </a:cubicBezTo>
                <a:cubicBezTo>
                  <a:pt x="581029" y="196548"/>
                  <a:pt x="580339" y="190655"/>
                  <a:pt x="580339" y="181965"/>
                </a:cubicBezTo>
                <a:lnTo>
                  <a:pt x="580339" y="123414"/>
                </a:lnTo>
                <a:cubicBezTo>
                  <a:pt x="580339" y="111029"/>
                  <a:pt x="579229" y="101837"/>
                  <a:pt x="577046" y="95846"/>
                </a:cubicBezTo>
                <a:cubicBezTo>
                  <a:pt x="573849" y="87269"/>
                  <a:pt x="569561" y="81099"/>
                  <a:pt x="564162" y="77352"/>
                </a:cubicBezTo>
                <a:cubicBezTo>
                  <a:pt x="558762" y="73613"/>
                  <a:pt x="552330" y="71742"/>
                  <a:pt x="544844" y="71742"/>
                </a:cubicBezTo>
                <a:cubicBezTo>
                  <a:pt x="530255" y="71742"/>
                  <a:pt x="514938" y="81428"/>
                  <a:pt x="498856" y="100805"/>
                </a:cubicBezTo>
                <a:lnTo>
                  <a:pt x="498856" y="71742"/>
                </a:lnTo>
                <a:close/>
                <a:moveTo>
                  <a:pt x="414405" y="71742"/>
                </a:moveTo>
                <a:lnTo>
                  <a:pt x="373070" y="88510"/>
                </a:lnTo>
                <a:lnTo>
                  <a:pt x="375157" y="93911"/>
                </a:lnTo>
                <a:cubicBezTo>
                  <a:pt x="379158" y="92398"/>
                  <a:pt x="382547" y="91652"/>
                  <a:pt x="385342" y="91652"/>
                </a:cubicBezTo>
                <a:cubicBezTo>
                  <a:pt x="387946" y="91652"/>
                  <a:pt x="389995" y="92280"/>
                  <a:pt x="391488" y="93528"/>
                </a:cubicBezTo>
                <a:cubicBezTo>
                  <a:pt x="392981" y="94770"/>
                  <a:pt x="394073" y="96991"/>
                  <a:pt x="394781" y="100192"/>
                </a:cubicBezTo>
                <a:cubicBezTo>
                  <a:pt x="395681" y="104598"/>
                  <a:pt x="396121" y="114222"/>
                  <a:pt x="396121" y="129096"/>
                </a:cubicBezTo>
                <a:lnTo>
                  <a:pt x="396121" y="181965"/>
                </a:lnTo>
                <a:cubicBezTo>
                  <a:pt x="396121" y="190460"/>
                  <a:pt x="395451" y="196188"/>
                  <a:pt x="394111" y="199196"/>
                </a:cubicBezTo>
                <a:cubicBezTo>
                  <a:pt x="392752" y="202179"/>
                  <a:pt x="390933" y="204325"/>
                  <a:pt x="388635" y="205627"/>
                </a:cubicBezTo>
                <a:cubicBezTo>
                  <a:pt x="386338" y="206929"/>
                  <a:pt x="381858" y="207580"/>
                  <a:pt x="375157" y="207580"/>
                </a:cubicBezTo>
                <a:lnTo>
                  <a:pt x="375157" y="212956"/>
                </a:lnTo>
                <a:lnTo>
                  <a:pt x="441802" y="212956"/>
                </a:lnTo>
                <a:lnTo>
                  <a:pt x="441802" y="207580"/>
                </a:lnTo>
                <a:cubicBezTo>
                  <a:pt x="435312" y="207580"/>
                  <a:pt x="430851" y="206869"/>
                  <a:pt x="428401" y="205470"/>
                </a:cubicBezTo>
                <a:cubicBezTo>
                  <a:pt x="425950" y="204072"/>
                  <a:pt x="424112" y="201947"/>
                  <a:pt x="422867" y="199114"/>
                </a:cubicBezTo>
                <a:cubicBezTo>
                  <a:pt x="421604" y="196265"/>
                  <a:pt x="420991" y="190557"/>
                  <a:pt x="420991" y="181965"/>
                </a:cubicBezTo>
                <a:lnTo>
                  <a:pt x="420991" y="71742"/>
                </a:lnTo>
                <a:lnTo>
                  <a:pt x="414405" y="71742"/>
                </a:lnTo>
                <a:close/>
                <a:moveTo>
                  <a:pt x="397691" y="4426"/>
                </a:moveTo>
                <a:cubicBezTo>
                  <a:pt x="394762" y="7373"/>
                  <a:pt x="393288" y="10934"/>
                  <a:pt x="393288" y="15129"/>
                </a:cubicBezTo>
                <a:cubicBezTo>
                  <a:pt x="393288" y="19318"/>
                  <a:pt x="394781" y="22921"/>
                  <a:pt x="397768" y="25906"/>
                </a:cubicBezTo>
                <a:cubicBezTo>
                  <a:pt x="400773" y="28912"/>
                  <a:pt x="404373" y="30409"/>
                  <a:pt x="408566" y="30409"/>
                </a:cubicBezTo>
                <a:cubicBezTo>
                  <a:pt x="412759" y="30409"/>
                  <a:pt x="416320" y="28912"/>
                  <a:pt x="419268" y="25906"/>
                </a:cubicBezTo>
                <a:cubicBezTo>
                  <a:pt x="422216" y="22921"/>
                  <a:pt x="423691" y="19318"/>
                  <a:pt x="423691" y="15129"/>
                </a:cubicBezTo>
                <a:cubicBezTo>
                  <a:pt x="423691" y="10934"/>
                  <a:pt x="422216" y="7373"/>
                  <a:pt x="419268" y="4426"/>
                </a:cubicBezTo>
                <a:cubicBezTo>
                  <a:pt x="416320" y="1472"/>
                  <a:pt x="412759" y="0"/>
                  <a:pt x="408566" y="0"/>
                </a:cubicBezTo>
                <a:cubicBezTo>
                  <a:pt x="404258" y="0"/>
                  <a:pt x="400639" y="1472"/>
                  <a:pt x="397691" y="4426"/>
                </a:cubicBezTo>
                <a:close/>
                <a:moveTo>
                  <a:pt x="276174" y="97051"/>
                </a:moveTo>
                <a:cubicBezTo>
                  <a:pt x="280865" y="94657"/>
                  <a:pt x="285613" y="93453"/>
                  <a:pt x="290399" y="93453"/>
                </a:cubicBezTo>
                <a:cubicBezTo>
                  <a:pt x="299187" y="93453"/>
                  <a:pt x="306769" y="97357"/>
                  <a:pt x="313164" y="105128"/>
                </a:cubicBezTo>
                <a:cubicBezTo>
                  <a:pt x="322353" y="116428"/>
                  <a:pt x="326929" y="132545"/>
                  <a:pt x="326929" y="153507"/>
                </a:cubicBezTo>
                <a:cubicBezTo>
                  <a:pt x="326929" y="171988"/>
                  <a:pt x="322889" y="186309"/>
                  <a:pt x="314810" y="196496"/>
                </a:cubicBezTo>
                <a:cubicBezTo>
                  <a:pt x="308607" y="204281"/>
                  <a:pt x="300527" y="208169"/>
                  <a:pt x="290553" y="208169"/>
                </a:cubicBezTo>
                <a:cubicBezTo>
                  <a:pt x="282263" y="208169"/>
                  <a:pt x="275389" y="205972"/>
                  <a:pt x="269952" y="201589"/>
                </a:cubicBezTo>
                <a:cubicBezTo>
                  <a:pt x="264515" y="197199"/>
                  <a:pt x="261088" y="192106"/>
                  <a:pt x="259690" y="186309"/>
                </a:cubicBezTo>
                <a:cubicBezTo>
                  <a:pt x="258790" y="182825"/>
                  <a:pt x="258350" y="175524"/>
                  <a:pt x="258350" y="164441"/>
                </a:cubicBezTo>
                <a:lnTo>
                  <a:pt x="258350" y="113227"/>
                </a:lnTo>
                <a:cubicBezTo>
                  <a:pt x="266640" y="104230"/>
                  <a:pt x="272575" y="98854"/>
                  <a:pt x="276174" y="97051"/>
                </a:cubicBezTo>
                <a:close/>
                <a:moveTo>
                  <a:pt x="212228" y="94194"/>
                </a:moveTo>
                <a:cubicBezTo>
                  <a:pt x="215904" y="92802"/>
                  <a:pt x="218967" y="92107"/>
                  <a:pt x="221361" y="92107"/>
                </a:cubicBezTo>
                <a:cubicBezTo>
                  <a:pt x="224347" y="92107"/>
                  <a:pt x="226721" y="92707"/>
                  <a:pt x="228464" y="93911"/>
                </a:cubicBezTo>
                <a:cubicBezTo>
                  <a:pt x="230206" y="95100"/>
                  <a:pt x="231489" y="96894"/>
                  <a:pt x="232293" y="99287"/>
                </a:cubicBezTo>
                <a:cubicBezTo>
                  <a:pt x="233078" y="101680"/>
                  <a:pt x="233480" y="107334"/>
                  <a:pt x="233480" y="116211"/>
                </a:cubicBezTo>
                <a:lnTo>
                  <a:pt x="233480" y="245907"/>
                </a:lnTo>
                <a:cubicBezTo>
                  <a:pt x="233480" y="255899"/>
                  <a:pt x="232963" y="262106"/>
                  <a:pt x="231910" y="264551"/>
                </a:cubicBezTo>
                <a:cubicBezTo>
                  <a:pt x="230857" y="267006"/>
                  <a:pt x="229383" y="268771"/>
                  <a:pt x="227487" y="269877"/>
                </a:cubicBezTo>
                <a:cubicBezTo>
                  <a:pt x="223601" y="272075"/>
                  <a:pt x="218910" y="273115"/>
                  <a:pt x="213415" y="273017"/>
                </a:cubicBezTo>
                <a:lnTo>
                  <a:pt x="209682" y="273017"/>
                </a:lnTo>
                <a:lnTo>
                  <a:pt x="209682" y="278568"/>
                </a:lnTo>
                <a:lnTo>
                  <a:pt x="281554" y="278568"/>
                </a:lnTo>
                <a:lnTo>
                  <a:pt x="281554" y="273017"/>
                </a:lnTo>
                <a:cubicBezTo>
                  <a:pt x="274068" y="273017"/>
                  <a:pt x="268899" y="272271"/>
                  <a:pt x="266066" y="270773"/>
                </a:cubicBezTo>
                <a:cubicBezTo>
                  <a:pt x="263213" y="269286"/>
                  <a:pt x="261222" y="267253"/>
                  <a:pt x="260073" y="264710"/>
                </a:cubicBezTo>
                <a:cubicBezTo>
                  <a:pt x="258924" y="262158"/>
                  <a:pt x="258350" y="256190"/>
                  <a:pt x="258350" y="246805"/>
                </a:cubicBezTo>
                <a:lnTo>
                  <a:pt x="258350" y="205030"/>
                </a:lnTo>
                <a:cubicBezTo>
                  <a:pt x="263347" y="209531"/>
                  <a:pt x="267827" y="212515"/>
                  <a:pt x="271828" y="214011"/>
                </a:cubicBezTo>
                <a:cubicBezTo>
                  <a:pt x="277208" y="216121"/>
                  <a:pt x="283603" y="217152"/>
                  <a:pt x="290993" y="217152"/>
                </a:cubicBezTo>
                <a:cubicBezTo>
                  <a:pt x="307975" y="217152"/>
                  <a:pt x="322047" y="210810"/>
                  <a:pt x="333228" y="198141"/>
                </a:cubicBezTo>
                <a:cubicBezTo>
                  <a:pt x="346802" y="182668"/>
                  <a:pt x="353599" y="163103"/>
                  <a:pt x="353599" y="139441"/>
                </a:cubicBezTo>
                <a:cubicBezTo>
                  <a:pt x="353599" y="118260"/>
                  <a:pt x="347951" y="101090"/>
                  <a:pt x="336674" y="87920"/>
                </a:cubicBezTo>
                <a:cubicBezTo>
                  <a:pt x="327484" y="77143"/>
                  <a:pt x="315997" y="71742"/>
                  <a:pt x="302231" y="71742"/>
                </a:cubicBezTo>
                <a:cubicBezTo>
                  <a:pt x="294343" y="71742"/>
                  <a:pt x="286819" y="74174"/>
                  <a:pt x="279697" y="78996"/>
                </a:cubicBezTo>
                <a:cubicBezTo>
                  <a:pt x="272556" y="83844"/>
                  <a:pt x="265434" y="92303"/>
                  <a:pt x="258350" y="104380"/>
                </a:cubicBezTo>
                <a:lnTo>
                  <a:pt x="258350" y="72334"/>
                </a:lnTo>
                <a:lnTo>
                  <a:pt x="252664" y="72334"/>
                </a:lnTo>
                <a:lnTo>
                  <a:pt x="210429" y="89408"/>
                </a:lnTo>
                <a:lnTo>
                  <a:pt x="212228" y="94194"/>
                </a:lnTo>
                <a:close/>
                <a:moveTo>
                  <a:pt x="144070" y="36549"/>
                </a:moveTo>
                <a:cubicBezTo>
                  <a:pt x="157759" y="53629"/>
                  <a:pt x="164594" y="79536"/>
                  <a:pt x="164594" y="114282"/>
                </a:cubicBezTo>
                <a:cubicBezTo>
                  <a:pt x="164594" y="146327"/>
                  <a:pt x="158372" y="169781"/>
                  <a:pt x="145946" y="184657"/>
                </a:cubicBezTo>
                <a:cubicBezTo>
                  <a:pt x="133521" y="199539"/>
                  <a:pt x="117764" y="206980"/>
                  <a:pt x="98695" y="206980"/>
                </a:cubicBezTo>
                <a:cubicBezTo>
                  <a:pt x="80832" y="206980"/>
                  <a:pt x="66454" y="200190"/>
                  <a:pt x="55579" y="186615"/>
                </a:cubicBezTo>
                <a:cubicBezTo>
                  <a:pt x="41393" y="168735"/>
                  <a:pt x="34309" y="143232"/>
                  <a:pt x="34309" y="110087"/>
                </a:cubicBezTo>
                <a:cubicBezTo>
                  <a:pt x="34309" y="77733"/>
                  <a:pt x="41144" y="53165"/>
                  <a:pt x="54814" y="36398"/>
                </a:cubicBezTo>
                <a:cubicBezTo>
                  <a:pt x="65803" y="22921"/>
                  <a:pt x="80373" y="16176"/>
                  <a:pt x="98542" y="16176"/>
                </a:cubicBezTo>
                <a:cubicBezTo>
                  <a:pt x="117917" y="16176"/>
                  <a:pt x="133100" y="22975"/>
                  <a:pt x="144070" y="36549"/>
                </a:cubicBezTo>
                <a:close/>
                <a:moveTo>
                  <a:pt x="32949" y="31747"/>
                </a:moveTo>
                <a:cubicBezTo>
                  <a:pt x="10990" y="52118"/>
                  <a:pt x="0" y="78422"/>
                  <a:pt x="0" y="110684"/>
                </a:cubicBezTo>
                <a:cubicBezTo>
                  <a:pt x="0" y="142238"/>
                  <a:pt x="9515" y="167948"/>
                  <a:pt x="28546" y="187799"/>
                </a:cubicBezTo>
                <a:cubicBezTo>
                  <a:pt x="47558" y="207675"/>
                  <a:pt x="71049" y="217608"/>
                  <a:pt x="99002" y="217608"/>
                </a:cubicBezTo>
                <a:cubicBezTo>
                  <a:pt x="126648" y="217608"/>
                  <a:pt x="150216" y="207423"/>
                  <a:pt x="169687" y="187050"/>
                </a:cubicBezTo>
                <a:cubicBezTo>
                  <a:pt x="189158" y="166685"/>
                  <a:pt x="198884" y="141085"/>
                  <a:pt x="198884" y="110221"/>
                </a:cubicBezTo>
                <a:cubicBezTo>
                  <a:pt x="198884" y="80275"/>
                  <a:pt x="189234" y="55298"/>
                  <a:pt x="169917" y="35270"/>
                </a:cubicBezTo>
                <a:cubicBezTo>
                  <a:pt x="150599" y="15263"/>
                  <a:pt x="127758" y="5250"/>
                  <a:pt x="101395" y="5250"/>
                </a:cubicBezTo>
                <a:cubicBezTo>
                  <a:pt x="74840" y="5250"/>
                  <a:pt x="52018" y="14074"/>
                  <a:pt x="32949" y="31747"/>
                </a:cubicBez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FD0A4-A7FD-4266-BE72-15D9648F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783" y="5317420"/>
            <a:ext cx="150216" cy="141214"/>
          </a:xfrm>
          <a:custGeom xmlns:a="http://schemas.openxmlformats.org/drawingml/2006/main">
            <a:pathLst>
              <a:path w="150216" h="141214">
                <a:moveTo>
                  <a:pt x="47787" y="0"/>
                </a:moveTo>
                <a:lnTo>
                  <a:pt x="41335" y="0"/>
                </a:lnTo>
                <a:lnTo>
                  <a:pt x="0" y="16768"/>
                </a:lnTo>
                <a:lnTo>
                  <a:pt x="2259" y="22169"/>
                </a:lnTo>
                <a:cubicBezTo>
                  <a:pt x="6146" y="20656"/>
                  <a:pt x="9496" y="19909"/>
                  <a:pt x="12291" y="19909"/>
                </a:cubicBezTo>
                <a:cubicBezTo>
                  <a:pt x="14876" y="19909"/>
                  <a:pt x="16944" y="20560"/>
                  <a:pt x="18495" y="21860"/>
                </a:cubicBezTo>
                <a:cubicBezTo>
                  <a:pt x="20045" y="23162"/>
                  <a:pt x="21194" y="25615"/>
                  <a:pt x="21941" y="29197"/>
                </a:cubicBezTo>
                <a:cubicBezTo>
                  <a:pt x="22687" y="32794"/>
                  <a:pt x="23070" y="42825"/>
                  <a:pt x="23070" y="59307"/>
                </a:cubicBezTo>
                <a:lnTo>
                  <a:pt x="23070" y="110223"/>
                </a:lnTo>
                <a:cubicBezTo>
                  <a:pt x="23070" y="120213"/>
                  <a:pt x="21845" y="126975"/>
                  <a:pt x="19394" y="130511"/>
                </a:cubicBezTo>
                <a:cubicBezTo>
                  <a:pt x="16944" y="134057"/>
                  <a:pt x="12234" y="135838"/>
                  <a:pt x="5246" y="135838"/>
                </a:cubicBezTo>
                <a:lnTo>
                  <a:pt x="2259" y="135838"/>
                </a:lnTo>
                <a:lnTo>
                  <a:pt x="2259" y="141214"/>
                </a:lnTo>
                <a:lnTo>
                  <a:pt x="70092" y="141214"/>
                </a:lnTo>
                <a:lnTo>
                  <a:pt x="70092" y="135838"/>
                </a:lnTo>
                <a:cubicBezTo>
                  <a:pt x="62606" y="135838"/>
                  <a:pt x="57647" y="135164"/>
                  <a:pt x="55197" y="133802"/>
                </a:cubicBezTo>
                <a:cubicBezTo>
                  <a:pt x="52746" y="132464"/>
                  <a:pt x="50831" y="130339"/>
                  <a:pt x="49434" y="127454"/>
                </a:cubicBezTo>
                <a:cubicBezTo>
                  <a:pt x="48323" y="125246"/>
                  <a:pt x="47787" y="119503"/>
                  <a:pt x="47787" y="110223"/>
                </a:cubicBezTo>
                <a:lnTo>
                  <a:pt x="47787" y="37887"/>
                </a:lnTo>
                <a:cubicBezTo>
                  <a:pt x="59562" y="24905"/>
                  <a:pt x="71394" y="18414"/>
                  <a:pt x="83264" y="18414"/>
                </a:cubicBezTo>
                <a:cubicBezTo>
                  <a:pt x="90960" y="18414"/>
                  <a:pt x="96417" y="21248"/>
                  <a:pt x="99672" y="26878"/>
                </a:cubicBezTo>
                <a:cubicBezTo>
                  <a:pt x="102907" y="32526"/>
                  <a:pt x="104535" y="41582"/>
                  <a:pt x="104535" y="54065"/>
                </a:cubicBezTo>
                <a:lnTo>
                  <a:pt x="104535" y="110223"/>
                </a:lnTo>
                <a:cubicBezTo>
                  <a:pt x="104535" y="118105"/>
                  <a:pt x="104343" y="122794"/>
                  <a:pt x="103941" y="124312"/>
                </a:cubicBezTo>
                <a:cubicBezTo>
                  <a:pt x="102946" y="128105"/>
                  <a:pt x="101165" y="130977"/>
                  <a:pt x="98619" y="132904"/>
                </a:cubicBezTo>
                <a:cubicBezTo>
                  <a:pt x="96072" y="134857"/>
                  <a:pt x="91611" y="135838"/>
                  <a:pt x="85217" y="135838"/>
                </a:cubicBezTo>
                <a:lnTo>
                  <a:pt x="82383" y="135838"/>
                </a:lnTo>
                <a:lnTo>
                  <a:pt x="82383" y="141214"/>
                </a:lnTo>
                <a:lnTo>
                  <a:pt x="150216" y="141214"/>
                </a:lnTo>
                <a:lnTo>
                  <a:pt x="150216" y="135838"/>
                </a:lnTo>
                <a:cubicBezTo>
                  <a:pt x="143630" y="135838"/>
                  <a:pt x="139111" y="135125"/>
                  <a:pt x="136661" y="133728"/>
                </a:cubicBezTo>
                <a:cubicBezTo>
                  <a:pt x="134210" y="132330"/>
                  <a:pt x="132449" y="130400"/>
                  <a:pt x="131338" y="127886"/>
                </a:cubicBezTo>
                <a:cubicBezTo>
                  <a:pt x="129941" y="124806"/>
                  <a:pt x="129252" y="118913"/>
                  <a:pt x="129252" y="110223"/>
                </a:cubicBezTo>
                <a:lnTo>
                  <a:pt x="129252" y="51672"/>
                </a:lnTo>
                <a:cubicBezTo>
                  <a:pt x="129252" y="39287"/>
                  <a:pt x="128141" y="30095"/>
                  <a:pt x="125958" y="24104"/>
                </a:cubicBezTo>
                <a:cubicBezTo>
                  <a:pt x="122761" y="15527"/>
                  <a:pt x="118473" y="9356"/>
                  <a:pt x="113074" y="5610"/>
                </a:cubicBezTo>
                <a:cubicBezTo>
                  <a:pt x="107674" y="1871"/>
                  <a:pt x="101242" y="0"/>
                  <a:pt x="93756" y="0"/>
                </a:cubicBezTo>
                <a:cubicBezTo>
                  <a:pt x="79186" y="0"/>
                  <a:pt x="63850" y="9686"/>
                  <a:pt x="47787" y="29063"/>
                </a:cubicBezTo>
                <a:lnTo>
                  <a:pt x="47787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ECC60150-E72D-476D-9763-6D003687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024" y="5138141"/>
            <a:ext cx="513483" cy="195284"/>
          </a:xfrm>
          <a:custGeom xmlns:a="http://schemas.openxmlformats.org/drawingml/2006/main">
            <a:pathLst>
              <a:path w="513483" h="195284">
                <a:moveTo>
                  <a:pt x="0" y="0"/>
                </a:moveTo>
                <a:lnTo>
                  <a:pt x="513483" y="0"/>
                </a:lnTo>
                <a:lnTo>
                  <a:pt x="513483" y="195284"/>
                </a:lnTo>
                <a:lnTo>
                  <a:pt x="0" y="1952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37" name="Native source glyph inset-24.png">
            <a:extLst xmlns:a="http://schemas.openxmlformats.org/drawingml/2006/main">
              <a:ext uri="{FF2B5EF4-FFF2-40B4-BE49-F238E27FC236}">
                <a16:creationId xmlns:a16="http://schemas.microsoft.com/office/drawing/2014/main" id="{725F6FD2-B876-4BEB-8E9B-6EDDAB32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114" y="5175339"/>
            <a:ext cx="168049" cy="158087"/>
          </a:xfrm>
          <a:custGeom xmlns:a="http://schemas.openxmlformats.org/drawingml/2006/main">
            <a:pathLst>
              <a:path w="168049" h="158087">
                <a:moveTo>
                  <a:pt x="14004" y="13949"/>
                </a:moveTo>
                <a:lnTo>
                  <a:pt x="14004" y="9299"/>
                </a:lnTo>
                <a:lnTo>
                  <a:pt x="0" y="9299"/>
                </a:lnTo>
                <a:lnTo>
                  <a:pt x="0" y="0"/>
                </a:lnTo>
                <a:lnTo>
                  <a:pt x="56016" y="0"/>
                </a:lnTo>
                <a:lnTo>
                  <a:pt x="56016" y="9299"/>
                </a:lnTo>
                <a:lnTo>
                  <a:pt x="42012" y="9299"/>
                </a:lnTo>
                <a:lnTo>
                  <a:pt x="42012" y="13949"/>
                </a:lnTo>
                <a:lnTo>
                  <a:pt x="37344" y="13949"/>
                </a:lnTo>
                <a:lnTo>
                  <a:pt x="37344" y="32547"/>
                </a:lnTo>
                <a:lnTo>
                  <a:pt x="42012" y="32547"/>
                </a:lnTo>
                <a:lnTo>
                  <a:pt x="42012" y="65095"/>
                </a:lnTo>
                <a:lnTo>
                  <a:pt x="46680" y="65095"/>
                </a:lnTo>
                <a:lnTo>
                  <a:pt x="46680" y="92993"/>
                </a:lnTo>
                <a:lnTo>
                  <a:pt x="51348" y="92993"/>
                </a:lnTo>
                <a:lnTo>
                  <a:pt x="51348" y="125540"/>
                </a:lnTo>
                <a:lnTo>
                  <a:pt x="56016" y="125540"/>
                </a:lnTo>
                <a:lnTo>
                  <a:pt x="56016" y="134839"/>
                </a:lnTo>
                <a:lnTo>
                  <a:pt x="60684" y="134839"/>
                </a:lnTo>
                <a:lnTo>
                  <a:pt x="60684" y="130190"/>
                </a:lnTo>
                <a:lnTo>
                  <a:pt x="65352" y="130190"/>
                </a:lnTo>
                <a:lnTo>
                  <a:pt x="65352" y="120890"/>
                </a:lnTo>
                <a:lnTo>
                  <a:pt x="70020" y="120890"/>
                </a:lnTo>
                <a:lnTo>
                  <a:pt x="70020" y="116241"/>
                </a:lnTo>
                <a:lnTo>
                  <a:pt x="74688" y="116241"/>
                </a:lnTo>
                <a:lnTo>
                  <a:pt x="74688" y="106941"/>
                </a:lnTo>
                <a:lnTo>
                  <a:pt x="79357" y="106941"/>
                </a:lnTo>
                <a:lnTo>
                  <a:pt x="79357" y="102292"/>
                </a:lnTo>
                <a:lnTo>
                  <a:pt x="84025" y="102292"/>
                </a:lnTo>
                <a:lnTo>
                  <a:pt x="84025" y="92993"/>
                </a:lnTo>
                <a:lnTo>
                  <a:pt x="88693" y="92993"/>
                </a:lnTo>
                <a:lnTo>
                  <a:pt x="88693" y="88343"/>
                </a:lnTo>
                <a:lnTo>
                  <a:pt x="93361" y="88343"/>
                </a:lnTo>
                <a:lnTo>
                  <a:pt x="93361" y="79044"/>
                </a:lnTo>
                <a:lnTo>
                  <a:pt x="98029" y="79044"/>
                </a:lnTo>
                <a:lnTo>
                  <a:pt x="98029" y="69744"/>
                </a:lnTo>
                <a:lnTo>
                  <a:pt x="102697" y="69744"/>
                </a:lnTo>
                <a:lnTo>
                  <a:pt x="102697" y="65095"/>
                </a:lnTo>
                <a:lnTo>
                  <a:pt x="107365" y="65095"/>
                </a:lnTo>
                <a:lnTo>
                  <a:pt x="107365" y="55796"/>
                </a:lnTo>
                <a:lnTo>
                  <a:pt x="112033" y="55796"/>
                </a:lnTo>
                <a:lnTo>
                  <a:pt x="112033" y="51146"/>
                </a:lnTo>
                <a:lnTo>
                  <a:pt x="116701" y="51146"/>
                </a:lnTo>
                <a:lnTo>
                  <a:pt x="116701" y="41847"/>
                </a:lnTo>
                <a:lnTo>
                  <a:pt x="121369" y="41847"/>
                </a:lnTo>
                <a:lnTo>
                  <a:pt x="121369" y="37197"/>
                </a:lnTo>
                <a:lnTo>
                  <a:pt x="126037" y="37197"/>
                </a:lnTo>
                <a:lnTo>
                  <a:pt x="126037" y="27898"/>
                </a:lnTo>
                <a:lnTo>
                  <a:pt x="130705" y="27898"/>
                </a:lnTo>
                <a:lnTo>
                  <a:pt x="130705" y="18599"/>
                </a:lnTo>
                <a:lnTo>
                  <a:pt x="135373" y="18599"/>
                </a:lnTo>
                <a:lnTo>
                  <a:pt x="135373" y="13949"/>
                </a:lnTo>
                <a:lnTo>
                  <a:pt x="130705" y="13949"/>
                </a:lnTo>
                <a:lnTo>
                  <a:pt x="130705" y="9299"/>
                </a:lnTo>
                <a:lnTo>
                  <a:pt x="121369" y="9299"/>
                </a:lnTo>
                <a:lnTo>
                  <a:pt x="121369" y="4650"/>
                </a:lnTo>
                <a:lnTo>
                  <a:pt x="126037" y="4650"/>
                </a:lnTo>
                <a:lnTo>
                  <a:pt x="126037" y="0"/>
                </a:lnTo>
                <a:lnTo>
                  <a:pt x="168049" y="0"/>
                </a:lnTo>
                <a:lnTo>
                  <a:pt x="168049" y="9299"/>
                </a:lnTo>
                <a:lnTo>
                  <a:pt x="158713" y="9299"/>
                </a:lnTo>
                <a:lnTo>
                  <a:pt x="158713" y="13949"/>
                </a:lnTo>
                <a:lnTo>
                  <a:pt x="149377" y="13949"/>
                </a:lnTo>
                <a:lnTo>
                  <a:pt x="149377" y="18599"/>
                </a:lnTo>
                <a:lnTo>
                  <a:pt x="144709" y="18599"/>
                </a:lnTo>
                <a:lnTo>
                  <a:pt x="144709" y="23248"/>
                </a:lnTo>
                <a:lnTo>
                  <a:pt x="140041" y="23248"/>
                </a:lnTo>
                <a:lnTo>
                  <a:pt x="140041" y="27898"/>
                </a:lnTo>
                <a:lnTo>
                  <a:pt x="135373" y="27898"/>
                </a:lnTo>
                <a:lnTo>
                  <a:pt x="135373" y="37197"/>
                </a:lnTo>
                <a:lnTo>
                  <a:pt x="130705" y="37197"/>
                </a:lnTo>
                <a:lnTo>
                  <a:pt x="130705" y="46496"/>
                </a:lnTo>
                <a:lnTo>
                  <a:pt x="126037" y="46496"/>
                </a:lnTo>
                <a:lnTo>
                  <a:pt x="126037" y="51146"/>
                </a:lnTo>
                <a:lnTo>
                  <a:pt x="121369" y="51146"/>
                </a:lnTo>
                <a:lnTo>
                  <a:pt x="121369" y="60445"/>
                </a:lnTo>
                <a:lnTo>
                  <a:pt x="116701" y="60445"/>
                </a:lnTo>
                <a:lnTo>
                  <a:pt x="116701" y="65095"/>
                </a:lnTo>
                <a:lnTo>
                  <a:pt x="112033" y="65095"/>
                </a:lnTo>
                <a:lnTo>
                  <a:pt x="112033" y="74394"/>
                </a:lnTo>
                <a:lnTo>
                  <a:pt x="107365" y="74394"/>
                </a:lnTo>
                <a:lnTo>
                  <a:pt x="107365" y="79044"/>
                </a:lnTo>
                <a:lnTo>
                  <a:pt x="102697" y="79044"/>
                </a:lnTo>
                <a:lnTo>
                  <a:pt x="102697" y="88343"/>
                </a:lnTo>
                <a:lnTo>
                  <a:pt x="98029" y="88343"/>
                </a:lnTo>
                <a:lnTo>
                  <a:pt x="98029" y="92993"/>
                </a:lnTo>
                <a:lnTo>
                  <a:pt x="93361" y="92993"/>
                </a:lnTo>
                <a:lnTo>
                  <a:pt x="93361" y="102292"/>
                </a:lnTo>
                <a:lnTo>
                  <a:pt x="88693" y="102292"/>
                </a:lnTo>
                <a:lnTo>
                  <a:pt x="88693" y="106941"/>
                </a:lnTo>
                <a:lnTo>
                  <a:pt x="84025" y="106941"/>
                </a:lnTo>
                <a:lnTo>
                  <a:pt x="84025" y="116241"/>
                </a:lnTo>
                <a:lnTo>
                  <a:pt x="79357" y="116241"/>
                </a:lnTo>
                <a:lnTo>
                  <a:pt x="79357" y="120890"/>
                </a:lnTo>
                <a:lnTo>
                  <a:pt x="74688" y="120890"/>
                </a:lnTo>
                <a:lnTo>
                  <a:pt x="74688" y="130190"/>
                </a:lnTo>
                <a:lnTo>
                  <a:pt x="70020" y="130190"/>
                </a:lnTo>
                <a:lnTo>
                  <a:pt x="70020" y="139489"/>
                </a:lnTo>
                <a:lnTo>
                  <a:pt x="65352" y="139489"/>
                </a:lnTo>
                <a:lnTo>
                  <a:pt x="65352" y="144139"/>
                </a:lnTo>
                <a:lnTo>
                  <a:pt x="60684" y="144139"/>
                </a:lnTo>
                <a:lnTo>
                  <a:pt x="60684" y="153438"/>
                </a:lnTo>
                <a:lnTo>
                  <a:pt x="56016" y="153438"/>
                </a:lnTo>
                <a:lnTo>
                  <a:pt x="56016" y="158087"/>
                </a:lnTo>
                <a:lnTo>
                  <a:pt x="37344" y="158087"/>
                </a:lnTo>
                <a:lnTo>
                  <a:pt x="37344" y="130190"/>
                </a:lnTo>
                <a:lnTo>
                  <a:pt x="32676" y="130190"/>
                </a:lnTo>
                <a:lnTo>
                  <a:pt x="32676" y="102292"/>
                </a:lnTo>
                <a:lnTo>
                  <a:pt x="28008" y="102292"/>
                </a:lnTo>
                <a:lnTo>
                  <a:pt x="28008" y="74394"/>
                </a:lnTo>
                <a:lnTo>
                  <a:pt x="23340" y="74394"/>
                </a:lnTo>
                <a:lnTo>
                  <a:pt x="23340" y="41847"/>
                </a:lnTo>
                <a:lnTo>
                  <a:pt x="18672" y="41847"/>
                </a:lnTo>
                <a:lnTo>
                  <a:pt x="18672" y="13949"/>
                </a:lnTo>
                <a:lnTo>
                  <a:pt x="14004" y="1394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38" name="Native source glyph inset-24.png">
            <a:extLst xmlns:a="http://schemas.openxmlformats.org/drawingml/2006/main">
              <a:ext uri="{FF2B5EF4-FFF2-40B4-BE49-F238E27FC236}">
                <a16:creationId xmlns:a16="http://schemas.microsoft.com/office/drawing/2014/main" id="{AC7155A5-EC80-4B8B-ABFE-CCD23FDC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745" y="5319477"/>
            <a:ext cx="37344" cy="13949"/>
          </a:xfrm>
          <a:custGeom xmlns:a="http://schemas.openxmlformats.org/drawingml/2006/main">
            <a:pathLst>
              <a:path w="37344" h="13949">
                <a:moveTo>
                  <a:pt x="4668" y="4650"/>
                </a:moveTo>
                <a:lnTo>
                  <a:pt x="14004" y="4650"/>
                </a:lnTo>
                <a:lnTo>
                  <a:pt x="14004" y="0"/>
                </a:lnTo>
                <a:lnTo>
                  <a:pt x="23340" y="0"/>
                </a:lnTo>
                <a:lnTo>
                  <a:pt x="23340" y="4650"/>
                </a:lnTo>
                <a:lnTo>
                  <a:pt x="32676" y="4650"/>
                </a:lnTo>
                <a:lnTo>
                  <a:pt x="32676" y="9299"/>
                </a:lnTo>
                <a:lnTo>
                  <a:pt x="37344" y="9299"/>
                </a:lnTo>
                <a:lnTo>
                  <a:pt x="37344" y="13949"/>
                </a:lnTo>
                <a:lnTo>
                  <a:pt x="0" y="13949"/>
                </a:lnTo>
                <a:lnTo>
                  <a:pt x="0" y="9299"/>
                </a:lnTo>
                <a:lnTo>
                  <a:pt x="4668" y="9299"/>
                </a:lnTo>
                <a:lnTo>
                  <a:pt x="4668" y="46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39" name="Native source glyph inset-24.png">
            <a:extLst xmlns:a="http://schemas.openxmlformats.org/drawingml/2006/main">
              <a:ext uri="{FF2B5EF4-FFF2-40B4-BE49-F238E27FC236}">
                <a16:creationId xmlns:a16="http://schemas.microsoft.com/office/drawing/2014/main" id="{292B2BFF-ABE4-4D41-97B8-0A1054AB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696" y="5319477"/>
            <a:ext cx="51348" cy="13949"/>
          </a:xfrm>
          <a:custGeom xmlns:a="http://schemas.openxmlformats.org/drawingml/2006/main">
            <a:pathLst>
              <a:path w="51348" h="13949">
                <a:moveTo>
                  <a:pt x="0" y="13949"/>
                </a:moveTo>
                <a:lnTo>
                  <a:pt x="0" y="9299"/>
                </a:lnTo>
                <a:lnTo>
                  <a:pt x="4668" y="9299"/>
                </a:lnTo>
                <a:lnTo>
                  <a:pt x="4668" y="4650"/>
                </a:lnTo>
                <a:lnTo>
                  <a:pt x="18672" y="4650"/>
                </a:lnTo>
                <a:lnTo>
                  <a:pt x="18672" y="0"/>
                </a:lnTo>
                <a:lnTo>
                  <a:pt x="32676" y="0"/>
                </a:lnTo>
                <a:lnTo>
                  <a:pt x="32676" y="4650"/>
                </a:lnTo>
                <a:lnTo>
                  <a:pt x="46680" y="4650"/>
                </a:lnTo>
                <a:lnTo>
                  <a:pt x="46680" y="9299"/>
                </a:lnTo>
                <a:lnTo>
                  <a:pt x="51348" y="9299"/>
                </a:lnTo>
                <a:lnTo>
                  <a:pt x="51348" y="13949"/>
                </a:lnTo>
                <a:lnTo>
                  <a:pt x="0" y="1394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0" name="Native source glyph inset-24.png">
            <a:extLst xmlns:a="http://schemas.openxmlformats.org/drawingml/2006/main">
              <a:ext uri="{FF2B5EF4-FFF2-40B4-BE49-F238E27FC236}">
                <a16:creationId xmlns:a16="http://schemas.microsoft.com/office/drawing/2014/main" id="{9DA59823-7F62-4739-A2A8-3B934C6A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728" y="5324127"/>
            <a:ext cx="28008" cy="9299"/>
          </a:xfrm>
          <a:custGeom xmlns:a="http://schemas.openxmlformats.org/drawingml/2006/main">
            <a:pathLst>
              <a:path w="28008" h="9299">
                <a:moveTo>
                  <a:pt x="0" y="4650"/>
                </a:moveTo>
                <a:lnTo>
                  <a:pt x="4668" y="4650"/>
                </a:lnTo>
                <a:lnTo>
                  <a:pt x="4668" y="0"/>
                </a:lnTo>
                <a:lnTo>
                  <a:pt x="23340" y="0"/>
                </a:lnTo>
                <a:lnTo>
                  <a:pt x="23340" y="4650"/>
                </a:lnTo>
                <a:lnTo>
                  <a:pt x="28008" y="4650"/>
                </a:lnTo>
                <a:lnTo>
                  <a:pt x="28008" y="9299"/>
                </a:lnTo>
                <a:lnTo>
                  <a:pt x="0" y="9299"/>
                </a:lnTo>
                <a:lnTo>
                  <a:pt x="0" y="46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1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4FC40F2A-BDFC-4ADD-B34B-64EEA6B4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024" y="5333426"/>
            <a:ext cx="513483" cy="184940"/>
          </a:xfrm>
          <a:custGeom xmlns:a="http://schemas.openxmlformats.org/drawingml/2006/main">
            <a:pathLst>
              <a:path w="513483" h="184940">
                <a:moveTo>
                  <a:pt x="0" y="0"/>
                </a:moveTo>
                <a:lnTo>
                  <a:pt x="513483" y="0"/>
                </a:lnTo>
                <a:lnTo>
                  <a:pt x="513483" y="184940"/>
                </a:lnTo>
                <a:lnTo>
                  <a:pt x="0" y="1849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2" name="Native source glyph inset-25.png">
            <a:extLst xmlns:a="http://schemas.openxmlformats.org/drawingml/2006/main">
              <a:ext uri="{FF2B5EF4-FFF2-40B4-BE49-F238E27FC236}">
                <a16:creationId xmlns:a16="http://schemas.microsoft.com/office/drawing/2014/main" id="{4523B465-6F0E-4068-9193-1DAFF4F6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024" y="5333426"/>
            <a:ext cx="28008" cy="41612"/>
          </a:xfrm>
          <a:custGeom xmlns:a="http://schemas.openxmlformats.org/drawingml/2006/main">
            <a:pathLst>
              <a:path w="28008" h="41612">
                <a:moveTo>
                  <a:pt x="4668" y="9247"/>
                </a:moveTo>
                <a:lnTo>
                  <a:pt x="4668" y="4624"/>
                </a:lnTo>
                <a:lnTo>
                  <a:pt x="9336" y="4624"/>
                </a:lnTo>
                <a:lnTo>
                  <a:pt x="9336" y="0"/>
                </a:lnTo>
                <a:lnTo>
                  <a:pt x="28008" y="0"/>
                </a:lnTo>
                <a:lnTo>
                  <a:pt x="28008" y="4624"/>
                </a:lnTo>
                <a:lnTo>
                  <a:pt x="23340" y="4624"/>
                </a:lnTo>
                <a:lnTo>
                  <a:pt x="23340" y="13871"/>
                </a:lnTo>
                <a:lnTo>
                  <a:pt x="18672" y="13871"/>
                </a:lnTo>
                <a:lnTo>
                  <a:pt x="18672" y="23118"/>
                </a:lnTo>
                <a:lnTo>
                  <a:pt x="14004" y="23118"/>
                </a:lnTo>
                <a:lnTo>
                  <a:pt x="14004" y="36988"/>
                </a:lnTo>
                <a:lnTo>
                  <a:pt x="9336" y="36988"/>
                </a:lnTo>
                <a:lnTo>
                  <a:pt x="9336" y="41612"/>
                </a:lnTo>
                <a:lnTo>
                  <a:pt x="0" y="41612"/>
                </a:lnTo>
                <a:lnTo>
                  <a:pt x="0" y="9247"/>
                </a:lnTo>
                <a:lnTo>
                  <a:pt x="4668" y="924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3" name="Native source glyph inset-25.png">
            <a:extLst xmlns:a="http://schemas.openxmlformats.org/drawingml/2006/main">
              <a:ext uri="{FF2B5EF4-FFF2-40B4-BE49-F238E27FC236}">
                <a16:creationId xmlns:a16="http://schemas.microsoft.com/office/drawing/2014/main" id="{74D8B16B-F494-4D40-A422-627BB5FC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696" y="5333426"/>
            <a:ext cx="210061" cy="134082"/>
          </a:xfrm>
          <a:custGeom xmlns:a="http://schemas.openxmlformats.org/drawingml/2006/main">
            <a:pathLst>
              <a:path w="210061" h="134082">
                <a:moveTo>
                  <a:pt x="51348" y="50859"/>
                </a:moveTo>
                <a:lnTo>
                  <a:pt x="46680" y="50859"/>
                </a:lnTo>
                <a:lnTo>
                  <a:pt x="46680" y="64729"/>
                </a:lnTo>
                <a:lnTo>
                  <a:pt x="42012" y="64729"/>
                </a:lnTo>
                <a:lnTo>
                  <a:pt x="42012" y="83223"/>
                </a:lnTo>
                <a:lnTo>
                  <a:pt x="37344" y="83223"/>
                </a:lnTo>
                <a:lnTo>
                  <a:pt x="37344" y="106341"/>
                </a:lnTo>
                <a:lnTo>
                  <a:pt x="42012" y="106341"/>
                </a:lnTo>
                <a:lnTo>
                  <a:pt x="42012" y="115588"/>
                </a:lnTo>
                <a:lnTo>
                  <a:pt x="46680" y="115588"/>
                </a:lnTo>
                <a:lnTo>
                  <a:pt x="46680" y="120211"/>
                </a:lnTo>
                <a:lnTo>
                  <a:pt x="70020" y="120211"/>
                </a:lnTo>
                <a:lnTo>
                  <a:pt x="70020" y="115588"/>
                </a:lnTo>
                <a:lnTo>
                  <a:pt x="74688" y="115588"/>
                </a:lnTo>
                <a:lnTo>
                  <a:pt x="74688" y="110964"/>
                </a:lnTo>
                <a:lnTo>
                  <a:pt x="79357" y="110964"/>
                </a:lnTo>
                <a:lnTo>
                  <a:pt x="79357" y="106341"/>
                </a:lnTo>
                <a:lnTo>
                  <a:pt x="84025" y="106341"/>
                </a:lnTo>
                <a:lnTo>
                  <a:pt x="84025" y="73976"/>
                </a:lnTo>
                <a:lnTo>
                  <a:pt x="88693" y="73976"/>
                </a:lnTo>
                <a:lnTo>
                  <a:pt x="88693" y="55482"/>
                </a:lnTo>
                <a:lnTo>
                  <a:pt x="93361" y="55482"/>
                </a:lnTo>
                <a:lnTo>
                  <a:pt x="93361" y="36988"/>
                </a:lnTo>
                <a:lnTo>
                  <a:pt x="98029" y="36988"/>
                </a:lnTo>
                <a:lnTo>
                  <a:pt x="98029" y="13871"/>
                </a:lnTo>
                <a:lnTo>
                  <a:pt x="102697" y="13871"/>
                </a:lnTo>
                <a:lnTo>
                  <a:pt x="102697" y="0"/>
                </a:lnTo>
                <a:lnTo>
                  <a:pt x="140041" y="0"/>
                </a:lnTo>
                <a:lnTo>
                  <a:pt x="140041" y="18494"/>
                </a:lnTo>
                <a:lnTo>
                  <a:pt x="135373" y="18494"/>
                </a:lnTo>
                <a:lnTo>
                  <a:pt x="135373" y="32365"/>
                </a:lnTo>
                <a:lnTo>
                  <a:pt x="130705" y="32365"/>
                </a:lnTo>
                <a:lnTo>
                  <a:pt x="130705" y="50859"/>
                </a:lnTo>
                <a:lnTo>
                  <a:pt x="126037" y="50859"/>
                </a:lnTo>
                <a:lnTo>
                  <a:pt x="126037" y="73976"/>
                </a:lnTo>
                <a:lnTo>
                  <a:pt x="121369" y="73976"/>
                </a:lnTo>
                <a:lnTo>
                  <a:pt x="121369" y="115588"/>
                </a:lnTo>
                <a:lnTo>
                  <a:pt x="126037" y="115588"/>
                </a:lnTo>
                <a:lnTo>
                  <a:pt x="126037" y="120211"/>
                </a:lnTo>
                <a:lnTo>
                  <a:pt x="154045" y="120211"/>
                </a:lnTo>
                <a:lnTo>
                  <a:pt x="154045" y="115588"/>
                </a:lnTo>
                <a:lnTo>
                  <a:pt x="158713" y="115588"/>
                </a:lnTo>
                <a:lnTo>
                  <a:pt x="158713" y="106341"/>
                </a:lnTo>
                <a:lnTo>
                  <a:pt x="163381" y="106341"/>
                </a:lnTo>
                <a:lnTo>
                  <a:pt x="163381" y="101717"/>
                </a:lnTo>
                <a:lnTo>
                  <a:pt x="168049" y="101717"/>
                </a:lnTo>
                <a:lnTo>
                  <a:pt x="168049" y="92470"/>
                </a:lnTo>
                <a:lnTo>
                  <a:pt x="172717" y="92470"/>
                </a:lnTo>
                <a:lnTo>
                  <a:pt x="172717" y="78600"/>
                </a:lnTo>
                <a:lnTo>
                  <a:pt x="177385" y="78600"/>
                </a:lnTo>
                <a:lnTo>
                  <a:pt x="177385" y="60106"/>
                </a:lnTo>
                <a:lnTo>
                  <a:pt x="182053" y="60106"/>
                </a:lnTo>
                <a:lnTo>
                  <a:pt x="182053" y="27741"/>
                </a:lnTo>
                <a:lnTo>
                  <a:pt x="177385" y="27741"/>
                </a:lnTo>
                <a:lnTo>
                  <a:pt x="177385" y="23118"/>
                </a:lnTo>
                <a:lnTo>
                  <a:pt x="172717" y="23118"/>
                </a:lnTo>
                <a:lnTo>
                  <a:pt x="172717" y="18494"/>
                </a:lnTo>
                <a:lnTo>
                  <a:pt x="168049" y="18494"/>
                </a:lnTo>
                <a:lnTo>
                  <a:pt x="168049" y="13871"/>
                </a:lnTo>
                <a:lnTo>
                  <a:pt x="163381" y="13871"/>
                </a:lnTo>
                <a:lnTo>
                  <a:pt x="163381" y="0"/>
                </a:lnTo>
                <a:lnTo>
                  <a:pt x="210061" y="0"/>
                </a:lnTo>
                <a:lnTo>
                  <a:pt x="210061" y="32365"/>
                </a:lnTo>
                <a:lnTo>
                  <a:pt x="205393" y="32365"/>
                </a:lnTo>
                <a:lnTo>
                  <a:pt x="205393" y="50859"/>
                </a:lnTo>
                <a:lnTo>
                  <a:pt x="200725" y="50859"/>
                </a:lnTo>
                <a:lnTo>
                  <a:pt x="200725" y="69353"/>
                </a:lnTo>
                <a:lnTo>
                  <a:pt x="196057" y="69353"/>
                </a:lnTo>
                <a:lnTo>
                  <a:pt x="196057" y="78600"/>
                </a:lnTo>
                <a:lnTo>
                  <a:pt x="191389" y="78600"/>
                </a:lnTo>
                <a:lnTo>
                  <a:pt x="191389" y="92470"/>
                </a:lnTo>
                <a:lnTo>
                  <a:pt x="186721" y="92470"/>
                </a:lnTo>
                <a:lnTo>
                  <a:pt x="186721" y="101717"/>
                </a:lnTo>
                <a:lnTo>
                  <a:pt x="182053" y="101717"/>
                </a:lnTo>
                <a:lnTo>
                  <a:pt x="182053" y="110964"/>
                </a:lnTo>
                <a:lnTo>
                  <a:pt x="177385" y="110964"/>
                </a:lnTo>
                <a:lnTo>
                  <a:pt x="177385" y="115588"/>
                </a:lnTo>
                <a:lnTo>
                  <a:pt x="172717" y="115588"/>
                </a:lnTo>
                <a:lnTo>
                  <a:pt x="172717" y="120211"/>
                </a:lnTo>
                <a:lnTo>
                  <a:pt x="168049" y="120211"/>
                </a:lnTo>
                <a:lnTo>
                  <a:pt x="168049" y="124835"/>
                </a:lnTo>
                <a:lnTo>
                  <a:pt x="163381" y="124835"/>
                </a:lnTo>
                <a:lnTo>
                  <a:pt x="163381" y="129458"/>
                </a:lnTo>
                <a:lnTo>
                  <a:pt x="154045" y="129458"/>
                </a:lnTo>
                <a:lnTo>
                  <a:pt x="154045" y="134082"/>
                </a:lnTo>
                <a:lnTo>
                  <a:pt x="116701" y="134082"/>
                </a:lnTo>
                <a:lnTo>
                  <a:pt x="116701" y="129458"/>
                </a:lnTo>
                <a:lnTo>
                  <a:pt x="102697" y="129458"/>
                </a:lnTo>
                <a:lnTo>
                  <a:pt x="102697" y="124835"/>
                </a:lnTo>
                <a:lnTo>
                  <a:pt x="98029" y="124835"/>
                </a:lnTo>
                <a:lnTo>
                  <a:pt x="98029" y="120211"/>
                </a:lnTo>
                <a:lnTo>
                  <a:pt x="88693" y="120211"/>
                </a:lnTo>
                <a:lnTo>
                  <a:pt x="88693" y="124835"/>
                </a:lnTo>
                <a:lnTo>
                  <a:pt x="84025" y="124835"/>
                </a:lnTo>
                <a:lnTo>
                  <a:pt x="84025" y="129458"/>
                </a:lnTo>
                <a:lnTo>
                  <a:pt x="74688" y="129458"/>
                </a:lnTo>
                <a:lnTo>
                  <a:pt x="74688" y="134082"/>
                </a:lnTo>
                <a:lnTo>
                  <a:pt x="32676" y="134082"/>
                </a:lnTo>
                <a:lnTo>
                  <a:pt x="32676" y="129458"/>
                </a:lnTo>
                <a:lnTo>
                  <a:pt x="23340" y="129458"/>
                </a:lnTo>
                <a:lnTo>
                  <a:pt x="23340" y="124835"/>
                </a:lnTo>
                <a:lnTo>
                  <a:pt x="14004" y="124835"/>
                </a:lnTo>
                <a:lnTo>
                  <a:pt x="14004" y="120211"/>
                </a:lnTo>
                <a:lnTo>
                  <a:pt x="9336" y="120211"/>
                </a:lnTo>
                <a:lnTo>
                  <a:pt x="9336" y="110964"/>
                </a:lnTo>
                <a:lnTo>
                  <a:pt x="4668" y="110964"/>
                </a:lnTo>
                <a:lnTo>
                  <a:pt x="4668" y="97094"/>
                </a:lnTo>
                <a:lnTo>
                  <a:pt x="0" y="97094"/>
                </a:lnTo>
                <a:lnTo>
                  <a:pt x="0" y="83223"/>
                </a:lnTo>
                <a:lnTo>
                  <a:pt x="4668" y="83223"/>
                </a:lnTo>
                <a:lnTo>
                  <a:pt x="4668" y="64729"/>
                </a:lnTo>
                <a:lnTo>
                  <a:pt x="9336" y="64729"/>
                </a:lnTo>
                <a:lnTo>
                  <a:pt x="9336" y="46235"/>
                </a:lnTo>
                <a:lnTo>
                  <a:pt x="14004" y="46235"/>
                </a:lnTo>
                <a:lnTo>
                  <a:pt x="14004" y="36988"/>
                </a:lnTo>
                <a:lnTo>
                  <a:pt x="18672" y="36988"/>
                </a:lnTo>
                <a:lnTo>
                  <a:pt x="18672" y="23118"/>
                </a:lnTo>
                <a:lnTo>
                  <a:pt x="23340" y="23118"/>
                </a:lnTo>
                <a:lnTo>
                  <a:pt x="23340" y="9247"/>
                </a:lnTo>
                <a:lnTo>
                  <a:pt x="28008" y="9247"/>
                </a:lnTo>
                <a:lnTo>
                  <a:pt x="28008" y="0"/>
                </a:lnTo>
                <a:lnTo>
                  <a:pt x="60684" y="0"/>
                </a:lnTo>
                <a:lnTo>
                  <a:pt x="60684" y="23118"/>
                </a:lnTo>
                <a:lnTo>
                  <a:pt x="56016" y="23118"/>
                </a:lnTo>
                <a:lnTo>
                  <a:pt x="56016" y="36988"/>
                </a:lnTo>
                <a:lnTo>
                  <a:pt x="51348" y="36988"/>
                </a:lnTo>
                <a:lnTo>
                  <a:pt x="51348" y="5085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4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5954AC8C-4B32-44CE-B09A-D54AFE5F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087" y="2033136"/>
            <a:ext cx="469831" cy="166547"/>
          </a:xfrm>
          <a:custGeom xmlns:a="http://schemas.openxmlformats.org/drawingml/2006/main">
            <a:pathLst>
              <a:path w="469831" h="166547">
                <a:moveTo>
                  <a:pt x="0" y="0"/>
                </a:moveTo>
                <a:lnTo>
                  <a:pt x="469831" y="0"/>
                </a:lnTo>
                <a:lnTo>
                  <a:pt x="469831" y="166547"/>
                </a:lnTo>
                <a:lnTo>
                  <a:pt x="0" y="1665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5" name="Native source glyph inset-26.png">
            <a:extLst xmlns:a="http://schemas.openxmlformats.org/drawingml/2006/main">
              <a:ext uri="{FF2B5EF4-FFF2-40B4-BE49-F238E27FC236}">
                <a16:creationId xmlns:a16="http://schemas.microsoft.com/office/drawing/2014/main" id="{70316973-7538-45A8-A04D-F793FDB6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320" y="2042388"/>
            <a:ext cx="79081" cy="157294"/>
          </a:xfrm>
          <a:custGeom xmlns:a="http://schemas.openxmlformats.org/drawingml/2006/main">
            <a:pathLst>
              <a:path w="79081" h="157294">
                <a:moveTo>
                  <a:pt x="55822" y="37010"/>
                </a:moveTo>
                <a:lnTo>
                  <a:pt x="41866" y="37010"/>
                </a:lnTo>
                <a:lnTo>
                  <a:pt x="41866" y="41637"/>
                </a:lnTo>
                <a:lnTo>
                  <a:pt x="27911" y="41637"/>
                </a:lnTo>
                <a:lnTo>
                  <a:pt x="27911" y="32384"/>
                </a:lnTo>
                <a:lnTo>
                  <a:pt x="37214" y="32384"/>
                </a:lnTo>
                <a:lnTo>
                  <a:pt x="37214" y="27758"/>
                </a:lnTo>
                <a:lnTo>
                  <a:pt x="51170" y="27758"/>
                </a:lnTo>
                <a:lnTo>
                  <a:pt x="51170" y="23132"/>
                </a:lnTo>
                <a:lnTo>
                  <a:pt x="55822" y="23132"/>
                </a:lnTo>
                <a:lnTo>
                  <a:pt x="55822" y="18505"/>
                </a:lnTo>
                <a:lnTo>
                  <a:pt x="65125" y="18505"/>
                </a:lnTo>
                <a:lnTo>
                  <a:pt x="65125" y="13879"/>
                </a:lnTo>
                <a:lnTo>
                  <a:pt x="69777" y="13879"/>
                </a:lnTo>
                <a:lnTo>
                  <a:pt x="69777" y="4626"/>
                </a:lnTo>
                <a:lnTo>
                  <a:pt x="74429" y="4626"/>
                </a:lnTo>
                <a:lnTo>
                  <a:pt x="74429" y="0"/>
                </a:lnTo>
                <a:lnTo>
                  <a:pt x="79081" y="0"/>
                </a:lnTo>
                <a:lnTo>
                  <a:pt x="79081" y="23132"/>
                </a:lnTo>
                <a:lnTo>
                  <a:pt x="74429" y="23132"/>
                </a:lnTo>
                <a:lnTo>
                  <a:pt x="74429" y="41637"/>
                </a:lnTo>
                <a:lnTo>
                  <a:pt x="69777" y="41637"/>
                </a:lnTo>
                <a:lnTo>
                  <a:pt x="69777" y="60142"/>
                </a:lnTo>
                <a:lnTo>
                  <a:pt x="65125" y="60142"/>
                </a:lnTo>
                <a:lnTo>
                  <a:pt x="65125" y="78647"/>
                </a:lnTo>
                <a:lnTo>
                  <a:pt x="60473" y="78647"/>
                </a:lnTo>
                <a:lnTo>
                  <a:pt x="60473" y="97152"/>
                </a:lnTo>
                <a:lnTo>
                  <a:pt x="55822" y="97152"/>
                </a:lnTo>
                <a:lnTo>
                  <a:pt x="55822" y="115658"/>
                </a:lnTo>
                <a:lnTo>
                  <a:pt x="51170" y="115658"/>
                </a:lnTo>
                <a:lnTo>
                  <a:pt x="51170" y="134163"/>
                </a:lnTo>
                <a:lnTo>
                  <a:pt x="46518" y="134163"/>
                </a:lnTo>
                <a:lnTo>
                  <a:pt x="46518" y="143415"/>
                </a:lnTo>
                <a:lnTo>
                  <a:pt x="51170" y="143415"/>
                </a:lnTo>
                <a:lnTo>
                  <a:pt x="51170" y="148042"/>
                </a:lnTo>
                <a:lnTo>
                  <a:pt x="74429" y="148042"/>
                </a:lnTo>
                <a:lnTo>
                  <a:pt x="74429" y="157294"/>
                </a:lnTo>
                <a:lnTo>
                  <a:pt x="0" y="157294"/>
                </a:lnTo>
                <a:lnTo>
                  <a:pt x="0" y="148042"/>
                </a:lnTo>
                <a:lnTo>
                  <a:pt x="23259" y="148042"/>
                </a:lnTo>
                <a:lnTo>
                  <a:pt x="23259" y="143415"/>
                </a:lnTo>
                <a:lnTo>
                  <a:pt x="32563" y="143415"/>
                </a:lnTo>
                <a:lnTo>
                  <a:pt x="32563" y="129537"/>
                </a:lnTo>
                <a:lnTo>
                  <a:pt x="37214" y="129537"/>
                </a:lnTo>
                <a:lnTo>
                  <a:pt x="37214" y="106405"/>
                </a:lnTo>
                <a:lnTo>
                  <a:pt x="41866" y="106405"/>
                </a:lnTo>
                <a:lnTo>
                  <a:pt x="41866" y="87900"/>
                </a:lnTo>
                <a:lnTo>
                  <a:pt x="46518" y="87900"/>
                </a:lnTo>
                <a:lnTo>
                  <a:pt x="46518" y="69395"/>
                </a:lnTo>
                <a:lnTo>
                  <a:pt x="51170" y="69395"/>
                </a:lnTo>
                <a:lnTo>
                  <a:pt x="51170" y="50889"/>
                </a:lnTo>
                <a:lnTo>
                  <a:pt x="55822" y="50889"/>
                </a:lnTo>
                <a:lnTo>
                  <a:pt x="55822" y="3701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6" name="Native source glyph inset-26.png">
            <a:extLst xmlns:a="http://schemas.openxmlformats.org/drawingml/2006/main">
              <a:ext uri="{FF2B5EF4-FFF2-40B4-BE49-F238E27FC236}">
                <a16:creationId xmlns:a16="http://schemas.microsoft.com/office/drawing/2014/main" id="{C31755AE-3B74-495C-B1AD-4F41FBD5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64" y="2185804"/>
            <a:ext cx="55822" cy="13879"/>
          </a:xfrm>
          <a:custGeom xmlns:a="http://schemas.openxmlformats.org/drawingml/2006/main">
            <a:pathLst>
              <a:path w="55822" h="13879">
                <a:moveTo>
                  <a:pt x="9304" y="4626"/>
                </a:moveTo>
                <a:lnTo>
                  <a:pt x="9304" y="0"/>
                </a:lnTo>
                <a:lnTo>
                  <a:pt x="41866" y="0"/>
                </a:lnTo>
                <a:lnTo>
                  <a:pt x="41866" y="4626"/>
                </a:lnTo>
                <a:lnTo>
                  <a:pt x="51170" y="4626"/>
                </a:lnTo>
                <a:lnTo>
                  <a:pt x="51170" y="9253"/>
                </a:lnTo>
                <a:lnTo>
                  <a:pt x="55822" y="9253"/>
                </a:lnTo>
                <a:lnTo>
                  <a:pt x="55822" y="13879"/>
                </a:lnTo>
                <a:lnTo>
                  <a:pt x="0" y="13879"/>
                </a:lnTo>
                <a:lnTo>
                  <a:pt x="0" y="9253"/>
                </a:lnTo>
                <a:lnTo>
                  <a:pt x="4652" y="9253"/>
                </a:lnTo>
                <a:lnTo>
                  <a:pt x="4652" y="4626"/>
                </a:lnTo>
                <a:lnTo>
                  <a:pt x="9304" y="462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7" name="Native source glyph inset-26.png">
            <a:extLst xmlns:a="http://schemas.openxmlformats.org/drawingml/2006/main">
              <a:ext uri="{FF2B5EF4-FFF2-40B4-BE49-F238E27FC236}">
                <a16:creationId xmlns:a16="http://schemas.microsoft.com/office/drawing/2014/main" id="{1023A648-3E5D-4FC0-A043-4888371E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1856" y="2185804"/>
            <a:ext cx="32563" cy="13879"/>
          </a:xfrm>
          <a:custGeom xmlns:a="http://schemas.openxmlformats.org/drawingml/2006/main">
            <a:pathLst>
              <a:path w="32563" h="13879">
                <a:moveTo>
                  <a:pt x="13955" y="4626"/>
                </a:moveTo>
                <a:lnTo>
                  <a:pt x="13955" y="0"/>
                </a:lnTo>
                <a:lnTo>
                  <a:pt x="23259" y="0"/>
                </a:lnTo>
                <a:lnTo>
                  <a:pt x="23259" y="4626"/>
                </a:lnTo>
                <a:lnTo>
                  <a:pt x="32563" y="4626"/>
                </a:lnTo>
                <a:lnTo>
                  <a:pt x="32563" y="13879"/>
                </a:lnTo>
                <a:lnTo>
                  <a:pt x="0" y="13879"/>
                </a:lnTo>
                <a:lnTo>
                  <a:pt x="0" y="9253"/>
                </a:lnTo>
                <a:lnTo>
                  <a:pt x="4652" y="9253"/>
                </a:lnTo>
                <a:lnTo>
                  <a:pt x="4652" y="4626"/>
                </a:lnTo>
                <a:lnTo>
                  <a:pt x="13955" y="462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8" name="Native source glyph inset-26.png">
            <a:extLst xmlns:a="http://schemas.openxmlformats.org/drawingml/2006/main">
              <a:ext uri="{FF2B5EF4-FFF2-40B4-BE49-F238E27FC236}">
                <a16:creationId xmlns:a16="http://schemas.microsoft.com/office/drawing/2014/main" id="{ED2023E6-0DA8-4A09-88CA-4BF143CF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329" y="2185804"/>
            <a:ext cx="41866" cy="13879"/>
          </a:xfrm>
          <a:custGeom xmlns:a="http://schemas.openxmlformats.org/drawingml/2006/main">
            <a:pathLst>
              <a:path w="41866" h="13879">
                <a:moveTo>
                  <a:pt x="0" y="9253"/>
                </a:moveTo>
                <a:lnTo>
                  <a:pt x="4652" y="9253"/>
                </a:lnTo>
                <a:lnTo>
                  <a:pt x="4652" y="4626"/>
                </a:lnTo>
                <a:lnTo>
                  <a:pt x="9304" y="4626"/>
                </a:lnTo>
                <a:lnTo>
                  <a:pt x="9304" y="0"/>
                </a:lnTo>
                <a:lnTo>
                  <a:pt x="32563" y="0"/>
                </a:lnTo>
                <a:lnTo>
                  <a:pt x="32563" y="4626"/>
                </a:lnTo>
                <a:lnTo>
                  <a:pt x="37214" y="4626"/>
                </a:lnTo>
                <a:lnTo>
                  <a:pt x="37214" y="9253"/>
                </a:lnTo>
                <a:lnTo>
                  <a:pt x="41866" y="9253"/>
                </a:lnTo>
                <a:lnTo>
                  <a:pt x="41866" y="13879"/>
                </a:lnTo>
                <a:lnTo>
                  <a:pt x="0" y="13879"/>
                </a:lnTo>
                <a:lnTo>
                  <a:pt x="0" y="925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49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6A9C1004-C329-4960-8F49-845F0F5A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087" y="2199683"/>
            <a:ext cx="473278" cy="160823"/>
          </a:xfrm>
          <a:custGeom xmlns:a="http://schemas.openxmlformats.org/drawingml/2006/main">
            <a:pathLst>
              <a:path w="473278" h="160823">
                <a:moveTo>
                  <a:pt x="0" y="0"/>
                </a:moveTo>
                <a:lnTo>
                  <a:pt x="473278" y="0"/>
                </a:lnTo>
                <a:lnTo>
                  <a:pt x="473278" y="160823"/>
                </a:lnTo>
                <a:lnTo>
                  <a:pt x="0" y="1608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50" name="Native source glyph inset-27.png">
            <a:extLst xmlns:a="http://schemas.openxmlformats.org/drawingml/2006/main">
              <a:ext uri="{FF2B5EF4-FFF2-40B4-BE49-F238E27FC236}">
                <a16:creationId xmlns:a16="http://schemas.microsoft.com/office/drawing/2014/main" id="{76419283-3600-4E17-8577-F3BB0E51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47" y="2199683"/>
            <a:ext cx="32801" cy="37841"/>
          </a:xfrm>
          <a:custGeom xmlns:a="http://schemas.openxmlformats.org/drawingml/2006/main">
            <a:pathLst>
              <a:path w="32801" h="37841">
                <a:moveTo>
                  <a:pt x="4686" y="9460"/>
                </a:moveTo>
                <a:lnTo>
                  <a:pt x="9372" y="9460"/>
                </a:lnTo>
                <a:lnTo>
                  <a:pt x="9372" y="4730"/>
                </a:lnTo>
                <a:lnTo>
                  <a:pt x="14058" y="4730"/>
                </a:lnTo>
                <a:lnTo>
                  <a:pt x="14058" y="0"/>
                </a:lnTo>
                <a:lnTo>
                  <a:pt x="32801" y="0"/>
                </a:lnTo>
                <a:lnTo>
                  <a:pt x="32801" y="9460"/>
                </a:lnTo>
                <a:lnTo>
                  <a:pt x="28116" y="9460"/>
                </a:lnTo>
                <a:lnTo>
                  <a:pt x="28116" y="14190"/>
                </a:lnTo>
                <a:lnTo>
                  <a:pt x="23430" y="14190"/>
                </a:lnTo>
                <a:lnTo>
                  <a:pt x="23430" y="28380"/>
                </a:lnTo>
                <a:lnTo>
                  <a:pt x="18744" y="28380"/>
                </a:lnTo>
                <a:lnTo>
                  <a:pt x="18744" y="37841"/>
                </a:lnTo>
                <a:lnTo>
                  <a:pt x="0" y="37841"/>
                </a:lnTo>
                <a:lnTo>
                  <a:pt x="0" y="23650"/>
                </a:lnTo>
                <a:lnTo>
                  <a:pt x="4686" y="23650"/>
                </a:lnTo>
                <a:lnTo>
                  <a:pt x="4686" y="94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51" name="Native source glyph inset-27.png">
            <a:extLst xmlns:a="http://schemas.openxmlformats.org/drawingml/2006/main">
              <a:ext uri="{FF2B5EF4-FFF2-40B4-BE49-F238E27FC236}">
                <a16:creationId xmlns:a16="http://schemas.microsoft.com/office/drawing/2014/main" id="{A93A6868-5B82-4A65-BF91-E3213D1E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062" y="2199683"/>
            <a:ext cx="206180" cy="137172"/>
          </a:xfrm>
          <a:custGeom xmlns:a="http://schemas.openxmlformats.org/drawingml/2006/main">
            <a:pathLst>
              <a:path w="206180" h="137172">
                <a:moveTo>
                  <a:pt x="9372" y="37841"/>
                </a:moveTo>
                <a:lnTo>
                  <a:pt x="14058" y="37841"/>
                </a:lnTo>
                <a:lnTo>
                  <a:pt x="14058" y="23650"/>
                </a:lnTo>
                <a:lnTo>
                  <a:pt x="18744" y="23650"/>
                </a:lnTo>
                <a:lnTo>
                  <a:pt x="18744" y="14190"/>
                </a:lnTo>
                <a:lnTo>
                  <a:pt x="23430" y="14190"/>
                </a:lnTo>
                <a:lnTo>
                  <a:pt x="23430" y="0"/>
                </a:lnTo>
                <a:lnTo>
                  <a:pt x="56231" y="0"/>
                </a:lnTo>
                <a:lnTo>
                  <a:pt x="56231" y="28380"/>
                </a:lnTo>
                <a:lnTo>
                  <a:pt x="51545" y="28380"/>
                </a:lnTo>
                <a:lnTo>
                  <a:pt x="51545" y="37841"/>
                </a:lnTo>
                <a:lnTo>
                  <a:pt x="46859" y="37841"/>
                </a:lnTo>
                <a:lnTo>
                  <a:pt x="46859" y="52031"/>
                </a:lnTo>
                <a:lnTo>
                  <a:pt x="42173" y="52031"/>
                </a:lnTo>
                <a:lnTo>
                  <a:pt x="42173" y="70951"/>
                </a:lnTo>
                <a:lnTo>
                  <a:pt x="37487" y="70951"/>
                </a:lnTo>
                <a:lnTo>
                  <a:pt x="37487" y="94601"/>
                </a:lnTo>
                <a:lnTo>
                  <a:pt x="32801" y="94601"/>
                </a:lnTo>
                <a:lnTo>
                  <a:pt x="32801" y="99332"/>
                </a:lnTo>
                <a:lnTo>
                  <a:pt x="37487" y="99332"/>
                </a:lnTo>
                <a:lnTo>
                  <a:pt x="37487" y="113522"/>
                </a:lnTo>
                <a:lnTo>
                  <a:pt x="42173" y="113522"/>
                </a:lnTo>
                <a:lnTo>
                  <a:pt x="42173" y="118252"/>
                </a:lnTo>
                <a:lnTo>
                  <a:pt x="46859" y="118252"/>
                </a:lnTo>
                <a:lnTo>
                  <a:pt x="46859" y="122982"/>
                </a:lnTo>
                <a:lnTo>
                  <a:pt x="65603" y="122982"/>
                </a:lnTo>
                <a:lnTo>
                  <a:pt x="65603" y="118252"/>
                </a:lnTo>
                <a:lnTo>
                  <a:pt x="70289" y="118252"/>
                </a:lnTo>
                <a:lnTo>
                  <a:pt x="70289" y="113522"/>
                </a:lnTo>
                <a:lnTo>
                  <a:pt x="74975" y="113522"/>
                </a:lnTo>
                <a:lnTo>
                  <a:pt x="74975" y="108792"/>
                </a:lnTo>
                <a:lnTo>
                  <a:pt x="79661" y="108792"/>
                </a:lnTo>
                <a:lnTo>
                  <a:pt x="79661" y="85141"/>
                </a:lnTo>
                <a:lnTo>
                  <a:pt x="84347" y="85141"/>
                </a:lnTo>
                <a:lnTo>
                  <a:pt x="84347" y="56761"/>
                </a:lnTo>
                <a:lnTo>
                  <a:pt x="89032" y="56761"/>
                </a:lnTo>
                <a:lnTo>
                  <a:pt x="89032" y="37841"/>
                </a:lnTo>
                <a:lnTo>
                  <a:pt x="93718" y="37841"/>
                </a:lnTo>
                <a:lnTo>
                  <a:pt x="93718" y="18920"/>
                </a:lnTo>
                <a:lnTo>
                  <a:pt x="98404" y="18920"/>
                </a:lnTo>
                <a:lnTo>
                  <a:pt x="98404" y="0"/>
                </a:lnTo>
                <a:lnTo>
                  <a:pt x="135892" y="0"/>
                </a:lnTo>
                <a:lnTo>
                  <a:pt x="135892" y="18920"/>
                </a:lnTo>
                <a:lnTo>
                  <a:pt x="131206" y="18920"/>
                </a:lnTo>
                <a:lnTo>
                  <a:pt x="131206" y="37841"/>
                </a:lnTo>
                <a:lnTo>
                  <a:pt x="126520" y="37841"/>
                </a:lnTo>
                <a:lnTo>
                  <a:pt x="126520" y="61491"/>
                </a:lnTo>
                <a:lnTo>
                  <a:pt x="121834" y="61491"/>
                </a:lnTo>
                <a:lnTo>
                  <a:pt x="121834" y="80411"/>
                </a:lnTo>
                <a:lnTo>
                  <a:pt x="117148" y="80411"/>
                </a:lnTo>
                <a:lnTo>
                  <a:pt x="117148" y="113522"/>
                </a:lnTo>
                <a:lnTo>
                  <a:pt x="121834" y="113522"/>
                </a:lnTo>
                <a:lnTo>
                  <a:pt x="121834" y="118252"/>
                </a:lnTo>
                <a:lnTo>
                  <a:pt x="126520" y="118252"/>
                </a:lnTo>
                <a:lnTo>
                  <a:pt x="126520" y="122982"/>
                </a:lnTo>
                <a:lnTo>
                  <a:pt x="145263" y="122982"/>
                </a:lnTo>
                <a:lnTo>
                  <a:pt x="145263" y="118252"/>
                </a:lnTo>
                <a:lnTo>
                  <a:pt x="154635" y="118252"/>
                </a:lnTo>
                <a:lnTo>
                  <a:pt x="154635" y="113522"/>
                </a:lnTo>
                <a:lnTo>
                  <a:pt x="159321" y="113522"/>
                </a:lnTo>
                <a:lnTo>
                  <a:pt x="159321" y="104062"/>
                </a:lnTo>
                <a:lnTo>
                  <a:pt x="164007" y="104062"/>
                </a:lnTo>
                <a:lnTo>
                  <a:pt x="164007" y="94601"/>
                </a:lnTo>
                <a:lnTo>
                  <a:pt x="168693" y="94601"/>
                </a:lnTo>
                <a:lnTo>
                  <a:pt x="168693" y="80411"/>
                </a:lnTo>
                <a:lnTo>
                  <a:pt x="173379" y="80411"/>
                </a:lnTo>
                <a:lnTo>
                  <a:pt x="173379" y="66221"/>
                </a:lnTo>
                <a:lnTo>
                  <a:pt x="178065" y="66221"/>
                </a:lnTo>
                <a:lnTo>
                  <a:pt x="178065" y="47301"/>
                </a:lnTo>
                <a:lnTo>
                  <a:pt x="182751" y="47301"/>
                </a:lnTo>
                <a:lnTo>
                  <a:pt x="182751" y="33111"/>
                </a:lnTo>
                <a:lnTo>
                  <a:pt x="178065" y="33111"/>
                </a:lnTo>
                <a:lnTo>
                  <a:pt x="178065" y="23650"/>
                </a:lnTo>
                <a:lnTo>
                  <a:pt x="173379" y="23650"/>
                </a:lnTo>
                <a:lnTo>
                  <a:pt x="173379" y="18920"/>
                </a:lnTo>
                <a:lnTo>
                  <a:pt x="168693" y="18920"/>
                </a:lnTo>
                <a:lnTo>
                  <a:pt x="168693" y="14190"/>
                </a:lnTo>
                <a:lnTo>
                  <a:pt x="164007" y="14190"/>
                </a:lnTo>
                <a:lnTo>
                  <a:pt x="164007" y="9460"/>
                </a:lnTo>
                <a:lnTo>
                  <a:pt x="159321" y="9460"/>
                </a:lnTo>
                <a:lnTo>
                  <a:pt x="159321" y="0"/>
                </a:lnTo>
                <a:lnTo>
                  <a:pt x="206180" y="0"/>
                </a:lnTo>
                <a:lnTo>
                  <a:pt x="206180" y="37841"/>
                </a:lnTo>
                <a:lnTo>
                  <a:pt x="201494" y="37841"/>
                </a:lnTo>
                <a:lnTo>
                  <a:pt x="201494" y="56761"/>
                </a:lnTo>
                <a:lnTo>
                  <a:pt x="196809" y="56761"/>
                </a:lnTo>
                <a:lnTo>
                  <a:pt x="196809" y="75681"/>
                </a:lnTo>
                <a:lnTo>
                  <a:pt x="192123" y="75681"/>
                </a:lnTo>
                <a:lnTo>
                  <a:pt x="192123" y="85141"/>
                </a:lnTo>
                <a:lnTo>
                  <a:pt x="187437" y="85141"/>
                </a:lnTo>
                <a:lnTo>
                  <a:pt x="187437" y="99332"/>
                </a:lnTo>
                <a:lnTo>
                  <a:pt x="182751" y="99332"/>
                </a:lnTo>
                <a:lnTo>
                  <a:pt x="182751" y="104062"/>
                </a:lnTo>
                <a:lnTo>
                  <a:pt x="178065" y="104062"/>
                </a:lnTo>
                <a:lnTo>
                  <a:pt x="178065" y="113522"/>
                </a:lnTo>
                <a:lnTo>
                  <a:pt x="173379" y="113522"/>
                </a:lnTo>
                <a:lnTo>
                  <a:pt x="173379" y="118252"/>
                </a:lnTo>
                <a:lnTo>
                  <a:pt x="168693" y="118252"/>
                </a:lnTo>
                <a:lnTo>
                  <a:pt x="168693" y="122982"/>
                </a:lnTo>
                <a:lnTo>
                  <a:pt x="164007" y="122982"/>
                </a:lnTo>
                <a:lnTo>
                  <a:pt x="164007" y="127712"/>
                </a:lnTo>
                <a:lnTo>
                  <a:pt x="159321" y="127712"/>
                </a:lnTo>
                <a:lnTo>
                  <a:pt x="159321" y="132442"/>
                </a:lnTo>
                <a:lnTo>
                  <a:pt x="149949" y="132442"/>
                </a:lnTo>
                <a:lnTo>
                  <a:pt x="149949" y="137172"/>
                </a:lnTo>
                <a:lnTo>
                  <a:pt x="112462" y="137172"/>
                </a:lnTo>
                <a:lnTo>
                  <a:pt x="112462" y="132442"/>
                </a:lnTo>
                <a:lnTo>
                  <a:pt x="103090" y="132442"/>
                </a:lnTo>
                <a:lnTo>
                  <a:pt x="103090" y="127712"/>
                </a:lnTo>
                <a:lnTo>
                  <a:pt x="93718" y="127712"/>
                </a:lnTo>
                <a:lnTo>
                  <a:pt x="93718" y="122982"/>
                </a:lnTo>
                <a:lnTo>
                  <a:pt x="84347" y="122982"/>
                </a:lnTo>
                <a:lnTo>
                  <a:pt x="84347" y="127712"/>
                </a:lnTo>
                <a:lnTo>
                  <a:pt x="79661" y="127712"/>
                </a:lnTo>
                <a:lnTo>
                  <a:pt x="79661" y="132442"/>
                </a:lnTo>
                <a:lnTo>
                  <a:pt x="70289" y="132442"/>
                </a:lnTo>
                <a:lnTo>
                  <a:pt x="70289" y="137172"/>
                </a:lnTo>
                <a:lnTo>
                  <a:pt x="32801" y="137172"/>
                </a:lnTo>
                <a:lnTo>
                  <a:pt x="32801" y="132442"/>
                </a:lnTo>
                <a:lnTo>
                  <a:pt x="18744" y="132442"/>
                </a:lnTo>
                <a:lnTo>
                  <a:pt x="18744" y="127712"/>
                </a:lnTo>
                <a:lnTo>
                  <a:pt x="14058" y="127712"/>
                </a:lnTo>
                <a:lnTo>
                  <a:pt x="14058" y="122982"/>
                </a:lnTo>
                <a:lnTo>
                  <a:pt x="9372" y="122982"/>
                </a:lnTo>
                <a:lnTo>
                  <a:pt x="9372" y="118252"/>
                </a:lnTo>
                <a:lnTo>
                  <a:pt x="4686" y="118252"/>
                </a:lnTo>
                <a:lnTo>
                  <a:pt x="4686" y="108792"/>
                </a:lnTo>
                <a:lnTo>
                  <a:pt x="0" y="108792"/>
                </a:lnTo>
                <a:lnTo>
                  <a:pt x="0" y="66221"/>
                </a:lnTo>
                <a:lnTo>
                  <a:pt x="4686" y="66221"/>
                </a:lnTo>
                <a:lnTo>
                  <a:pt x="4686" y="52031"/>
                </a:lnTo>
                <a:lnTo>
                  <a:pt x="9372" y="52031"/>
                </a:lnTo>
                <a:lnTo>
                  <a:pt x="9372" y="3784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3DD72-229C-47B3-9439-FB37EA8D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896" y="2117682"/>
            <a:ext cx="830591" cy="278568"/>
          </a:xfrm>
          <a:custGeom xmlns:a="http://schemas.openxmlformats.org/drawingml/2006/main">
            <a:pathLst>
              <a:path w="830591" h="278568">
                <a:moveTo>
                  <a:pt x="786996" y="95843"/>
                </a:moveTo>
                <a:cubicBezTo>
                  <a:pt x="797488" y="109838"/>
                  <a:pt x="802734" y="129003"/>
                  <a:pt x="802734" y="153356"/>
                </a:cubicBezTo>
                <a:cubicBezTo>
                  <a:pt x="802734" y="172827"/>
                  <a:pt x="799594" y="186554"/>
                  <a:pt x="793295" y="194538"/>
                </a:cubicBezTo>
                <a:cubicBezTo>
                  <a:pt x="786996" y="202541"/>
                  <a:pt x="779013" y="206523"/>
                  <a:pt x="769325" y="206523"/>
                </a:cubicBezTo>
                <a:cubicBezTo>
                  <a:pt x="756344" y="206523"/>
                  <a:pt x="745891" y="199286"/>
                  <a:pt x="737965" y="184812"/>
                </a:cubicBezTo>
                <a:cubicBezTo>
                  <a:pt x="730019" y="170338"/>
                  <a:pt x="726056" y="153107"/>
                  <a:pt x="726056" y="133138"/>
                </a:cubicBezTo>
                <a:cubicBezTo>
                  <a:pt x="726056" y="120770"/>
                  <a:pt x="727703" y="110623"/>
                  <a:pt x="730996" y="102735"/>
                </a:cubicBezTo>
                <a:cubicBezTo>
                  <a:pt x="734289" y="94847"/>
                  <a:pt x="738596" y="89333"/>
                  <a:pt x="743957" y="86193"/>
                </a:cubicBezTo>
                <a:cubicBezTo>
                  <a:pt x="749280" y="83053"/>
                  <a:pt x="754602" y="81464"/>
                  <a:pt x="759905" y="81464"/>
                </a:cubicBezTo>
                <a:cubicBezTo>
                  <a:pt x="770876" y="81464"/>
                  <a:pt x="779913" y="86270"/>
                  <a:pt x="786996" y="95843"/>
                </a:cubicBezTo>
                <a:close/>
                <a:moveTo>
                  <a:pt x="732183" y="80641"/>
                </a:moveTo>
                <a:cubicBezTo>
                  <a:pt x="722016" y="86595"/>
                  <a:pt x="713803" y="95785"/>
                  <a:pt x="707562" y="108211"/>
                </a:cubicBezTo>
                <a:cubicBezTo>
                  <a:pt x="701320" y="120636"/>
                  <a:pt x="698199" y="133138"/>
                  <a:pt x="698199" y="145717"/>
                </a:cubicBezTo>
                <a:cubicBezTo>
                  <a:pt x="698199" y="162986"/>
                  <a:pt x="703330" y="178570"/>
                  <a:pt x="713631" y="192451"/>
                </a:cubicBezTo>
                <a:cubicBezTo>
                  <a:pt x="725807" y="208916"/>
                  <a:pt x="742234" y="217149"/>
                  <a:pt x="762892" y="217149"/>
                </a:cubicBezTo>
                <a:cubicBezTo>
                  <a:pt x="775567" y="217149"/>
                  <a:pt x="787073" y="213951"/>
                  <a:pt x="797412" y="207576"/>
                </a:cubicBezTo>
                <a:cubicBezTo>
                  <a:pt x="807750" y="201181"/>
                  <a:pt x="815849" y="191704"/>
                  <a:pt x="821746" y="179126"/>
                </a:cubicBezTo>
                <a:cubicBezTo>
                  <a:pt x="827642" y="166547"/>
                  <a:pt x="830591" y="154102"/>
                  <a:pt x="830591" y="141830"/>
                </a:cubicBezTo>
                <a:cubicBezTo>
                  <a:pt x="830591" y="124350"/>
                  <a:pt x="825249" y="108881"/>
                  <a:pt x="814566" y="95402"/>
                </a:cubicBezTo>
                <a:cubicBezTo>
                  <a:pt x="801987" y="79626"/>
                  <a:pt x="785312" y="71738"/>
                  <a:pt x="764539" y="71738"/>
                </a:cubicBezTo>
                <a:cubicBezTo>
                  <a:pt x="753166" y="71738"/>
                  <a:pt x="742368" y="74706"/>
                  <a:pt x="732183" y="80641"/>
                </a:cubicBezTo>
                <a:close/>
                <a:moveTo>
                  <a:pt x="652958" y="71738"/>
                </a:moveTo>
                <a:lnTo>
                  <a:pt x="611642" y="88510"/>
                </a:lnTo>
                <a:lnTo>
                  <a:pt x="613729" y="93909"/>
                </a:lnTo>
                <a:cubicBezTo>
                  <a:pt x="617731" y="92416"/>
                  <a:pt x="621119" y="91650"/>
                  <a:pt x="623915" y="91650"/>
                </a:cubicBezTo>
                <a:cubicBezTo>
                  <a:pt x="626519" y="91650"/>
                  <a:pt x="628548" y="92281"/>
                  <a:pt x="630060" y="93526"/>
                </a:cubicBezTo>
                <a:cubicBezTo>
                  <a:pt x="631554" y="94770"/>
                  <a:pt x="632645" y="96991"/>
                  <a:pt x="633353" y="100189"/>
                </a:cubicBezTo>
                <a:cubicBezTo>
                  <a:pt x="634253" y="104592"/>
                  <a:pt x="634694" y="114222"/>
                  <a:pt x="634694" y="129098"/>
                </a:cubicBezTo>
                <a:lnTo>
                  <a:pt x="634694" y="181959"/>
                </a:lnTo>
                <a:cubicBezTo>
                  <a:pt x="634694" y="190460"/>
                  <a:pt x="634024" y="196184"/>
                  <a:pt x="632683" y="199190"/>
                </a:cubicBezTo>
                <a:cubicBezTo>
                  <a:pt x="631324" y="202177"/>
                  <a:pt x="629505" y="204321"/>
                  <a:pt x="627208" y="205623"/>
                </a:cubicBezTo>
                <a:cubicBezTo>
                  <a:pt x="624910" y="206925"/>
                  <a:pt x="620411" y="207576"/>
                  <a:pt x="613729" y="207576"/>
                </a:cubicBezTo>
                <a:lnTo>
                  <a:pt x="613729" y="212956"/>
                </a:lnTo>
                <a:lnTo>
                  <a:pt x="680375" y="212956"/>
                </a:lnTo>
                <a:lnTo>
                  <a:pt x="680375" y="207576"/>
                </a:lnTo>
                <a:cubicBezTo>
                  <a:pt x="673885" y="207576"/>
                  <a:pt x="669424" y="206868"/>
                  <a:pt x="666973" y="205470"/>
                </a:cubicBezTo>
                <a:cubicBezTo>
                  <a:pt x="664522" y="204072"/>
                  <a:pt x="662684" y="201966"/>
                  <a:pt x="661421" y="199114"/>
                </a:cubicBezTo>
                <a:cubicBezTo>
                  <a:pt x="660176" y="196261"/>
                  <a:pt x="659564" y="190556"/>
                  <a:pt x="659564" y="181959"/>
                </a:cubicBezTo>
                <a:lnTo>
                  <a:pt x="659564" y="71738"/>
                </a:lnTo>
                <a:lnTo>
                  <a:pt x="652958" y="71738"/>
                </a:lnTo>
                <a:close/>
                <a:moveTo>
                  <a:pt x="636264" y="4423"/>
                </a:moveTo>
                <a:cubicBezTo>
                  <a:pt x="633315" y="7371"/>
                  <a:pt x="631860" y="10932"/>
                  <a:pt x="631860" y="15125"/>
                </a:cubicBezTo>
                <a:cubicBezTo>
                  <a:pt x="631860" y="19318"/>
                  <a:pt x="633353" y="22917"/>
                  <a:pt x="636340" y="25904"/>
                </a:cubicBezTo>
                <a:cubicBezTo>
                  <a:pt x="639346" y="28910"/>
                  <a:pt x="642926" y="30403"/>
                  <a:pt x="647119" y="30403"/>
                </a:cubicBezTo>
                <a:cubicBezTo>
                  <a:pt x="651312" y="30403"/>
                  <a:pt x="654892" y="28910"/>
                  <a:pt x="657841" y="25904"/>
                </a:cubicBezTo>
                <a:cubicBezTo>
                  <a:pt x="660770" y="22917"/>
                  <a:pt x="662244" y="19318"/>
                  <a:pt x="662244" y="15125"/>
                </a:cubicBezTo>
                <a:cubicBezTo>
                  <a:pt x="662244" y="10932"/>
                  <a:pt x="660770" y="7371"/>
                  <a:pt x="657841" y="4423"/>
                </a:cubicBezTo>
                <a:cubicBezTo>
                  <a:pt x="654892" y="1474"/>
                  <a:pt x="651312" y="0"/>
                  <a:pt x="647119" y="0"/>
                </a:cubicBezTo>
                <a:cubicBezTo>
                  <a:pt x="642831" y="0"/>
                  <a:pt x="639212" y="1474"/>
                  <a:pt x="636264" y="4423"/>
                </a:cubicBezTo>
                <a:close/>
                <a:moveTo>
                  <a:pt x="498856" y="71738"/>
                </a:moveTo>
                <a:lnTo>
                  <a:pt x="492423" y="71738"/>
                </a:lnTo>
                <a:lnTo>
                  <a:pt x="451088" y="88510"/>
                </a:lnTo>
                <a:lnTo>
                  <a:pt x="453328" y="93909"/>
                </a:lnTo>
                <a:cubicBezTo>
                  <a:pt x="457234" y="92416"/>
                  <a:pt x="460565" y="91650"/>
                  <a:pt x="463379" y="91650"/>
                </a:cubicBezTo>
                <a:cubicBezTo>
                  <a:pt x="465964" y="91650"/>
                  <a:pt x="468032" y="92301"/>
                  <a:pt x="469583" y="93603"/>
                </a:cubicBezTo>
                <a:cubicBezTo>
                  <a:pt x="471133" y="94904"/>
                  <a:pt x="472282" y="97355"/>
                  <a:pt x="473029" y="100935"/>
                </a:cubicBezTo>
                <a:cubicBezTo>
                  <a:pt x="473775" y="104535"/>
                  <a:pt x="474158" y="114567"/>
                  <a:pt x="474158" y="131051"/>
                </a:cubicBezTo>
                <a:lnTo>
                  <a:pt x="474158" y="181959"/>
                </a:lnTo>
                <a:cubicBezTo>
                  <a:pt x="474158" y="191953"/>
                  <a:pt x="472933" y="198712"/>
                  <a:pt x="470482" y="202253"/>
                </a:cubicBezTo>
                <a:cubicBezTo>
                  <a:pt x="468032" y="205795"/>
                  <a:pt x="463322" y="207576"/>
                  <a:pt x="456334" y="207576"/>
                </a:cubicBezTo>
                <a:lnTo>
                  <a:pt x="453328" y="207576"/>
                </a:lnTo>
                <a:lnTo>
                  <a:pt x="453328" y="212956"/>
                </a:lnTo>
                <a:lnTo>
                  <a:pt x="521180" y="212956"/>
                </a:lnTo>
                <a:lnTo>
                  <a:pt x="521180" y="207576"/>
                </a:lnTo>
                <a:cubicBezTo>
                  <a:pt x="513694" y="207576"/>
                  <a:pt x="508716" y="206906"/>
                  <a:pt x="506285" y="205546"/>
                </a:cubicBezTo>
                <a:cubicBezTo>
                  <a:pt x="503834" y="204206"/>
                  <a:pt x="501900" y="202081"/>
                  <a:pt x="500503" y="199190"/>
                </a:cubicBezTo>
                <a:cubicBezTo>
                  <a:pt x="499411" y="196988"/>
                  <a:pt x="498856" y="191245"/>
                  <a:pt x="498856" y="181959"/>
                </a:cubicBezTo>
                <a:lnTo>
                  <a:pt x="498856" y="109627"/>
                </a:lnTo>
                <a:cubicBezTo>
                  <a:pt x="510650" y="96647"/>
                  <a:pt x="522482" y="90156"/>
                  <a:pt x="534352" y="90156"/>
                </a:cubicBezTo>
                <a:cubicBezTo>
                  <a:pt x="542048" y="90156"/>
                  <a:pt x="547505" y="92990"/>
                  <a:pt x="550760" y="98619"/>
                </a:cubicBezTo>
                <a:cubicBezTo>
                  <a:pt x="553995" y="104267"/>
                  <a:pt x="555623" y="113322"/>
                  <a:pt x="555623" y="125805"/>
                </a:cubicBezTo>
                <a:lnTo>
                  <a:pt x="555623" y="181959"/>
                </a:lnTo>
                <a:cubicBezTo>
                  <a:pt x="555623" y="189847"/>
                  <a:pt x="555431" y="194538"/>
                  <a:pt x="555029" y="196050"/>
                </a:cubicBezTo>
                <a:cubicBezTo>
                  <a:pt x="554034" y="199841"/>
                  <a:pt x="552253" y="202713"/>
                  <a:pt x="549707" y="204647"/>
                </a:cubicBezTo>
                <a:cubicBezTo>
                  <a:pt x="547160" y="206599"/>
                  <a:pt x="542699" y="207576"/>
                  <a:pt x="536305" y="207576"/>
                </a:cubicBezTo>
                <a:lnTo>
                  <a:pt x="533452" y="207576"/>
                </a:lnTo>
                <a:lnTo>
                  <a:pt x="533452" y="212956"/>
                </a:lnTo>
                <a:lnTo>
                  <a:pt x="601304" y="212956"/>
                </a:lnTo>
                <a:lnTo>
                  <a:pt x="601304" y="207576"/>
                </a:lnTo>
                <a:cubicBezTo>
                  <a:pt x="594718" y="207576"/>
                  <a:pt x="590199" y="206868"/>
                  <a:pt x="587749" y="205470"/>
                </a:cubicBezTo>
                <a:cubicBezTo>
                  <a:pt x="585298" y="204072"/>
                  <a:pt x="583537" y="202139"/>
                  <a:pt x="582426" y="199631"/>
                </a:cubicBezTo>
                <a:cubicBezTo>
                  <a:pt x="581029" y="196548"/>
                  <a:pt x="580339" y="190651"/>
                  <a:pt x="580339" y="181959"/>
                </a:cubicBezTo>
                <a:lnTo>
                  <a:pt x="580339" y="123412"/>
                </a:lnTo>
                <a:cubicBezTo>
                  <a:pt x="580339" y="111025"/>
                  <a:pt x="579229" y="101835"/>
                  <a:pt x="577046" y="95843"/>
                </a:cubicBezTo>
                <a:cubicBezTo>
                  <a:pt x="573849" y="87265"/>
                  <a:pt x="569561" y="81100"/>
                  <a:pt x="564162" y="77348"/>
                </a:cubicBezTo>
                <a:cubicBezTo>
                  <a:pt x="558762" y="73615"/>
                  <a:pt x="552330" y="71738"/>
                  <a:pt x="544844" y="71738"/>
                </a:cubicBezTo>
                <a:cubicBezTo>
                  <a:pt x="530255" y="71738"/>
                  <a:pt x="514938" y="81426"/>
                  <a:pt x="498856" y="100801"/>
                </a:cubicBezTo>
                <a:lnTo>
                  <a:pt x="498856" y="71738"/>
                </a:lnTo>
                <a:close/>
                <a:moveTo>
                  <a:pt x="414405" y="71738"/>
                </a:moveTo>
                <a:lnTo>
                  <a:pt x="373070" y="88510"/>
                </a:lnTo>
                <a:lnTo>
                  <a:pt x="375157" y="93909"/>
                </a:lnTo>
                <a:cubicBezTo>
                  <a:pt x="379158" y="92416"/>
                  <a:pt x="382547" y="91650"/>
                  <a:pt x="385342" y="91650"/>
                </a:cubicBezTo>
                <a:cubicBezTo>
                  <a:pt x="387946" y="91650"/>
                  <a:pt x="389995" y="92281"/>
                  <a:pt x="391488" y="93526"/>
                </a:cubicBezTo>
                <a:cubicBezTo>
                  <a:pt x="392981" y="94770"/>
                  <a:pt x="394073" y="96991"/>
                  <a:pt x="394781" y="100189"/>
                </a:cubicBezTo>
                <a:cubicBezTo>
                  <a:pt x="395681" y="104592"/>
                  <a:pt x="396121" y="114222"/>
                  <a:pt x="396121" y="129098"/>
                </a:cubicBezTo>
                <a:lnTo>
                  <a:pt x="396121" y="181959"/>
                </a:lnTo>
                <a:cubicBezTo>
                  <a:pt x="396121" y="190460"/>
                  <a:pt x="395451" y="196184"/>
                  <a:pt x="394111" y="199190"/>
                </a:cubicBezTo>
                <a:cubicBezTo>
                  <a:pt x="392752" y="202177"/>
                  <a:pt x="390933" y="204321"/>
                  <a:pt x="388635" y="205623"/>
                </a:cubicBezTo>
                <a:cubicBezTo>
                  <a:pt x="386338" y="206925"/>
                  <a:pt x="381858" y="207576"/>
                  <a:pt x="375157" y="207576"/>
                </a:cubicBezTo>
                <a:lnTo>
                  <a:pt x="375157" y="212956"/>
                </a:lnTo>
                <a:lnTo>
                  <a:pt x="441802" y="212956"/>
                </a:lnTo>
                <a:lnTo>
                  <a:pt x="441802" y="207576"/>
                </a:lnTo>
                <a:cubicBezTo>
                  <a:pt x="435312" y="207576"/>
                  <a:pt x="430851" y="206868"/>
                  <a:pt x="428401" y="205470"/>
                </a:cubicBezTo>
                <a:cubicBezTo>
                  <a:pt x="425950" y="204072"/>
                  <a:pt x="424112" y="201966"/>
                  <a:pt x="422867" y="199114"/>
                </a:cubicBezTo>
                <a:cubicBezTo>
                  <a:pt x="421604" y="196261"/>
                  <a:pt x="420991" y="190556"/>
                  <a:pt x="420991" y="181959"/>
                </a:cubicBezTo>
                <a:lnTo>
                  <a:pt x="420991" y="71738"/>
                </a:lnTo>
                <a:lnTo>
                  <a:pt x="414405" y="71738"/>
                </a:lnTo>
                <a:close/>
                <a:moveTo>
                  <a:pt x="397691" y="4423"/>
                </a:moveTo>
                <a:cubicBezTo>
                  <a:pt x="394762" y="7371"/>
                  <a:pt x="393288" y="10932"/>
                  <a:pt x="393288" y="15125"/>
                </a:cubicBezTo>
                <a:cubicBezTo>
                  <a:pt x="393288" y="19318"/>
                  <a:pt x="394781" y="22917"/>
                  <a:pt x="397768" y="25904"/>
                </a:cubicBezTo>
                <a:cubicBezTo>
                  <a:pt x="400773" y="28910"/>
                  <a:pt x="404373" y="30403"/>
                  <a:pt x="408566" y="30403"/>
                </a:cubicBezTo>
                <a:cubicBezTo>
                  <a:pt x="412759" y="30403"/>
                  <a:pt x="416320" y="28910"/>
                  <a:pt x="419268" y="25904"/>
                </a:cubicBezTo>
                <a:cubicBezTo>
                  <a:pt x="422216" y="22917"/>
                  <a:pt x="423691" y="19318"/>
                  <a:pt x="423691" y="15125"/>
                </a:cubicBezTo>
                <a:cubicBezTo>
                  <a:pt x="423691" y="10932"/>
                  <a:pt x="422216" y="7371"/>
                  <a:pt x="419268" y="4423"/>
                </a:cubicBezTo>
                <a:cubicBezTo>
                  <a:pt x="416320" y="1474"/>
                  <a:pt x="412759" y="0"/>
                  <a:pt x="408566" y="0"/>
                </a:cubicBezTo>
                <a:cubicBezTo>
                  <a:pt x="404258" y="0"/>
                  <a:pt x="400639" y="1474"/>
                  <a:pt x="397691" y="4423"/>
                </a:cubicBezTo>
                <a:close/>
                <a:moveTo>
                  <a:pt x="276174" y="97049"/>
                </a:moveTo>
                <a:cubicBezTo>
                  <a:pt x="280865" y="94656"/>
                  <a:pt x="285613" y="93449"/>
                  <a:pt x="290399" y="93449"/>
                </a:cubicBezTo>
                <a:cubicBezTo>
                  <a:pt x="299187" y="93449"/>
                  <a:pt x="306769" y="97355"/>
                  <a:pt x="313164" y="105128"/>
                </a:cubicBezTo>
                <a:cubicBezTo>
                  <a:pt x="322353" y="116424"/>
                  <a:pt x="326929" y="132545"/>
                  <a:pt x="326929" y="153509"/>
                </a:cubicBezTo>
                <a:cubicBezTo>
                  <a:pt x="326929" y="171984"/>
                  <a:pt x="322889" y="186305"/>
                  <a:pt x="314810" y="196491"/>
                </a:cubicBezTo>
                <a:cubicBezTo>
                  <a:pt x="308607" y="204283"/>
                  <a:pt x="300527" y="208169"/>
                  <a:pt x="290553" y="208169"/>
                </a:cubicBezTo>
                <a:cubicBezTo>
                  <a:pt x="282263" y="208169"/>
                  <a:pt x="275389" y="205968"/>
                  <a:pt x="269952" y="201583"/>
                </a:cubicBezTo>
                <a:cubicBezTo>
                  <a:pt x="264515" y="197199"/>
                  <a:pt x="261088" y="192106"/>
                  <a:pt x="259690" y="186305"/>
                </a:cubicBezTo>
                <a:cubicBezTo>
                  <a:pt x="258790" y="182821"/>
                  <a:pt x="258350" y="175526"/>
                  <a:pt x="258350" y="164441"/>
                </a:cubicBezTo>
                <a:lnTo>
                  <a:pt x="258350" y="113227"/>
                </a:lnTo>
                <a:cubicBezTo>
                  <a:pt x="266640" y="104228"/>
                  <a:pt x="272575" y="98848"/>
                  <a:pt x="276174" y="97049"/>
                </a:cubicBezTo>
                <a:close/>
                <a:moveTo>
                  <a:pt x="212228" y="94196"/>
                </a:moveTo>
                <a:cubicBezTo>
                  <a:pt x="215904" y="92798"/>
                  <a:pt x="218967" y="92109"/>
                  <a:pt x="221361" y="92109"/>
                </a:cubicBezTo>
                <a:cubicBezTo>
                  <a:pt x="224347" y="92109"/>
                  <a:pt x="226721" y="92703"/>
                  <a:pt x="228464" y="93909"/>
                </a:cubicBezTo>
                <a:cubicBezTo>
                  <a:pt x="230225" y="95096"/>
                  <a:pt x="231489" y="96896"/>
                  <a:pt x="232293" y="99289"/>
                </a:cubicBezTo>
                <a:cubicBezTo>
                  <a:pt x="233078" y="101701"/>
                  <a:pt x="233480" y="107330"/>
                  <a:pt x="233480" y="116213"/>
                </a:cubicBezTo>
                <a:lnTo>
                  <a:pt x="233480" y="245905"/>
                </a:lnTo>
                <a:cubicBezTo>
                  <a:pt x="233480" y="255899"/>
                  <a:pt x="232963" y="262102"/>
                  <a:pt x="231910" y="264553"/>
                </a:cubicBezTo>
                <a:cubicBezTo>
                  <a:pt x="230857" y="267004"/>
                  <a:pt x="229383" y="268765"/>
                  <a:pt x="227487" y="269875"/>
                </a:cubicBezTo>
                <a:cubicBezTo>
                  <a:pt x="223601" y="272077"/>
                  <a:pt x="218910" y="273111"/>
                  <a:pt x="213415" y="273015"/>
                </a:cubicBezTo>
                <a:lnTo>
                  <a:pt x="209682" y="273015"/>
                </a:lnTo>
                <a:lnTo>
                  <a:pt x="209682" y="278568"/>
                </a:lnTo>
                <a:lnTo>
                  <a:pt x="281554" y="278568"/>
                </a:lnTo>
                <a:lnTo>
                  <a:pt x="281554" y="273015"/>
                </a:lnTo>
                <a:cubicBezTo>
                  <a:pt x="274068" y="273015"/>
                  <a:pt x="268899" y="272269"/>
                  <a:pt x="266066" y="270775"/>
                </a:cubicBezTo>
                <a:cubicBezTo>
                  <a:pt x="263213" y="269282"/>
                  <a:pt x="261222" y="267253"/>
                  <a:pt x="260073" y="264706"/>
                </a:cubicBezTo>
                <a:cubicBezTo>
                  <a:pt x="258924" y="262160"/>
                  <a:pt x="258350" y="256186"/>
                  <a:pt x="258350" y="246805"/>
                </a:cubicBezTo>
                <a:lnTo>
                  <a:pt x="258350" y="205030"/>
                </a:lnTo>
                <a:cubicBezTo>
                  <a:pt x="263347" y="209529"/>
                  <a:pt x="267827" y="212515"/>
                  <a:pt x="271828" y="214009"/>
                </a:cubicBezTo>
                <a:cubicBezTo>
                  <a:pt x="277208" y="216115"/>
                  <a:pt x="283603" y="217149"/>
                  <a:pt x="290993" y="217149"/>
                </a:cubicBezTo>
                <a:cubicBezTo>
                  <a:pt x="307975" y="217149"/>
                  <a:pt x="322047" y="210811"/>
                  <a:pt x="333228" y="198137"/>
                </a:cubicBezTo>
                <a:cubicBezTo>
                  <a:pt x="346802" y="182668"/>
                  <a:pt x="353599" y="163101"/>
                  <a:pt x="353599" y="139437"/>
                </a:cubicBezTo>
                <a:cubicBezTo>
                  <a:pt x="353599" y="118262"/>
                  <a:pt x="347951" y="101088"/>
                  <a:pt x="336674" y="87916"/>
                </a:cubicBezTo>
                <a:cubicBezTo>
                  <a:pt x="327484" y="77137"/>
                  <a:pt x="315997" y="71738"/>
                  <a:pt x="302231" y="71738"/>
                </a:cubicBezTo>
                <a:cubicBezTo>
                  <a:pt x="294343" y="71738"/>
                  <a:pt x="286819" y="74170"/>
                  <a:pt x="279697" y="78994"/>
                </a:cubicBezTo>
                <a:cubicBezTo>
                  <a:pt x="272556" y="83838"/>
                  <a:pt x="265434" y="92301"/>
                  <a:pt x="258350" y="104381"/>
                </a:cubicBezTo>
                <a:lnTo>
                  <a:pt x="258350" y="72332"/>
                </a:lnTo>
                <a:lnTo>
                  <a:pt x="252664" y="72332"/>
                </a:lnTo>
                <a:lnTo>
                  <a:pt x="210429" y="89410"/>
                </a:lnTo>
                <a:lnTo>
                  <a:pt x="212228" y="94196"/>
                </a:lnTo>
                <a:close/>
                <a:moveTo>
                  <a:pt x="144070" y="36549"/>
                </a:moveTo>
                <a:cubicBezTo>
                  <a:pt x="157759" y="53627"/>
                  <a:pt x="164594" y="79531"/>
                  <a:pt x="164594" y="114280"/>
                </a:cubicBezTo>
                <a:cubicBezTo>
                  <a:pt x="164594" y="146329"/>
                  <a:pt x="158372" y="169783"/>
                  <a:pt x="145946" y="184659"/>
                </a:cubicBezTo>
                <a:cubicBezTo>
                  <a:pt x="133521" y="199535"/>
                  <a:pt x="117764" y="206982"/>
                  <a:pt x="98695" y="206982"/>
                </a:cubicBezTo>
                <a:cubicBezTo>
                  <a:pt x="80832" y="206982"/>
                  <a:pt x="66454" y="200186"/>
                  <a:pt x="55560" y="186612"/>
                </a:cubicBezTo>
                <a:cubicBezTo>
                  <a:pt x="41393" y="168730"/>
                  <a:pt x="34309" y="143228"/>
                  <a:pt x="34309" y="110087"/>
                </a:cubicBezTo>
                <a:cubicBezTo>
                  <a:pt x="34309" y="77731"/>
                  <a:pt x="41144" y="53167"/>
                  <a:pt x="54814" y="36396"/>
                </a:cubicBezTo>
                <a:cubicBezTo>
                  <a:pt x="65803" y="22917"/>
                  <a:pt x="80373" y="16178"/>
                  <a:pt x="98542" y="16178"/>
                </a:cubicBezTo>
                <a:cubicBezTo>
                  <a:pt x="117917" y="16178"/>
                  <a:pt x="133100" y="22975"/>
                  <a:pt x="144070" y="36549"/>
                </a:cubicBezTo>
                <a:close/>
                <a:moveTo>
                  <a:pt x="32949" y="31743"/>
                </a:moveTo>
                <a:cubicBezTo>
                  <a:pt x="10990" y="52114"/>
                  <a:pt x="0" y="78420"/>
                  <a:pt x="0" y="110680"/>
                </a:cubicBezTo>
                <a:cubicBezTo>
                  <a:pt x="0" y="142232"/>
                  <a:pt x="9515" y="167945"/>
                  <a:pt x="28546" y="187799"/>
                </a:cubicBezTo>
                <a:cubicBezTo>
                  <a:pt x="47558" y="207672"/>
                  <a:pt x="71049" y="217608"/>
                  <a:pt x="99002" y="217608"/>
                </a:cubicBezTo>
                <a:cubicBezTo>
                  <a:pt x="126648" y="217608"/>
                  <a:pt x="150216" y="207423"/>
                  <a:pt x="169687" y="187052"/>
                </a:cubicBezTo>
                <a:cubicBezTo>
                  <a:pt x="189158" y="166681"/>
                  <a:pt x="198884" y="141083"/>
                  <a:pt x="198884" y="110221"/>
                </a:cubicBezTo>
                <a:cubicBezTo>
                  <a:pt x="198884" y="80277"/>
                  <a:pt x="189234" y="55292"/>
                  <a:pt x="169917" y="35266"/>
                </a:cubicBezTo>
                <a:cubicBezTo>
                  <a:pt x="150599" y="15259"/>
                  <a:pt x="127758" y="5246"/>
                  <a:pt x="101395" y="5246"/>
                </a:cubicBezTo>
                <a:cubicBezTo>
                  <a:pt x="74840" y="5246"/>
                  <a:pt x="52018" y="14072"/>
                  <a:pt x="32949" y="31743"/>
                </a:cubicBez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0E204-B0A4-4D46-8D4A-00FBE87D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223" y="2189421"/>
            <a:ext cx="150216" cy="141217"/>
          </a:xfrm>
          <a:custGeom xmlns:a="http://schemas.openxmlformats.org/drawingml/2006/main">
            <a:pathLst>
              <a:path w="150216" h="141217">
                <a:moveTo>
                  <a:pt x="47787" y="0"/>
                </a:moveTo>
                <a:lnTo>
                  <a:pt x="41335" y="0"/>
                </a:lnTo>
                <a:lnTo>
                  <a:pt x="0" y="16771"/>
                </a:lnTo>
                <a:lnTo>
                  <a:pt x="2259" y="22171"/>
                </a:lnTo>
                <a:cubicBezTo>
                  <a:pt x="6146" y="20677"/>
                  <a:pt x="9496" y="19911"/>
                  <a:pt x="12291" y="19911"/>
                </a:cubicBezTo>
                <a:cubicBezTo>
                  <a:pt x="14876" y="19911"/>
                  <a:pt x="16944" y="20562"/>
                  <a:pt x="18495" y="21864"/>
                </a:cubicBezTo>
                <a:cubicBezTo>
                  <a:pt x="20045" y="23166"/>
                  <a:pt x="21194" y="25617"/>
                  <a:pt x="21941" y="29197"/>
                </a:cubicBezTo>
                <a:cubicBezTo>
                  <a:pt x="22687" y="32796"/>
                  <a:pt x="23070" y="42829"/>
                  <a:pt x="23070" y="59313"/>
                </a:cubicBezTo>
                <a:lnTo>
                  <a:pt x="23070" y="110221"/>
                </a:lnTo>
                <a:cubicBezTo>
                  <a:pt x="23070" y="120215"/>
                  <a:pt x="21845" y="126973"/>
                  <a:pt x="19394" y="130515"/>
                </a:cubicBezTo>
                <a:cubicBezTo>
                  <a:pt x="16944" y="134057"/>
                  <a:pt x="12234" y="135838"/>
                  <a:pt x="5246" y="135838"/>
                </a:cubicBezTo>
                <a:lnTo>
                  <a:pt x="2259" y="135838"/>
                </a:lnTo>
                <a:lnTo>
                  <a:pt x="2259" y="141217"/>
                </a:lnTo>
                <a:lnTo>
                  <a:pt x="70092" y="141217"/>
                </a:lnTo>
                <a:lnTo>
                  <a:pt x="70092" y="135838"/>
                </a:lnTo>
                <a:cubicBezTo>
                  <a:pt x="62606" y="135838"/>
                  <a:pt x="57628" y="135167"/>
                  <a:pt x="55197" y="133808"/>
                </a:cubicBezTo>
                <a:cubicBezTo>
                  <a:pt x="52746" y="132468"/>
                  <a:pt x="50831" y="130343"/>
                  <a:pt x="49434" y="127452"/>
                </a:cubicBezTo>
                <a:cubicBezTo>
                  <a:pt x="48323" y="125250"/>
                  <a:pt x="47787" y="119506"/>
                  <a:pt x="47787" y="110221"/>
                </a:cubicBezTo>
                <a:lnTo>
                  <a:pt x="47787" y="37889"/>
                </a:lnTo>
                <a:cubicBezTo>
                  <a:pt x="59562" y="24908"/>
                  <a:pt x="71394" y="18418"/>
                  <a:pt x="83264" y="18418"/>
                </a:cubicBezTo>
                <a:cubicBezTo>
                  <a:pt x="90960" y="18418"/>
                  <a:pt x="96417" y="21252"/>
                  <a:pt x="99672" y="26880"/>
                </a:cubicBezTo>
                <a:cubicBezTo>
                  <a:pt x="102907" y="32528"/>
                  <a:pt x="104535" y="41584"/>
                  <a:pt x="104535" y="54067"/>
                </a:cubicBezTo>
                <a:lnTo>
                  <a:pt x="104535" y="110221"/>
                </a:lnTo>
                <a:cubicBezTo>
                  <a:pt x="104535" y="118109"/>
                  <a:pt x="104343" y="122799"/>
                  <a:pt x="103941" y="124312"/>
                </a:cubicBezTo>
                <a:cubicBezTo>
                  <a:pt x="102946" y="128103"/>
                  <a:pt x="101165" y="130975"/>
                  <a:pt x="98619" y="132908"/>
                </a:cubicBezTo>
                <a:cubicBezTo>
                  <a:pt x="96072" y="134861"/>
                  <a:pt x="91611" y="135838"/>
                  <a:pt x="85217" y="135838"/>
                </a:cubicBezTo>
                <a:lnTo>
                  <a:pt x="82364" y="135838"/>
                </a:lnTo>
                <a:lnTo>
                  <a:pt x="82364" y="141217"/>
                </a:lnTo>
                <a:lnTo>
                  <a:pt x="150216" y="141217"/>
                </a:lnTo>
                <a:lnTo>
                  <a:pt x="150216" y="135838"/>
                </a:lnTo>
                <a:cubicBezTo>
                  <a:pt x="143630" y="135838"/>
                  <a:pt x="139111" y="135129"/>
                  <a:pt x="136661" y="133732"/>
                </a:cubicBezTo>
                <a:cubicBezTo>
                  <a:pt x="134210" y="132334"/>
                  <a:pt x="132449" y="130400"/>
                  <a:pt x="131338" y="127892"/>
                </a:cubicBezTo>
                <a:cubicBezTo>
                  <a:pt x="129941" y="124810"/>
                  <a:pt x="129252" y="118913"/>
                  <a:pt x="129252" y="110221"/>
                </a:cubicBezTo>
                <a:lnTo>
                  <a:pt x="129252" y="51674"/>
                </a:lnTo>
                <a:cubicBezTo>
                  <a:pt x="129252" y="39287"/>
                  <a:pt x="128141" y="30097"/>
                  <a:pt x="125958" y="24104"/>
                </a:cubicBezTo>
                <a:cubicBezTo>
                  <a:pt x="122761" y="15527"/>
                  <a:pt x="118473" y="9362"/>
                  <a:pt x="113074" y="5610"/>
                </a:cubicBezTo>
                <a:cubicBezTo>
                  <a:pt x="107674" y="1876"/>
                  <a:pt x="101242" y="0"/>
                  <a:pt x="93756" y="0"/>
                </a:cubicBezTo>
                <a:cubicBezTo>
                  <a:pt x="79186" y="0"/>
                  <a:pt x="63850" y="9688"/>
                  <a:pt x="47787" y="29063"/>
                </a:cubicBezTo>
                <a:lnTo>
                  <a:pt x="47787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F83B8-2C86-4993-81CD-4D40F209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979" y="3676514"/>
            <a:ext cx="2508965" cy="279159"/>
          </a:xfrm>
          <a:custGeom xmlns:a="http://schemas.openxmlformats.org/drawingml/2006/main">
            <a:pathLst>
              <a:path w="2508965" h="279159">
                <a:moveTo>
                  <a:pt x="2406517" y="71736"/>
                </a:moveTo>
                <a:lnTo>
                  <a:pt x="2400084" y="71736"/>
                </a:lnTo>
                <a:lnTo>
                  <a:pt x="2358749" y="88512"/>
                </a:lnTo>
                <a:lnTo>
                  <a:pt x="2360989" y="93911"/>
                </a:lnTo>
                <a:cubicBezTo>
                  <a:pt x="2364895" y="92416"/>
                  <a:pt x="2368226" y="91644"/>
                  <a:pt x="2371021" y="91644"/>
                </a:cubicBezTo>
                <a:cubicBezTo>
                  <a:pt x="2373625" y="91644"/>
                  <a:pt x="2375693" y="92295"/>
                  <a:pt x="2377244" y="93604"/>
                </a:cubicBezTo>
                <a:cubicBezTo>
                  <a:pt x="2378795" y="94904"/>
                  <a:pt x="2379943" y="97351"/>
                  <a:pt x="2380690" y="100933"/>
                </a:cubicBezTo>
                <a:cubicBezTo>
                  <a:pt x="2381437" y="104531"/>
                  <a:pt x="2381820" y="114567"/>
                  <a:pt x="2381820" y="131049"/>
                </a:cubicBezTo>
                <a:lnTo>
                  <a:pt x="2381820" y="181957"/>
                </a:lnTo>
                <a:cubicBezTo>
                  <a:pt x="2381820" y="191949"/>
                  <a:pt x="2380594" y="198710"/>
                  <a:pt x="2378144" y="202255"/>
                </a:cubicBezTo>
                <a:cubicBezTo>
                  <a:pt x="2375693" y="205792"/>
                  <a:pt x="2370983" y="207572"/>
                  <a:pt x="2363995" y="207572"/>
                </a:cubicBezTo>
                <a:lnTo>
                  <a:pt x="2360989" y="207572"/>
                </a:lnTo>
                <a:lnTo>
                  <a:pt x="2360989" y="212958"/>
                </a:lnTo>
                <a:lnTo>
                  <a:pt x="2428841" y="212958"/>
                </a:lnTo>
                <a:lnTo>
                  <a:pt x="2428841" y="207572"/>
                </a:lnTo>
                <a:cubicBezTo>
                  <a:pt x="2421355" y="207572"/>
                  <a:pt x="2416377" y="206906"/>
                  <a:pt x="2413946" y="205545"/>
                </a:cubicBezTo>
                <a:cubicBezTo>
                  <a:pt x="2411495" y="204206"/>
                  <a:pt x="2409561" y="202075"/>
                  <a:pt x="2408164" y="199188"/>
                </a:cubicBezTo>
                <a:cubicBezTo>
                  <a:pt x="2407072" y="196990"/>
                  <a:pt x="2406517" y="191247"/>
                  <a:pt x="2406517" y="181957"/>
                </a:cubicBezTo>
                <a:lnTo>
                  <a:pt x="2406517" y="109624"/>
                </a:lnTo>
                <a:cubicBezTo>
                  <a:pt x="2418311" y="96649"/>
                  <a:pt x="2430143" y="90156"/>
                  <a:pt x="2442013" y="90156"/>
                </a:cubicBezTo>
                <a:cubicBezTo>
                  <a:pt x="2449710" y="90156"/>
                  <a:pt x="2455166" y="92990"/>
                  <a:pt x="2458421" y="98615"/>
                </a:cubicBezTo>
                <a:cubicBezTo>
                  <a:pt x="2461656" y="104261"/>
                  <a:pt x="2463284" y="113319"/>
                  <a:pt x="2463284" y="125800"/>
                </a:cubicBezTo>
                <a:lnTo>
                  <a:pt x="2463284" y="181957"/>
                </a:lnTo>
                <a:cubicBezTo>
                  <a:pt x="2463284" y="189847"/>
                  <a:pt x="2463073" y="194536"/>
                  <a:pt x="2462690" y="196048"/>
                </a:cubicBezTo>
                <a:cubicBezTo>
                  <a:pt x="2461676" y="199839"/>
                  <a:pt x="2459914" y="202711"/>
                  <a:pt x="2457368" y="204649"/>
                </a:cubicBezTo>
                <a:cubicBezTo>
                  <a:pt x="2454821" y="206599"/>
                  <a:pt x="2450361" y="207572"/>
                  <a:pt x="2443966" y="207572"/>
                </a:cubicBezTo>
                <a:lnTo>
                  <a:pt x="2441113" y="207572"/>
                </a:lnTo>
                <a:lnTo>
                  <a:pt x="2441113" y="212958"/>
                </a:lnTo>
                <a:lnTo>
                  <a:pt x="2508965" y="212958"/>
                </a:lnTo>
                <a:lnTo>
                  <a:pt x="2508965" y="207572"/>
                </a:lnTo>
                <a:cubicBezTo>
                  <a:pt x="2502379" y="207572"/>
                  <a:pt x="2497861" y="206862"/>
                  <a:pt x="2495410" y="205470"/>
                </a:cubicBezTo>
                <a:cubicBezTo>
                  <a:pt x="2492959" y="204072"/>
                  <a:pt x="2491179" y="202135"/>
                  <a:pt x="2490088" y="199631"/>
                </a:cubicBezTo>
                <a:cubicBezTo>
                  <a:pt x="2488690" y="196548"/>
                  <a:pt x="2488001" y="190647"/>
                  <a:pt x="2488001" y="181957"/>
                </a:cubicBezTo>
                <a:lnTo>
                  <a:pt x="2488001" y="123406"/>
                </a:lnTo>
                <a:cubicBezTo>
                  <a:pt x="2488001" y="111021"/>
                  <a:pt x="2486890" y="101831"/>
                  <a:pt x="2484688" y="95841"/>
                </a:cubicBezTo>
                <a:cubicBezTo>
                  <a:pt x="2481510" y="87262"/>
                  <a:pt x="2477203" y="81099"/>
                  <a:pt x="2471823" y="77346"/>
                </a:cubicBezTo>
                <a:cubicBezTo>
                  <a:pt x="2466424" y="73613"/>
                  <a:pt x="2459991" y="71736"/>
                  <a:pt x="2452505" y="71736"/>
                </a:cubicBezTo>
                <a:cubicBezTo>
                  <a:pt x="2437916" y="71736"/>
                  <a:pt x="2422600" y="81420"/>
                  <a:pt x="2406517" y="100799"/>
                </a:cubicBezTo>
                <a:lnTo>
                  <a:pt x="2406517" y="71736"/>
                </a:lnTo>
                <a:close/>
                <a:moveTo>
                  <a:pt x="2302729" y="95841"/>
                </a:moveTo>
                <a:cubicBezTo>
                  <a:pt x="2313221" y="109832"/>
                  <a:pt x="2318467" y="129001"/>
                  <a:pt x="2318467" y="153352"/>
                </a:cubicBezTo>
                <a:cubicBezTo>
                  <a:pt x="2318467" y="172827"/>
                  <a:pt x="2315327" y="186550"/>
                  <a:pt x="2309028" y="194536"/>
                </a:cubicBezTo>
                <a:cubicBezTo>
                  <a:pt x="2302729" y="202539"/>
                  <a:pt x="2294746" y="206517"/>
                  <a:pt x="2285058" y="206517"/>
                </a:cubicBezTo>
                <a:cubicBezTo>
                  <a:pt x="2272077" y="206517"/>
                  <a:pt x="2261624" y="199286"/>
                  <a:pt x="2253698" y="184806"/>
                </a:cubicBezTo>
                <a:cubicBezTo>
                  <a:pt x="2245752" y="170336"/>
                  <a:pt x="2241789" y="153105"/>
                  <a:pt x="2241789" y="133136"/>
                </a:cubicBezTo>
                <a:cubicBezTo>
                  <a:pt x="2241789" y="120766"/>
                  <a:pt x="2243436" y="110617"/>
                  <a:pt x="2246729" y="102735"/>
                </a:cubicBezTo>
                <a:cubicBezTo>
                  <a:pt x="2250022" y="94845"/>
                  <a:pt x="2254349" y="89333"/>
                  <a:pt x="2259690" y="86193"/>
                </a:cubicBezTo>
                <a:cubicBezTo>
                  <a:pt x="2265013" y="83051"/>
                  <a:pt x="2270335" y="81481"/>
                  <a:pt x="2275638" y="81481"/>
                </a:cubicBezTo>
                <a:cubicBezTo>
                  <a:pt x="2286609" y="81481"/>
                  <a:pt x="2295645" y="86268"/>
                  <a:pt x="2302729" y="95841"/>
                </a:cubicBezTo>
                <a:close/>
                <a:moveTo>
                  <a:pt x="2247916" y="80635"/>
                </a:moveTo>
                <a:cubicBezTo>
                  <a:pt x="2237749" y="86597"/>
                  <a:pt x="2229536" y="95779"/>
                  <a:pt x="2223294" y="108211"/>
                </a:cubicBezTo>
                <a:cubicBezTo>
                  <a:pt x="2217053" y="120632"/>
                  <a:pt x="2213932" y="133136"/>
                  <a:pt x="2213932" y="145715"/>
                </a:cubicBezTo>
                <a:cubicBezTo>
                  <a:pt x="2213932" y="162984"/>
                  <a:pt x="2219063" y="178570"/>
                  <a:pt x="2229364" y="192451"/>
                </a:cubicBezTo>
                <a:cubicBezTo>
                  <a:pt x="2241540" y="208910"/>
                  <a:pt x="2257967" y="217145"/>
                  <a:pt x="2278625" y="217145"/>
                </a:cubicBezTo>
                <a:cubicBezTo>
                  <a:pt x="2291299" y="217145"/>
                  <a:pt x="2302806" y="213951"/>
                  <a:pt x="2313144" y="207572"/>
                </a:cubicBezTo>
                <a:cubicBezTo>
                  <a:pt x="2323483" y="201177"/>
                  <a:pt x="2331582" y="191702"/>
                  <a:pt x="2337478" y="179124"/>
                </a:cubicBezTo>
                <a:cubicBezTo>
                  <a:pt x="2343375" y="166543"/>
                  <a:pt x="2346324" y="154099"/>
                  <a:pt x="2346324" y="141826"/>
                </a:cubicBezTo>
                <a:cubicBezTo>
                  <a:pt x="2346324" y="124348"/>
                  <a:pt x="2340982" y="108875"/>
                  <a:pt x="2330299" y="95398"/>
                </a:cubicBezTo>
                <a:cubicBezTo>
                  <a:pt x="2317720" y="79626"/>
                  <a:pt x="2301045" y="71736"/>
                  <a:pt x="2280272" y="71736"/>
                </a:cubicBezTo>
                <a:cubicBezTo>
                  <a:pt x="2268899" y="71736"/>
                  <a:pt x="2258101" y="74706"/>
                  <a:pt x="2247916" y="80635"/>
                </a:cubicBezTo>
                <a:close/>
                <a:moveTo>
                  <a:pt x="2168711" y="71736"/>
                </a:moveTo>
                <a:lnTo>
                  <a:pt x="2127375" y="88512"/>
                </a:lnTo>
                <a:lnTo>
                  <a:pt x="2129462" y="93911"/>
                </a:lnTo>
                <a:cubicBezTo>
                  <a:pt x="2133464" y="92416"/>
                  <a:pt x="2136852" y="91644"/>
                  <a:pt x="2139648" y="91644"/>
                </a:cubicBezTo>
                <a:cubicBezTo>
                  <a:pt x="2142251" y="91644"/>
                  <a:pt x="2144300" y="92280"/>
                  <a:pt x="2145793" y="93522"/>
                </a:cubicBezTo>
                <a:cubicBezTo>
                  <a:pt x="2147287" y="94770"/>
                  <a:pt x="2148378" y="96991"/>
                  <a:pt x="2149086" y="100185"/>
                </a:cubicBezTo>
                <a:cubicBezTo>
                  <a:pt x="2149986" y="104590"/>
                  <a:pt x="2150427" y="114222"/>
                  <a:pt x="2150427" y="129098"/>
                </a:cubicBezTo>
                <a:lnTo>
                  <a:pt x="2150427" y="181957"/>
                </a:lnTo>
                <a:cubicBezTo>
                  <a:pt x="2150427" y="190462"/>
                  <a:pt x="2149756" y="196182"/>
                  <a:pt x="2148416" y="199188"/>
                </a:cubicBezTo>
                <a:cubicBezTo>
                  <a:pt x="2147057" y="202173"/>
                  <a:pt x="2145238" y="204319"/>
                  <a:pt x="2142941" y="205621"/>
                </a:cubicBezTo>
                <a:cubicBezTo>
                  <a:pt x="2140643" y="206921"/>
                  <a:pt x="2136144" y="207572"/>
                  <a:pt x="2129462" y="207572"/>
                </a:cubicBezTo>
                <a:lnTo>
                  <a:pt x="2129462" y="212958"/>
                </a:lnTo>
                <a:lnTo>
                  <a:pt x="2196108" y="212958"/>
                </a:lnTo>
                <a:lnTo>
                  <a:pt x="2196108" y="207572"/>
                </a:lnTo>
                <a:cubicBezTo>
                  <a:pt x="2189617" y="207572"/>
                  <a:pt x="2185157" y="206862"/>
                  <a:pt x="2182706" y="205470"/>
                </a:cubicBezTo>
                <a:cubicBezTo>
                  <a:pt x="2180255" y="204072"/>
                  <a:pt x="2178417" y="201949"/>
                  <a:pt x="2177173" y="199114"/>
                </a:cubicBezTo>
                <a:cubicBezTo>
                  <a:pt x="2175909" y="196257"/>
                  <a:pt x="2175297" y="190550"/>
                  <a:pt x="2175297" y="181957"/>
                </a:cubicBezTo>
                <a:lnTo>
                  <a:pt x="2175297" y="71736"/>
                </a:lnTo>
                <a:lnTo>
                  <a:pt x="2168711" y="71736"/>
                </a:lnTo>
                <a:close/>
                <a:moveTo>
                  <a:pt x="2151997" y="4421"/>
                </a:moveTo>
                <a:cubicBezTo>
                  <a:pt x="2149048" y="7367"/>
                  <a:pt x="2147593" y="10926"/>
                  <a:pt x="2147593" y="15123"/>
                </a:cubicBezTo>
                <a:cubicBezTo>
                  <a:pt x="2147593" y="19318"/>
                  <a:pt x="2149086" y="22915"/>
                  <a:pt x="2152073" y="25898"/>
                </a:cubicBezTo>
                <a:cubicBezTo>
                  <a:pt x="2155079" y="28906"/>
                  <a:pt x="2158659" y="30401"/>
                  <a:pt x="2162852" y="30401"/>
                </a:cubicBezTo>
                <a:cubicBezTo>
                  <a:pt x="2167045" y="30401"/>
                  <a:pt x="2170625" y="28906"/>
                  <a:pt x="2173574" y="25898"/>
                </a:cubicBezTo>
                <a:cubicBezTo>
                  <a:pt x="2176522" y="22915"/>
                  <a:pt x="2177996" y="19318"/>
                  <a:pt x="2177996" y="15123"/>
                </a:cubicBezTo>
                <a:cubicBezTo>
                  <a:pt x="2177996" y="10926"/>
                  <a:pt x="2176522" y="7367"/>
                  <a:pt x="2173574" y="4421"/>
                </a:cubicBezTo>
                <a:cubicBezTo>
                  <a:pt x="2170625" y="1474"/>
                  <a:pt x="2167045" y="0"/>
                  <a:pt x="2162852" y="0"/>
                </a:cubicBezTo>
                <a:cubicBezTo>
                  <a:pt x="2158563" y="0"/>
                  <a:pt x="2154945" y="1474"/>
                  <a:pt x="2151997" y="4421"/>
                </a:cubicBezTo>
                <a:close/>
                <a:moveTo>
                  <a:pt x="2014589" y="71736"/>
                </a:moveTo>
                <a:lnTo>
                  <a:pt x="2008156" y="71736"/>
                </a:lnTo>
                <a:lnTo>
                  <a:pt x="1966821" y="88512"/>
                </a:lnTo>
                <a:lnTo>
                  <a:pt x="1969061" y="93911"/>
                </a:lnTo>
                <a:cubicBezTo>
                  <a:pt x="1972967" y="92416"/>
                  <a:pt x="1976298" y="91644"/>
                  <a:pt x="1979112" y="91644"/>
                </a:cubicBezTo>
                <a:cubicBezTo>
                  <a:pt x="1981697" y="91644"/>
                  <a:pt x="1983765" y="92295"/>
                  <a:pt x="1985315" y="93604"/>
                </a:cubicBezTo>
                <a:cubicBezTo>
                  <a:pt x="1986866" y="94904"/>
                  <a:pt x="1988015" y="97351"/>
                  <a:pt x="1988762" y="100933"/>
                </a:cubicBezTo>
                <a:cubicBezTo>
                  <a:pt x="1989508" y="104531"/>
                  <a:pt x="1989891" y="114567"/>
                  <a:pt x="1989891" y="131049"/>
                </a:cubicBezTo>
                <a:lnTo>
                  <a:pt x="1989891" y="181957"/>
                </a:lnTo>
                <a:cubicBezTo>
                  <a:pt x="1989891" y="191949"/>
                  <a:pt x="1988666" y="198710"/>
                  <a:pt x="1986215" y="202255"/>
                </a:cubicBezTo>
                <a:cubicBezTo>
                  <a:pt x="1983765" y="205792"/>
                  <a:pt x="1979055" y="207572"/>
                  <a:pt x="1972067" y="207572"/>
                </a:cubicBezTo>
                <a:lnTo>
                  <a:pt x="1969061" y="207572"/>
                </a:lnTo>
                <a:lnTo>
                  <a:pt x="1969061" y="212958"/>
                </a:lnTo>
                <a:lnTo>
                  <a:pt x="2036913" y="212958"/>
                </a:lnTo>
                <a:lnTo>
                  <a:pt x="2036913" y="207572"/>
                </a:lnTo>
                <a:cubicBezTo>
                  <a:pt x="2029427" y="207572"/>
                  <a:pt x="2024449" y="206906"/>
                  <a:pt x="2022017" y="205545"/>
                </a:cubicBezTo>
                <a:cubicBezTo>
                  <a:pt x="2019567" y="204206"/>
                  <a:pt x="2017633" y="202075"/>
                  <a:pt x="2016236" y="199188"/>
                </a:cubicBezTo>
                <a:cubicBezTo>
                  <a:pt x="2015144" y="196990"/>
                  <a:pt x="2014589" y="191247"/>
                  <a:pt x="2014589" y="181957"/>
                </a:cubicBezTo>
                <a:lnTo>
                  <a:pt x="2014589" y="109624"/>
                </a:lnTo>
                <a:cubicBezTo>
                  <a:pt x="2026383" y="96649"/>
                  <a:pt x="2038215" y="90156"/>
                  <a:pt x="2050085" y="90156"/>
                </a:cubicBezTo>
                <a:cubicBezTo>
                  <a:pt x="2057781" y="90156"/>
                  <a:pt x="2063238" y="92990"/>
                  <a:pt x="2066493" y="98615"/>
                </a:cubicBezTo>
                <a:cubicBezTo>
                  <a:pt x="2069728" y="104261"/>
                  <a:pt x="2071356" y="113319"/>
                  <a:pt x="2071356" y="125800"/>
                </a:cubicBezTo>
                <a:lnTo>
                  <a:pt x="2071356" y="181957"/>
                </a:lnTo>
                <a:cubicBezTo>
                  <a:pt x="2071356" y="189847"/>
                  <a:pt x="2071164" y="194536"/>
                  <a:pt x="2070762" y="196048"/>
                </a:cubicBezTo>
                <a:cubicBezTo>
                  <a:pt x="2069766" y="199839"/>
                  <a:pt x="2067986" y="202711"/>
                  <a:pt x="2065440" y="204649"/>
                </a:cubicBezTo>
                <a:cubicBezTo>
                  <a:pt x="2062893" y="206599"/>
                  <a:pt x="2058432" y="207572"/>
                  <a:pt x="2052038" y="207572"/>
                </a:cubicBezTo>
                <a:lnTo>
                  <a:pt x="2049185" y="207572"/>
                </a:lnTo>
                <a:lnTo>
                  <a:pt x="2049185" y="212958"/>
                </a:lnTo>
                <a:lnTo>
                  <a:pt x="2117037" y="212958"/>
                </a:lnTo>
                <a:lnTo>
                  <a:pt x="2117037" y="207572"/>
                </a:lnTo>
                <a:cubicBezTo>
                  <a:pt x="2110451" y="207572"/>
                  <a:pt x="2105932" y="206862"/>
                  <a:pt x="2103482" y="205470"/>
                </a:cubicBezTo>
                <a:cubicBezTo>
                  <a:pt x="2101031" y="204072"/>
                  <a:pt x="2099270" y="202135"/>
                  <a:pt x="2098159" y="199631"/>
                </a:cubicBezTo>
                <a:cubicBezTo>
                  <a:pt x="2096762" y="196548"/>
                  <a:pt x="2096072" y="190647"/>
                  <a:pt x="2096072" y="181957"/>
                </a:cubicBezTo>
                <a:lnTo>
                  <a:pt x="2096072" y="123406"/>
                </a:lnTo>
                <a:cubicBezTo>
                  <a:pt x="2096072" y="111021"/>
                  <a:pt x="2094962" y="101831"/>
                  <a:pt x="2092779" y="95841"/>
                </a:cubicBezTo>
                <a:cubicBezTo>
                  <a:pt x="2089582" y="87262"/>
                  <a:pt x="2085274" y="81099"/>
                  <a:pt x="2079894" y="77346"/>
                </a:cubicBezTo>
                <a:cubicBezTo>
                  <a:pt x="2074495" y="73613"/>
                  <a:pt x="2068062" y="71736"/>
                  <a:pt x="2060577" y="71736"/>
                </a:cubicBezTo>
                <a:cubicBezTo>
                  <a:pt x="2045988" y="71736"/>
                  <a:pt x="2030671" y="81420"/>
                  <a:pt x="2014589" y="100799"/>
                </a:cubicBezTo>
                <a:lnTo>
                  <a:pt x="2014589" y="71736"/>
                </a:lnTo>
                <a:close/>
                <a:moveTo>
                  <a:pt x="1930138" y="71736"/>
                </a:moveTo>
                <a:lnTo>
                  <a:pt x="1888803" y="88512"/>
                </a:lnTo>
                <a:lnTo>
                  <a:pt x="1890890" y="93911"/>
                </a:lnTo>
                <a:cubicBezTo>
                  <a:pt x="1894891" y="92416"/>
                  <a:pt x="1898280" y="91644"/>
                  <a:pt x="1901075" y="91644"/>
                </a:cubicBezTo>
                <a:cubicBezTo>
                  <a:pt x="1903679" y="91644"/>
                  <a:pt x="1905727" y="92280"/>
                  <a:pt x="1907221" y="93522"/>
                </a:cubicBezTo>
                <a:cubicBezTo>
                  <a:pt x="1908714" y="94770"/>
                  <a:pt x="1909805" y="96991"/>
                  <a:pt x="1910514" y="100185"/>
                </a:cubicBezTo>
                <a:cubicBezTo>
                  <a:pt x="1911414" y="104590"/>
                  <a:pt x="1911854" y="114222"/>
                  <a:pt x="1911854" y="129098"/>
                </a:cubicBezTo>
                <a:lnTo>
                  <a:pt x="1911854" y="181957"/>
                </a:lnTo>
                <a:cubicBezTo>
                  <a:pt x="1911854" y="190462"/>
                  <a:pt x="1911184" y="196182"/>
                  <a:pt x="1909844" y="199188"/>
                </a:cubicBezTo>
                <a:cubicBezTo>
                  <a:pt x="1908484" y="202173"/>
                  <a:pt x="1906666" y="204319"/>
                  <a:pt x="1904368" y="205621"/>
                </a:cubicBezTo>
                <a:cubicBezTo>
                  <a:pt x="1902071" y="206921"/>
                  <a:pt x="1897591" y="207572"/>
                  <a:pt x="1890890" y="207572"/>
                </a:cubicBezTo>
                <a:lnTo>
                  <a:pt x="1890890" y="212958"/>
                </a:lnTo>
                <a:lnTo>
                  <a:pt x="1957535" y="212958"/>
                </a:lnTo>
                <a:lnTo>
                  <a:pt x="1957535" y="207572"/>
                </a:lnTo>
                <a:cubicBezTo>
                  <a:pt x="1951045" y="207572"/>
                  <a:pt x="1946584" y="206862"/>
                  <a:pt x="1944133" y="205470"/>
                </a:cubicBezTo>
                <a:cubicBezTo>
                  <a:pt x="1941683" y="204072"/>
                  <a:pt x="1939845" y="201949"/>
                  <a:pt x="1938600" y="199114"/>
                </a:cubicBezTo>
                <a:cubicBezTo>
                  <a:pt x="1937337" y="196257"/>
                  <a:pt x="1936724" y="190550"/>
                  <a:pt x="1936724" y="181957"/>
                </a:cubicBezTo>
                <a:lnTo>
                  <a:pt x="1936724" y="71736"/>
                </a:lnTo>
                <a:lnTo>
                  <a:pt x="1930138" y="71736"/>
                </a:lnTo>
                <a:close/>
                <a:moveTo>
                  <a:pt x="1913424" y="4421"/>
                </a:moveTo>
                <a:cubicBezTo>
                  <a:pt x="1910495" y="7367"/>
                  <a:pt x="1909021" y="10926"/>
                  <a:pt x="1909021" y="15123"/>
                </a:cubicBezTo>
                <a:cubicBezTo>
                  <a:pt x="1909021" y="19318"/>
                  <a:pt x="1910514" y="22915"/>
                  <a:pt x="1913501" y="25898"/>
                </a:cubicBezTo>
                <a:cubicBezTo>
                  <a:pt x="1916506" y="28906"/>
                  <a:pt x="1920106" y="30401"/>
                  <a:pt x="1924299" y="30401"/>
                </a:cubicBezTo>
                <a:cubicBezTo>
                  <a:pt x="1928492" y="30401"/>
                  <a:pt x="1932053" y="28906"/>
                  <a:pt x="1935001" y="25898"/>
                </a:cubicBezTo>
                <a:cubicBezTo>
                  <a:pt x="1937949" y="22915"/>
                  <a:pt x="1939424" y="19318"/>
                  <a:pt x="1939424" y="15123"/>
                </a:cubicBezTo>
                <a:cubicBezTo>
                  <a:pt x="1939424" y="10926"/>
                  <a:pt x="1937949" y="7367"/>
                  <a:pt x="1935001" y="4421"/>
                </a:cubicBezTo>
                <a:cubicBezTo>
                  <a:pt x="1932053" y="1474"/>
                  <a:pt x="1928492" y="0"/>
                  <a:pt x="1924299" y="0"/>
                </a:cubicBezTo>
                <a:cubicBezTo>
                  <a:pt x="1919991" y="0"/>
                  <a:pt x="1916372" y="1474"/>
                  <a:pt x="1913424" y="4421"/>
                </a:cubicBezTo>
                <a:close/>
                <a:moveTo>
                  <a:pt x="1791907" y="97045"/>
                </a:moveTo>
                <a:cubicBezTo>
                  <a:pt x="1796598" y="94652"/>
                  <a:pt x="1801346" y="93447"/>
                  <a:pt x="1806132" y="93447"/>
                </a:cubicBezTo>
                <a:cubicBezTo>
                  <a:pt x="1814920" y="93447"/>
                  <a:pt x="1822502" y="97351"/>
                  <a:pt x="1828896" y="105128"/>
                </a:cubicBezTo>
                <a:cubicBezTo>
                  <a:pt x="1838086" y="116422"/>
                  <a:pt x="1842662" y="132546"/>
                  <a:pt x="1842662" y="153509"/>
                </a:cubicBezTo>
                <a:cubicBezTo>
                  <a:pt x="1842662" y="171981"/>
                  <a:pt x="1838622" y="186303"/>
                  <a:pt x="1830543" y="196489"/>
                </a:cubicBezTo>
                <a:cubicBezTo>
                  <a:pt x="1824340" y="204281"/>
                  <a:pt x="1816260" y="208171"/>
                  <a:pt x="1806286" y="208171"/>
                </a:cubicBezTo>
                <a:cubicBezTo>
                  <a:pt x="1797996" y="208171"/>
                  <a:pt x="1791122" y="205964"/>
                  <a:pt x="1785685" y="201581"/>
                </a:cubicBezTo>
                <a:cubicBezTo>
                  <a:pt x="1780248" y="197199"/>
                  <a:pt x="1776821" y="192106"/>
                  <a:pt x="1775423" y="186303"/>
                </a:cubicBezTo>
                <a:cubicBezTo>
                  <a:pt x="1774523" y="182817"/>
                  <a:pt x="1774083" y="175526"/>
                  <a:pt x="1774083" y="164443"/>
                </a:cubicBezTo>
                <a:lnTo>
                  <a:pt x="1774083" y="113229"/>
                </a:lnTo>
                <a:cubicBezTo>
                  <a:pt x="1782373" y="104224"/>
                  <a:pt x="1788308" y="98846"/>
                  <a:pt x="1791907" y="97045"/>
                </a:cubicBezTo>
                <a:close/>
                <a:moveTo>
                  <a:pt x="1727961" y="94194"/>
                </a:moveTo>
                <a:cubicBezTo>
                  <a:pt x="1731637" y="92796"/>
                  <a:pt x="1734700" y="92107"/>
                  <a:pt x="1737094" y="92107"/>
                </a:cubicBezTo>
                <a:cubicBezTo>
                  <a:pt x="1740080" y="92107"/>
                  <a:pt x="1742454" y="92699"/>
                  <a:pt x="1744197" y="93911"/>
                </a:cubicBezTo>
                <a:cubicBezTo>
                  <a:pt x="1745939" y="95092"/>
                  <a:pt x="1747222" y="96894"/>
                  <a:pt x="1748026" y="99287"/>
                </a:cubicBezTo>
                <a:cubicBezTo>
                  <a:pt x="1748811" y="101695"/>
                  <a:pt x="1749213" y="107328"/>
                  <a:pt x="1749213" y="116211"/>
                </a:cubicBezTo>
                <a:lnTo>
                  <a:pt x="1749213" y="245901"/>
                </a:lnTo>
                <a:cubicBezTo>
                  <a:pt x="1749213" y="255899"/>
                  <a:pt x="1748696" y="262100"/>
                  <a:pt x="1747643" y="264553"/>
                </a:cubicBezTo>
                <a:cubicBezTo>
                  <a:pt x="1746590" y="266998"/>
                  <a:pt x="1745116" y="268763"/>
                  <a:pt x="1743220" y="269870"/>
                </a:cubicBezTo>
                <a:cubicBezTo>
                  <a:pt x="1739334" y="272075"/>
                  <a:pt x="1734643" y="273109"/>
                  <a:pt x="1729148" y="273012"/>
                </a:cubicBezTo>
                <a:lnTo>
                  <a:pt x="1725415" y="273012"/>
                </a:lnTo>
                <a:lnTo>
                  <a:pt x="1725415" y="278568"/>
                </a:lnTo>
                <a:lnTo>
                  <a:pt x="1797287" y="278568"/>
                </a:lnTo>
                <a:lnTo>
                  <a:pt x="1797287" y="273012"/>
                </a:lnTo>
                <a:cubicBezTo>
                  <a:pt x="1789801" y="273012"/>
                  <a:pt x="1784632" y="272263"/>
                  <a:pt x="1781798" y="270775"/>
                </a:cubicBezTo>
                <a:cubicBezTo>
                  <a:pt x="1778946" y="269280"/>
                  <a:pt x="1776955" y="267253"/>
                  <a:pt x="1775806" y="264702"/>
                </a:cubicBezTo>
                <a:cubicBezTo>
                  <a:pt x="1774657" y="262160"/>
                  <a:pt x="1774083" y="256184"/>
                  <a:pt x="1774083" y="246805"/>
                </a:cubicBezTo>
                <a:lnTo>
                  <a:pt x="1774083" y="205030"/>
                </a:lnTo>
                <a:cubicBezTo>
                  <a:pt x="1779080" y="209525"/>
                  <a:pt x="1783560" y="212515"/>
                  <a:pt x="1787561" y="214003"/>
                </a:cubicBezTo>
                <a:cubicBezTo>
                  <a:pt x="1792941" y="216113"/>
                  <a:pt x="1799336" y="217145"/>
                  <a:pt x="1806726" y="217145"/>
                </a:cubicBezTo>
                <a:cubicBezTo>
                  <a:pt x="1823708" y="217145"/>
                  <a:pt x="1837780" y="210810"/>
                  <a:pt x="1848961" y="198133"/>
                </a:cubicBezTo>
                <a:cubicBezTo>
                  <a:pt x="1862535" y="182668"/>
                  <a:pt x="1869332" y="163097"/>
                  <a:pt x="1869332" y="139433"/>
                </a:cubicBezTo>
                <a:cubicBezTo>
                  <a:pt x="1869332" y="118262"/>
                  <a:pt x="1863684" y="101090"/>
                  <a:pt x="1852407" y="87912"/>
                </a:cubicBezTo>
                <a:cubicBezTo>
                  <a:pt x="1843217" y="77135"/>
                  <a:pt x="1831730" y="71736"/>
                  <a:pt x="1817964" y="71736"/>
                </a:cubicBezTo>
                <a:cubicBezTo>
                  <a:pt x="1810076" y="71736"/>
                  <a:pt x="1802552" y="74166"/>
                  <a:pt x="1795430" y="78991"/>
                </a:cubicBezTo>
                <a:cubicBezTo>
                  <a:pt x="1788289" y="83836"/>
                  <a:pt x="1781167" y="92295"/>
                  <a:pt x="1774083" y="104381"/>
                </a:cubicBezTo>
                <a:lnTo>
                  <a:pt x="1774083" y="72326"/>
                </a:lnTo>
                <a:lnTo>
                  <a:pt x="1768397" y="72326"/>
                </a:lnTo>
                <a:lnTo>
                  <a:pt x="1726162" y="89408"/>
                </a:lnTo>
                <a:lnTo>
                  <a:pt x="1727961" y="94194"/>
                </a:lnTo>
                <a:close/>
                <a:moveTo>
                  <a:pt x="1659803" y="36549"/>
                </a:moveTo>
                <a:cubicBezTo>
                  <a:pt x="1673492" y="53623"/>
                  <a:pt x="1680327" y="79529"/>
                  <a:pt x="1680327" y="114276"/>
                </a:cubicBezTo>
                <a:cubicBezTo>
                  <a:pt x="1680327" y="146329"/>
                  <a:pt x="1674124" y="169783"/>
                  <a:pt x="1661679" y="184657"/>
                </a:cubicBezTo>
                <a:cubicBezTo>
                  <a:pt x="1649254" y="199533"/>
                  <a:pt x="1633497" y="206980"/>
                  <a:pt x="1614428" y="206980"/>
                </a:cubicBezTo>
                <a:cubicBezTo>
                  <a:pt x="1596565" y="206980"/>
                  <a:pt x="1582187" y="200184"/>
                  <a:pt x="1571312" y="186610"/>
                </a:cubicBezTo>
                <a:cubicBezTo>
                  <a:pt x="1557126" y="168728"/>
                  <a:pt x="1550042" y="143226"/>
                  <a:pt x="1550042" y="110087"/>
                </a:cubicBezTo>
                <a:cubicBezTo>
                  <a:pt x="1550042" y="77727"/>
                  <a:pt x="1556877" y="53167"/>
                  <a:pt x="1570547" y="36392"/>
                </a:cubicBezTo>
                <a:cubicBezTo>
                  <a:pt x="1581536" y="22915"/>
                  <a:pt x="1596106" y="16176"/>
                  <a:pt x="1614294" y="16176"/>
                </a:cubicBezTo>
                <a:cubicBezTo>
                  <a:pt x="1633650" y="16176"/>
                  <a:pt x="1648833" y="22975"/>
                  <a:pt x="1659803" y="36549"/>
                </a:cubicBezTo>
                <a:close/>
                <a:moveTo>
                  <a:pt x="1548682" y="31762"/>
                </a:moveTo>
                <a:cubicBezTo>
                  <a:pt x="1526722" y="52112"/>
                  <a:pt x="1515733" y="78414"/>
                  <a:pt x="1515733" y="110678"/>
                </a:cubicBezTo>
                <a:cubicBezTo>
                  <a:pt x="1515733" y="142230"/>
                  <a:pt x="1525248" y="167943"/>
                  <a:pt x="1544279" y="187799"/>
                </a:cubicBezTo>
                <a:cubicBezTo>
                  <a:pt x="1563290" y="207670"/>
                  <a:pt x="1586782" y="217608"/>
                  <a:pt x="1614734" y="217608"/>
                </a:cubicBezTo>
                <a:cubicBezTo>
                  <a:pt x="1642381" y="217608"/>
                  <a:pt x="1665949" y="207423"/>
                  <a:pt x="1685420" y="187050"/>
                </a:cubicBezTo>
                <a:cubicBezTo>
                  <a:pt x="1704891" y="166679"/>
                  <a:pt x="1714617" y="141080"/>
                  <a:pt x="1714617" y="110221"/>
                </a:cubicBezTo>
                <a:cubicBezTo>
                  <a:pt x="1714617" y="80277"/>
                  <a:pt x="1704967" y="55290"/>
                  <a:pt x="1685650" y="35262"/>
                </a:cubicBezTo>
                <a:cubicBezTo>
                  <a:pt x="1666332" y="15257"/>
                  <a:pt x="1643491" y="5242"/>
                  <a:pt x="1617128" y="5242"/>
                </a:cubicBezTo>
                <a:cubicBezTo>
                  <a:pt x="1590573" y="5242"/>
                  <a:pt x="1567751" y="14068"/>
                  <a:pt x="1548682" y="31762"/>
                </a:cubicBezTo>
                <a:close/>
                <a:moveTo>
                  <a:pt x="1355044" y="200684"/>
                </a:moveTo>
                <a:cubicBezTo>
                  <a:pt x="1344266" y="200684"/>
                  <a:pt x="1334482" y="195323"/>
                  <a:pt x="1325694" y="184582"/>
                </a:cubicBezTo>
                <a:cubicBezTo>
                  <a:pt x="1316907" y="173859"/>
                  <a:pt x="1312522" y="158406"/>
                  <a:pt x="1312522" y="138229"/>
                </a:cubicBezTo>
                <a:cubicBezTo>
                  <a:pt x="1312522" y="118262"/>
                  <a:pt x="1317060" y="103095"/>
                  <a:pt x="1326135" y="92699"/>
                </a:cubicBezTo>
                <a:cubicBezTo>
                  <a:pt x="1333027" y="84809"/>
                  <a:pt x="1340877" y="80867"/>
                  <a:pt x="1349665" y="80867"/>
                </a:cubicBezTo>
                <a:cubicBezTo>
                  <a:pt x="1354355" y="80867"/>
                  <a:pt x="1359161" y="82303"/>
                  <a:pt x="1364100" y="85138"/>
                </a:cubicBezTo>
                <a:cubicBezTo>
                  <a:pt x="1369059" y="87987"/>
                  <a:pt x="1373022" y="92205"/>
                  <a:pt x="1376009" y="97792"/>
                </a:cubicBezTo>
                <a:cubicBezTo>
                  <a:pt x="1379015" y="103386"/>
                  <a:pt x="1380814" y="109585"/>
                  <a:pt x="1381408" y="116361"/>
                </a:cubicBezTo>
                <a:lnTo>
                  <a:pt x="1381408" y="187050"/>
                </a:lnTo>
                <a:cubicBezTo>
                  <a:pt x="1372926" y="196144"/>
                  <a:pt x="1364139" y="200684"/>
                  <a:pt x="1355044" y="200684"/>
                </a:cubicBezTo>
                <a:close/>
                <a:moveTo>
                  <a:pt x="1381408" y="217145"/>
                </a:moveTo>
                <a:lnTo>
                  <a:pt x="1388300" y="217145"/>
                </a:lnTo>
                <a:lnTo>
                  <a:pt x="1429023" y="200243"/>
                </a:lnTo>
                <a:lnTo>
                  <a:pt x="1427376" y="194993"/>
                </a:lnTo>
                <a:cubicBezTo>
                  <a:pt x="1422896" y="196697"/>
                  <a:pt x="1419297" y="197544"/>
                  <a:pt x="1416597" y="197544"/>
                </a:cubicBezTo>
                <a:cubicBezTo>
                  <a:pt x="1414396" y="197544"/>
                  <a:pt x="1412481" y="196833"/>
                  <a:pt x="1410835" y="195434"/>
                </a:cubicBezTo>
                <a:cubicBezTo>
                  <a:pt x="1409188" y="194036"/>
                  <a:pt x="1407982" y="191568"/>
                  <a:pt x="1407235" y="188023"/>
                </a:cubicBezTo>
                <a:cubicBezTo>
                  <a:pt x="1406488" y="184484"/>
                  <a:pt x="1406125" y="174680"/>
                  <a:pt x="1406125" y="158602"/>
                </a:cubicBezTo>
                <a:lnTo>
                  <a:pt x="1406125" y="0"/>
                </a:lnTo>
                <a:lnTo>
                  <a:pt x="1399385" y="0"/>
                </a:lnTo>
                <a:lnTo>
                  <a:pt x="1358491" y="16768"/>
                </a:lnTo>
                <a:lnTo>
                  <a:pt x="1360443" y="22017"/>
                </a:lnTo>
                <a:cubicBezTo>
                  <a:pt x="1364732" y="20424"/>
                  <a:pt x="1368178" y="19624"/>
                  <a:pt x="1370782" y="19624"/>
                </a:cubicBezTo>
                <a:cubicBezTo>
                  <a:pt x="1373175" y="19624"/>
                  <a:pt x="1375166" y="20275"/>
                  <a:pt x="1376755" y="21577"/>
                </a:cubicBezTo>
                <a:cubicBezTo>
                  <a:pt x="1378364" y="22856"/>
                  <a:pt x="1379532" y="25308"/>
                  <a:pt x="1380278" y="28906"/>
                </a:cubicBezTo>
                <a:cubicBezTo>
                  <a:pt x="1381025" y="32511"/>
                  <a:pt x="1381408" y="42135"/>
                  <a:pt x="1381408" y="57818"/>
                </a:cubicBezTo>
                <a:lnTo>
                  <a:pt x="1381408" y="83126"/>
                </a:lnTo>
                <a:cubicBezTo>
                  <a:pt x="1373520" y="75431"/>
                  <a:pt x="1363526" y="71587"/>
                  <a:pt x="1351445" y="71587"/>
                </a:cubicBezTo>
                <a:cubicBezTo>
                  <a:pt x="1331993" y="71587"/>
                  <a:pt x="1316064" y="79760"/>
                  <a:pt x="1303677" y="96072"/>
                </a:cubicBezTo>
                <a:cubicBezTo>
                  <a:pt x="1291290" y="112398"/>
                  <a:pt x="1285106" y="130398"/>
                  <a:pt x="1285106" y="150061"/>
                </a:cubicBezTo>
                <a:cubicBezTo>
                  <a:pt x="1285106" y="169744"/>
                  <a:pt x="1290696" y="185825"/>
                  <a:pt x="1301877" y="198365"/>
                </a:cubicBezTo>
                <a:cubicBezTo>
                  <a:pt x="1313058" y="210886"/>
                  <a:pt x="1326135" y="217145"/>
                  <a:pt x="1341126" y="217145"/>
                </a:cubicBezTo>
                <a:cubicBezTo>
                  <a:pt x="1348516" y="217145"/>
                  <a:pt x="1355389" y="215634"/>
                  <a:pt x="1361784" y="212590"/>
                </a:cubicBezTo>
                <a:cubicBezTo>
                  <a:pt x="1368178" y="209546"/>
                  <a:pt x="1374707" y="204528"/>
                  <a:pt x="1381408" y="197544"/>
                </a:cubicBezTo>
                <a:lnTo>
                  <a:pt x="1381408" y="217145"/>
                </a:lnTo>
                <a:close/>
                <a:moveTo>
                  <a:pt x="1182888" y="91876"/>
                </a:moveTo>
                <a:cubicBezTo>
                  <a:pt x="1189436" y="85445"/>
                  <a:pt x="1196845" y="82228"/>
                  <a:pt x="1205135" y="82228"/>
                </a:cubicBezTo>
                <a:cubicBezTo>
                  <a:pt x="1210534" y="82228"/>
                  <a:pt x="1215703" y="83813"/>
                  <a:pt x="1220643" y="87015"/>
                </a:cubicBezTo>
                <a:cubicBezTo>
                  <a:pt x="1225582" y="90208"/>
                  <a:pt x="1229297" y="94598"/>
                  <a:pt x="1231805" y="100185"/>
                </a:cubicBezTo>
                <a:cubicBezTo>
                  <a:pt x="1233394" y="103782"/>
                  <a:pt x="1234447" y="109968"/>
                  <a:pt x="1234944" y="118754"/>
                </a:cubicBezTo>
                <a:lnTo>
                  <a:pt x="1171439" y="118754"/>
                </a:lnTo>
                <a:cubicBezTo>
                  <a:pt x="1172530" y="107290"/>
                  <a:pt x="1176359" y="98330"/>
                  <a:pt x="1182888" y="91876"/>
                </a:cubicBezTo>
                <a:close/>
                <a:moveTo>
                  <a:pt x="1266247" y="127452"/>
                </a:moveTo>
                <a:cubicBezTo>
                  <a:pt x="1266247" y="110468"/>
                  <a:pt x="1261289" y="96932"/>
                  <a:pt x="1251410" y="86783"/>
                </a:cubicBezTo>
                <a:cubicBezTo>
                  <a:pt x="1241531" y="76657"/>
                  <a:pt x="1228895" y="71587"/>
                  <a:pt x="1213521" y="71587"/>
                </a:cubicBezTo>
                <a:cubicBezTo>
                  <a:pt x="1195352" y="71587"/>
                  <a:pt x="1180246" y="78152"/>
                  <a:pt x="1168222" y="91286"/>
                </a:cubicBezTo>
                <a:cubicBezTo>
                  <a:pt x="1156180" y="104418"/>
                  <a:pt x="1150168" y="122704"/>
                  <a:pt x="1150168" y="146172"/>
                </a:cubicBezTo>
                <a:cubicBezTo>
                  <a:pt x="1150168" y="167830"/>
                  <a:pt x="1156046" y="185076"/>
                  <a:pt x="1167763" y="197902"/>
                </a:cubicBezTo>
                <a:cubicBezTo>
                  <a:pt x="1179499" y="210735"/>
                  <a:pt x="1193609" y="217145"/>
                  <a:pt x="1210074" y="217145"/>
                </a:cubicBezTo>
                <a:cubicBezTo>
                  <a:pt x="1225257" y="217145"/>
                  <a:pt x="1237893" y="211535"/>
                  <a:pt x="1247963" y="200295"/>
                </a:cubicBezTo>
                <a:cubicBezTo>
                  <a:pt x="1258053" y="189077"/>
                  <a:pt x="1264141" y="176618"/>
                  <a:pt x="1266247" y="162946"/>
                </a:cubicBezTo>
                <a:lnTo>
                  <a:pt x="1261595" y="159940"/>
                </a:lnTo>
                <a:cubicBezTo>
                  <a:pt x="1257096" y="171921"/>
                  <a:pt x="1251544" y="180387"/>
                  <a:pt x="1244900" y="185323"/>
                </a:cubicBezTo>
                <a:cubicBezTo>
                  <a:pt x="1238257" y="190266"/>
                  <a:pt x="1230445" y="192734"/>
                  <a:pt x="1221466" y="192734"/>
                </a:cubicBezTo>
                <a:cubicBezTo>
                  <a:pt x="1207988" y="192734"/>
                  <a:pt x="1196251" y="186954"/>
                  <a:pt x="1186277" y="175369"/>
                </a:cubicBezTo>
                <a:cubicBezTo>
                  <a:pt x="1176283" y="163784"/>
                  <a:pt x="1171343" y="147817"/>
                  <a:pt x="1171439" y="127452"/>
                </a:cubicBezTo>
                <a:lnTo>
                  <a:pt x="1266247" y="127452"/>
                </a:lnTo>
                <a:close/>
                <a:moveTo>
                  <a:pt x="1098360" y="30708"/>
                </a:moveTo>
                <a:cubicBezTo>
                  <a:pt x="1094263" y="40797"/>
                  <a:pt x="1091066" y="47730"/>
                  <a:pt x="1088768" y="51521"/>
                </a:cubicBezTo>
                <a:cubicBezTo>
                  <a:pt x="1084288" y="58716"/>
                  <a:pt x="1079157" y="64923"/>
                  <a:pt x="1073414" y="70166"/>
                </a:cubicBezTo>
                <a:cubicBezTo>
                  <a:pt x="1067670" y="75416"/>
                  <a:pt x="1062060" y="79125"/>
                  <a:pt x="1056566" y="81332"/>
                </a:cubicBezTo>
                <a:lnTo>
                  <a:pt x="1056566" y="86268"/>
                </a:lnTo>
                <a:lnTo>
                  <a:pt x="1078296" y="86268"/>
                </a:lnTo>
                <a:lnTo>
                  <a:pt x="1078296" y="178509"/>
                </a:lnTo>
                <a:cubicBezTo>
                  <a:pt x="1078296" y="188411"/>
                  <a:pt x="1079330" y="195727"/>
                  <a:pt x="1081436" y="200452"/>
                </a:cubicBezTo>
                <a:cubicBezTo>
                  <a:pt x="1083522" y="205202"/>
                  <a:pt x="1086777" y="208836"/>
                  <a:pt x="1091162" y="211386"/>
                </a:cubicBezTo>
                <a:cubicBezTo>
                  <a:pt x="1095565" y="213928"/>
                  <a:pt x="1100045" y="215215"/>
                  <a:pt x="1104640" y="215215"/>
                </a:cubicBezTo>
                <a:cubicBezTo>
                  <a:pt x="1111437" y="215215"/>
                  <a:pt x="1118023" y="212739"/>
                  <a:pt x="1124417" y="207804"/>
                </a:cubicBezTo>
                <a:cubicBezTo>
                  <a:pt x="1130812" y="202845"/>
                  <a:pt x="1135751" y="195493"/>
                  <a:pt x="1139236" y="185712"/>
                </a:cubicBezTo>
                <a:lnTo>
                  <a:pt x="1133397" y="185712"/>
                </a:lnTo>
                <a:cubicBezTo>
                  <a:pt x="1131693" y="189690"/>
                  <a:pt x="1129299" y="192719"/>
                  <a:pt x="1126217" y="194769"/>
                </a:cubicBezTo>
                <a:cubicBezTo>
                  <a:pt x="1123115" y="196818"/>
                  <a:pt x="1119918" y="197827"/>
                  <a:pt x="1116625" y="197827"/>
                </a:cubicBezTo>
                <a:cubicBezTo>
                  <a:pt x="1112643" y="197827"/>
                  <a:pt x="1109369" y="196293"/>
                  <a:pt x="1106823" y="193198"/>
                </a:cubicBezTo>
                <a:cubicBezTo>
                  <a:pt x="1104276" y="190094"/>
                  <a:pt x="1102993" y="184103"/>
                  <a:pt x="1102993" y="175220"/>
                </a:cubicBezTo>
                <a:lnTo>
                  <a:pt x="1102993" y="86268"/>
                </a:lnTo>
                <a:lnTo>
                  <a:pt x="1135043" y="86268"/>
                </a:lnTo>
                <a:lnTo>
                  <a:pt x="1135043" y="75774"/>
                </a:lnTo>
                <a:lnTo>
                  <a:pt x="1102993" y="75774"/>
                </a:lnTo>
                <a:lnTo>
                  <a:pt x="1102993" y="30708"/>
                </a:lnTo>
                <a:lnTo>
                  <a:pt x="1098360" y="30708"/>
                </a:lnTo>
                <a:close/>
                <a:moveTo>
                  <a:pt x="974795" y="198442"/>
                </a:moveTo>
                <a:cubicBezTo>
                  <a:pt x="969204" y="198442"/>
                  <a:pt x="964265" y="196069"/>
                  <a:pt x="959976" y="191321"/>
                </a:cubicBezTo>
                <a:cubicBezTo>
                  <a:pt x="955688" y="186587"/>
                  <a:pt x="953543" y="180619"/>
                  <a:pt x="953543" y="173416"/>
                </a:cubicBezTo>
                <a:cubicBezTo>
                  <a:pt x="953543" y="167732"/>
                  <a:pt x="955228" y="162482"/>
                  <a:pt x="958636" y="157696"/>
                </a:cubicBezTo>
                <a:cubicBezTo>
                  <a:pt x="962025" y="152910"/>
                  <a:pt x="967673" y="148319"/>
                  <a:pt x="975561" y="143913"/>
                </a:cubicBezTo>
                <a:cubicBezTo>
                  <a:pt x="979945" y="141422"/>
                  <a:pt x="989671" y="137176"/>
                  <a:pt x="1004758" y="131185"/>
                </a:cubicBezTo>
                <a:lnTo>
                  <a:pt x="1004758" y="183453"/>
                </a:lnTo>
                <a:cubicBezTo>
                  <a:pt x="992371" y="193445"/>
                  <a:pt x="982396" y="198442"/>
                  <a:pt x="974795" y="198442"/>
                </a:cubicBezTo>
                <a:close/>
                <a:moveTo>
                  <a:pt x="1009257" y="210565"/>
                </a:moveTo>
                <a:cubicBezTo>
                  <a:pt x="1012148" y="213951"/>
                  <a:pt x="1016034" y="215657"/>
                  <a:pt x="1020936" y="215657"/>
                </a:cubicBezTo>
                <a:cubicBezTo>
                  <a:pt x="1031121" y="215657"/>
                  <a:pt x="1041804" y="208171"/>
                  <a:pt x="1052985" y="193198"/>
                </a:cubicBezTo>
                <a:lnTo>
                  <a:pt x="1052985" y="184806"/>
                </a:lnTo>
                <a:cubicBezTo>
                  <a:pt x="1046993" y="190804"/>
                  <a:pt x="1042953" y="194440"/>
                  <a:pt x="1040847" y="195740"/>
                </a:cubicBezTo>
                <a:cubicBezTo>
                  <a:pt x="1039660" y="196429"/>
                  <a:pt x="1038243" y="196795"/>
                  <a:pt x="1036654" y="196795"/>
                </a:cubicBezTo>
                <a:cubicBezTo>
                  <a:pt x="1035161" y="196795"/>
                  <a:pt x="1033840" y="196293"/>
                  <a:pt x="1032691" y="195284"/>
                </a:cubicBezTo>
                <a:cubicBezTo>
                  <a:pt x="1031542" y="194291"/>
                  <a:pt x="1030719" y="192315"/>
                  <a:pt x="1030221" y="189368"/>
                </a:cubicBezTo>
                <a:cubicBezTo>
                  <a:pt x="1029723" y="186437"/>
                  <a:pt x="1029475" y="178413"/>
                  <a:pt x="1029475" y="165339"/>
                </a:cubicBezTo>
                <a:lnTo>
                  <a:pt x="1029475" y="118754"/>
                </a:lnTo>
                <a:cubicBezTo>
                  <a:pt x="1029475" y="105488"/>
                  <a:pt x="1028575" y="96700"/>
                  <a:pt x="1026775" y="92416"/>
                </a:cubicBezTo>
                <a:cubicBezTo>
                  <a:pt x="1023980" y="85810"/>
                  <a:pt x="1019634" y="80965"/>
                  <a:pt x="1013737" y="77884"/>
                </a:cubicBezTo>
                <a:cubicBezTo>
                  <a:pt x="1005945" y="73785"/>
                  <a:pt x="995970" y="71736"/>
                  <a:pt x="983793" y="71736"/>
                </a:cubicBezTo>
                <a:cubicBezTo>
                  <a:pt x="967922" y="71736"/>
                  <a:pt x="955592" y="75334"/>
                  <a:pt x="946804" y="82513"/>
                </a:cubicBezTo>
                <a:cubicBezTo>
                  <a:pt x="938016" y="89714"/>
                  <a:pt x="933613" y="97606"/>
                  <a:pt x="933613" y="106175"/>
                </a:cubicBezTo>
                <a:cubicBezTo>
                  <a:pt x="933613" y="110678"/>
                  <a:pt x="934800" y="114222"/>
                  <a:pt x="937136" y="116826"/>
                </a:cubicBezTo>
                <a:cubicBezTo>
                  <a:pt x="939491" y="119405"/>
                  <a:pt x="942496" y="120707"/>
                  <a:pt x="946192" y="120707"/>
                </a:cubicBezTo>
                <a:cubicBezTo>
                  <a:pt x="950001" y="120707"/>
                  <a:pt x="953065" y="119466"/>
                  <a:pt x="955401" y="116960"/>
                </a:cubicBezTo>
                <a:cubicBezTo>
                  <a:pt x="957755" y="114469"/>
                  <a:pt x="958923" y="110925"/>
                  <a:pt x="958923" y="106332"/>
                </a:cubicBezTo>
                <a:lnTo>
                  <a:pt x="958636" y="97642"/>
                </a:lnTo>
                <a:cubicBezTo>
                  <a:pt x="958636" y="93252"/>
                  <a:pt x="960532" y="89371"/>
                  <a:pt x="964322" y="85962"/>
                </a:cubicBezTo>
                <a:cubicBezTo>
                  <a:pt x="968017" y="82573"/>
                  <a:pt x="973014" y="80867"/>
                  <a:pt x="979294" y="80867"/>
                </a:cubicBezTo>
                <a:cubicBezTo>
                  <a:pt x="987584" y="80867"/>
                  <a:pt x="993902" y="83417"/>
                  <a:pt x="998248" y="88512"/>
                </a:cubicBezTo>
                <a:cubicBezTo>
                  <a:pt x="1002594" y="93604"/>
                  <a:pt x="1004758" y="102982"/>
                  <a:pt x="1004758" y="116669"/>
                </a:cubicBezTo>
                <a:lnTo>
                  <a:pt x="1004758" y="122053"/>
                </a:lnTo>
                <a:cubicBezTo>
                  <a:pt x="981190" y="130645"/>
                  <a:pt x="964341" y="137923"/>
                  <a:pt x="954214" y="143913"/>
                </a:cubicBezTo>
                <a:cubicBezTo>
                  <a:pt x="944086" y="149904"/>
                  <a:pt x="936963" y="156306"/>
                  <a:pt x="932866" y="163097"/>
                </a:cubicBezTo>
                <a:cubicBezTo>
                  <a:pt x="929880" y="167979"/>
                  <a:pt x="928386" y="173784"/>
                  <a:pt x="928386" y="180462"/>
                </a:cubicBezTo>
                <a:cubicBezTo>
                  <a:pt x="928386" y="191051"/>
                  <a:pt x="931449" y="199592"/>
                  <a:pt x="937595" y="206084"/>
                </a:cubicBezTo>
                <a:cubicBezTo>
                  <a:pt x="943722" y="212567"/>
                  <a:pt x="951533" y="215807"/>
                  <a:pt x="961029" y="215807"/>
                </a:cubicBezTo>
                <a:cubicBezTo>
                  <a:pt x="967118" y="215807"/>
                  <a:pt x="972861" y="214564"/>
                  <a:pt x="978241" y="212075"/>
                </a:cubicBezTo>
                <a:cubicBezTo>
                  <a:pt x="981841" y="210369"/>
                  <a:pt x="990686" y="204072"/>
                  <a:pt x="1004758" y="193198"/>
                </a:cubicBezTo>
                <a:cubicBezTo>
                  <a:pt x="1004853" y="201388"/>
                  <a:pt x="1006347" y="207168"/>
                  <a:pt x="1009257" y="210565"/>
                </a:cubicBezTo>
                <a:close/>
                <a:moveTo>
                  <a:pt x="860688" y="216396"/>
                </a:moveTo>
                <a:cubicBezTo>
                  <a:pt x="876061" y="216800"/>
                  <a:pt x="886343" y="218102"/>
                  <a:pt x="891531" y="220308"/>
                </a:cubicBezTo>
                <a:cubicBezTo>
                  <a:pt x="896624" y="222485"/>
                  <a:pt x="899170" y="226187"/>
                  <a:pt x="899170" y="231391"/>
                </a:cubicBezTo>
                <a:cubicBezTo>
                  <a:pt x="899170" y="238571"/>
                  <a:pt x="894901" y="245333"/>
                  <a:pt x="886362" y="251666"/>
                </a:cubicBezTo>
                <a:cubicBezTo>
                  <a:pt x="877842" y="258024"/>
                  <a:pt x="864574" y="261180"/>
                  <a:pt x="846616" y="261180"/>
                </a:cubicBezTo>
                <a:cubicBezTo>
                  <a:pt x="827738" y="261180"/>
                  <a:pt x="813302" y="258076"/>
                  <a:pt x="803328" y="251898"/>
                </a:cubicBezTo>
                <a:cubicBezTo>
                  <a:pt x="797546" y="248295"/>
                  <a:pt x="794635" y="244106"/>
                  <a:pt x="794635" y="239319"/>
                </a:cubicBezTo>
                <a:cubicBezTo>
                  <a:pt x="794635" y="235624"/>
                  <a:pt x="795842" y="231579"/>
                  <a:pt x="798235" y="227196"/>
                </a:cubicBezTo>
                <a:cubicBezTo>
                  <a:pt x="800628" y="222791"/>
                  <a:pt x="804170" y="218050"/>
                  <a:pt x="808861" y="212958"/>
                </a:cubicBezTo>
                <a:cubicBezTo>
                  <a:pt x="820941" y="214654"/>
                  <a:pt x="838230" y="215807"/>
                  <a:pt x="860688" y="216396"/>
                </a:cubicBezTo>
                <a:close/>
                <a:moveTo>
                  <a:pt x="856035" y="88818"/>
                </a:moveTo>
                <a:cubicBezTo>
                  <a:pt x="862928" y="97792"/>
                  <a:pt x="866374" y="110221"/>
                  <a:pt x="866374" y="126106"/>
                </a:cubicBezTo>
                <a:cubicBezTo>
                  <a:pt x="866374" y="138290"/>
                  <a:pt x="863923" y="147212"/>
                  <a:pt x="859041" y="152910"/>
                </a:cubicBezTo>
                <a:cubicBezTo>
                  <a:pt x="854140" y="158602"/>
                  <a:pt x="847898" y="161450"/>
                  <a:pt x="840317" y="161450"/>
                </a:cubicBezTo>
                <a:cubicBezTo>
                  <a:pt x="832333" y="161450"/>
                  <a:pt x="825747" y="158138"/>
                  <a:pt x="820559" y="151556"/>
                </a:cubicBezTo>
                <a:cubicBezTo>
                  <a:pt x="813762" y="142881"/>
                  <a:pt x="810373" y="130645"/>
                  <a:pt x="810373" y="114873"/>
                </a:cubicBezTo>
                <a:cubicBezTo>
                  <a:pt x="810373" y="102699"/>
                  <a:pt x="812862" y="93656"/>
                  <a:pt x="817859" y="87763"/>
                </a:cubicBezTo>
                <a:cubicBezTo>
                  <a:pt x="822837" y="81862"/>
                  <a:pt x="829040" y="78939"/>
                  <a:pt x="836430" y="78939"/>
                </a:cubicBezTo>
                <a:cubicBezTo>
                  <a:pt x="844414" y="78939"/>
                  <a:pt x="850942" y="82228"/>
                  <a:pt x="856035" y="88818"/>
                </a:cubicBezTo>
                <a:close/>
                <a:moveTo>
                  <a:pt x="790672" y="182855"/>
                </a:moveTo>
                <a:cubicBezTo>
                  <a:pt x="787820" y="187544"/>
                  <a:pt x="786403" y="191643"/>
                  <a:pt x="786403" y="195150"/>
                </a:cubicBezTo>
                <a:cubicBezTo>
                  <a:pt x="786403" y="198231"/>
                  <a:pt x="787475" y="201005"/>
                  <a:pt x="789619" y="203460"/>
                </a:cubicBezTo>
                <a:cubicBezTo>
                  <a:pt x="791764" y="205904"/>
                  <a:pt x="795440" y="208663"/>
                  <a:pt x="800628" y="211767"/>
                </a:cubicBezTo>
                <a:cubicBezTo>
                  <a:pt x="791151" y="221648"/>
                  <a:pt x="786058" y="227047"/>
                  <a:pt x="785350" y="227945"/>
                </a:cubicBezTo>
                <a:cubicBezTo>
                  <a:pt x="780066" y="234533"/>
                  <a:pt x="776562" y="239664"/>
                  <a:pt x="774877" y="243357"/>
                </a:cubicBezTo>
                <a:cubicBezTo>
                  <a:pt x="773767" y="245765"/>
                  <a:pt x="773231" y="248159"/>
                  <a:pt x="773231" y="250552"/>
                </a:cubicBezTo>
                <a:cubicBezTo>
                  <a:pt x="773231" y="255938"/>
                  <a:pt x="776964" y="261143"/>
                  <a:pt x="784450" y="266123"/>
                </a:cubicBezTo>
                <a:cubicBezTo>
                  <a:pt x="797737" y="274813"/>
                  <a:pt x="814011" y="279159"/>
                  <a:pt x="833271" y="279159"/>
                </a:cubicBezTo>
                <a:cubicBezTo>
                  <a:pt x="858333" y="279159"/>
                  <a:pt x="878665" y="271867"/>
                  <a:pt x="894231" y="257299"/>
                </a:cubicBezTo>
                <a:cubicBezTo>
                  <a:pt x="904818" y="247420"/>
                  <a:pt x="910102" y="236828"/>
                  <a:pt x="910102" y="225536"/>
                </a:cubicBezTo>
                <a:cubicBezTo>
                  <a:pt x="910102" y="217354"/>
                  <a:pt x="907345" y="210467"/>
                  <a:pt x="901793" y="204873"/>
                </a:cubicBezTo>
                <a:cubicBezTo>
                  <a:pt x="896260" y="199286"/>
                  <a:pt x="888851" y="195838"/>
                  <a:pt x="879565" y="194536"/>
                </a:cubicBezTo>
                <a:cubicBezTo>
                  <a:pt x="873458" y="193640"/>
                  <a:pt x="860132" y="192943"/>
                  <a:pt x="839570" y="192451"/>
                </a:cubicBezTo>
                <a:cubicBezTo>
                  <a:pt x="828389" y="192143"/>
                  <a:pt x="821401" y="191800"/>
                  <a:pt x="818606" y="191396"/>
                </a:cubicBezTo>
                <a:cubicBezTo>
                  <a:pt x="813819" y="190707"/>
                  <a:pt x="810584" y="189556"/>
                  <a:pt x="808937" y="187948"/>
                </a:cubicBezTo>
                <a:cubicBezTo>
                  <a:pt x="807291" y="186363"/>
                  <a:pt x="806467" y="184718"/>
                  <a:pt x="806467" y="183012"/>
                </a:cubicBezTo>
                <a:cubicBezTo>
                  <a:pt x="806467" y="181015"/>
                  <a:pt x="807252" y="178584"/>
                  <a:pt x="808803" y="175750"/>
                </a:cubicBezTo>
                <a:cubicBezTo>
                  <a:pt x="810335" y="172901"/>
                  <a:pt x="813302" y="169587"/>
                  <a:pt x="817706" y="165781"/>
                </a:cubicBezTo>
                <a:cubicBezTo>
                  <a:pt x="824790" y="167793"/>
                  <a:pt x="831740" y="168787"/>
                  <a:pt x="838517" y="168787"/>
                </a:cubicBezTo>
                <a:cubicBezTo>
                  <a:pt x="855001" y="168787"/>
                  <a:pt x="868116" y="164248"/>
                  <a:pt x="877919" y="155154"/>
                </a:cubicBezTo>
                <a:cubicBezTo>
                  <a:pt x="887683" y="146075"/>
                  <a:pt x="892584" y="135148"/>
                  <a:pt x="892584" y="122359"/>
                </a:cubicBezTo>
                <a:cubicBezTo>
                  <a:pt x="892584" y="111178"/>
                  <a:pt x="889789" y="101988"/>
                  <a:pt x="884198" y="94809"/>
                </a:cubicBezTo>
                <a:lnTo>
                  <a:pt x="902023" y="94809"/>
                </a:lnTo>
                <a:cubicBezTo>
                  <a:pt x="906311" y="94809"/>
                  <a:pt x="908839" y="94652"/>
                  <a:pt x="909585" y="94343"/>
                </a:cubicBezTo>
                <a:cubicBezTo>
                  <a:pt x="910332" y="94060"/>
                  <a:pt x="910849" y="93656"/>
                  <a:pt x="911155" y="93162"/>
                </a:cubicBezTo>
                <a:cubicBezTo>
                  <a:pt x="911653" y="92169"/>
                  <a:pt x="911902" y="90365"/>
                  <a:pt x="911902" y="87763"/>
                </a:cubicBezTo>
                <a:cubicBezTo>
                  <a:pt x="911902" y="85468"/>
                  <a:pt x="911615" y="83875"/>
                  <a:pt x="911002" y="82977"/>
                </a:cubicBezTo>
                <a:cubicBezTo>
                  <a:pt x="910715" y="82364"/>
                  <a:pt x="910198" y="81945"/>
                  <a:pt x="909509" y="81690"/>
                </a:cubicBezTo>
                <a:cubicBezTo>
                  <a:pt x="908800" y="81443"/>
                  <a:pt x="906311" y="81332"/>
                  <a:pt x="902023" y="81332"/>
                </a:cubicBezTo>
                <a:lnTo>
                  <a:pt x="872960" y="81332"/>
                </a:lnTo>
                <a:cubicBezTo>
                  <a:pt x="863387" y="74938"/>
                  <a:pt x="852053" y="71736"/>
                  <a:pt x="838977" y="71736"/>
                </a:cubicBezTo>
                <a:cubicBezTo>
                  <a:pt x="822990" y="71736"/>
                  <a:pt x="809894" y="76634"/>
                  <a:pt x="799652" y="86425"/>
                </a:cubicBezTo>
                <a:cubicBezTo>
                  <a:pt x="789428" y="96206"/>
                  <a:pt x="784316" y="107881"/>
                  <a:pt x="784316" y="121455"/>
                </a:cubicBezTo>
                <a:cubicBezTo>
                  <a:pt x="784316" y="130339"/>
                  <a:pt x="786556" y="138461"/>
                  <a:pt x="791055" y="145791"/>
                </a:cubicBezTo>
                <a:cubicBezTo>
                  <a:pt x="795535" y="153128"/>
                  <a:pt x="801987" y="158849"/>
                  <a:pt x="810373" y="162946"/>
                </a:cubicBezTo>
                <a:cubicBezTo>
                  <a:pt x="800073" y="171525"/>
                  <a:pt x="793525" y="178166"/>
                  <a:pt x="790672" y="182855"/>
                </a:cubicBezTo>
                <a:close/>
                <a:moveTo>
                  <a:pt x="672066" y="91876"/>
                </a:moveTo>
                <a:cubicBezTo>
                  <a:pt x="678594" y="85445"/>
                  <a:pt x="686004" y="82228"/>
                  <a:pt x="694294" y="82228"/>
                </a:cubicBezTo>
                <a:cubicBezTo>
                  <a:pt x="699693" y="82228"/>
                  <a:pt x="704862" y="83813"/>
                  <a:pt x="709802" y="87015"/>
                </a:cubicBezTo>
                <a:cubicBezTo>
                  <a:pt x="714741" y="90208"/>
                  <a:pt x="718455" y="94598"/>
                  <a:pt x="720963" y="100185"/>
                </a:cubicBezTo>
                <a:cubicBezTo>
                  <a:pt x="722553" y="103782"/>
                  <a:pt x="723606" y="109968"/>
                  <a:pt x="724103" y="118754"/>
                </a:cubicBezTo>
                <a:lnTo>
                  <a:pt x="660598" y="118754"/>
                </a:lnTo>
                <a:cubicBezTo>
                  <a:pt x="661708" y="107290"/>
                  <a:pt x="665518" y="98330"/>
                  <a:pt x="672066" y="91876"/>
                </a:cubicBezTo>
                <a:close/>
                <a:moveTo>
                  <a:pt x="755406" y="127452"/>
                </a:moveTo>
                <a:cubicBezTo>
                  <a:pt x="755406" y="110468"/>
                  <a:pt x="750467" y="96932"/>
                  <a:pt x="740568" y="86783"/>
                </a:cubicBezTo>
                <a:cubicBezTo>
                  <a:pt x="730689" y="76657"/>
                  <a:pt x="718053" y="71587"/>
                  <a:pt x="702679" y="71587"/>
                </a:cubicBezTo>
                <a:cubicBezTo>
                  <a:pt x="684510" y="71587"/>
                  <a:pt x="669424" y="78152"/>
                  <a:pt x="657381" y="91286"/>
                </a:cubicBezTo>
                <a:cubicBezTo>
                  <a:pt x="645358" y="104418"/>
                  <a:pt x="639346" y="122704"/>
                  <a:pt x="639346" y="146172"/>
                </a:cubicBezTo>
                <a:cubicBezTo>
                  <a:pt x="639346" y="167830"/>
                  <a:pt x="645205" y="185076"/>
                  <a:pt x="656941" y="197902"/>
                </a:cubicBezTo>
                <a:cubicBezTo>
                  <a:pt x="668658" y="210735"/>
                  <a:pt x="682768" y="217145"/>
                  <a:pt x="699252" y="217145"/>
                </a:cubicBezTo>
                <a:cubicBezTo>
                  <a:pt x="714416" y="217145"/>
                  <a:pt x="727052" y="211535"/>
                  <a:pt x="737141" y="200295"/>
                </a:cubicBezTo>
                <a:cubicBezTo>
                  <a:pt x="747212" y="189077"/>
                  <a:pt x="753300" y="176618"/>
                  <a:pt x="755406" y="162946"/>
                </a:cubicBezTo>
                <a:lnTo>
                  <a:pt x="750754" y="159940"/>
                </a:lnTo>
                <a:cubicBezTo>
                  <a:pt x="746274" y="171921"/>
                  <a:pt x="740702" y="180387"/>
                  <a:pt x="734059" y="185323"/>
                </a:cubicBezTo>
                <a:cubicBezTo>
                  <a:pt x="727415" y="190266"/>
                  <a:pt x="719604" y="192734"/>
                  <a:pt x="710625" y="192734"/>
                </a:cubicBezTo>
                <a:cubicBezTo>
                  <a:pt x="697146" y="192734"/>
                  <a:pt x="685410" y="186954"/>
                  <a:pt x="675435" y="175369"/>
                </a:cubicBezTo>
                <a:cubicBezTo>
                  <a:pt x="665441" y="163784"/>
                  <a:pt x="660502" y="147817"/>
                  <a:pt x="660598" y="127452"/>
                </a:cubicBezTo>
                <a:lnTo>
                  <a:pt x="755406" y="127452"/>
                </a:lnTo>
                <a:close/>
                <a:moveTo>
                  <a:pt x="569254" y="71736"/>
                </a:moveTo>
                <a:lnTo>
                  <a:pt x="527766" y="88512"/>
                </a:lnTo>
                <a:lnTo>
                  <a:pt x="529259" y="93911"/>
                </a:lnTo>
                <a:cubicBezTo>
                  <a:pt x="533165" y="92416"/>
                  <a:pt x="536649" y="91644"/>
                  <a:pt x="539751" y="91644"/>
                </a:cubicBezTo>
                <a:cubicBezTo>
                  <a:pt x="542336" y="91644"/>
                  <a:pt x="544518" y="92354"/>
                  <a:pt x="546260" y="93754"/>
                </a:cubicBezTo>
                <a:cubicBezTo>
                  <a:pt x="548003" y="95151"/>
                  <a:pt x="549209" y="97372"/>
                  <a:pt x="549860" y="100416"/>
                </a:cubicBezTo>
                <a:cubicBezTo>
                  <a:pt x="550511" y="103461"/>
                  <a:pt x="550836" y="112974"/>
                  <a:pt x="550836" y="128941"/>
                </a:cubicBezTo>
                <a:lnTo>
                  <a:pt x="550836" y="182107"/>
                </a:lnTo>
                <a:cubicBezTo>
                  <a:pt x="550836" y="190094"/>
                  <a:pt x="550587" y="194940"/>
                  <a:pt x="550090" y="196638"/>
                </a:cubicBezTo>
                <a:cubicBezTo>
                  <a:pt x="549075" y="200123"/>
                  <a:pt x="547333" y="202673"/>
                  <a:pt x="544844" y="204281"/>
                </a:cubicBezTo>
                <a:cubicBezTo>
                  <a:pt x="541436" y="206481"/>
                  <a:pt x="536247" y="207572"/>
                  <a:pt x="529259" y="207572"/>
                </a:cubicBezTo>
                <a:lnTo>
                  <a:pt x="529259" y="212958"/>
                </a:lnTo>
                <a:lnTo>
                  <a:pt x="599504" y="212958"/>
                </a:lnTo>
                <a:lnTo>
                  <a:pt x="599504" y="207572"/>
                </a:lnTo>
                <a:cubicBezTo>
                  <a:pt x="593320" y="207572"/>
                  <a:pt x="588572" y="206674"/>
                  <a:pt x="585279" y="204873"/>
                </a:cubicBezTo>
                <a:cubicBezTo>
                  <a:pt x="581986" y="203077"/>
                  <a:pt x="579689" y="200835"/>
                  <a:pt x="578387" y="198133"/>
                </a:cubicBezTo>
                <a:cubicBezTo>
                  <a:pt x="576491" y="194245"/>
                  <a:pt x="575534" y="188501"/>
                  <a:pt x="575534" y="180902"/>
                </a:cubicBezTo>
                <a:lnTo>
                  <a:pt x="575534" y="115180"/>
                </a:lnTo>
                <a:cubicBezTo>
                  <a:pt x="580339" y="105779"/>
                  <a:pt x="584973" y="99042"/>
                  <a:pt x="589472" y="94943"/>
                </a:cubicBezTo>
                <a:cubicBezTo>
                  <a:pt x="591559" y="92946"/>
                  <a:pt x="593512" y="91950"/>
                  <a:pt x="595311" y="91950"/>
                </a:cubicBezTo>
                <a:cubicBezTo>
                  <a:pt x="597398" y="91950"/>
                  <a:pt x="600634" y="93679"/>
                  <a:pt x="604961" y="97127"/>
                </a:cubicBezTo>
                <a:cubicBezTo>
                  <a:pt x="609307" y="100566"/>
                  <a:pt x="613232" y="102295"/>
                  <a:pt x="616716" y="102295"/>
                </a:cubicBezTo>
                <a:cubicBezTo>
                  <a:pt x="620315" y="102295"/>
                  <a:pt x="623417" y="100933"/>
                  <a:pt x="626002" y="98255"/>
                </a:cubicBezTo>
                <a:cubicBezTo>
                  <a:pt x="628605" y="95555"/>
                  <a:pt x="629907" y="92259"/>
                  <a:pt x="629907" y="88355"/>
                </a:cubicBezTo>
                <a:cubicBezTo>
                  <a:pt x="629907" y="83970"/>
                  <a:pt x="628108" y="80105"/>
                  <a:pt x="624508" y="76754"/>
                </a:cubicBezTo>
                <a:cubicBezTo>
                  <a:pt x="620928" y="73404"/>
                  <a:pt x="616371" y="71736"/>
                  <a:pt x="610877" y="71736"/>
                </a:cubicBezTo>
                <a:cubicBezTo>
                  <a:pt x="598796" y="71736"/>
                  <a:pt x="587021" y="82019"/>
                  <a:pt x="575534" y="102578"/>
                </a:cubicBezTo>
                <a:lnTo>
                  <a:pt x="575534" y="71736"/>
                </a:lnTo>
                <a:lnTo>
                  <a:pt x="569254" y="71736"/>
                </a:lnTo>
                <a:close/>
                <a:moveTo>
                  <a:pt x="469066" y="216396"/>
                </a:moveTo>
                <a:cubicBezTo>
                  <a:pt x="484439" y="216800"/>
                  <a:pt x="494721" y="218102"/>
                  <a:pt x="499909" y="220308"/>
                </a:cubicBezTo>
                <a:cubicBezTo>
                  <a:pt x="505002" y="222485"/>
                  <a:pt x="507548" y="226187"/>
                  <a:pt x="507548" y="231391"/>
                </a:cubicBezTo>
                <a:cubicBezTo>
                  <a:pt x="507548" y="238571"/>
                  <a:pt x="503279" y="245333"/>
                  <a:pt x="494740" y="251666"/>
                </a:cubicBezTo>
                <a:cubicBezTo>
                  <a:pt x="486201" y="258024"/>
                  <a:pt x="472952" y="261180"/>
                  <a:pt x="454975" y="261180"/>
                </a:cubicBezTo>
                <a:cubicBezTo>
                  <a:pt x="436116" y="261180"/>
                  <a:pt x="421680" y="258076"/>
                  <a:pt x="411706" y="251898"/>
                </a:cubicBezTo>
                <a:cubicBezTo>
                  <a:pt x="405905" y="248295"/>
                  <a:pt x="403014" y="244106"/>
                  <a:pt x="403014" y="239319"/>
                </a:cubicBezTo>
                <a:cubicBezTo>
                  <a:pt x="403014" y="235624"/>
                  <a:pt x="404220" y="231579"/>
                  <a:pt x="406613" y="227196"/>
                </a:cubicBezTo>
                <a:cubicBezTo>
                  <a:pt x="409006" y="222791"/>
                  <a:pt x="412548" y="218050"/>
                  <a:pt x="417239" y="212958"/>
                </a:cubicBezTo>
                <a:cubicBezTo>
                  <a:pt x="429319" y="214654"/>
                  <a:pt x="446589" y="215807"/>
                  <a:pt x="469066" y="216396"/>
                </a:cubicBezTo>
                <a:close/>
                <a:moveTo>
                  <a:pt x="464413" y="88818"/>
                </a:moveTo>
                <a:cubicBezTo>
                  <a:pt x="471306" y="97792"/>
                  <a:pt x="474752" y="110221"/>
                  <a:pt x="474752" y="126106"/>
                </a:cubicBezTo>
                <a:cubicBezTo>
                  <a:pt x="474752" y="138290"/>
                  <a:pt x="472301" y="147212"/>
                  <a:pt x="467419" y="152910"/>
                </a:cubicBezTo>
                <a:cubicBezTo>
                  <a:pt x="462518" y="158602"/>
                  <a:pt x="456276" y="161450"/>
                  <a:pt x="448695" y="161450"/>
                </a:cubicBezTo>
                <a:cubicBezTo>
                  <a:pt x="440711" y="161450"/>
                  <a:pt x="434106" y="158138"/>
                  <a:pt x="428917" y="151556"/>
                </a:cubicBezTo>
                <a:cubicBezTo>
                  <a:pt x="422140" y="142881"/>
                  <a:pt x="418732" y="130645"/>
                  <a:pt x="418732" y="114873"/>
                </a:cubicBezTo>
                <a:cubicBezTo>
                  <a:pt x="418732" y="102699"/>
                  <a:pt x="421240" y="93656"/>
                  <a:pt x="426237" y="87763"/>
                </a:cubicBezTo>
                <a:cubicBezTo>
                  <a:pt x="431215" y="81862"/>
                  <a:pt x="437418" y="78939"/>
                  <a:pt x="444808" y="78939"/>
                </a:cubicBezTo>
                <a:cubicBezTo>
                  <a:pt x="452792" y="78939"/>
                  <a:pt x="459321" y="82228"/>
                  <a:pt x="464413" y="88818"/>
                </a:cubicBezTo>
                <a:close/>
                <a:moveTo>
                  <a:pt x="399050" y="182855"/>
                </a:moveTo>
                <a:cubicBezTo>
                  <a:pt x="396198" y="187544"/>
                  <a:pt x="394781" y="191643"/>
                  <a:pt x="394781" y="195150"/>
                </a:cubicBezTo>
                <a:cubicBezTo>
                  <a:pt x="394781" y="198231"/>
                  <a:pt x="395853" y="201005"/>
                  <a:pt x="397997" y="203460"/>
                </a:cubicBezTo>
                <a:cubicBezTo>
                  <a:pt x="400142" y="205904"/>
                  <a:pt x="403818" y="208663"/>
                  <a:pt x="409006" y="211767"/>
                </a:cubicBezTo>
                <a:cubicBezTo>
                  <a:pt x="399529" y="221648"/>
                  <a:pt x="394436" y="227047"/>
                  <a:pt x="393728" y="227945"/>
                </a:cubicBezTo>
                <a:cubicBezTo>
                  <a:pt x="388444" y="234533"/>
                  <a:pt x="384940" y="239664"/>
                  <a:pt x="383255" y="243357"/>
                </a:cubicBezTo>
                <a:cubicBezTo>
                  <a:pt x="382145" y="245765"/>
                  <a:pt x="381609" y="248159"/>
                  <a:pt x="381609" y="250552"/>
                </a:cubicBezTo>
                <a:cubicBezTo>
                  <a:pt x="381609" y="255938"/>
                  <a:pt x="385342" y="261143"/>
                  <a:pt x="392828" y="266123"/>
                </a:cubicBezTo>
                <a:cubicBezTo>
                  <a:pt x="406115" y="274813"/>
                  <a:pt x="422389" y="279159"/>
                  <a:pt x="441649" y="279159"/>
                </a:cubicBezTo>
                <a:cubicBezTo>
                  <a:pt x="466711" y="279159"/>
                  <a:pt x="487024" y="271867"/>
                  <a:pt x="502609" y="257299"/>
                </a:cubicBezTo>
                <a:cubicBezTo>
                  <a:pt x="513196" y="247420"/>
                  <a:pt x="518480" y="236828"/>
                  <a:pt x="518480" y="225536"/>
                </a:cubicBezTo>
                <a:cubicBezTo>
                  <a:pt x="518480" y="217354"/>
                  <a:pt x="515704" y="210467"/>
                  <a:pt x="510171" y="204873"/>
                </a:cubicBezTo>
                <a:cubicBezTo>
                  <a:pt x="504619" y="199286"/>
                  <a:pt x="497210" y="195838"/>
                  <a:pt x="487924" y="194536"/>
                </a:cubicBezTo>
                <a:cubicBezTo>
                  <a:pt x="481836" y="193640"/>
                  <a:pt x="468510" y="192943"/>
                  <a:pt x="447948" y="192451"/>
                </a:cubicBezTo>
                <a:cubicBezTo>
                  <a:pt x="436767" y="192143"/>
                  <a:pt x="429779" y="191800"/>
                  <a:pt x="426984" y="191396"/>
                </a:cubicBezTo>
                <a:cubicBezTo>
                  <a:pt x="422178" y="190707"/>
                  <a:pt x="418962" y="189556"/>
                  <a:pt x="417315" y="187948"/>
                </a:cubicBezTo>
                <a:cubicBezTo>
                  <a:pt x="415669" y="186363"/>
                  <a:pt x="414845" y="184718"/>
                  <a:pt x="414845" y="183012"/>
                </a:cubicBezTo>
                <a:cubicBezTo>
                  <a:pt x="414845" y="181015"/>
                  <a:pt x="415611" y="178584"/>
                  <a:pt x="417162" y="175750"/>
                </a:cubicBezTo>
                <a:cubicBezTo>
                  <a:pt x="418713" y="172901"/>
                  <a:pt x="421680" y="169587"/>
                  <a:pt x="426084" y="165781"/>
                </a:cubicBezTo>
                <a:cubicBezTo>
                  <a:pt x="433168" y="167793"/>
                  <a:pt x="440098" y="168787"/>
                  <a:pt x="446895" y="168787"/>
                </a:cubicBezTo>
                <a:cubicBezTo>
                  <a:pt x="463360" y="168787"/>
                  <a:pt x="476494" y="164248"/>
                  <a:pt x="486277" y="155154"/>
                </a:cubicBezTo>
                <a:cubicBezTo>
                  <a:pt x="496061" y="146075"/>
                  <a:pt x="500962" y="135148"/>
                  <a:pt x="500962" y="122359"/>
                </a:cubicBezTo>
                <a:cubicBezTo>
                  <a:pt x="500962" y="111178"/>
                  <a:pt x="498167" y="101988"/>
                  <a:pt x="492576" y="94809"/>
                </a:cubicBezTo>
                <a:lnTo>
                  <a:pt x="510401" y="94809"/>
                </a:lnTo>
                <a:cubicBezTo>
                  <a:pt x="514689" y="94809"/>
                  <a:pt x="517217" y="94652"/>
                  <a:pt x="517963" y="94343"/>
                </a:cubicBezTo>
                <a:cubicBezTo>
                  <a:pt x="518710" y="94060"/>
                  <a:pt x="519227" y="93656"/>
                  <a:pt x="519533" y="93162"/>
                </a:cubicBezTo>
                <a:cubicBezTo>
                  <a:pt x="520031" y="92169"/>
                  <a:pt x="520280" y="90365"/>
                  <a:pt x="520280" y="87763"/>
                </a:cubicBezTo>
                <a:cubicBezTo>
                  <a:pt x="520280" y="85468"/>
                  <a:pt x="519974" y="83875"/>
                  <a:pt x="519380" y="82977"/>
                </a:cubicBezTo>
                <a:cubicBezTo>
                  <a:pt x="519074" y="82364"/>
                  <a:pt x="518576" y="81945"/>
                  <a:pt x="517887" y="81690"/>
                </a:cubicBezTo>
                <a:cubicBezTo>
                  <a:pt x="517178" y="81443"/>
                  <a:pt x="514689" y="81332"/>
                  <a:pt x="510401" y="81332"/>
                </a:cubicBezTo>
                <a:lnTo>
                  <a:pt x="481338" y="81332"/>
                </a:lnTo>
                <a:cubicBezTo>
                  <a:pt x="471765" y="74938"/>
                  <a:pt x="460431" y="71736"/>
                  <a:pt x="447335" y="71736"/>
                </a:cubicBezTo>
                <a:cubicBezTo>
                  <a:pt x="431368" y="71736"/>
                  <a:pt x="418273" y="76634"/>
                  <a:pt x="408030" y="86425"/>
                </a:cubicBezTo>
                <a:cubicBezTo>
                  <a:pt x="397806" y="96206"/>
                  <a:pt x="392675" y="107881"/>
                  <a:pt x="392675" y="121455"/>
                </a:cubicBezTo>
                <a:cubicBezTo>
                  <a:pt x="392675" y="130339"/>
                  <a:pt x="394934" y="138461"/>
                  <a:pt x="399414" y="145791"/>
                </a:cubicBezTo>
                <a:cubicBezTo>
                  <a:pt x="403913" y="153128"/>
                  <a:pt x="410346" y="158849"/>
                  <a:pt x="418732" y="162946"/>
                </a:cubicBezTo>
                <a:cubicBezTo>
                  <a:pt x="408451" y="171525"/>
                  <a:pt x="401884" y="178166"/>
                  <a:pt x="399050" y="182855"/>
                </a:cubicBezTo>
                <a:close/>
                <a:moveTo>
                  <a:pt x="315710" y="216396"/>
                </a:moveTo>
                <a:cubicBezTo>
                  <a:pt x="331084" y="216800"/>
                  <a:pt x="341365" y="218102"/>
                  <a:pt x="346553" y="220308"/>
                </a:cubicBezTo>
                <a:cubicBezTo>
                  <a:pt x="351646" y="222485"/>
                  <a:pt x="354192" y="226187"/>
                  <a:pt x="354192" y="231391"/>
                </a:cubicBezTo>
                <a:cubicBezTo>
                  <a:pt x="354192" y="238571"/>
                  <a:pt x="349923" y="245333"/>
                  <a:pt x="341384" y="251666"/>
                </a:cubicBezTo>
                <a:cubicBezTo>
                  <a:pt x="332845" y="258024"/>
                  <a:pt x="319596" y="261180"/>
                  <a:pt x="301619" y="261180"/>
                </a:cubicBezTo>
                <a:cubicBezTo>
                  <a:pt x="282760" y="261180"/>
                  <a:pt x="268325" y="258076"/>
                  <a:pt x="258350" y="251898"/>
                </a:cubicBezTo>
                <a:cubicBezTo>
                  <a:pt x="252549" y="248295"/>
                  <a:pt x="249658" y="244106"/>
                  <a:pt x="249658" y="239319"/>
                </a:cubicBezTo>
                <a:cubicBezTo>
                  <a:pt x="249658" y="235624"/>
                  <a:pt x="250864" y="231579"/>
                  <a:pt x="253257" y="227196"/>
                </a:cubicBezTo>
                <a:cubicBezTo>
                  <a:pt x="255650" y="222791"/>
                  <a:pt x="259192" y="218050"/>
                  <a:pt x="263883" y="212958"/>
                </a:cubicBezTo>
                <a:cubicBezTo>
                  <a:pt x="275964" y="214654"/>
                  <a:pt x="293233" y="215807"/>
                  <a:pt x="315710" y="216396"/>
                </a:cubicBezTo>
                <a:close/>
                <a:moveTo>
                  <a:pt x="311058" y="88818"/>
                </a:moveTo>
                <a:cubicBezTo>
                  <a:pt x="317950" y="97792"/>
                  <a:pt x="321396" y="110221"/>
                  <a:pt x="321396" y="126106"/>
                </a:cubicBezTo>
                <a:cubicBezTo>
                  <a:pt x="321396" y="138290"/>
                  <a:pt x="318945" y="147212"/>
                  <a:pt x="314063" y="152910"/>
                </a:cubicBezTo>
                <a:cubicBezTo>
                  <a:pt x="309162" y="158602"/>
                  <a:pt x="302921" y="161450"/>
                  <a:pt x="295339" y="161450"/>
                </a:cubicBezTo>
                <a:cubicBezTo>
                  <a:pt x="287355" y="161450"/>
                  <a:pt x="280750" y="158138"/>
                  <a:pt x="275562" y="151556"/>
                </a:cubicBezTo>
                <a:cubicBezTo>
                  <a:pt x="268784" y="142881"/>
                  <a:pt x="265376" y="130645"/>
                  <a:pt x="265376" y="114873"/>
                </a:cubicBezTo>
                <a:cubicBezTo>
                  <a:pt x="265376" y="102699"/>
                  <a:pt x="267884" y="93656"/>
                  <a:pt x="272881" y="87763"/>
                </a:cubicBezTo>
                <a:cubicBezTo>
                  <a:pt x="277859" y="81862"/>
                  <a:pt x="284062" y="78939"/>
                  <a:pt x="291452" y="78939"/>
                </a:cubicBezTo>
                <a:cubicBezTo>
                  <a:pt x="299436" y="78939"/>
                  <a:pt x="305965" y="82228"/>
                  <a:pt x="311058" y="88818"/>
                </a:cubicBezTo>
                <a:close/>
                <a:moveTo>
                  <a:pt x="245695" y="182855"/>
                </a:moveTo>
                <a:cubicBezTo>
                  <a:pt x="242842" y="187544"/>
                  <a:pt x="241425" y="191643"/>
                  <a:pt x="241425" y="195150"/>
                </a:cubicBezTo>
                <a:cubicBezTo>
                  <a:pt x="241425" y="198231"/>
                  <a:pt x="242497" y="201005"/>
                  <a:pt x="244642" y="203460"/>
                </a:cubicBezTo>
                <a:cubicBezTo>
                  <a:pt x="246786" y="205904"/>
                  <a:pt x="250462" y="208663"/>
                  <a:pt x="255650" y="211767"/>
                </a:cubicBezTo>
                <a:cubicBezTo>
                  <a:pt x="246154" y="221648"/>
                  <a:pt x="241081" y="227047"/>
                  <a:pt x="240372" y="227945"/>
                </a:cubicBezTo>
                <a:cubicBezTo>
                  <a:pt x="235088" y="234533"/>
                  <a:pt x="231584" y="239664"/>
                  <a:pt x="229900" y="243357"/>
                </a:cubicBezTo>
                <a:cubicBezTo>
                  <a:pt x="228789" y="245765"/>
                  <a:pt x="228253" y="248159"/>
                  <a:pt x="228253" y="250552"/>
                </a:cubicBezTo>
                <a:cubicBezTo>
                  <a:pt x="228253" y="255938"/>
                  <a:pt x="231986" y="261143"/>
                  <a:pt x="239472" y="266123"/>
                </a:cubicBezTo>
                <a:cubicBezTo>
                  <a:pt x="252759" y="274813"/>
                  <a:pt x="269033" y="279159"/>
                  <a:pt x="288293" y="279159"/>
                </a:cubicBezTo>
                <a:cubicBezTo>
                  <a:pt x="313355" y="279159"/>
                  <a:pt x="333668" y="271867"/>
                  <a:pt x="349253" y="257299"/>
                </a:cubicBezTo>
                <a:cubicBezTo>
                  <a:pt x="359840" y="247420"/>
                  <a:pt x="365125" y="236828"/>
                  <a:pt x="365125" y="225536"/>
                </a:cubicBezTo>
                <a:cubicBezTo>
                  <a:pt x="365125" y="217354"/>
                  <a:pt x="362348" y="210467"/>
                  <a:pt x="356815" y="204873"/>
                </a:cubicBezTo>
                <a:cubicBezTo>
                  <a:pt x="351282" y="199286"/>
                  <a:pt x="343854" y="195838"/>
                  <a:pt x="334568" y="194536"/>
                </a:cubicBezTo>
                <a:cubicBezTo>
                  <a:pt x="328480" y="193640"/>
                  <a:pt x="315155" y="192943"/>
                  <a:pt x="294592" y="192451"/>
                </a:cubicBezTo>
                <a:cubicBezTo>
                  <a:pt x="283411" y="192143"/>
                  <a:pt x="276423" y="191800"/>
                  <a:pt x="273628" y="191396"/>
                </a:cubicBezTo>
                <a:cubicBezTo>
                  <a:pt x="268822" y="190707"/>
                  <a:pt x="265606" y="189556"/>
                  <a:pt x="263960" y="187948"/>
                </a:cubicBezTo>
                <a:cubicBezTo>
                  <a:pt x="262313" y="186363"/>
                  <a:pt x="261490" y="184718"/>
                  <a:pt x="261490" y="183012"/>
                </a:cubicBezTo>
                <a:cubicBezTo>
                  <a:pt x="261490" y="181015"/>
                  <a:pt x="262256" y="178584"/>
                  <a:pt x="263806" y="175750"/>
                </a:cubicBezTo>
                <a:cubicBezTo>
                  <a:pt x="265357" y="172901"/>
                  <a:pt x="268325" y="169587"/>
                  <a:pt x="272728" y="165781"/>
                </a:cubicBezTo>
                <a:cubicBezTo>
                  <a:pt x="279812" y="167793"/>
                  <a:pt x="286743" y="168787"/>
                  <a:pt x="293539" y="168787"/>
                </a:cubicBezTo>
                <a:cubicBezTo>
                  <a:pt x="310024" y="168787"/>
                  <a:pt x="323138" y="164248"/>
                  <a:pt x="332922" y="155154"/>
                </a:cubicBezTo>
                <a:cubicBezTo>
                  <a:pt x="342705" y="146075"/>
                  <a:pt x="347606" y="135148"/>
                  <a:pt x="347606" y="122359"/>
                </a:cubicBezTo>
                <a:cubicBezTo>
                  <a:pt x="347606" y="111178"/>
                  <a:pt x="344811" y="101988"/>
                  <a:pt x="339221" y="94809"/>
                </a:cubicBezTo>
                <a:lnTo>
                  <a:pt x="357045" y="94809"/>
                </a:lnTo>
                <a:cubicBezTo>
                  <a:pt x="361334" y="94809"/>
                  <a:pt x="363861" y="94652"/>
                  <a:pt x="364608" y="94343"/>
                </a:cubicBezTo>
                <a:cubicBezTo>
                  <a:pt x="365354" y="94060"/>
                  <a:pt x="365871" y="93656"/>
                  <a:pt x="366178" y="93162"/>
                </a:cubicBezTo>
                <a:cubicBezTo>
                  <a:pt x="366675" y="92169"/>
                  <a:pt x="366924" y="90365"/>
                  <a:pt x="366924" y="87763"/>
                </a:cubicBezTo>
                <a:cubicBezTo>
                  <a:pt x="366924" y="85468"/>
                  <a:pt x="366618" y="83875"/>
                  <a:pt x="366024" y="82977"/>
                </a:cubicBezTo>
                <a:cubicBezTo>
                  <a:pt x="365718" y="82364"/>
                  <a:pt x="365220" y="81945"/>
                  <a:pt x="364531" y="81690"/>
                </a:cubicBezTo>
                <a:cubicBezTo>
                  <a:pt x="363823" y="81443"/>
                  <a:pt x="361334" y="81332"/>
                  <a:pt x="357045" y="81332"/>
                </a:cubicBezTo>
                <a:lnTo>
                  <a:pt x="327982" y="81332"/>
                </a:lnTo>
                <a:cubicBezTo>
                  <a:pt x="318409" y="74938"/>
                  <a:pt x="307075" y="71736"/>
                  <a:pt x="293980" y="71736"/>
                </a:cubicBezTo>
                <a:cubicBezTo>
                  <a:pt x="278012" y="71736"/>
                  <a:pt x="264917" y="76634"/>
                  <a:pt x="254674" y="86425"/>
                </a:cubicBezTo>
                <a:cubicBezTo>
                  <a:pt x="244450" y="96206"/>
                  <a:pt x="239319" y="107881"/>
                  <a:pt x="239319" y="121455"/>
                </a:cubicBezTo>
                <a:cubicBezTo>
                  <a:pt x="239319" y="130339"/>
                  <a:pt x="241578" y="138461"/>
                  <a:pt x="246058" y="145791"/>
                </a:cubicBezTo>
                <a:cubicBezTo>
                  <a:pt x="250558" y="153128"/>
                  <a:pt x="256991" y="158849"/>
                  <a:pt x="265376" y="162946"/>
                </a:cubicBezTo>
                <a:cubicBezTo>
                  <a:pt x="255095" y="171525"/>
                  <a:pt x="248528" y="178166"/>
                  <a:pt x="245695" y="182855"/>
                </a:cubicBezTo>
                <a:close/>
                <a:moveTo>
                  <a:pt x="63965" y="133885"/>
                </a:moveTo>
                <a:lnTo>
                  <a:pt x="99308" y="51827"/>
                </a:lnTo>
                <a:lnTo>
                  <a:pt x="133751" y="133885"/>
                </a:lnTo>
                <a:lnTo>
                  <a:pt x="63965" y="133885"/>
                </a:lnTo>
                <a:close/>
                <a:moveTo>
                  <a:pt x="150216" y="174165"/>
                </a:moveTo>
                <a:cubicBezTo>
                  <a:pt x="154217" y="183663"/>
                  <a:pt x="156208" y="190588"/>
                  <a:pt x="156208" y="194993"/>
                </a:cubicBezTo>
                <a:cubicBezTo>
                  <a:pt x="156208" y="198290"/>
                  <a:pt x="154792" y="201080"/>
                  <a:pt x="151939" y="203385"/>
                </a:cubicBezTo>
                <a:cubicBezTo>
                  <a:pt x="149086" y="205680"/>
                  <a:pt x="143630" y="207019"/>
                  <a:pt x="135550" y="207423"/>
                </a:cubicBezTo>
                <a:lnTo>
                  <a:pt x="135550" y="212958"/>
                </a:lnTo>
                <a:lnTo>
                  <a:pt x="215655" y="212958"/>
                </a:lnTo>
                <a:lnTo>
                  <a:pt x="215655" y="207423"/>
                </a:lnTo>
                <a:cubicBezTo>
                  <a:pt x="207384" y="206921"/>
                  <a:pt x="200913" y="204649"/>
                  <a:pt x="196261" y="200601"/>
                </a:cubicBezTo>
                <a:cubicBezTo>
                  <a:pt x="191628" y="196563"/>
                  <a:pt x="186458" y="187760"/>
                  <a:pt x="180772" y="174165"/>
                </a:cubicBezTo>
                <a:lnTo>
                  <a:pt x="110087" y="5242"/>
                </a:lnTo>
                <a:lnTo>
                  <a:pt x="104841" y="5242"/>
                </a:lnTo>
                <a:lnTo>
                  <a:pt x="33409" y="172384"/>
                </a:lnTo>
                <a:cubicBezTo>
                  <a:pt x="27206" y="187050"/>
                  <a:pt x="21577" y="196795"/>
                  <a:pt x="16484" y="201581"/>
                </a:cubicBezTo>
                <a:cubicBezTo>
                  <a:pt x="13976" y="203975"/>
                  <a:pt x="8501" y="205927"/>
                  <a:pt x="0" y="207423"/>
                </a:cubicBezTo>
                <a:lnTo>
                  <a:pt x="0" y="212958"/>
                </a:lnTo>
                <a:lnTo>
                  <a:pt x="63965" y="212958"/>
                </a:lnTo>
                <a:lnTo>
                  <a:pt x="63965" y="207423"/>
                </a:lnTo>
                <a:cubicBezTo>
                  <a:pt x="54163" y="206735"/>
                  <a:pt x="47806" y="205202"/>
                  <a:pt x="44858" y="202845"/>
                </a:cubicBezTo>
                <a:cubicBezTo>
                  <a:pt x="41910" y="200513"/>
                  <a:pt x="40435" y="197791"/>
                  <a:pt x="40435" y="194687"/>
                </a:cubicBezTo>
                <a:cubicBezTo>
                  <a:pt x="40435" y="190804"/>
                  <a:pt x="42139" y="184904"/>
                  <a:pt x="45528" y="177014"/>
                </a:cubicBezTo>
                <a:lnTo>
                  <a:pt x="59313" y="144968"/>
                </a:lnTo>
                <a:lnTo>
                  <a:pt x="137944" y="144968"/>
                </a:lnTo>
                <a:lnTo>
                  <a:pt x="150216" y="174165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4E732-C213-48BF-9C8B-53819ECD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747" y="173377"/>
            <a:ext cx="1835061" cy="274049"/>
          </a:xfrm>
          <a:custGeom xmlns:a="http://schemas.openxmlformats.org/drawingml/2006/main">
            <a:pathLst>
              <a:path w="1835061" h="274049">
                <a:moveTo>
                  <a:pt x="1796885" y="16618"/>
                </a:moveTo>
                <a:cubicBezTo>
                  <a:pt x="1790280" y="28699"/>
                  <a:pt x="1782583" y="39631"/>
                  <a:pt x="1773738" y="49415"/>
                </a:cubicBezTo>
                <a:cubicBezTo>
                  <a:pt x="1764912" y="59198"/>
                  <a:pt x="1754191" y="68541"/>
                  <a:pt x="1741612" y="77425"/>
                </a:cubicBezTo>
                <a:lnTo>
                  <a:pt x="1741612" y="82670"/>
                </a:lnTo>
                <a:lnTo>
                  <a:pt x="1759896" y="82670"/>
                </a:lnTo>
                <a:lnTo>
                  <a:pt x="1759896" y="158295"/>
                </a:lnTo>
                <a:cubicBezTo>
                  <a:pt x="1759896" y="173267"/>
                  <a:pt x="1760394" y="182457"/>
                  <a:pt x="1761389" y="185846"/>
                </a:cubicBezTo>
                <a:cubicBezTo>
                  <a:pt x="1763074" y="191934"/>
                  <a:pt x="1766999" y="197467"/>
                  <a:pt x="1773145" y="202407"/>
                </a:cubicBezTo>
                <a:cubicBezTo>
                  <a:pt x="1779290" y="207346"/>
                  <a:pt x="1786795" y="209816"/>
                  <a:pt x="1795679" y="209816"/>
                </a:cubicBezTo>
                <a:cubicBezTo>
                  <a:pt x="1813848" y="209816"/>
                  <a:pt x="1826982" y="200224"/>
                  <a:pt x="1835061" y="181059"/>
                </a:cubicBezTo>
                <a:lnTo>
                  <a:pt x="1830581" y="177766"/>
                </a:lnTo>
                <a:cubicBezTo>
                  <a:pt x="1824780" y="187645"/>
                  <a:pt x="1818634" y="192585"/>
                  <a:pt x="1812163" y="192585"/>
                </a:cubicBezTo>
                <a:cubicBezTo>
                  <a:pt x="1810555" y="192585"/>
                  <a:pt x="1808813" y="191857"/>
                  <a:pt x="1806917" y="190421"/>
                </a:cubicBezTo>
                <a:cubicBezTo>
                  <a:pt x="1805022" y="188966"/>
                  <a:pt x="1803701" y="187071"/>
                  <a:pt x="1802935" y="184716"/>
                </a:cubicBezTo>
                <a:cubicBezTo>
                  <a:pt x="1802188" y="182380"/>
                  <a:pt x="1801825" y="177154"/>
                  <a:pt x="1801825" y="169074"/>
                </a:cubicBezTo>
                <a:lnTo>
                  <a:pt x="1801825" y="82670"/>
                </a:lnTo>
                <a:lnTo>
                  <a:pt x="1835061" y="82670"/>
                </a:lnTo>
                <a:lnTo>
                  <a:pt x="1835061" y="67833"/>
                </a:lnTo>
                <a:lnTo>
                  <a:pt x="1801825" y="67833"/>
                </a:lnTo>
                <a:lnTo>
                  <a:pt x="1801825" y="16618"/>
                </a:lnTo>
                <a:lnTo>
                  <a:pt x="1796885" y="16618"/>
                </a:lnTo>
                <a:close/>
                <a:moveTo>
                  <a:pt x="1657314" y="67833"/>
                </a:moveTo>
                <a:lnTo>
                  <a:pt x="1657314" y="73385"/>
                </a:lnTo>
                <a:cubicBezTo>
                  <a:pt x="1663900" y="73768"/>
                  <a:pt x="1668342" y="75357"/>
                  <a:pt x="1670639" y="78095"/>
                </a:cubicBezTo>
                <a:cubicBezTo>
                  <a:pt x="1672937" y="80852"/>
                  <a:pt x="1674086" y="87150"/>
                  <a:pt x="1674086" y="97049"/>
                </a:cubicBezTo>
                <a:lnTo>
                  <a:pt x="1674086" y="178800"/>
                </a:lnTo>
                <a:cubicBezTo>
                  <a:pt x="1674086" y="188698"/>
                  <a:pt x="1673090" y="194787"/>
                  <a:pt x="1671080" y="197084"/>
                </a:cubicBezTo>
                <a:cubicBezTo>
                  <a:pt x="1668093" y="200473"/>
                  <a:pt x="1663498" y="202273"/>
                  <a:pt x="1657314" y="202483"/>
                </a:cubicBezTo>
                <a:lnTo>
                  <a:pt x="1657314" y="207863"/>
                </a:lnTo>
                <a:lnTo>
                  <a:pt x="1732939" y="207863"/>
                </a:lnTo>
                <a:lnTo>
                  <a:pt x="1732939" y="202483"/>
                </a:lnTo>
                <a:cubicBezTo>
                  <a:pt x="1726238" y="202081"/>
                  <a:pt x="1721758" y="200511"/>
                  <a:pt x="1719461" y="197754"/>
                </a:cubicBezTo>
                <a:cubicBezTo>
                  <a:pt x="1717163" y="195016"/>
                  <a:pt x="1716014" y="188698"/>
                  <a:pt x="1716014" y="178800"/>
                </a:cubicBezTo>
                <a:lnTo>
                  <a:pt x="1716014" y="67833"/>
                </a:lnTo>
                <a:lnTo>
                  <a:pt x="1657314" y="67833"/>
                </a:lnTo>
                <a:close/>
                <a:moveTo>
                  <a:pt x="1678719" y="6816"/>
                </a:moveTo>
                <a:cubicBezTo>
                  <a:pt x="1674239" y="11353"/>
                  <a:pt x="1671980" y="16810"/>
                  <a:pt x="1671980" y="23204"/>
                </a:cubicBezTo>
                <a:cubicBezTo>
                  <a:pt x="1671980" y="29599"/>
                  <a:pt x="1674239" y="35036"/>
                  <a:pt x="1678719" y="39536"/>
                </a:cubicBezTo>
                <a:cubicBezTo>
                  <a:pt x="1683218" y="44016"/>
                  <a:pt x="1688655" y="46275"/>
                  <a:pt x="1695050" y="46275"/>
                </a:cubicBezTo>
                <a:cubicBezTo>
                  <a:pt x="1701445" y="46275"/>
                  <a:pt x="1706901" y="44016"/>
                  <a:pt x="1711439" y="39536"/>
                </a:cubicBezTo>
                <a:cubicBezTo>
                  <a:pt x="1715995" y="35036"/>
                  <a:pt x="1718254" y="29599"/>
                  <a:pt x="1718254" y="23204"/>
                </a:cubicBezTo>
                <a:cubicBezTo>
                  <a:pt x="1718254" y="16810"/>
                  <a:pt x="1716014" y="11353"/>
                  <a:pt x="1711515" y="6816"/>
                </a:cubicBezTo>
                <a:cubicBezTo>
                  <a:pt x="1707035" y="2259"/>
                  <a:pt x="1701540" y="0"/>
                  <a:pt x="1695050" y="0"/>
                </a:cubicBezTo>
                <a:cubicBezTo>
                  <a:pt x="1688655" y="0"/>
                  <a:pt x="1683218" y="2259"/>
                  <a:pt x="1678719" y="6816"/>
                </a:cubicBezTo>
                <a:close/>
                <a:moveTo>
                  <a:pt x="1572557" y="4786"/>
                </a:moveTo>
                <a:lnTo>
                  <a:pt x="1572557" y="10319"/>
                </a:lnTo>
                <a:cubicBezTo>
                  <a:pt x="1579143" y="10722"/>
                  <a:pt x="1583585" y="12291"/>
                  <a:pt x="1585882" y="15048"/>
                </a:cubicBezTo>
                <a:cubicBezTo>
                  <a:pt x="1588180" y="17786"/>
                  <a:pt x="1589328" y="24066"/>
                  <a:pt x="1589328" y="33830"/>
                </a:cubicBezTo>
                <a:lnTo>
                  <a:pt x="1589328" y="178800"/>
                </a:lnTo>
                <a:cubicBezTo>
                  <a:pt x="1589328" y="188698"/>
                  <a:pt x="1588333" y="194787"/>
                  <a:pt x="1586323" y="197084"/>
                </a:cubicBezTo>
                <a:cubicBezTo>
                  <a:pt x="1583336" y="200473"/>
                  <a:pt x="1578741" y="202273"/>
                  <a:pt x="1572557" y="202483"/>
                </a:cubicBezTo>
                <a:lnTo>
                  <a:pt x="1572557" y="207863"/>
                </a:lnTo>
                <a:lnTo>
                  <a:pt x="1648182" y="207863"/>
                </a:lnTo>
                <a:lnTo>
                  <a:pt x="1648182" y="202483"/>
                </a:lnTo>
                <a:cubicBezTo>
                  <a:pt x="1641481" y="202081"/>
                  <a:pt x="1637001" y="200511"/>
                  <a:pt x="1634703" y="197754"/>
                </a:cubicBezTo>
                <a:cubicBezTo>
                  <a:pt x="1632406" y="195016"/>
                  <a:pt x="1631257" y="188698"/>
                  <a:pt x="1631257" y="178800"/>
                </a:cubicBezTo>
                <a:lnTo>
                  <a:pt x="1631257" y="4786"/>
                </a:lnTo>
                <a:lnTo>
                  <a:pt x="1572557" y="4786"/>
                </a:lnTo>
                <a:close/>
                <a:moveTo>
                  <a:pt x="1487493" y="67833"/>
                </a:moveTo>
                <a:lnTo>
                  <a:pt x="1487493" y="73385"/>
                </a:lnTo>
                <a:cubicBezTo>
                  <a:pt x="1494079" y="73768"/>
                  <a:pt x="1498521" y="75357"/>
                  <a:pt x="1500819" y="78095"/>
                </a:cubicBezTo>
                <a:cubicBezTo>
                  <a:pt x="1503116" y="80852"/>
                  <a:pt x="1504265" y="87150"/>
                  <a:pt x="1504265" y="97049"/>
                </a:cubicBezTo>
                <a:lnTo>
                  <a:pt x="1504265" y="178800"/>
                </a:lnTo>
                <a:cubicBezTo>
                  <a:pt x="1504265" y="188698"/>
                  <a:pt x="1503269" y="194787"/>
                  <a:pt x="1501278" y="197084"/>
                </a:cubicBezTo>
                <a:cubicBezTo>
                  <a:pt x="1498272" y="200473"/>
                  <a:pt x="1493677" y="202273"/>
                  <a:pt x="1487493" y="202483"/>
                </a:cubicBezTo>
                <a:lnTo>
                  <a:pt x="1487493" y="207863"/>
                </a:lnTo>
                <a:lnTo>
                  <a:pt x="1563118" y="207863"/>
                </a:lnTo>
                <a:lnTo>
                  <a:pt x="1563118" y="202483"/>
                </a:lnTo>
                <a:cubicBezTo>
                  <a:pt x="1556436" y="202081"/>
                  <a:pt x="1551937" y="200511"/>
                  <a:pt x="1549640" y="197754"/>
                </a:cubicBezTo>
                <a:cubicBezTo>
                  <a:pt x="1547342" y="195016"/>
                  <a:pt x="1546193" y="188698"/>
                  <a:pt x="1546193" y="178800"/>
                </a:cubicBezTo>
                <a:lnTo>
                  <a:pt x="1546193" y="67833"/>
                </a:lnTo>
                <a:lnTo>
                  <a:pt x="1487493" y="67833"/>
                </a:lnTo>
                <a:close/>
                <a:moveTo>
                  <a:pt x="1508917" y="6816"/>
                </a:moveTo>
                <a:cubicBezTo>
                  <a:pt x="1504418" y="11353"/>
                  <a:pt x="1502178" y="16810"/>
                  <a:pt x="1502178" y="23204"/>
                </a:cubicBezTo>
                <a:cubicBezTo>
                  <a:pt x="1502178" y="29599"/>
                  <a:pt x="1504418" y="35036"/>
                  <a:pt x="1508917" y="39536"/>
                </a:cubicBezTo>
                <a:cubicBezTo>
                  <a:pt x="1513397" y="44016"/>
                  <a:pt x="1518834" y="46275"/>
                  <a:pt x="1525229" y="46275"/>
                </a:cubicBezTo>
                <a:cubicBezTo>
                  <a:pt x="1531624" y="46275"/>
                  <a:pt x="1537080" y="44016"/>
                  <a:pt x="1541637" y="39536"/>
                </a:cubicBezTo>
                <a:cubicBezTo>
                  <a:pt x="1546174" y="35036"/>
                  <a:pt x="1548453" y="29599"/>
                  <a:pt x="1548453" y="23204"/>
                </a:cubicBezTo>
                <a:cubicBezTo>
                  <a:pt x="1548453" y="16810"/>
                  <a:pt x="1546193" y="11353"/>
                  <a:pt x="1541713" y="6816"/>
                </a:cubicBezTo>
                <a:cubicBezTo>
                  <a:pt x="1537214" y="2259"/>
                  <a:pt x="1531719" y="0"/>
                  <a:pt x="1525229" y="0"/>
                </a:cubicBezTo>
                <a:cubicBezTo>
                  <a:pt x="1518834" y="0"/>
                  <a:pt x="1513397" y="2259"/>
                  <a:pt x="1508917" y="6816"/>
                </a:cubicBezTo>
                <a:close/>
                <a:moveTo>
                  <a:pt x="1400190" y="80718"/>
                </a:moveTo>
                <a:cubicBezTo>
                  <a:pt x="1406776" y="80718"/>
                  <a:pt x="1412022" y="83609"/>
                  <a:pt x="1415908" y="89391"/>
                </a:cubicBezTo>
                <a:cubicBezTo>
                  <a:pt x="1421307" y="97393"/>
                  <a:pt x="1424007" y="112116"/>
                  <a:pt x="1424007" y="133578"/>
                </a:cubicBezTo>
                <a:cubicBezTo>
                  <a:pt x="1424007" y="155940"/>
                  <a:pt x="1422781" y="171429"/>
                  <a:pt x="1420331" y="180006"/>
                </a:cubicBezTo>
                <a:cubicBezTo>
                  <a:pt x="1417880" y="188603"/>
                  <a:pt x="1414836" y="194346"/>
                  <a:pt x="1411198" y="197237"/>
                </a:cubicBezTo>
                <a:cubicBezTo>
                  <a:pt x="1407541" y="200128"/>
                  <a:pt x="1403176" y="201564"/>
                  <a:pt x="1398084" y="201564"/>
                </a:cubicBezTo>
                <a:cubicBezTo>
                  <a:pt x="1392206" y="201564"/>
                  <a:pt x="1387362" y="199745"/>
                  <a:pt x="1383571" y="196108"/>
                </a:cubicBezTo>
                <a:cubicBezTo>
                  <a:pt x="1379761" y="192470"/>
                  <a:pt x="1377368" y="187703"/>
                  <a:pt x="1376373" y="181806"/>
                </a:cubicBezTo>
                <a:cubicBezTo>
                  <a:pt x="1375779" y="178322"/>
                  <a:pt x="1375473" y="170223"/>
                  <a:pt x="1375473" y="157549"/>
                </a:cubicBezTo>
                <a:lnTo>
                  <a:pt x="1375473" y="95230"/>
                </a:lnTo>
                <a:cubicBezTo>
                  <a:pt x="1383361" y="85561"/>
                  <a:pt x="1391593" y="80718"/>
                  <a:pt x="1400190" y="80718"/>
                </a:cubicBezTo>
                <a:close/>
                <a:moveTo>
                  <a:pt x="1317366" y="4786"/>
                </a:moveTo>
                <a:lnTo>
                  <a:pt x="1317366" y="10319"/>
                </a:lnTo>
                <a:cubicBezTo>
                  <a:pt x="1322459" y="10530"/>
                  <a:pt x="1326077" y="11296"/>
                  <a:pt x="1328222" y="12655"/>
                </a:cubicBezTo>
                <a:cubicBezTo>
                  <a:pt x="1330366" y="13995"/>
                  <a:pt x="1331955" y="16063"/>
                  <a:pt x="1332950" y="18858"/>
                </a:cubicBezTo>
                <a:cubicBezTo>
                  <a:pt x="1333640" y="20773"/>
                  <a:pt x="1334003" y="25751"/>
                  <a:pt x="1334003" y="33830"/>
                </a:cubicBezTo>
                <a:lnTo>
                  <a:pt x="1334003" y="211903"/>
                </a:lnTo>
                <a:lnTo>
                  <a:pt x="1339077" y="211903"/>
                </a:lnTo>
                <a:lnTo>
                  <a:pt x="1362301" y="196778"/>
                </a:lnTo>
                <a:cubicBezTo>
                  <a:pt x="1367987" y="202177"/>
                  <a:pt x="1373788" y="206063"/>
                  <a:pt x="1379666" y="208457"/>
                </a:cubicBezTo>
                <a:cubicBezTo>
                  <a:pt x="1385562" y="210869"/>
                  <a:pt x="1392302" y="212056"/>
                  <a:pt x="1399883" y="212056"/>
                </a:cubicBezTo>
                <a:cubicBezTo>
                  <a:pt x="1412960" y="212056"/>
                  <a:pt x="1424600" y="208782"/>
                  <a:pt x="1434786" y="202253"/>
                </a:cubicBezTo>
                <a:cubicBezTo>
                  <a:pt x="1444971" y="195706"/>
                  <a:pt x="1453108" y="186209"/>
                  <a:pt x="1459196" y="173727"/>
                </a:cubicBezTo>
                <a:cubicBezTo>
                  <a:pt x="1465284" y="161244"/>
                  <a:pt x="1468329" y="147363"/>
                  <a:pt x="1468329" y="132085"/>
                </a:cubicBezTo>
                <a:cubicBezTo>
                  <a:pt x="1468329" y="118511"/>
                  <a:pt x="1465935" y="106526"/>
                  <a:pt x="1461149" y="96149"/>
                </a:cubicBezTo>
                <a:cubicBezTo>
                  <a:pt x="1456343" y="85753"/>
                  <a:pt x="1449700" y="77750"/>
                  <a:pt x="1441218" y="72102"/>
                </a:cubicBezTo>
                <a:cubicBezTo>
                  <a:pt x="1432737" y="66473"/>
                  <a:pt x="1423700" y="63640"/>
                  <a:pt x="1414108" y="63640"/>
                </a:cubicBezTo>
                <a:cubicBezTo>
                  <a:pt x="1400132" y="63640"/>
                  <a:pt x="1387266" y="69728"/>
                  <a:pt x="1375473" y="81905"/>
                </a:cubicBezTo>
                <a:lnTo>
                  <a:pt x="1375473" y="4786"/>
                </a:lnTo>
                <a:lnTo>
                  <a:pt x="1317366" y="4786"/>
                </a:lnTo>
                <a:close/>
                <a:moveTo>
                  <a:pt x="1228129" y="184640"/>
                </a:moveTo>
                <a:cubicBezTo>
                  <a:pt x="1223629" y="184640"/>
                  <a:pt x="1220126" y="183299"/>
                  <a:pt x="1217637" y="180600"/>
                </a:cubicBezTo>
                <a:cubicBezTo>
                  <a:pt x="1214344" y="177115"/>
                  <a:pt x="1212697" y="173076"/>
                  <a:pt x="1212697" y="168481"/>
                </a:cubicBezTo>
                <a:cubicBezTo>
                  <a:pt x="1212697" y="162986"/>
                  <a:pt x="1214650" y="157549"/>
                  <a:pt x="1218537" y="152150"/>
                </a:cubicBezTo>
                <a:cubicBezTo>
                  <a:pt x="1224434" y="144070"/>
                  <a:pt x="1233413" y="136469"/>
                  <a:pt x="1245494" y="129386"/>
                </a:cubicBezTo>
                <a:lnTo>
                  <a:pt x="1245494" y="176273"/>
                </a:lnTo>
                <a:cubicBezTo>
                  <a:pt x="1238908" y="181863"/>
                  <a:pt x="1233107" y="184640"/>
                  <a:pt x="1228129" y="184640"/>
                </a:cubicBezTo>
                <a:close/>
                <a:moveTo>
                  <a:pt x="1253726" y="204206"/>
                </a:moveTo>
                <a:cubicBezTo>
                  <a:pt x="1258225" y="207940"/>
                  <a:pt x="1264467" y="209816"/>
                  <a:pt x="1272451" y="209816"/>
                </a:cubicBezTo>
                <a:cubicBezTo>
                  <a:pt x="1279247" y="209816"/>
                  <a:pt x="1285297" y="208131"/>
                  <a:pt x="1290639" y="204800"/>
                </a:cubicBezTo>
                <a:cubicBezTo>
                  <a:pt x="1295980" y="201449"/>
                  <a:pt x="1301150" y="196089"/>
                  <a:pt x="1306147" y="188698"/>
                </a:cubicBezTo>
                <a:lnTo>
                  <a:pt x="1301648" y="185099"/>
                </a:lnTo>
                <a:cubicBezTo>
                  <a:pt x="1298967" y="188794"/>
                  <a:pt x="1296306" y="190632"/>
                  <a:pt x="1293721" y="190632"/>
                </a:cubicBezTo>
                <a:cubicBezTo>
                  <a:pt x="1292419" y="190632"/>
                  <a:pt x="1291271" y="190249"/>
                  <a:pt x="1290275" y="189445"/>
                </a:cubicBezTo>
                <a:cubicBezTo>
                  <a:pt x="1289280" y="188641"/>
                  <a:pt x="1288533" y="187416"/>
                  <a:pt x="1288016" y="185769"/>
                </a:cubicBezTo>
                <a:cubicBezTo>
                  <a:pt x="1287518" y="184123"/>
                  <a:pt x="1287269" y="180102"/>
                  <a:pt x="1287269" y="173727"/>
                </a:cubicBezTo>
                <a:lnTo>
                  <a:pt x="1287269" y="119353"/>
                </a:lnTo>
                <a:cubicBezTo>
                  <a:pt x="1287269" y="104286"/>
                  <a:pt x="1286580" y="94636"/>
                  <a:pt x="1285182" y="90444"/>
                </a:cubicBezTo>
                <a:cubicBezTo>
                  <a:pt x="1282885" y="83857"/>
                  <a:pt x="1277869" y="77750"/>
                  <a:pt x="1270134" y="72102"/>
                </a:cubicBezTo>
                <a:cubicBezTo>
                  <a:pt x="1262399" y="66473"/>
                  <a:pt x="1251888" y="63640"/>
                  <a:pt x="1238601" y="63640"/>
                </a:cubicBezTo>
                <a:cubicBezTo>
                  <a:pt x="1227612" y="63640"/>
                  <a:pt x="1217043" y="65401"/>
                  <a:pt x="1206858" y="68886"/>
                </a:cubicBezTo>
                <a:cubicBezTo>
                  <a:pt x="1196673" y="72389"/>
                  <a:pt x="1188727" y="77386"/>
                  <a:pt x="1183041" y="83934"/>
                </a:cubicBezTo>
                <a:cubicBezTo>
                  <a:pt x="1177355" y="90482"/>
                  <a:pt x="1174502" y="97336"/>
                  <a:pt x="1174502" y="104535"/>
                </a:cubicBezTo>
                <a:cubicBezTo>
                  <a:pt x="1174502" y="109627"/>
                  <a:pt x="1176627" y="114069"/>
                  <a:pt x="1180877" y="117860"/>
                </a:cubicBezTo>
                <a:cubicBezTo>
                  <a:pt x="1185109" y="121651"/>
                  <a:pt x="1190374" y="123546"/>
                  <a:pt x="1196673" y="123546"/>
                </a:cubicBezTo>
                <a:cubicBezTo>
                  <a:pt x="1202569" y="123546"/>
                  <a:pt x="1207337" y="121823"/>
                  <a:pt x="1210974" y="118377"/>
                </a:cubicBezTo>
                <a:cubicBezTo>
                  <a:pt x="1214612" y="114931"/>
                  <a:pt x="1216431" y="110776"/>
                  <a:pt x="1216431" y="105875"/>
                </a:cubicBezTo>
                <a:cubicBezTo>
                  <a:pt x="1216431" y="101893"/>
                  <a:pt x="1214535" y="97738"/>
                  <a:pt x="1210745" y="93449"/>
                </a:cubicBezTo>
                <a:cubicBezTo>
                  <a:pt x="1207949" y="90348"/>
                  <a:pt x="1206552" y="87744"/>
                  <a:pt x="1206552" y="85657"/>
                </a:cubicBezTo>
                <a:cubicBezTo>
                  <a:pt x="1206552" y="83264"/>
                  <a:pt x="1207854" y="81158"/>
                  <a:pt x="1210457" y="79377"/>
                </a:cubicBezTo>
                <a:cubicBezTo>
                  <a:pt x="1214650" y="76467"/>
                  <a:pt x="1219973" y="75031"/>
                  <a:pt x="1226482" y="75031"/>
                </a:cubicBezTo>
                <a:cubicBezTo>
                  <a:pt x="1230464" y="75031"/>
                  <a:pt x="1234064" y="76046"/>
                  <a:pt x="1237261" y="78095"/>
                </a:cubicBezTo>
                <a:cubicBezTo>
                  <a:pt x="1240458" y="80143"/>
                  <a:pt x="1242622" y="82536"/>
                  <a:pt x="1243771" y="85293"/>
                </a:cubicBezTo>
                <a:cubicBezTo>
                  <a:pt x="1244919" y="88031"/>
                  <a:pt x="1245494" y="94694"/>
                  <a:pt x="1245494" y="105281"/>
                </a:cubicBezTo>
                <a:lnTo>
                  <a:pt x="1245494" y="119353"/>
                </a:lnTo>
                <a:cubicBezTo>
                  <a:pt x="1214650" y="133521"/>
                  <a:pt x="1194624" y="144893"/>
                  <a:pt x="1185434" y="153432"/>
                </a:cubicBezTo>
                <a:cubicBezTo>
                  <a:pt x="1176244" y="161971"/>
                  <a:pt x="1171668" y="171582"/>
                  <a:pt x="1171668" y="182246"/>
                </a:cubicBezTo>
                <a:cubicBezTo>
                  <a:pt x="1171668" y="190153"/>
                  <a:pt x="1174311" y="196701"/>
                  <a:pt x="1179595" y="201947"/>
                </a:cubicBezTo>
                <a:cubicBezTo>
                  <a:pt x="1184898" y="207193"/>
                  <a:pt x="1191522" y="209816"/>
                  <a:pt x="1199525" y="209816"/>
                </a:cubicBezTo>
                <a:cubicBezTo>
                  <a:pt x="1213099" y="209816"/>
                  <a:pt x="1228416" y="202273"/>
                  <a:pt x="1245494" y="187205"/>
                </a:cubicBezTo>
                <a:cubicBezTo>
                  <a:pt x="1246489" y="194787"/>
                  <a:pt x="1249246" y="200454"/>
                  <a:pt x="1253726" y="204206"/>
                </a:cubicBezTo>
                <a:close/>
                <a:moveTo>
                  <a:pt x="1079272" y="67833"/>
                </a:moveTo>
                <a:lnTo>
                  <a:pt x="1079272" y="73385"/>
                </a:lnTo>
                <a:cubicBezTo>
                  <a:pt x="1085858" y="73768"/>
                  <a:pt x="1090300" y="75357"/>
                  <a:pt x="1092597" y="78095"/>
                </a:cubicBezTo>
                <a:cubicBezTo>
                  <a:pt x="1094895" y="80852"/>
                  <a:pt x="1096044" y="87150"/>
                  <a:pt x="1096044" y="97049"/>
                </a:cubicBezTo>
                <a:lnTo>
                  <a:pt x="1096044" y="178800"/>
                </a:lnTo>
                <a:cubicBezTo>
                  <a:pt x="1096044" y="188698"/>
                  <a:pt x="1095048" y="194787"/>
                  <a:pt x="1093038" y="197084"/>
                </a:cubicBezTo>
                <a:cubicBezTo>
                  <a:pt x="1090051" y="200473"/>
                  <a:pt x="1085456" y="202273"/>
                  <a:pt x="1079272" y="202483"/>
                </a:cubicBezTo>
                <a:lnTo>
                  <a:pt x="1079272" y="207863"/>
                </a:lnTo>
                <a:lnTo>
                  <a:pt x="1154897" y="207863"/>
                </a:lnTo>
                <a:lnTo>
                  <a:pt x="1154897" y="202483"/>
                </a:lnTo>
                <a:cubicBezTo>
                  <a:pt x="1148196" y="202081"/>
                  <a:pt x="1143716" y="200511"/>
                  <a:pt x="1141419" y="197754"/>
                </a:cubicBezTo>
                <a:cubicBezTo>
                  <a:pt x="1139121" y="195016"/>
                  <a:pt x="1137972" y="188698"/>
                  <a:pt x="1137972" y="178800"/>
                </a:cubicBezTo>
                <a:lnTo>
                  <a:pt x="1137972" y="67833"/>
                </a:lnTo>
                <a:lnTo>
                  <a:pt x="1079272" y="67833"/>
                </a:lnTo>
                <a:close/>
                <a:moveTo>
                  <a:pt x="1100677" y="6816"/>
                </a:moveTo>
                <a:cubicBezTo>
                  <a:pt x="1096197" y="11353"/>
                  <a:pt x="1093938" y="16810"/>
                  <a:pt x="1093938" y="23204"/>
                </a:cubicBezTo>
                <a:cubicBezTo>
                  <a:pt x="1093938" y="29599"/>
                  <a:pt x="1096197" y="35036"/>
                  <a:pt x="1100677" y="39536"/>
                </a:cubicBezTo>
                <a:cubicBezTo>
                  <a:pt x="1105176" y="44016"/>
                  <a:pt x="1110613" y="46275"/>
                  <a:pt x="1117008" y="46275"/>
                </a:cubicBezTo>
                <a:cubicBezTo>
                  <a:pt x="1123403" y="46275"/>
                  <a:pt x="1128859" y="44016"/>
                  <a:pt x="1133397" y="39536"/>
                </a:cubicBezTo>
                <a:cubicBezTo>
                  <a:pt x="1137953" y="35036"/>
                  <a:pt x="1140212" y="29599"/>
                  <a:pt x="1140212" y="23204"/>
                </a:cubicBezTo>
                <a:cubicBezTo>
                  <a:pt x="1140212" y="16810"/>
                  <a:pt x="1137972" y="11353"/>
                  <a:pt x="1133473" y="6816"/>
                </a:cubicBezTo>
                <a:cubicBezTo>
                  <a:pt x="1128993" y="2259"/>
                  <a:pt x="1123498" y="0"/>
                  <a:pt x="1117008" y="0"/>
                </a:cubicBezTo>
                <a:cubicBezTo>
                  <a:pt x="1110613" y="0"/>
                  <a:pt x="1105176" y="2259"/>
                  <a:pt x="1100677" y="6816"/>
                </a:cubicBezTo>
                <a:close/>
                <a:moveTo>
                  <a:pt x="994515" y="4786"/>
                </a:moveTo>
                <a:lnTo>
                  <a:pt x="994515" y="10319"/>
                </a:lnTo>
                <a:cubicBezTo>
                  <a:pt x="1001101" y="10722"/>
                  <a:pt x="1005543" y="12291"/>
                  <a:pt x="1007840" y="15048"/>
                </a:cubicBezTo>
                <a:cubicBezTo>
                  <a:pt x="1010138" y="17786"/>
                  <a:pt x="1011286" y="24066"/>
                  <a:pt x="1011286" y="33830"/>
                </a:cubicBezTo>
                <a:lnTo>
                  <a:pt x="1011286" y="178800"/>
                </a:lnTo>
                <a:cubicBezTo>
                  <a:pt x="1011286" y="188698"/>
                  <a:pt x="1010272" y="194787"/>
                  <a:pt x="1008280" y="197084"/>
                </a:cubicBezTo>
                <a:cubicBezTo>
                  <a:pt x="1005294" y="200473"/>
                  <a:pt x="1000699" y="202273"/>
                  <a:pt x="994515" y="202483"/>
                </a:cubicBezTo>
                <a:lnTo>
                  <a:pt x="994515" y="207863"/>
                </a:lnTo>
                <a:lnTo>
                  <a:pt x="1070140" y="207863"/>
                </a:lnTo>
                <a:lnTo>
                  <a:pt x="1070140" y="202483"/>
                </a:lnTo>
                <a:cubicBezTo>
                  <a:pt x="1063439" y="202081"/>
                  <a:pt x="1058959" y="200511"/>
                  <a:pt x="1056661" y="197754"/>
                </a:cubicBezTo>
                <a:cubicBezTo>
                  <a:pt x="1054364" y="195016"/>
                  <a:pt x="1053215" y="188698"/>
                  <a:pt x="1053215" y="178800"/>
                </a:cubicBezTo>
                <a:lnTo>
                  <a:pt x="1053215" y="4786"/>
                </a:lnTo>
                <a:lnTo>
                  <a:pt x="994515" y="4786"/>
                </a:lnTo>
                <a:close/>
                <a:moveTo>
                  <a:pt x="903612" y="122799"/>
                </a:moveTo>
                <a:lnTo>
                  <a:pt x="903612" y="117554"/>
                </a:lnTo>
                <a:cubicBezTo>
                  <a:pt x="903612" y="102084"/>
                  <a:pt x="906560" y="89907"/>
                  <a:pt x="912438" y="81024"/>
                </a:cubicBezTo>
                <a:cubicBezTo>
                  <a:pt x="915731" y="75931"/>
                  <a:pt x="919981" y="73385"/>
                  <a:pt x="925170" y="73385"/>
                </a:cubicBezTo>
                <a:cubicBezTo>
                  <a:pt x="928673" y="73385"/>
                  <a:pt x="931469" y="74285"/>
                  <a:pt x="933555" y="76065"/>
                </a:cubicBezTo>
                <a:cubicBezTo>
                  <a:pt x="937251" y="79167"/>
                  <a:pt x="939969" y="83723"/>
                  <a:pt x="941731" y="89697"/>
                </a:cubicBezTo>
                <a:cubicBezTo>
                  <a:pt x="943473" y="95689"/>
                  <a:pt x="944354" y="106717"/>
                  <a:pt x="944354" y="122799"/>
                </a:cubicBezTo>
                <a:lnTo>
                  <a:pt x="903612" y="122799"/>
                </a:lnTo>
                <a:close/>
                <a:moveTo>
                  <a:pt x="964341" y="81081"/>
                </a:moveTo>
                <a:cubicBezTo>
                  <a:pt x="953907" y="69460"/>
                  <a:pt x="941597" y="63640"/>
                  <a:pt x="927429" y="63640"/>
                </a:cubicBezTo>
                <a:cubicBezTo>
                  <a:pt x="910447" y="63640"/>
                  <a:pt x="895647" y="70551"/>
                  <a:pt x="883011" y="84394"/>
                </a:cubicBezTo>
                <a:cubicBezTo>
                  <a:pt x="870394" y="98217"/>
                  <a:pt x="864076" y="116807"/>
                  <a:pt x="864076" y="140164"/>
                </a:cubicBezTo>
                <a:cubicBezTo>
                  <a:pt x="864076" y="159233"/>
                  <a:pt x="868365" y="175220"/>
                  <a:pt x="876942" y="188086"/>
                </a:cubicBezTo>
                <a:cubicBezTo>
                  <a:pt x="887625" y="204072"/>
                  <a:pt x="903363" y="212056"/>
                  <a:pt x="924136" y="212056"/>
                </a:cubicBezTo>
                <a:cubicBezTo>
                  <a:pt x="936198" y="212056"/>
                  <a:pt x="946842" y="208840"/>
                  <a:pt x="956032" y="202407"/>
                </a:cubicBezTo>
                <a:cubicBezTo>
                  <a:pt x="965203" y="195955"/>
                  <a:pt x="973589" y="185003"/>
                  <a:pt x="981190" y="169534"/>
                </a:cubicBezTo>
                <a:lnTo>
                  <a:pt x="976097" y="166222"/>
                </a:lnTo>
                <a:cubicBezTo>
                  <a:pt x="970506" y="174914"/>
                  <a:pt x="965260" y="180925"/>
                  <a:pt x="960378" y="184276"/>
                </a:cubicBezTo>
                <a:cubicBezTo>
                  <a:pt x="955477" y="187626"/>
                  <a:pt x="950040" y="189292"/>
                  <a:pt x="944047" y="189292"/>
                </a:cubicBezTo>
                <a:cubicBezTo>
                  <a:pt x="934360" y="189292"/>
                  <a:pt x="926070" y="185156"/>
                  <a:pt x="919177" y="176866"/>
                </a:cubicBezTo>
                <a:cubicBezTo>
                  <a:pt x="910198" y="166068"/>
                  <a:pt x="905258" y="151403"/>
                  <a:pt x="904359" y="132832"/>
                </a:cubicBezTo>
                <a:lnTo>
                  <a:pt x="981190" y="132832"/>
                </a:lnTo>
                <a:cubicBezTo>
                  <a:pt x="980385" y="109972"/>
                  <a:pt x="974776" y="92722"/>
                  <a:pt x="964341" y="81081"/>
                </a:cubicBezTo>
                <a:close/>
                <a:moveTo>
                  <a:pt x="727645" y="67833"/>
                </a:moveTo>
                <a:lnTo>
                  <a:pt x="727645" y="73385"/>
                </a:lnTo>
                <a:cubicBezTo>
                  <a:pt x="732432" y="73883"/>
                  <a:pt x="735782" y="74782"/>
                  <a:pt x="737677" y="76065"/>
                </a:cubicBezTo>
                <a:cubicBezTo>
                  <a:pt x="739573" y="77367"/>
                  <a:pt x="741028" y="79416"/>
                  <a:pt x="742024" y="82211"/>
                </a:cubicBezTo>
                <a:cubicBezTo>
                  <a:pt x="742828" y="84413"/>
                  <a:pt x="743230" y="89505"/>
                  <a:pt x="743230" y="97489"/>
                </a:cubicBezTo>
                <a:lnTo>
                  <a:pt x="743230" y="174914"/>
                </a:lnTo>
                <a:cubicBezTo>
                  <a:pt x="743230" y="187109"/>
                  <a:pt x="742158" y="194614"/>
                  <a:pt x="739994" y="197467"/>
                </a:cubicBezTo>
                <a:cubicBezTo>
                  <a:pt x="737850" y="200301"/>
                  <a:pt x="733734" y="201966"/>
                  <a:pt x="727645" y="202483"/>
                </a:cubicBezTo>
                <a:lnTo>
                  <a:pt x="727645" y="207863"/>
                </a:lnTo>
                <a:lnTo>
                  <a:pt x="803270" y="207863"/>
                </a:lnTo>
                <a:lnTo>
                  <a:pt x="803270" y="202483"/>
                </a:lnTo>
                <a:cubicBezTo>
                  <a:pt x="797680" y="202177"/>
                  <a:pt x="793716" y="201392"/>
                  <a:pt x="791362" y="200147"/>
                </a:cubicBezTo>
                <a:cubicBezTo>
                  <a:pt x="789026" y="198903"/>
                  <a:pt x="787245" y="196931"/>
                  <a:pt x="786058" y="194231"/>
                </a:cubicBezTo>
                <a:cubicBezTo>
                  <a:pt x="785350" y="192642"/>
                  <a:pt x="785005" y="188986"/>
                  <a:pt x="785005" y="183299"/>
                </a:cubicBezTo>
                <a:lnTo>
                  <a:pt x="784852" y="174914"/>
                </a:lnTo>
                <a:lnTo>
                  <a:pt x="784852" y="142711"/>
                </a:lnTo>
                <a:cubicBezTo>
                  <a:pt x="784852" y="131032"/>
                  <a:pt x="786460" y="120349"/>
                  <a:pt x="789638" y="110661"/>
                </a:cubicBezTo>
                <a:cubicBezTo>
                  <a:pt x="791744" y="104381"/>
                  <a:pt x="794846" y="99538"/>
                  <a:pt x="798924" y="96149"/>
                </a:cubicBezTo>
                <a:cubicBezTo>
                  <a:pt x="801528" y="93947"/>
                  <a:pt x="804266" y="92837"/>
                  <a:pt x="807176" y="92837"/>
                </a:cubicBezTo>
                <a:cubicBezTo>
                  <a:pt x="808459" y="92837"/>
                  <a:pt x="809607" y="93143"/>
                  <a:pt x="810622" y="93737"/>
                </a:cubicBezTo>
                <a:cubicBezTo>
                  <a:pt x="811311" y="94139"/>
                  <a:pt x="813609" y="96034"/>
                  <a:pt x="817495" y="99442"/>
                </a:cubicBezTo>
                <a:cubicBezTo>
                  <a:pt x="821401" y="102831"/>
                  <a:pt x="825996" y="104535"/>
                  <a:pt x="831280" y="104535"/>
                </a:cubicBezTo>
                <a:cubicBezTo>
                  <a:pt x="835875" y="104535"/>
                  <a:pt x="839800" y="102678"/>
                  <a:pt x="843035" y="98982"/>
                </a:cubicBezTo>
                <a:cubicBezTo>
                  <a:pt x="846290" y="95287"/>
                  <a:pt x="847898" y="90099"/>
                  <a:pt x="847898" y="83417"/>
                </a:cubicBezTo>
                <a:cubicBezTo>
                  <a:pt x="847898" y="77118"/>
                  <a:pt x="846233" y="72255"/>
                  <a:pt x="842882" y="68809"/>
                </a:cubicBezTo>
                <a:cubicBezTo>
                  <a:pt x="839551" y="65363"/>
                  <a:pt x="835071" y="63640"/>
                  <a:pt x="829480" y="63640"/>
                </a:cubicBezTo>
                <a:cubicBezTo>
                  <a:pt x="822990" y="63640"/>
                  <a:pt x="816251" y="66014"/>
                  <a:pt x="809263" y="70762"/>
                </a:cubicBezTo>
                <a:cubicBezTo>
                  <a:pt x="802275" y="75510"/>
                  <a:pt x="794138" y="85121"/>
                  <a:pt x="784852" y="99576"/>
                </a:cubicBezTo>
                <a:lnTo>
                  <a:pt x="784852" y="67833"/>
                </a:lnTo>
                <a:lnTo>
                  <a:pt x="727645" y="67833"/>
                </a:lnTo>
                <a:close/>
                <a:moveTo>
                  <a:pt x="480247" y="4786"/>
                </a:moveTo>
                <a:lnTo>
                  <a:pt x="480247" y="10319"/>
                </a:lnTo>
                <a:cubicBezTo>
                  <a:pt x="486450" y="11124"/>
                  <a:pt x="490509" y="12828"/>
                  <a:pt x="492461" y="15412"/>
                </a:cubicBezTo>
                <a:cubicBezTo>
                  <a:pt x="494414" y="18016"/>
                  <a:pt x="495391" y="24602"/>
                  <a:pt x="495391" y="35189"/>
                </a:cubicBezTo>
                <a:lnTo>
                  <a:pt x="495391" y="177460"/>
                </a:lnTo>
                <a:cubicBezTo>
                  <a:pt x="495391" y="188143"/>
                  <a:pt x="494529" y="194595"/>
                  <a:pt x="492844" y="196778"/>
                </a:cubicBezTo>
                <a:cubicBezTo>
                  <a:pt x="490336" y="199975"/>
                  <a:pt x="486143" y="201871"/>
                  <a:pt x="480247" y="202483"/>
                </a:cubicBezTo>
                <a:lnTo>
                  <a:pt x="480247" y="207863"/>
                </a:lnTo>
                <a:lnTo>
                  <a:pt x="551238" y="207863"/>
                </a:lnTo>
                <a:lnTo>
                  <a:pt x="551238" y="202483"/>
                </a:lnTo>
                <a:cubicBezTo>
                  <a:pt x="545341" y="201679"/>
                  <a:pt x="541455" y="199573"/>
                  <a:pt x="539559" y="196184"/>
                </a:cubicBezTo>
                <a:cubicBezTo>
                  <a:pt x="538066" y="193695"/>
                  <a:pt x="537319" y="187454"/>
                  <a:pt x="537319" y="177460"/>
                </a:cubicBezTo>
                <a:lnTo>
                  <a:pt x="537319" y="102429"/>
                </a:lnTo>
                <a:cubicBezTo>
                  <a:pt x="541704" y="95536"/>
                  <a:pt x="545801" y="90731"/>
                  <a:pt x="549592" y="87974"/>
                </a:cubicBezTo>
                <a:cubicBezTo>
                  <a:pt x="553383" y="85236"/>
                  <a:pt x="557288" y="83857"/>
                  <a:pt x="561271" y="83857"/>
                </a:cubicBezTo>
                <a:cubicBezTo>
                  <a:pt x="563970" y="83857"/>
                  <a:pt x="566382" y="84681"/>
                  <a:pt x="568546" y="86327"/>
                </a:cubicBezTo>
                <a:cubicBezTo>
                  <a:pt x="570690" y="87974"/>
                  <a:pt x="572203" y="90290"/>
                  <a:pt x="573102" y="93220"/>
                </a:cubicBezTo>
                <a:cubicBezTo>
                  <a:pt x="574002" y="96168"/>
                  <a:pt x="574462" y="103424"/>
                  <a:pt x="574462" y="115007"/>
                </a:cubicBezTo>
                <a:lnTo>
                  <a:pt x="574462" y="177460"/>
                </a:lnTo>
                <a:cubicBezTo>
                  <a:pt x="574462" y="187550"/>
                  <a:pt x="573562" y="193887"/>
                  <a:pt x="571762" y="196471"/>
                </a:cubicBezTo>
                <a:cubicBezTo>
                  <a:pt x="569254" y="199784"/>
                  <a:pt x="565521" y="201775"/>
                  <a:pt x="560524" y="202483"/>
                </a:cubicBezTo>
                <a:lnTo>
                  <a:pt x="560524" y="207863"/>
                </a:lnTo>
                <a:lnTo>
                  <a:pt x="631515" y="207863"/>
                </a:lnTo>
                <a:lnTo>
                  <a:pt x="631515" y="202483"/>
                </a:lnTo>
                <a:cubicBezTo>
                  <a:pt x="625427" y="201775"/>
                  <a:pt x="621388" y="200090"/>
                  <a:pt x="619377" y="197467"/>
                </a:cubicBezTo>
                <a:cubicBezTo>
                  <a:pt x="617386" y="194806"/>
                  <a:pt x="616391" y="188143"/>
                  <a:pt x="616391" y="177460"/>
                </a:cubicBezTo>
                <a:lnTo>
                  <a:pt x="616391" y="122799"/>
                </a:lnTo>
                <a:cubicBezTo>
                  <a:pt x="616391" y="106832"/>
                  <a:pt x="615357" y="95460"/>
                  <a:pt x="613327" y="88720"/>
                </a:cubicBezTo>
                <a:cubicBezTo>
                  <a:pt x="611279" y="81981"/>
                  <a:pt x="607124" y="76123"/>
                  <a:pt x="600883" y="71126"/>
                </a:cubicBezTo>
                <a:cubicBezTo>
                  <a:pt x="594641" y="66148"/>
                  <a:pt x="587136" y="63640"/>
                  <a:pt x="578348" y="63640"/>
                </a:cubicBezTo>
                <a:cubicBezTo>
                  <a:pt x="571456" y="63640"/>
                  <a:pt x="564812" y="65325"/>
                  <a:pt x="558437" y="68656"/>
                </a:cubicBezTo>
                <a:cubicBezTo>
                  <a:pt x="552042" y="72006"/>
                  <a:pt x="544997" y="77731"/>
                  <a:pt x="537319" y="85810"/>
                </a:cubicBezTo>
                <a:lnTo>
                  <a:pt x="537319" y="4786"/>
                </a:lnTo>
                <a:lnTo>
                  <a:pt x="480247" y="4786"/>
                </a:lnTo>
                <a:close/>
                <a:moveTo>
                  <a:pt x="425682" y="230187"/>
                </a:moveTo>
                <a:cubicBezTo>
                  <a:pt x="431119" y="231278"/>
                  <a:pt x="435178" y="233327"/>
                  <a:pt x="437878" y="236313"/>
                </a:cubicBezTo>
                <a:cubicBezTo>
                  <a:pt x="439371" y="238017"/>
                  <a:pt x="440118" y="240104"/>
                  <a:pt x="440118" y="242612"/>
                </a:cubicBezTo>
                <a:cubicBezTo>
                  <a:pt x="440118" y="249294"/>
                  <a:pt x="436154" y="254482"/>
                  <a:pt x="428228" y="258178"/>
                </a:cubicBezTo>
                <a:cubicBezTo>
                  <a:pt x="420283" y="261873"/>
                  <a:pt x="409370" y="263711"/>
                  <a:pt x="395489" y="263711"/>
                </a:cubicBezTo>
                <a:cubicBezTo>
                  <a:pt x="379216" y="263711"/>
                  <a:pt x="368150" y="261643"/>
                  <a:pt x="362253" y="257507"/>
                </a:cubicBezTo>
                <a:cubicBezTo>
                  <a:pt x="356356" y="253372"/>
                  <a:pt x="353407" y="248739"/>
                  <a:pt x="353407" y="243646"/>
                </a:cubicBezTo>
                <a:cubicBezTo>
                  <a:pt x="353407" y="238362"/>
                  <a:pt x="356260" y="234169"/>
                  <a:pt x="361946" y="231067"/>
                </a:cubicBezTo>
                <a:cubicBezTo>
                  <a:pt x="365239" y="229383"/>
                  <a:pt x="371979" y="228540"/>
                  <a:pt x="382164" y="228540"/>
                </a:cubicBezTo>
                <a:cubicBezTo>
                  <a:pt x="405732" y="228540"/>
                  <a:pt x="420225" y="229076"/>
                  <a:pt x="425682" y="230187"/>
                </a:cubicBezTo>
                <a:close/>
                <a:moveTo>
                  <a:pt x="404488" y="80124"/>
                </a:moveTo>
                <a:cubicBezTo>
                  <a:pt x="408968" y="86614"/>
                  <a:pt x="411227" y="98791"/>
                  <a:pt x="411227" y="116654"/>
                </a:cubicBezTo>
                <a:cubicBezTo>
                  <a:pt x="411227" y="132545"/>
                  <a:pt x="409217" y="143209"/>
                  <a:pt x="405234" y="148703"/>
                </a:cubicBezTo>
                <a:cubicBezTo>
                  <a:pt x="401233" y="154198"/>
                  <a:pt x="396255" y="156955"/>
                  <a:pt x="390263" y="156955"/>
                </a:cubicBezTo>
                <a:cubicBezTo>
                  <a:pt x="384864" y="156955"/>
                  <a:pt x="380192" y="154179"/>
                  <a:pt x="376248" y="148627"/>
                </a:cubicBezTo>
                <a:cubicBezTo>
                  <a:pt x="372304" y="143094"/>
                  <a:pt x="370332" y="132889"/>
                  <a:pt x="370332" y="118013"/>
                </a:cubicBezTo>
                <a:cubicBezTo>
                  <a:pt x="370332" y="99633"/>
                  <a:pt x="372342" y="87533"/>
                  <a:pt x="376325" y="81694"/>
                </a:cubicBezTo>
                <a:cubicBezTo>
                  <a:pt x="380326" y="75855"/>
                  <a:pt x="385208" y="72925"/>
                  <a:pt x="391009" y="72925"/>
                </a:cubicBezTo>
                <a:cubicBezTo>
                  <a:pt x="396791" y="72925"/>
                  <a:pt x="401290" y="75319"/>
                  <a:pt x="404488" y="80124"/>
                </a:cubicBezTo>
                <a:close/>
                <a:moveTo>
                  <a:pt x="388157" y="63640"/>
                </a:moveTo>
                <a:cubicBezTo>
                  <a:pt x="370581" y="63640"/>
                  <a:pt x="356203" y="68656"/>
                  <a:pt x="345022" y="78688"/>
                </a:cubicBezTo>
                <a:cubicBezTo>
                  <a:pt x="333841" y="88720"/>
                  <a:pt x="328250" y="100591"/>
                  <a:pt x="328250" y="114261"/>
                </a:cubicBezTo>
                <a:cubicBezTo>
                  <a:pt x="328250" y="124752"/>
                  <a:pt x="331256" y="133980"/>
                  <a:pt x="337249" y="141964"/>
                </a:cubicBezTo>
                <a:cubicBezTo>
                  <a:pt x="343222" y="149948"/>
                  <a:pt x="352910" y="156400"/>
                  <a:pt x="366292" y="161282"/>
                </a:cubicBezTo>
                <a:cubicBezTo>
                  <a:pt x="354805" y="166068"/>
                  <a:pt x="346419" y="171716"/>
                  <a:pt x="341135" y="178207"/>
                </a:cubicBezTo>
                <a:cubicBezTo>
                  <a:pt x="335832" y="184697"/>
                  <a:pt x="333190" y="191398"/>
                  <a:pt x="333190" y="198290"/>
                </a:cubicBezTo>
                <a:cubicBezTo>
                  <a:pt x="333190" y="209663"/>
                  <a:pt x="339680" y="218546"/>
                  <a:pt x="352661" y="224941"/>
                </a:cubicBezTo>
                <a:cubicBezTo>
                  <a:pt x="343279" y="227430"/>
                  <a:pt x="336866" y="230493"/>
                  <a:pt x="333420" y="234150"/>
                </a:cubicBezTo>
                <a:cubicBezTo>
                  <a:pt x="329973" y="237788"/>
                  <a:pt x="328250" y="241904"/>
                  <a:pt x="328250" y="246499"/>
                </a:cubicBezTo>
                <a:cubicBezTo>
                  <a:pt x="328250" y="251304"/>
                  <a:pt x="330509" y="255861"/>
                  <a:pt x="334989" y="260207"/>
                </a:cubicBezTo>
                <a:cubicBezTo>
                  <a:pt x="339489" y="264553"/>
                  <a:pt x="346917" y="267942"/>
                  <a:pt x="357313" y="270392"/>
                </a:cubicBezTo>
                <a:cubicBezTo>
                  <a:pt x="367690" y="272843"/>
                  <a:pt x="379177" y="274049"/>
                  <a:pt x="391756" y="274049"/>
                </a:cubicBezTo>
                <a:cubicBezTo>
                  <a:pt x="408527" y="274049"/>
                  <a:pt x="423346" y="271618"/>
                  <a:pt x="436231" y="266716"/>
                </a:cubicBezTo>
                <a:cubicBezTo>
                  <a:pt x="444713" y="263423"/>
                  <a:pt x="451567" y="258312"/>
                  <a:pt x="456755" y="251362"/>
                </a:cubicBezTo>
                <a:cubicBezTo>
                  <a:pt x="461943" y="244431"/>
                  <a:pt x="464547" y="236715"/>
                  <a:pt x="464547" y="228234"/>
                </a:cubicBezTo>
                <a:cubicBezTo>
                  <a:pt x="464547" y="214947"/>
                  <a:pt x="458899" y="205125"/>
                  <a:pt x="447623" y="198731"/>
                </a:cubicBezTo>
                <a:cubicBezTo>
                  <a:pt x="439735" y="194136"/>
                  <a:pt x="425299" y="191838"/>
                  <a:pt x="404335" y="191838"/>
                </a:cubicBezTo>
                <a:lnTo>
                  <a:pt x="378431" y="192145"/>
                </a:lnTo>
                <a:cubicBezTo>
                  <a:pt x="372228" y="192145"/>
                  <a:pt x="367767" y="190996"/>
                  <a:pt x="365029" y="188698"/>
                </a:cubicBezTo>
                <a:cubicBezTo>
                  <a:pt x="362272" y="186401"/>
                  <a:pt x="360912" y="183453"/>
                  <a:pt x="360912" y="179853"/>
                </a:cubicBezTo>
                <a:cubicBezTo>
                  <a:pt x="360912" y="175756"/>
                  <a:pt x="362425" y="172252"/>
                  <a:pt x="365469" y="169304"/>
                </a:cubicBezTo>
                <a:cubicBezTo>
                  <a:pt x="368513" y="166356"/>
                  <a:pt x="372285" y="164881"/>
                  <a:pt x="376784" y="164881"/>
                </a:cubicBezTo>
                <a:cubicBezTo>
                  <a:pt x="388157" y="165379"/>
                  <a:pt x="394149" y="165628"/>
                  <a:pt x="394743" y="165628"/>
                </a:cubicBezTo>
                <a:cubicBezTo>
                  <a:pt x="402133" y="165628"/>
                  <a:pt x="410595" y="163560"/>
                  <a:pt x="420130" y="159406"/>
                </a:cubicBezTo>
                <a:cubicBezTo>
                  <a:pt x="429664" y="155270"/>
                  <a:pt x="437207" y="149527"/>
                  <a:pt x="442741" y="142194"/>
                </a:cubicBezTo>
                <a:cubicBezTo>
                  <a:pt x="448293" y="134861"/>
                  <a:pt x="451069" y="126188"/>
                  <a:pt x="451069" y="116213"/>
                </a:cubicBezTo>
                <a:cubicBezTo>
                  <a:pt x="451069" y="110317"/>
                  <a:pt x="449863" y="104669"/>
                  <a:pt x="447469" y="99289"/>
                </a:cubicBezTo>
                <a:cubicBezTo>
                  <a:pt x="445574" y="95287"/>
                  <a:pt x="442166" y="90846"/>
                  <a:pt x="437284" y="85963"/>
                </a:cubicBezTo>
                <a:lnTo>
                  <a:pt x="464088" y="85963"/>
                </a:lnTo>
                <a:lnTo>
                  <a:pt x="464088" y="69479"/>
                </a:lnTo>
                <a:lnTo>
                  <a:pt x="416913" y="69479"/>
                </a:lnTo>
                <a:cubicBezTo>
                  <a:pt x="407034" y="65593"/>
                  <a:pt x="397442" y="63640"/>
                  <a:pt x="388157" y="63640"/>
                </a:cubicBezTo>
                <a:close/>
                <a:moveTo>
                  <a:pt x="238113" y="67833"/>
                </a:moveTo>
                <a:lnTo>
                  <a:pt x="238113" y="73385"/>
                </a:lnTo>
                <a:cubicBezTo>
                  <a:pt x="244699" y="73768"/>
                  <a:pt x="249141" y="75357"/>
                  <a:pt x="251438" y="78095"/>
                </a:cubicBezTo>
                <a:cubicBezTo>
                  <a:pt x="253736" y="80852"/>
                  <a:pt x="254885" y="87150"/>
                  <a:pt x="254885" y="97049"/>
                </a:cubicBezTo>
                <a:lnTo>
                  <a:pt x="254885" y="178800"/>
                </a:lnTo>
                <a:cubicBezTo>
                  <a:pt x="254885" y="188698"/>
                  <a:pt x="253889" y="194787"/>
                  <a:pt x="251879" y="197084"/>
                </a:cubicBezTo>
                <a:cubicBezTo>
                  <a:pt x="248892" y="200473"/>
                  <a:pt x="244297" y="202273"/>
                  <a:pt x="238113" y="202483"/>
                </a:cubicBezTo>
                <a:lnTo>
                  <a:pt x="238113" y="207863"/>
                </a:lnTo>
                <a:lnTo>
                  <a:pt x="313738" y="207863"/>
                </a:lnTo>
                <a:lnTo>
                  <a:pt x="313738" y="202483"/>
                </a:lnTo>
                <a:cubicBezTo>
                  <a:pt x="307037" y="202081"/>
                  <a:pt x="302557" y="200511"/>
                  <a:pt x="300259" y="197754"/>
                </a:cubicBezTo>
                <a:cubicBezTo>
                  <a:pt x="297962" y="195016"/>
                  <a:pt x="296813" y="188698"/>
                  <a:pt x="296813" y="178800"/>
                </a:cubicBezTo>
                <a:lnTo>
                  <a:pt x="296813" y="67833"/>
                </a:lnTo>
                <a:lnTo>
                  <a:pt x="238113" y="67833"/>
                </a:lnTo>
                <a:close/>
                <a:moveTo>
                  <a:pt x="259518" y="6816"/>
                </a:moveTo>
                <a:cubicBezTo>
                  <a:pt x="255038" y="11353"/>
                  <a:pt x="252779" y="16810"/>
                  <a:pt x="252779" y="23204"/>
                </a:cubicBezTo>
                <a:cubicBezTo>
                  <a:pt x="252779" y="29599"/>
                  <a:pt x="255038" y="35036"/>
                  <a:pt x="259518" y="39536"/>
                </a:cubicBezTo>
                <a:cubicBezTo>
                  <a:pt x="264017" y="44016"/>
                  <a:pt x="269454" y="46275"/>
                  <a:pt x="275849" y="46275"/>
                </a:cubicBezTo>
                <a:cubicBezTo>
                  <a:pt x="282243" y="46275"/>
                  <a:pt x="287700" y="44016"/>
                  <a:pt x="292237" y="39536"/>
                </a:cubicBezTo>
                <a:cubicBezTo>
                  <a:pt x="296794" y="35036"/>
                  <a:pt x="299053" y="29599"/>
                  <a:pt x="299053" y="23204"/>
                </a:cubicBezTo>
                <a:cubicBezTo>
                  <a:pt x="299053" y="16810"/>
                  <a:pt x="296813" y="11353"/>
                  <a:pt x="292314" y="6816"/>
                </a:cubicBezTo>
                <a:cubicBezTo>
                  <a:pt x="287834" y="2259"/>
                  <a:pt x="282339" y="0"/>
                  <a:pt x="275849" y="0"/>
                </a:cubicBezTo>
                <a:cubicBezTo>
                  <a:pt x="269454" y="0"/>
                  <a:pt x="264017" y="2259"/>
                  <a:pt x="259518" y="6816"/>
                </a:cubicBezTo>
                <a:close/>
                <a:moveTo>
                  <a:pt x="149163" y="110221"/>
                </a:moveTo>
                <a:lnTo>
                  <a:pt x="149163" y="173114"/>
                </a:lnTo>
                <a:cubicBezTo>
                  <a:pt x="149163" y="183299"/>
                  <a:pt x="148608" y="189598"/>
                  <a:pt x="147516" y="191991"/>
                </a:cubicBezTo>
                <a:cubicBezTo>
                  <a:pt x="146004" y="195380"/>
                  <a:pt x="143955" y="197773"/>
                  <a:pt x="141371" y="199171"/>
                </a:cubicBezTo>
                <a:cubicBezTo>
                  <a:pt x="137867" y="201277"/>
                  <a:pt x="133138" y="202330"/>
                  <a:pt x="127146" y="202330"/>
                </a:cubicBezTo>
                <a:lnTo>
                  <a:pt x="120559" y="202330"/>
                </a:lnTo>
                <a:lnTo>
                  <a:pt x="120559" y="207863"/>
                </a:lnTo>
                <a:lnTo>
                  <a:pt x="226587" y="207863"/>
                </a:lnTo>
                <a:lnTo>
                  <a:pt x="226587" y="202330"/>
                </a:lnTo>
                <a:lnTo>
                  <a:pt x="219982" y="202330"/>
                </a:lnTo>
                <a:cubicBezTo>
                  <a:pt x="214296" y="202330"/>
                  <a:pt x="209758" y="201354"/>
                  <a:pt x="206370" y="199401"/>
                </a:cubicBezTo>
                <a:cubicBezTo>
                  <a:pt x="202962" y="197467"/>
                  <a:pt x="200722" y="195189"/>
                  <a:pt x="199631" y="192585"/>
                </a:cubicBezTo>
                <a:cubicBezTo>
                  <a:pt x="198520" y="190000"/>
                  <a:pt x="197984" y="183510"/>
                  <a:pt x="197984" y="173114"/>
                </a:cubicBezTo>
                <a:lnTo>
                  <a:pt x="197984" y="39536"/>
                </a:lnTo>
                <a:cubicBezTo>
                  <a:pt x="197984" y="29350"/>
                  <a:pt x="198520" y="23051"/>
                  <a:pt x="199631" y="20658"/>
                </a:cubicBezTo>
                <a:cubicBezTo>
                  <a:pt x="201124" y="17269"/>
                  <a:pt x="203172" y="14876"/>
                  <a:pt x="205757" y="13478"/>
                </a:cubicBezTo>
                <a:cubicBezTo>
                  <a:pt x="209261" y="11372"/>
                  <a:pt x="214009" y="10319"/>
                  <a:pt x="219982" y="10319"/>
                </a:cubicBezTo>
                <a:lnTo>
                  <a:pt x="226587" y="10319"/>
                </a:lnTo>
                <a:lnTo>
                  <a:pt x="226587" y="4786"/>
                </a:lnTo>
                <a:lnTo>
                  <a:pt x="120559" y="4786"/>
                </a:lnTo>
                <a:lnTo>
                  <a:pt x="120559" y="10319"/>
                </a:lnTo>
                <a:lnTo>
                  <a:pt x="127146" y="10319"/>
                </a:lnTo>
                <a:cubicBezTo>
                  <a:pt x="132832" y="10319"/>
                  <a:pt x="137369" y="11296"/>
                  <a:pt x="140777" y="13249"/>
                </a:cubicBezTo>
                <a:cubicBezTo>
                  <a:pt x="144166" y="15202"/>
                  <a:pt x="146406" y="17461"/>
                  <a:pt x="147516" y="20065"/>
                </a:cubicBezTo>
                <a:cubicBezTo>
                  <a:pt x="148608" y="22649"/>
                  <a:pt x="149163" y="29159"/>
                  <a:pt x="149163" y="39536"/>
                </a:cubicBezTo>
                <a:lnTo>
                  <a:pt x="149163" y="97049"/>
                </a:lnTo>
                <a:lnTo>
                  <a:pt x="77425" y="97049"/>
                </a:lnTo>
                <a:lnTo>
                  <a:pt x="77425" y="39536"/>
                </a:lnTo>
                <a:cubicBezTo>
                  <a:pt x="77425" y="29350"/>
                  <a:pt x="77961" y="23051"/>
                  <a:pt x="79071" y="20658"/>
                </a:cubicBezTo>
                <a:cubicBezTo>
                  <a:pt x="80564" y="17269"/>
                  <a:pt x="82613" y="14876"/>
                  <a:pt x="85198" y="13478"/>
                </a:cubicBezTo>
                <a:cubicBezTo>
                  <a:pt x="88797" y="11372"/>
                  <a:pt x="93545" y="10319"/>
                  <a:pt x="99442" y="10319"/>
                </a:cubicBezTo>
                <a:lnTo>
                  <a:pt x="106181" y="10319"/>
                </a:lnTo>
                <a:lnTo>
                  <a:pt x="106181" y="4786"/>
                </a:lnTo>
                <a:lnTo>
                  <a:pt x="0" y="4786"/>
                </a:lnTo>
                <a:lnTo>
                  <a:pt x="0" y="10319"/>
                </a:lnTo>
                <a:lnTo>
                  <a:pt x="6739" y="10319"/>
                </a:lnTo>
                <a:cubicBezTo>
                  <a:pt x="12425" y="10319"/>
                  <a:pt x="16944" y="11296"/>
                  <a:pt x="20294" y="13249"/>
                </a:cubicBezTo>
                <a:cubicBezTo>
                  <a:pt x="23626" y="15202"/>
                  <a:pt x="25846" y="17461"/>
                  <a:pt x="26957" y="20065"/>
                </a:cubicBezTo>
                <a:cubicBezTo>
                  <a:pt x="28048" y="22649"/>
                  <a:pt x="28603" y="29159"/>
                  <a:pt x="28603" y="39536"/>
                </a:cubicBezTo>
                <a:lnTo>
                  <a:pt x="28603" y="173114"/>
                </a:lnTo>
                <a:cubicBezTo>
                  <a:pt x="28603" y="183299"/>
                  <a:pt x="28048" y="189598"/>
                  <a:pt x="26957" y="191991"/>
                </a:cubicBezTo>
                <a:cubicBezTo>
                  <a:pt x="25559" y="195380"/>
                  <a:pt x="23549" y="197773"/>
                  <a:pt x="20964" y="199171"/>
                </a:cubicBezTo>
                <a:cubicBezTo>
                  <a:pt x="17365" y="201277"/>
                  <a:pt x="12617" y="202330"/>
                  <a:pt x="6739" y="202330"/>
                </a:cubicBezTo>
                <a:lnTo>
                  <a:pt x="0" y="202330"/>
                </a:lnTo>
                <a:lnTo>
                  <a:pt x="0" y="207863"/>
                </a:lnTo>
                <a:lnTo>
                  <a:pt x="106181" y="207863"/>
                </a:lnTo>
                <a:lnTo>
                  <a:pt x="106181" y="202330"/>
                </a:lnTo>
                <a:lnTo>
                  <a:pt x="99442" y="202330"/>
                </a:lnTo>
                <a:cubicBezTo>
                  <a:pt x="93737" y="202330"/>
                  <a:pt x="89218" y="201354"/>
                  <a:pt x="85887" y="199401"/>
                </a:cubicBezTo>
                <a:cubicBezTo>
                  <a:pt x="82536" y="197467"/>
                  <a:pt x="80296" y="195189"/>
                  <a:pt x="79148" y="192585"/>
                </a:cubicBezTo>
                <a:cubicBezTo>
                  <a:pt x="77999" y="190000"/>
                  <a:pt x="77425" y="183510"/>
                  <a:pt x="77425" y="173114"/>
                </a:cubicBezTo>
                <a:lnTo>
                  <a:pt x="77425" y="110221"/>
                </a:lnTo>
                <a:lnTo>
                  <a:pt x="149163" y="110221"/>
                </a:lnTo>
              </a:path>
            </a:pathLst>
          </a:custGeom>
          <a:solidFill xmlns:a="http://schemas.openxmlformats.org/drawingml/2006/main">
            <a:srgbClr val="ED1F2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9E4B8-F1FF-4D24-9FD3-80AF44DD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854" y="241209"/>
            <a:ext cx="147957" cy="206217"/>
          </a:xfrm>
          <a:custGeom xmlns:a="http://schemas.openxmlformats.org/drawingml/2006/main">
            <a:pathLst>
              <a:path w="147957" h="206217">
                <a:moveTo>
                  <a:pt x="67679" y="157395"/>
                </a:moveTo>
                <a:cubicBezTo>
                  <a:pt x="62300" y="172386"/>
                  <a:pt x="57609" y="181959"/>
                  <a:pt x="53608" y="186152"/>
                </a:cubicBezTo>
                <a:cubicBezTo>
                  <a:pt x="50908" y="189043"/>
                  <a:pt x="48362" y="190498"/>
                  <a:pt x="45968" y="190498"/>
                </a:cubicBezTo>
                <a:cubicBezTo>
                  <a:pt x="44475" y="190498"/>
                  <a:pt x="43326" y="189943"/>
                  <a:pt x="42522" y="188852"/>
                </a:cubicBezTo>
                <a:cubicBezTo>
                  <a:pt x="41718" y="187741"/>
                  <a:pt x="41278" y="185310"/>
                  <a:pt x="41182" y="181519"/>
                </a:cubicBezTo>
                <a:cubicBezTo>
                  <a:pt x="41086" y="174818"/>
                  <a:pt x="39497" y="169878"/>
                  <a:pt x="36453" y="166681"/>
                </a:cubicBezTo>
                <a:cubicBezTo>
                  <a:pt x="33409" y="163484"/>
                  <a:pt x="29388" y="161895"/>
                  <a:pt x="24411" y="161895"/>
                </a:cubicBezTo>
                <a:cubicBezTo>
                  <a:pt x="19222" y="161895"/>
                  <a:pt x="14838" y="163790"/>
                  <a:pt x="11296" y="167581"/>
                </a:cubicBezTo>
                <a:cubicBezTo>
                  <a:pt x="7754" y="171372"/>
                  <a:pt x="5993" y="176177"/>
                  <a:pt x="5993" y="181959"/>
                </a:cubicBezTo>
                <a:cubicBezTo>
                  <a:pt x="5993" y="188660"/>
                  <a:pt x="8558" y="194365"/>
                  <a:pt x="13708" y="199114"/>
                </a:cubicBezTo>
                <a:cubicBezTo>
                  <a:pt x="18839" y="203862"/>
                  <a:pt x="25559" y="206217"/>
                  <a:pt x="33849" y="206217"/>
                </a:cubicBezTo>
                <a:cubicBezTo>
                  <a:pt x="44226" y="206217"/>
                  <a:pt x="52861" y="202043"/>
                  <a:pt x="59753" y="193638"/>
                </a:cubicBezTo>
                <a:cubicBezTo>
                  <a:pt x="64635" y="187645"/>
                  <a:pt x="72121" y="171678"/>
                  <a:pt x="82211" y="145717"/>
                </a:cubicBezTo>
                <a:lnTo>
                  <a:pt x="122206" y="41929"/>
                </a:lnTo>
                <a:cubicBezTo>
                  <a:pt x="128983" y="24257"/>
                  <a:pt x="133827" y="13900"/>
                  <a:pt x="136737" y="10856"/>
                </a:cubicBezTo>
                <a:cubicBezTo>
                  <a:pt x="139628" y="7811"/>
                  <a:pt x="143362" y="6050"/>
                  <a:pt x="147957" y="5552"/>
                </a:cubicBezTo>
                <a:lnTo>
                  <a:pt x="147957" y="0"/>
                </a:lnTo>
                <a:lnTo>
                  <a:pt x="101088" y="0"/>
                </a:lnTo>
                <a:lnTo>
                  <a:pt x="101088" y="5552"/>
                </a:lnTo>
                <a:cubicBezTo>
                  <a:pt x="107272" y="5744"/>
                  <a:pt x="111599" y="6950"/>
                  <a:pt x="114031" y="9132"/>
                </a:cubicBezTo>
                <a:cubicBezTo>
                  <a:pt x="116481" y="11334"/>
                  <a:pt x="117707" y="14283"/>
                  <a:pt x="117707" y="17978"/>
                </a:cubicBezTo>
                <a:cubicBezTo>
                  <a:pt x="117707" y="23874"/>
                  <a:pt x="114758" y="34347"/>
                  <a:pt x="108881" y="49415"/>
                </a:cubicBezTo>
                <a:lnTo>
                  <a:pt x="92550" y="91803"/>
                </a:lnTo>
                <a:lnTo>
                  <a:pt x="68579" y="36989"/>
                </a:lnTo>
                <a:cubicBezTo>
                  <a:pt x="63601" y="25808"/>
                  <a:pt x="61093" y="18322"/>
                  <a:pt x="61093" y="14531"/>
                </a:cubicBezTo>
                <a:cubicBezTo>
                  <a:pt x="61093" y="12138"/>
                  <a:pt x="62089" y="10090"/>
                  <a:pt x="64099" y="8386"/>
                </a:cubicBezTo>
                <a:cubicBezTo>
                  <a:pt x="66090" y="6701"/>
                  <a:pt x="69537" y="5744"/>
                  <a:pt x="74419" y="5552"/>
                </a:cubicBezTo>
                <a:lnTo>
                  <a:pt x="74419" y="0"/>
                </a:lnTo>
                <a:lnTo>
                  <a:pt x="0" y="0"/>
                </a:lnTo>
                <a:lnTo>
                  <a:pt x="0" y="5552"/>
                </a:lnTo>
                <a:cubicBezTo>
                  <a:pt x="4595" y="6950"/>
                  <a:pt x="8501" y="9439"/>
                  <a:pt x="11755" y="13038"/>
                </a:cubicBezTo>
                <a:cubicBezTo>
                  <a:pt x="14991" y="16637"/>
                  <a:pt x="20007" y="26268"/>
                  <a:pt x="26804" y="41929"/>
                </a:cubicBezTo>
                <a:lnTo>
                  <a:pt x="72026" y="145717"/>
                </a:lnTo>
                <a:lnTo>
                  <a:pt x="67679" y="157395"/>
                </a:lnTo>
              </a:path>
            </a:pathLst>
          </a:custGeom>
          <a:solidFill xmlns:a="http://schemas.openxmlformats.org/drawingml/2006/main">
            <a:srgbClr val="ED1F2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35BD2-675A-478E-92FB-E3F4B782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747" y="3324330"/>
            <a:ext cx="1835061" cy="274068"/>
          </a:xfrm>
          <a:custGeom xmlns:a="http://schemas.openxmlformats.org/drawingml/2006/main">
            <a:pathLst>
              <a:path w="1835061" h="274068">
                <a:moveTo>
                  <a:pt x="1796885" y="16618"/>
                </a:moveTo>
                <a:cubicBezTo>
                  <a:pt x="1790280" y="28699"/>
                  <a:pt x="1782583" y="39631"/>
                  <a:pt x="1773738" y="49415"/>
                </a:cubicBezTo>
                <a:cubicBezTo>
                  <a:pt x="1764912" y="59217"/>
                  <a:pt x="1754191" y="68541"/>
                  <a:pt x="1741612" y="77425"/>
                </a:cubicBezTo>
                <a:lnTo>
                  <a:pt x="1741612" y="82670"/>
                </a:lnTo>
                <a:lnTo>
                  <a:pt x="1759896" y="82670"/>
                </a:lnTo>
                <a:lnTo>
                  <a:pt x="1759896" y="158295"/>
                </a:lnTo>
                <a:cubicBezTo>
                  <a:pt x="1759896" y="173267"/>
                  <a:pt x="1760394" y="182457"/>
                  <a:pt x="1761389" y="185865"/>
                </a:cubicBezTo>
                <a:cubicBezTo>
                  <a:pt x="1763074" y="191953"/>
                  <a:pt x="1766999" y="197467"/>
                  <a:pt x="1773145" y="202407"/>
                </a:cubicBezTo>
                <a:cubicBezTo>
                  <a:pt x="1779290" y="207346"/>
                  <a:pt x="1786795" y="209816"/>
                  <a:pt x="1795679" y="209816"/>
                </a:cubicBezTo>
                <a:cubicBezTo>
                  <a:pt x="1813848" y="209816"/>
                  <a:pt x="1826982" y="200224"/>
                  <a:pt x="1835061" y="181059"/>
                </a:cubicBezTo>
                <a:lnTo>
                  <a:pt x="1830581" y="177766"/>
                </a:lnTo>
                <a:cubicBezTo>
                  <a:pt x="1824780" y="187645"/>
                  <a:pt x="1818634" y="192604"/>
                  <a:pt x="1812163" y="192604"/>
                </a:cubicBezTo>
                <a:cubicBezTo>
                  <a:pt x="1810555" y="192604"/>
                  <a:pt x="1808813" y="191877"/>
                  <a:pt x="1806917" y="190421"/>
                </a:cubicBezTo>
                <a:cubicBezTo>
                  <a:pt x="1805022" y="188986"/>
                  <a:pt x="1803701" y="187071"/>
                  <a:pt x="1802935" y="184735"/>
                </a:cubicBezTo>
                <a:cubicBezTo>
                  <a:pt x="1802188" y="182380"/>
                  <a:pt x="1801825" y="177173"/>
                  <a:pt x="1801825" y="169074"/>
                </a:cubicBezTo>
                <a:lnTo>
                  <a:pt x="1801825" y="82670"/>
                </a:lnTo>
                <a:lnTo>
                  <a:pt x="1835061" y="82670"/>
                </a:lnTo>
                <a:lnTo>
                  <a:pt x="1835061" y="67852"/>
                </a:lnTo>
                <a:lnTo>
                  <a:pt x="1801825" y="67852"/>
                </a:lnTo>
                <a:lnTo>
                  <a:pt x="1801825" y="16618"/>
                </a:lnTo>
                <a:lnTo>
                  <a:pt x="1796885" y="16618"/>
                </a:lnTo>
                <a:close/>
                <a:moveTo>
                  <a:pt x="1657314" y="67852"/>
                </a:moveTo>
                <a:lnTo>
                  <a:pt x="1657314" y="73385"/>
                </a:lnTo>
                <a:cubicBezTo>
                  <a:pt x="1663900" y="73787"/>
                  <a:pt x="1668342" y="75357"/>
                  <a:pt x="1670639" y="78095"/>
                </a:cubicBezTo>
                <a:cubicBezTo>
                  <a:pt x="1672937" y="80852"/>
                  <a:pt x="1674086" y="87170"/>
                  <a:pt x="1674086" y="97049"/>
                </a:cubicBezTo>
                <a:lnTo>
                  <a:pt x="1674086" y="178819"/>
                </a:lnTo>
                <a:cubicBezTo>
                  <a:pt x="1674086" y="188698"/>
                  <a:pt x="1673090" y="194787"/>
                  <a:pt x="1671080" y="197084"/>
                </a:cubicBezTo>
                <a:cubicBezTo>
                  <a:pt x="1668093" y="200492"/>
                  <a:pt x="1663498" y="202273"/>
                  <a:pt x="1657314" y="202483"/>
                </a:cubicBezTo>
                <a:lnTo>
                  <a:pt x="1657314" y="207863"/>
                </a:lnTo>
                <a:lnTo>
                  <a:pt x="1732939" y="207863"/>
                </a:lnTo>
                <a:lnTo>
                  <a:pt x="1732939" y="202483"/>
                </a:lnTo>
                <a:cubicBezTo>
                  <a:pt x="1726238" y="202081"/>
                  <a:pt x="1721758" y="200511"/>
                  <a:pt x="1719461" y="197754"/>
                </a:cubicBezTo>
                <a:cubicBezTo>
                  <a:pt x="1717163" y="195016"/>
                  <a:pt x="1716014" y="188698"/>
                  <a:pt x="1716014" y="178819"/>
                </a:cubicBezTo>
                <a:lnTo>
                  <a:pt x="1716014" y="67852"/>
                </a:lnTo>
                <a:lnTo>
                  <a:pt x="1657314" y="67852"/>
                </a:lnTo>
                <a:close/>
                <a:moveTo>
                  <a:pt x="1678719" y="6816"/>
                </a:moveTo>
                <a:cubicBezTo>
                  <a:pt x="1674239" y="11353"/>
                  <a:pt x="1671980" y="16829"/>
                  <a:pt x="1671980" y="23224"/>
                </a:cubicBezTo>
                <a:cubicBezTo>
                  <a:pt x="1671980" y="29599"/>
                  <a:pt x="1674239" y="35055"/>
                  <a:pt x="1678719" y="39536"/>
                </a:cubicBezTo>
                <a:cubicBezTo>
                  <a:pt x="1683218" y="44035"/>
                  <a:pt x="1688655" y="46275"/>
                  <a:pt x="1695050" y="46275"/>
                </a:cubicBezTo>
                <a:cubicBezTo>
                  <a:pt x="1701445" y="46275"/>
                  <a:pt x="1706901" y="44035"/>
                  <a:pt x="1711439" y="39536"/>
                </a:cubicBezTo>
                <a:cubicBezTo>
                  <a:pt x="1715995" y="35055"/>
                  <a:pt x="1718254" y="29599"/>
                  <a:pt x="1718254" y="23224"/>
                </a:cubicBezTo>
                <a:cubicBezTo>
                  <a:pt x="1718254" y="16829"/>
                  <a:pt x="1716014" y="11353"/>
                  <a:pt x="1711515" y="6816"/>
                </a:cubicBezTo>
                <a:cubicBezTo>
                  <a:pt x="1707035" y="2278"/>
                  <a:pt x="1701540" y="0"/>
                  <a:pt x="1695050" y="0"/>
                </a:cubicBezTo>
                <a:cubicBezTo>
                  <a:pt x="1688655" y="0"/>
                  <a:pt x="1683218" y="2278"/>
                  <a:pt x="1678719" y="6816"/>
                </a:cubicBezTo>
                <a:close/>
                <a:moveTo>
                  <a:pt x="1572557" y="4786"/>
                </a:moveTo>
                <a:lnTo>
                  <a:pt x="1572557" y="10339"/>
                </a:lnTo>
                <a:cubicBezTo>
                  <a:pt x="1579143" y="10741"/>
                  <a:pt x="1583585" y="12311"/>
                  <a:pt x="1585882" y="15048"/>
                </a:cubicBezTo>
                <a:cubicBezTo>
                  <a:pt x="1588180" y="17805"/>
                  <a:pt x="1589328" y="24066"/>
                  <a:pt x="1589328" y="33849"/>
                </a:cubicBezTo>
                <a:lnTo>
                  <a:pt x="1589328" y="178819"/>
                </a:lnTo>
                <a:cubicBezTo>
                  <a:pt x="1589328" y="188698"/>
                  <a:pt x="1588333" y="194787"/>
                  <a:pt x="1586323" y="197084"/>
                </a:cubicBezTo>
                <a:cubicBezTo>
                  <a:pt x="1583336" y="200492"/>
                  <a:pt x="1578741" y="202273"/>
                  <a:pt x="1572557" y="202483"/>
                </a:cubicBezTo>
                <a:lnTo>
                  <a:pt x="1572557" y="207863"/>
                </a:lnTo>
                <a:lnTo>
                  <a:pt x="1648182" y="207863"/>
                </a:lnTo>
                <a:lnTo>
                  <a:pt x="1648182" y="202483"/>
                </a:lnTo>
                <a:cubicBezTo>
                  <a:pt x="1641481" y="202081"/>
                  <a:pt x="1637001" y="200511"/>
                  <a:pt x="1634703" y="197754"/>
                </a:cubicBezTo>
                <a:cubicBezTo>
                  <a:pt x="1632406" y="195016"/>
                  <a:pt x="1631257" y="188698"/>
                  <a:pt x="1631257" y="178819"/>
                </a:cubicBezTo>
                <a:lnTo>
                  <a:pt x="1631257" y="4786"/>
                </a:lnTo>
                <a:lnTo>
                  <a:pt x="1572557" y="4786"/>
                </a:lnTo>
                <a:close/>
                <a:moveTo>
                  <a:pt x="1487493" y="67852"/>
                </a:moveTo>
                <a:lnTo>
                  <a:pt x="1487493" y="73385"/>
                </a:lnTo>
                <a:cubicBezTo>
                  <a:pt x="1494079" y="73787"/>
                  <a:pt x="1498521" y="75357"/>
                  <a:pt x="1500819" y="78095"/>
                </a:cubicBezTo>
                <a:cubicBezTo>
                  <a:pt x="1503116" y="80852"/>
                  <a:pt x="1504265" y="87170"/>
                  <a:pt x="1504265" y="97049"/>
                </a:cubicBezTo>
                <a:lnTo>
                  <a:pt x="1504265" y="178819"/>
                </a:lnTo>
                <a:cubicBezTo>
                  <a:pt x="1504265" y="188698"/>
                  <a:pt x="1503269" y="194787"/>
                  <a:pt x="1501278" y="197084"/>
                </a:cubicBezTo>
                <a:cubicBezTo>
                  <a:pt x="1498272" y="200492"/>
                  <a:pt x="1493677" y="202273"/>
                  <a:pt x="1487493" y="202483"/>
                </a:cubicBezTo>
                <a:lnTo>
                  <a:pt x="1487493" y="207863"/>
                </a:lnTo>
                <a:lnTo>
                  <a:pt x="1563118" y="207863"/>
                </a:lnTo>
                <a:lnTo>
                  <a:pt x="1563118" y="202483"/>
                </a:lnTo>
                <a:cubicBezTo>
                  <a:pt x="1556436" y="202081"/>
                  <a:pt x="1551937" y="200511"/>
                  <a:pt x="1549640" y="197754"/>
                </a:cubicBezTo>
                <a:cubicBezTo>
                  <a:pt x="1547342" y="195016"/>
                  <a:pt x="1546193" y="188698"/>
                  <a:pt x="1546193" y="178819"/>
                </a:cubicBezTo>
                <a:lnTo>
                  <a:pt x="1546193" y="67852"/>
                </a:lnTo>
                <a:lnTo>
                  <a:pt x="1487493" y="67852"/>
                </a:lnTo>
                <a:close/>
                <a:moveTo>
                  <a:pt x="1508917" y="6816"/>
                </a:moveTo>
                <a:cubicBezTo>
                  <a:pt x="1504418" y="11353"/>
                  <a:pt x="1502178" y="16829"/>
                  <a:pt x="1502178" y="23224"/>
                </a:cubicBezTo>
                <a:cubicBezTo>
                  <a:pt x="1502178" y="29599"/>
                  <a:pt x="1504418" y="35055"/>
                  <a:pt x="1508917" y="39536"/>
                </a:cubicBezTo>
                <a:cubicBezTo>
                  <a:pt x="1513397" y="44035"/>
                  <a:pt x="1518834" y="46275"/>
                  <a:pt x="1525229" y="46275"/>
                </a:cubicBezTo>
                <a:cubicBezTo>
                  <a:pt x="1531624" y="46275"/>
                  <a:pt x="1537080" y="44035"/>
                  <a:pt x="1541637" y="39536"/>
                </a:cubicBezTo>
                <a:cubicBezTo>
                  <a:pt x="1546174" y="35055"/>
                  <a:pt x="1548453" y="29599"/>
                  <a:pt x="1548453" y="23224"/>
                </a:cubicBezTo>
                <a:cubicBezTo>
                  <a:pt x="1548453" y="16829"/>
                  <a:pt x="1546193" y="11353"/>
                  <a:pt x="1541713" y="6816"/>
                </a:cubicBezTo>
                <a:cubicBezTo>
                  <a:pt x="1537214" y="2278"/>
                  <a:pt x="1531719" y="0"/>
                  <a:pt x="1525229" y="0"/>
                </a:cubicBezTo>
                <a:cubicBezTo>
                  <a:pt x="1518834" y="0"/>
                  <a:pt x="1513397" y="2278"/>
                  <a:pt x="1508917" y="6816"/>
                </a:cubicBezTo>
                <a:close/>
                <a:moveTo>
                  <a:pt x="1400190" y="80718"/>
                </a:moveTo>
                <a:cubicBezTo>
                  <a:pt x="1406776" y="80718"/>
                  <a:pt x="1412022" y="83628"/>
                  <a:pt x="1415908" y="89410"/>
                </a:cubicBezTo>
                <a:cubicBezTo>
                  <a:pt x="1421307" y="97393"/>
                  <a:pt x="1424007" y="112116"/>
                  <a:pt x="1424007" y="133598"/>
                </a:cubicBezTo>
                <a:cubicBezTo>
                  <a:pt x="1424007" y="155960"/>
                  <a:pt x="1422781" y="171429"/>
                  <a:pt x="1420331" y="180006"/>
                </a:cubicBezTo>
                <a:cubicBezTo>
                  <a:pt x="1417880" y="188603"/>
                  <a:pt x="1414836" y="194346"/>
                  <a:pt x="1411198" y="197237"/>
                </a:cubicBezTo>
                <a:cubicBezTo>
                  <a:pt x="1407541" y="200128"/>
                  <a:pt x="1403176" y="201583"/>
                  <a:pt x="1398084" y="201583"/>
                </a:cubicBezTo>
                <a:cubicBezTo>
                  <a:pt x="1392206" y="201583"/>
                  <a:pt x="1387362" y="199765"/>
                  <a:pt x="1383571" y="196108"/>
                </a:cubicBezTo>
                <a:cubicBezTo>
                  <a:pt x="1379761" y="192470"/>
                  <a:pt x="1377368" y="187703"/>
                  <a:pt x="1376373" y="181806"/>
                </a:cubicBezTo>
                <a:cubicBezTo>
                  <a:pt x="1375779" y="178322"/>
                  <a:pt x="1375473" y="170223"/>
                  <a:pt x="1375473" y="157549"/>
                </a:cubicBezTo>
                <a:lnTo>
                  <a:pt x="1375473" y="95249"/>
                </a:lnTo>
                <a:cubicBezTo>
                  <a:pt x="1383361" y="85561"/>
                  <a:pt x="1391593" y="80718"/>
                  <a:pt x="1400190" y="80718"/>
                </a:cubicBezTo>
                <a:close/>
                <a:moveTo>
                  <a:pt x="1317366" y="4786"/>
                </a:moveTo>
                <a:lnTo>
                  <a:pt x="1317366" y="10339"/>
                </a:lnTo>
                <a:cubicBezTo>
                  <a:pt x="1322459" y="10530"/>
                  <a:pt x="1326077" y="11315"/>
                  <a:pt x="1328222" y="12655"/>
                </a:cubicBezTo>
                <a:cubicBezTo>
                  <a:pt x="1330366" y="14015"/>
                  <a:pt x="1331955" y="16082"/>
                  <a:pt x="1332950" y="18877"/>
                </a:cubicBezTo>
                <a:cubicBezTo>
                  <a:pt x="1333640" y="20773"/>
                  <a:pt x="1334003" y="25770"/>
                  <a:pt x="1334003" y="33849"/>
                </a:cubicBezTo>
                <a:lnTo>
                  <a:pt x="1334003" y="211922"/>
                </a:lnTo>
                <a:lnTo>
                  <a:pt x="1339077" y="211922"/>
                </a:lnTo>
                <a:lnTo>
                  <a:pt x="1362301" y="196797"/>
                </a:lnTo>
                <a:cubicBezTo>
                  <a:pt x="1367987" y="202177"/>
                  <a:pt x="1373788" y="206083"/>
                  <a:pt x="1379666" y="208476"/>
                </a:cubicBezTo>
                <a:cubicBezTo>
                  <a:pt x="1385562" y="210869"/>
                  <a:pt x="1392302" y="212056"/>
                  <a:pt x="1399883" y="212056"/>
                </a:cubicBezTo>
                <a:cubicBezTo>
                  <a:pt x="1412960" y="212056"/>
                  <a:pt x="1424600" y="208801"/>
                  <a:pt x="1434786" y="202253"/>
                </a:cubicBezTo>
                <a:cubicBezTo>
                  <a:pt x="1444971" y="195725"/>
                  <a:pt x="1453108" y="186209"/>
                  <a:pt x="1459196" y="173727"/>
                </a:cubicBezTo>
                <a:cubicBezTo>
                  <a:pt x="1465284" y="161244"/>
                  <a:pt x="1468329" y="147363"/>
                  <a:pt x="1468329" y="132085"/>
                </a:cubicBezTo>
                <a:cubicBezTo>
                  <a:pt x="1468329" y="118511"/>
                  <a:pt x="1465935" y="106526"/>
                  <a:pt x="1461149" y="96149"/>
                </a:cubicBezTo>
                <a:cubicBezTo>
                  <a:pt x="1456343" y="85772"/>
                  <a:pt x="1449700" y="77750"/>
                  <a:pt x="1441218" y="72121"/>
                </a:cubicBezTo>
                <a:cubicBezTo>
                  <a:pt x="1432737" y="66473"/>
                  <a:pt x="1423700" y="63659"/>
                  <a:pt x="1414108" y="63659"/>
                </a:cubicBezTo>
                <a:cubicBezTo>
                  <a:pt x="1400132" y="63659"/>
                  <a:pt x="1387266" y="69747"/>
                  <a:pt x="1375473" y="81924"/>
                </a:cubicBezTo>
                <a:lnTo>
                  <a:pt x="1375473" y="4786"/>
                </a:lnTo>
                <a:lnTo>
                  <a:pt x="1317366" y="4786"/>
                </a:lnTo>
                <a:close/>
                <a:moveTo>
                  <a:pt x="1228129" y="184659"/>
                </a:moveTo>
                <a:cubicBezTo>
                  <a:pt x="1223629" y="184659"/>
                  <a:pt x="1220126" y="183319"/>
                  <a:pt x="1217637" y="180619"/>
                </a:cubicBezTo>
                <a:cubicBezTo>
                  <a:pt x="1214344" y="177115"/>
                  <a:pt x="1212697" y="173076"/>
                  <a:pt x="1212697" y="168481"/>
                </a:cubicBezTo>
                <a:cubicBezTo>
                  <a:pt x="1212697" y="162986"/>
                  <a:pt x="1214650" y="157549"/>
                  <a:pt x="1218537" y="152169"/>
                </a:cubicBezTo>
                <a:cubicBezTo>
                  <a:pt x="1224434" y="144070"/>
                  <a:pt x="1233413" y="136489"/>
                  <a:pt x="1245494" y="129405"/>
                </a:cubicBezTo>
                <a:lnTo>
                  <a:pt x="1245494" y="176273"/>
                </a:lnTo>
                <a:cubicBezTo>
                  <a:pt x="1238908" y="181863"/>
                  <a:pt x="1233107" y="184659"/>
                  <a:pt x="1228129" y="184659"/>
                </a:cubicBezTo>
                <a:close/>
                <a:moveTo>
                  <a:pt x="1253726" y="204206"/>
                </a:moveTo>
                <a:cubicBezTo>
                  <a:pt x="1258225" y="207940"/>
                  <a:pt x="1264467" y="209816"/>
                  <a:pt x="1272451" y="209816"/>
                </a:cubicBezTo>
                <a:cubicBezTo>
                  <a:pt x="1279247" y="209816"/>
                  <a:pt x="1285297" y="208150"/>
                  <a:pt x="1290639" y="204800"/>
                </a:cubicBezTo>
                <a:cubicBezTo>
                  <a:pt x="1295980" y="201449"/>
                  <a:pt x="1301150" y="196089"/>
                  <a:pt x="1306147" y="188698"/>
                </a:cubicBezTo>
                <a:lnTo>
                  <a:pt x="1301648" y="185099"/>
                </a:lnTo>
                <a:cubicBezTo>
                  <a:pt x="1298967" y="188794"/>
                  <a:pt x="1296306" y="190651"/>
                  <a:pt x="1293721" y="190651"/>
                </a:cubicBezTo>
                <a:cubicBezTo>
                  <a:pt x="1292419" y="190651"/>
                  <a:pt x="1291271" y="190249"/>
                  <a:pt x="1290275" y="189445"/>
                </a:cubicBezTo>
                <a:cubicBezTo>
                  <a:pt x="1289280" y="188660"/>
                  <a:pt x="1288533" y="187435"/>
                  <a:pt x="1288016" y="185788"/>
                </a:cubicBezTo>
                <a:cubicBezTo>
                  <a:pt x="1287518" y="184142"/>
                  <a:pt x="1287269" y="180121"/>
                  <a:pt x="1287269" y="173727"/>
                </a:cubicBezTo>
                <a:lnTo>
                  <a:pt x="1287269" y="119353"/>
                </a:lnTo>
                <a:cubicBezTo>
                  <a:pt x="1287269" y="104286"/>
                  <a:pt x="1286580" y="94656"/>
                  <a:pt x="1285182" y="90463"/>
                </a:cubicBezTo>
                <a:cubicBezTo>
                  <a:pt x="1282885" y="83877"/>
                  <a:pt x="1277869" y="77750"/>
                  <a:pt x="1270134" y="72121"/>
                </a:cubicBezTo>
                <a:cubicBezTo>
                  <a:pt x="1262399" y="66473"/>
                  <a:pt x="1251888" y="63659"/>
                  <a:pt x="1238601" y="63659"/>
                </a:cubicBezTo>
                <a:cubicBezTo>
                  <a:pt x="1227612" y="63659"/>
                  <a:pt x="1217043" y="65401"/>
                  <a:pt x="1206858" y="68886"/>
                </a:cubicBezTo>
                <a:cubicBezTo>
                  <a:pt x="1196673" y="72389"/>
                  <a:pt x="1188727" y="77405"/>
                  <a:pt x="1183041" y="83953"/>
                </a:cubicBezTo>
                <a:cubicBezTo>
                  <a:pt x="1177355" y="90482"/>
                  <a:pt x="1174502" y="97355"/>
                  <a:pt x="1174502" y="104535"/>
                </a:cubicBezTo>
                <a:cubicBezTo>
                  <a:pt x="1174502" y="109627"/>
                  <a:pt x="1176627" y="114069"/>
                  <a:pt x="1180877" y="117860"/>
                </a:cubicBezTo>
                <a:cubicBezTo>
                  <a:pt x="1185109" y="121651"/>
                  <a:pt x="1190374" y="123546"/>
                  <a:pt x="1196673" y="123546"/>
                </a:cubicBezTo>
                <a:cubicBezTo>
                  <a:pt x="1202569" y="123546"/>
                  <a:pt x="1207337" y="121842"/>
                  <a:pt x="1210974" y="118396"/>
                </a:cubicBezTo>
                <a:cubicBezTo>
                  <a:pt x="1214612" y="114950"/>
                  <a:pt x="1216431" y="110776"/>
                  <a:pt x="1216431" y="105875"/>
                </a:cubicBezTo>
                <a:cubicBezTo>
                  <a:pt x="1216431" y="101893"/>
                  <a:pt x="1214535" y="97757"/>
                  <a:pt x="1210745" y="93449"/>
                </a:cubicBezTo>
                <a:cubicBezTo>
                  <a:pt x="1207949" y="90367"/>
                  <a:pt x="1206552" y="87763"/>
                  <a:pt x="1206552" y="85657"/>
                </a:cubicBezTo>
                <a:cubicBezTo>
                  <a:pt x="1206552" y="83264"/>
                  <a:pt x="1207854" y="81177"/>
                  <a:pt x="1210457" y="79377"/>
                </a:cubicBezTo>
                <a:cubicBezTo>
                  <a:pt x="1214650" y="76486"/>
                  <a:pt x="1219973" y="75031"/>
                  <a:pt x="1226482" y="75031"/>
                </a:cubicBezTo>
                <a:cubicBezTo>
                  <a:pt x="1230464" y="75031"/>
                  <a:pt x="1234064" y="76065"/>
                  <a:pt x="1237261" y="78095"/>
                </a:cubicBezTo>
                <a:cubicBezTo>
                  <a:pt x="1240458" y="80143"/>
                  <a:pt x="1242622" y="82556"/>
                  <a:pt x="1243771" y="85293"/>
                </a:cubicBezTo>
                <a:cubicBezTo>
                  <a:pt x="1244919" y="88031"/>
                  <a:pt x="1245494" y="94694"/>
                  <a:pt x="1245494" y="105281"/>
                </a:cubicBezTo>
                <a:lnTo>
                  <a:pt x="1245494" y="119353"/>
                </a:lnTo>
                <a:cubicBezTo>
                  <a:pt x="1214650" y="133540"/>
                  <a:pt x="1194624" y="144893"/>
                  <a:pt x="1185434" y="153432"/>
                </a:cubicBezTo>
                <a:cubicBezTo>
                  <a:pt x="1176244" y="161971"/>
                  <a:pt x="1171668" y="171582"/>
                  <a:pt x="1171668" y="182266"/>
                </a:cubicBezTo>
                <a:cubicBezTo>
                  <a:pt x="1171668" y="190153"/>
                  <a:pt x="1174311" y="196720"/>
                  <a:pt x="1179595" y="201947"/>
                </a:cubicBezTo>
                <a:cubicBezTo>
                  <a:pt x="1184898" y="207193"/>
                  <a:pt x="1191522" y="209816"/>
                  <a:pt x="1199525" y="209816"/>
                </a:cubicBezTo>
                <a:cubicBezTo>
                  <a:pt x="1213099" y="209816"/>
                  <a:pt x="1228416" y="202273"/>
                  <a:pt x="1245494" y="187205"/>
                </a:cubicBezTo>
                <a:cubicBezTo>
                  <a:pt x="1246489" y="194787"/>
                  <a:pt x="1249246" y="200454"/>
                  <a:pt x="1253726" y="204206"/>
                </a:cubicBezTo>
                <a:close/>
                <a:moveTo>
                  <a:pt x="1079272" y="67852"/>
                </a:moveTo>
                <a:lnTo>
                  <a:pt x="1079272" y="73385"/>
                </a:lnTo>
                <a:cubicBezTo>
                  <a:pt x="1085858" y="73787"/>
                  <a:pt x="1090300" y="75357"/>
                  <a:pt x="1092597" y="78095"/>
                </a:cubicBezTo>
                <a:cubicBezTo>
                  <a:pt x="1094895" y="80852"/>
                  <a:pt x="1096044" y="87170"/>
                  <a:pt x="1096044" y="97049"/>
                </a:cubicBezTo>
                <a:lnTo>
                  <a:pt x="1096044" y="178819"/>
                </a:lnTo>
                <a:cubicBezTo>
                  <a:pt x="1096044" y="188698"/>
                  <a:pt x="1095048" y="194787"/>
                  <a:pt x="1093038" y="197084"/>
                </a:cubicBezTo>
                <a:cubicBezTo>
                  <a:pt x="1090051" y="200492"/>
                  <a:pt x="1085456" y="202273"/>
                  <a:pt x="1079272" y="202483"/>
                </a:cubicBezTo>
                <a:lnTo>
                  <a:pt x="1079272" y="207863"/>
                </a:lnTo>
                <a:lnTo>
                  <a:pt x="1154897" y="207863"/>
                </a:lnTo>
                <a:lnTo>
                  <a:pt x="1154897" y="202483"/>
                </a:lnTo>
                <a:cubicBezTo>
                  <a:pt x="1148196" y="202081"/>
                  <a:pt x="1143716" y="200511"/>
                  <a:pt x="1141419" y="197754"/>
                </a:cubicBezTo>
                <a:cubicBezTo>
                  <a:pt x="1139121" y="195016"/>
                  <a:pt x="1137972" y="188698"/>
                  <a:pt x="1137972" y="178819"/>
                </a:cubicBezTo>
                <a:lnTo>
                  <a:pt x="1137972" y="67852"/>
                </a:lnTo>
                <a:lnTo>
                  <a:pt x="1079272" y="67852"/>
                </a:lnTo>
                <a:close/>
                <a:moveTo>
                  <a:pt x="1100677" y="6816"/>
                </a:moveTo>
                <a:cubicBezTo>
                  <a:pt x="1096197" y="11353"/>
                  <a:pt x="1093938" y="16829"/>
                  <a:pt x="1093938" y="23224"/>
                </a:cubicBezTo>
                <a:cubicBezTo>
                  <a:pt x="1093938" y="29599"/>
                  <a:pt x="1096197" y="35055"/>
                  <a:pt x="1100677" y="39536"/>
                </a:cubicBezTo>
                <a:cubicBezTo>
                  <a:pt x="1105176" y="44035"/>
                  <a:pt x="1110613" y="46275"/>
                  <a:pt x="1117008" y="46275"/>
                </a:cubicBezTo>
                <a:cubicBezTo>
                  <a:pt x="1123403" y="46275"/>
                  <a:pt x="1128859" y="44035"/>
                  <a:pt x="1133397" y="39536"/>
                </a:cubicBezTo>
                <a:cubicBezTo>
                  <a:pt x="1137953" y="35055"/>
                  <a:pt x="1140212" y="29599"/>
                  <a:pt x="1140212" y="23224"/>
                </a:cubicBezTo>
                <a:cubicBezTo>
                  <a:pt x="1140212" y="16829"/>
                  <a:pt x="1137972" y="11353"/>
                  <a:pt x="1133473" y="6816"/>
                </a:cubicBezTo>
                <a:cubicBezTo>
                  <a:pt x="1128993" y="2278"/>
                  <a:pt x="1123498" y="0"/>
                  <a:pt x="1117008" y="0"/>
                </a:cubicBezTo>
                <a:cubicBezTo>
                  <a:pt x="1110613" y="0"/>
                  <a:pt x="1105176" y="2278"/>
                  <a:pt x="1100677" y="6816"/>
                </a:cubicBezTo>
                <a:close/>
                <a:moveTo>
                  <a:pt x="994515" y="4786"/>
                </a:moveTo>
                <a:lnTo>
                  <a:pt x="994515" y="10339"/>
                </a:lnTo>
                <a:cubicBezTo>
                  <a:pt x="1001101" y="10741"/>
                  <a:pt x="1005543" y="12311"/>
                  <a:pt x="1007840" y="15048"/>
                </a:cubicBezTo>
                <a:cubicBezTo>
                  <a:pt x="1010138" y="17805"/>
                  <a:pt x="1011286" y="24066"/>
                  <a:pt x="1011286" y="33849"/>
                </a:cubicBezTo>
                <a:lnTo>
                  <a:pt x="1011286" y="178819"/>
                </a:lnTo>
                <a:cubicBezTo>
                  <a:pt x="1011286" y="188698"/>
                  <a:pt x="1010272" y="194787"/>
                  <a:pt x="1008280" y="197084"/>
                </a:cubicBezTo>
                <a:cubicBezTo>
                  <a:pt x="1005294" y="200492"/>
                  <a:pt x="1000699" y="202273"/>
                  <a:pt x="994515" y="202483"/>
                </a:cubicBezTo>
                <a:lnTo>
                  <a:pt x="994515" y="207863"/>
                </a:lnTo>
                <a:lnTo>
                  <a:pt x="1070140" y="207863"/>
                </a:lnTo>
                <a:lnTo>
                  <a:pt x="1070140" y="202483"/>
                </a:lnTo>
                <a:cubicBezTo>
                  <a:pt x="1063439" y="202081"/>
                  <a:pt x="1058959" y="200511"/>
                  <a:pt x="1056661" y="197754"/>
                </a:cubicBezTo>
                <a:cubicBezTo>
                  <a:pt x="1054364" y="195016"/>
                  <a:pt x="1053215" y="188698"/>
                  <a:pt x="1053215" y="178819"/>
                </a:cubicBezTo>
                <a:lnTo>
                  <a:pt x="1053215" y="4786"/>
                </a:lnTo>
                <a:lnTo>
                  <a:pt x="994515" y="4786"/>
                </a:lnTo>
                <a:close/>
                <a:moveTo>
                  <a:pt x="903612" y="122799"/>
                </a:moveTo>
                <a:lnTo>
                  <a:pt x="903612" y="117573"/>
                </a:lnTo>
                <a:cubicBezTo>
                  <a:pt x="903612" y="102084"/>
                  <a:pt x="906560" y="89907"/>
                  <a:pt x="912438" y="81024"/>
                </a:cubicBezTo>
                <a:cubicBezTo>
                  <a:pt x="915731" y="75931"/>
                  <a:pt x="919981" y="73385"/>
                  <a:pt x="925170" y="73385"/>
                </a:cubicBezTo>
                <a:cubicBezTo>
                  <a:pt x="928673" y="73385"/>
                  <a:pt x="931469" y="74285"/>
                  <a:pt x="933555" y="76084"/>
                </a:cubicBezTo>
                <a:cubicBezTo>
                  <a:pt x="937251" y="79186"/>
                  <a:pt x="939969" y="83723"/>
                  <a:pt x="941731" y="89716"/>
                </a:cubicBezTo>
                <a:cubicBezTo>
                  <a:pt x="943473" y="95709"/>
                  <a:pt x="944354" y="106736"/>
                  <a:pt x="944354" y="122799"/>
                </a:cubicBezTo>
                <a:lnTo>
                  <a:pt x="903612" y="122799"/>
                </a:lnTo>
                <a:close/>
                <a:moveTo>
                  <a:pt x="964341" y="81100"/>
                </a:moveTo>
                <a:cubicBezTo>
                  <a:pt x="953907" y="69460"/>
                  <a:pt x="941597" y="63659"/>
                  <a:pt x="927429" y="63659"/>
                </a:cubicBezTo>
                <a:cubicBezTo>
                  <a:pt x="910447" y="63659"/>
                  <a:pt x="895647" y="70570"/>
                  <a:pt x="883011" y="84394"/>
                </a:cubicBezTo>
                <a:cubicBezTo>
                  <a:pt x="870394" y="98217"/>
                  <a:pt x="864076" y="116807"/>
                  <a:pt x="864076" y="140184"/>
                </a:cubicBezTo>
                <a:cubicBezTo>
                  <a:pt x="864076" y="159253"/>
                  <a:pt x="868365" y="175220"/>
                  <a:pt x="876942" y="188105"/>
                </a:cubicBezTo>
                <a:cubicBezTo>
                  <a:pt x="887625" y="204072"/>
                  <a:pt x="903363" y="212056"/>
                  <a:pt x="924136" y="212056"/>
                </a:cubicBezTo>
                <a:cubicBezTo>
                  <a:pt x="936198" y="212056"/>
                  <a:pt x="946842" y="208840"/>
                  <a:pt x="956032" y="202407"/>
                </a:cubicBezTo>
                <a:cubicBezTo>
                  <a:pt x="965203" y="195974"/>
                  <a:pt x="973589" y="185003"/>
                  <a:pt x="981190" y="169534"/>
                </a:cubicBezTo>
                <a:lnTo>
                  <a:pt x="976097" y="166241"/>
                </a:lnTo>
                <a:cubicBezTo>
                  <a:pt x="970506" y="174933"/>
                  <a:pt x="965260" y="180944"/>
                  <a:pt x="960378" y="184276"/>
                </a:cubicBezTo>
                <a:cubicBezTo>
                  <a:pt x="955477" y="187626"/>
                  <a:pt x="950040" y="189292"/>
                  <a:pt x="944047" y="189292"/>
                </a:cubicBezTo>
                <a:cubicBezTo>
                  <a:pt x="934360" y="189292"/>
                  <a:pt x="926070" y="185156"/>
                  <a:pt x="919177" y="176866"/>
                </a:cubicBezTo>
                <a:cubicBezTo>
                  <a:pt x="910198" y="166088"/>
                  <a:pt x="905258" y="151403"/>
                  <a:pt x="904359" y="132832"/>
                </a:cubicBezTo>
                <a:lnTo>
                  <a:pt x="981190" y="132832"/>
                </a:lnTo>
                <a:cubicBezTo>
                  <a:pt x="980385" y="109972"/>
                  <a:pt x="974776" y="92722"/>
                  <a:pt x="964341" y="81100"/>
                </a:cubicBezTo>
                <a:close/>
                <a:moveTo>
                  <a:pt x="727645" y="67852"/>
                </a:moveTo>
                <a:lnTo>
                  <a:pt x="727645" y="73385"/>
                </a:lnTo>
                <a:cubicBezTo>
                  <a:pt x="732432" y="73883"/>
                  <a:pt x="735782" y="74782"/>
                  <a:pt x="737677" y="76084"/>
                </a:cubicBezTo>
                <a:cubicBezTo>
                  <a:pt x="739573" y="77386"/>
                  <a:pt x="741028" y="79435"/>
                  <a:pt x="742024" y="82230"/>
                </a:cubicBezTo>
                <a:cubicBezTo>
                  <a:pt x="742828" y="84413"/>
                  <a:pt x="743230" y="89505"/>
                  <a:pt x="743230" y="97489"/>
                </a:cubicBezTo>
                <a:lnTo>
                  <a:pt x="743230" y="174933"/>
                </a:lnTo>
                <a:cubicBezTo>
                  <a:pt x="743230" y="187109"/>
                  <a:pt x="742158" y="194614"/>
                  <a:pt x="739994" y="197467"/>
                </a:cubicBezTo>
                <a:cubicBezTo>
                  <a:pt x="737850" y="200301"/>
                  <a:pt x="733734" y="201985"/>
                  <a:pt x="727645" y="202483"/>
                </a:cubicBezTo>
                <a:lnTo>
                  <a:pt x="727645" y="207863"/>
                </a:lnTo>
                <a:lnTo>
                  <a:pt x="803270" y="207863"/>
                </a:lnTo>
                <a:lnTo>
                  <a:pt x="803270" y="202483"/>
                </a:lnTo>
                <a:cubicBezTo>
                  <a:pt x="797680" y="202177"/>
                  <a:pt x="793716" y="201411"/>
                  <a:pt x="791362" y="200167"/>
                </a:cubicBezTo>
                <a:cubicBezTo>
                  <a:pt x="789026" y="198903"/>
                  <a:pt x="787245" y="196931"/>
                  <a:pt x="786058" y="194251"/>
                </a:cubicBezTo>
                <a:cubicBezTo>
                  <a:pt x="785350" y="192642"/>
                  <a:pt x="785005" y="189005"/>
                  <a:pt x="785005" y="183319"/>
                </a:cubicBezTo>
                <a:lnTo>
                  <a:pt x="784852" y="174933"/>
                </a:lnTo>
                <a:lnTo>
                  <a:pt x="784852" y="142730"/>
                </a:lnTo>
                <a:cubicBezTo>
                  <a:pt x="784852" y="131051"/>
                  <a:pt x="786460" y="120368"/>
                  <a:pt x="789638" y="110680"/>
                </a:cubicBezTo>
                <a:cubicBezTo>
                  <a:pt x="791744" y="104381"/>
                  <a:pt x="794846" y="99538"/>
                  <a:pt x="798924" y="96149"/>
                </a:cubicBezTo>
                <a:cubicBezTo>
                  <a:pt x="801528" y="93947"/>
                  <a:pt x="804266" y="92856"/>
                  <a:pt x="807176" y="92856"/>
                </a:cubicBezTo>
                <a:cubicBezTo>
                  <a:pt x="808459" y="92856"/>
                  <a:pt x="809607" y="93162"/>
                  <a:pt x="810622" y="93756"/>
                </a:cubicBezTo>
                <a:cubicBezTo>
                  <a:pt x="811311" y="94158"/>
                  <a:pt x="813609" y="96053"/>
                  <a:pt x="817495" y="99442"/>
                </a:cubicBezTo>
                <a:cubicBezTo>
                  <a:pt x="821401" y="102831"/>
                  <a:pt x="825996" y="104535"/>
                  <a:pt x="831280" y="104535"/>
                </a:cubicBezTo>
                <a:cubicBezTo>
                  <a:pt x="835875" y="104535"/>
                  <a:pt x="839800" y="102697"/>
                  <a:pt x="843035" y="99002"/>
                </a:cubicBezTo>
                <a:cubicBezTo>
                  <a:pt x="846290" y="95306"/>
                  <a:pt x="847898" y="90118"/>
                  <a:pt x="847898" y="83417"/>
                </a:cubicBezTo>
                <a:cubicBezTo>
                  <a:pt x="847898" y="77137"/>
                  <a:pt x="846233" y="72255"/>
                  <a:pt x="842882" y="68809"/>
                </a:cubicBezTo>
                <a:cubicBezTo>
                  <a:pt x="839551" y="65382"/>
                  <a:pt x="835071" y="63659"/>
                  <a:pt x="829480" y="63659"/>
                </a:cubicBezTo>
                <a:cubicBezTo>
                  <a:pt x="822990" y="63659"/>
                  <a:pt x="816251" y="66033"/>
                  <a:pt x="809263" y="70762"/>
                </a:cubicBezTo>
                <a:cubicBezTo>
                  <a:pt x="802275" y="75510"/>
                  <a:pt x="794138" y="85121"/>
                  <a:pt x="784852" y="99595"/>
                </a:cubicBezTo>
                <a:lnTo>
                  <a:pt x="784852" y="67852"/>
                </a:lnTo>
                <a:lnTo>
                  <a:pt x="727645" y="67852"/>
                </a:lnTo>
                <a:close/>
                <a:moveTo>
                  <a:pt x="480247" y="4786"/>
                </a:moveTo>
                <a:lnTo>
                  <a:pt x="480247" y="10339"/>
                </a:lnTo>
                <a:cubicBezTo>
                  <a:pt x="486450" y="11143"/>
                  <a:pt x="490509" y="12828"/>
                  <a:pt x="492461" y="15431"/>
                </a:cubicBezTo>
                <a:cubicBezTo>
                  <a:pt x="494414" y="18016"/>
                  <a:pt x="495391" y="24621"/>
                  <a:pt x="495391" y="35189"/>
                </a:cubicBezTo>
                <a:lnTo>
                  <a:pt x="495391" y="177479"/>
                </a:lnTo>
                <a:cubicBezTo>
                  <a:pt x="495391" y="188162"/>
                  <a:pt x="494529" y="194595"/>
                  <a:pt x="492844" y="196797"/>
                </a:cubicBezTo>
                <a:cubicBezTo>
                  <a:pt x="490336" y="199994"/>
                  <a:pt x="486143" y="201890"/>
                  <a:pt x="480247" y="202483"/>
                </a:cubicBezTo>
                <a:lnTo>
                  <a:pt x="480247" y="207863"/>
                </a:lnTo>
                <a:lnTo>
                  <a:pt x="551238" y="207863"/>
                </a:lnTo>
                <a:lnTo>
                  <a:pt x="551238" y="202483"/>
                </a:lnTo>
                <a:cubicBezTo>
                  <a:pt x="545341" y="201679"/>
                  <a:pt x="541455" y="199592"/>
                  <a:pt x="539559" y="196184"/>
                </a:cubicBezTo>
                <a:cubicBezTo>
                  <a:pt x="538066" y="193695"/>
                  <a:pt x="537319" y="187454"/>
                  <a:pt x="537319" y="177479"/>
                </a:cubicBezTo>
                <a:lnTo>
                  <a:pt x="537319" y="102448"/>
                </a:lnTo>
                <a:cubicBezTo>
                  <a:pt x="541704" y="95555"/>
                  <a:pt x="545801" y="90731"/>
                  <a:pt x="549592" y="87993"/>
                </a:cubicBezTo>
                <a:cubicBezTo>
                  <a:pt x="553383" y="85236"/>
                  <a:pt x="557288" y="83877"/>
                  <a:pt x="561271" y="83877"/>
                </a:cubicBezTo>
                <a:cubicBezTo>
                  <a:pt x="563970" y="83877"/>
                  <a:pt x="566382" y="84700"/>
                  <a:pt x="568546" y="86346"/>
                </a:cubicBezTo>
                <a:cubicBezTo>
                  <a:pt x="570690" y="87993"/>
                  <a:pt x="572203" y="90290"/>
                  <a:pt x="573102" y="93220"/>
                </a:cubicBezTo>
                <a:cubicBezTo>
                  <a:pt x="574002" y="96168"/>
                  <a:pt x="574462" y="103443"/>
                  <a:pt x="574462" y="115026"/>
                </a:cubicBezTo>
                <a:lnTo>
                  <a:pt x="574462" y="177479"/>
                </a:lnTo>
                <a:cubicBezTo>
                  <a:pt x="574462" y="187550"/>
                  <a:pt x="573562" y="193887"/>
                  <a:pt x="571762" y="196491"/>
                </a:cubicBezTo>
                <a:cubicBezTo>
                  <a:pt x="569254" y="199784"/>
                  <a:pt x="565521" y="201775"/>
                  <a:pt x="560524" y="202483"/>
                </a:cubicBezTo>
                <a:lnTo>
                  <a:pt x="560524" y="207863"/>
                </a:lnTo>
                <a:lnTo>
                  <a:pt x="631515" y="207863"/>
                </a:lnTo>
                <a:lnTo>
                  <a:pt x="631515" y="202483"/>
                </a:lnTo>
                <a:cubicBezTo>
                  <a:pt x="625427" y="201775"/>
                  <a:pt x="621388" y="200109"/>
                  <a:pt x="619377" y="197467"/>
                </a:cubicBezTo>
                <a:cubicBezTo>
                  <a:pt x="617386" y="194825"/>
                  <a:pt x="616391" y="188162"/>
                  <a:pt x="616391" y="177479"/>
                </a:cubicBezTo>
                <a:lnTo>
                  <a:pt x="616391" y="122799"/>
                </a:lnTo>
                <a:cubicBezTo>
                  <a:pt x="616391" y="106832"/>
                  <a:pt x="615357" y="95479"/>
                  <a:pt x="613327" y="88740"/>
                </a:cubicBezTo>
                <a:cubicBezTo>
                  <a:pt x="611279" y="82000"/>
                  <a:pt x="607124" y="76142"/>
                  <a:pt x="600883" y="71145"/>
                </a:cubicBezTo>
                <a:cubicBezTo>
                  <a:pt x="594641" y="66148"/>
                  <a:pt x="587136" y="63659"/>
                  <a:pt x="578348" y="63659"/>
                </a:cubicBezTo>
                <a:cubicBezTo>
                  <a:pt x="571456" y="63659"/>
                  <a:pt x="564812" y="65325"/>
                  <a:pt x="558437" y="68675"/>
                </a:cubicBezTo>
                <a:cubicBezTo>
                  <a:pt x="552042" y="72006"/>
                  <a:pt x="544997" y="77731"/>
                  <a:pt x="537319" y="85810"/>
                </a:cubicBezTo>
                <a:lnTo>
                  <a:pt x="537319" y="4786"/>
                </a:lnTo>
                <a:lnTo>
                  <a:pt x="480247" y="4786"/>
                </a:lnTo>
                <a:close/>
                <a:moveTo>
                  <a:pt x="425682" y="230187"/>
                </a:moveTo>
                <a:cubicBezTo>
                  <a:pt x="431119" y="231278"/>
                  <a:pt x="435178" y="233327"/>
                  <a:pt x="437878" y="236332"/>
                </a:cubicBezTo>
                <a:cubicBezTo>
                  <a:pt x="439371" y="238017"/>
                  <a:pt x="440118" y="240123"/>
                  <a:pt x="440118" y="242612"/>
                </a:cubicBezTo>
                <a:cubicBezTo>
                  <a:pt x="440118" y="249313"/>
                  <a:pt x="436154" y="254502"/>
                  <a:pt x="428228" y="258197"/>
                </a:cubicBezTo>
                <a:cubicBezTo>
                  <a:pt x="420283" y="261892"/>
                  <a:pt x="409370" y="263730"/>
                  <a:pt x="395489" y="263730"/>
                </a:cubicBezTo>
                <a:cubicBezTo>
                  <a:pt x="379216" y="263730"/>
                  <a:pt x="368150" y="261662"/>
                  <a:pt x="362253" y="257527"/>
                </a:cubicBezTo>
                <a:cubicBezTo>
                  <a:pt x="356356" y="253372"/>
                  <a:pt x="353407" y="248758"/>
                  <a:pt x="353407" y="243665"/>
                </a:cubicBezTo>
                <a:cubicBezTo>
                  <a:pt x="353407" y="238362"/>
                  <a:pt x="356260" y="234169"/>
                  <a:pt x="361946" y="231087"/>
                </a:cubicBezTo>
                <a:cubicBezTo>
                  <a:pt x="365239" y="229383"/>
                  <a:pt x="371979" y="228540"/>
                  <a:pt x="382164" y="228540"/>
                </a:cubicBezTo>
                <a:cubicBezTo>
                  <a:pt x="405732" y="228540"/>
                  <a:pt x="420225" y="229076"/>
                  <a:pt x="425682" y="230187"/>
                </a:cubicBezTo>
                <a:close/>
                <a:moveTo>
                  <a:pt x="404488" y="80124"/>
                </a:moveTo>
                <a:cubicBezTo>
                  <a:pt x="408968" y="86614"/>
                  <a:pt x="411227" y="98791"/>
                  <a:pt x="411227" y="116673"/>
                </a:cubicBezTo>
                <a:cubicBezTo>
                  <a:pt x="411227" y="132545"/>
                  <a:pt x="409217" y="143228"/>
                  <a:pt x="405234" y="148723"/>
                </a:cubicBezTo>
                <a:cubicBezTo>
                  <a:pt x="401233" y="154198"/>
                  <a:pt x="396255" y="156955"/>
                  <a:pt x="390263" y="156955"/>
                </a:cubicBezTo>
                <a:cubicBezTo>
                  <a:pt x="384864" y="156955"/>
                  <a:pt x="380192" y="154179"/>
                  <a:pt x="376248" y="148646"/>
                </a:cubicBezTo>
                <a:cubicBezTo>
                  <a:pt x="372304" y="143094"/>
                  <a:pt x="370332" y="132889"/>
                  <a:pt x="370332" y="118013"/>
                </a:cubicBezTo>
                <a:cubicBezTo>
                  <a:pt x="370332" y="99653"/>
                  <a:pt x="372342" y="87533"/>
                  <a:pt x="376325" y="81694"/>
                </a:cubicBezTo>
                <a:cubicBezTo>
                  <a:pt x="380326" y="75855"/>
                  <a:pt x="385208" y="72944"/>
                  <a:pt x="391009" y="72944"/>
                </a:cubicBezTo>
                <a:cubicBezTo>
                  <a:pt x="396791" y="72944"/>
                  <a:pt x="401290" y="75338"/>
                  <a:pt x="404488" y="80124"/>
                </a:cubicBezTo>
                <a:close/>
                <a:moveTo>
                  <a:pt x="388157" y="63659"/>
                </a:moveTo>
                <a:cubicBezTo>
                  <a:pt x="370581" y="63659"/>
                  <a:pt x="356203" y="68675"/>
                  <a:pt x="345022" y="78707"/>
                </a:cubicBezTo>
                <a:cubicBezTo>
                  <a:pt x="333841" y="88740"/>
                  <a:pt x="328250" y="100591"/>
                  <a:pt x="328250" y="114280"/>
                </a:cubicBezTo>
                <a:cubicBezTo>
                  <a:pt x="328250" y="124752"/>
                  <a:pt x="331256" y="133980"/>
                  <a:pt x="337249" y="141983"/>
                </a:cubicBezTo>
                <a:cubicBezTo>
                  <a:pt x="343222" y="149967"/>
                  <a:pt x="352910" y="156400"/>
                  <a:pt x="366292" y="161301"/>
                </a:cubicBezTo>
                <a:cubicBezTo>
                  <a:pt x="354805" y="166088"/>
                  <a:pt x="346419" y="171735"/>
                  <a:pt x="341135" y="178226"/>
                </a:cubicBezTo>
                <a:cubicBezTo>
                  <a:pt x="335832" y="184716"/>
                  <a:pt x="333190" y="191398"/>
                  <a:pt x="333190" y="198290"/>
                </a:cubicBezTo>
                <a:cubicBezTo>
                  <a:pt x="333190" y="209663"/>
                  <a:pt x="339680" y="218546"/>
                  <a:pt x="352661" y="224941"/>
                </a:cubicBezTo>
                <a:cubicBezTo>
                  <a:pt x="343279" y="227430"/>
                  <a:pt x="336866" y="230512"/>
                  <a:pt x="333420" y="234150"/>
                </a:cubicBezTo>
                <a:cubicBezTo>
                  <a:pt x="329973" y="237807"/>
                  <a:pt x="328250" y="241923"/>
                  <a:pt x="328250" y="246518"/>
                </a:cubicBezTo>
                <a:cubicBezTo>
                  <a:pt x="328250" y="251304"/>
                  <a:pt x="330509" y="255861"/>
                  <a:pt x="334989" y="260207"/>
                </a:cubicBezTo>
                <a:cubicBezTo>
                  <a:pt x="339489" y="264553"/>
                  <a:pt x="346917" y="267942"/>
                  <a:pt x="357313" y="270392"/>
                </a:cubicBezTo>
                <a:cubicBezTo>
                  <a:pt x="367690" y="272843"/>
                  <a:pt x="379177" y="274068"/>
                  <a:pt x="391756" y="274068"/>
                </a:cubicBezTo>
                <a:cubicBezTo>
                  <a:pt x="408527" y="274068"/>
                  <a:pt x="423346" y="271618"/>
                  <a:pt x="436231" y="266736"/>
                </a:cubicBezTo>
                <a:cubicBezTo>
                  <a:pt x="444713" y="263423"/>
                  <a:pt x="451567" y="258312"/>
                  <a:pt x="456755" y="251381"/>
                </a:cubicBezTo>
                <a:cubicBezTo>
                  <a:pt x="461943" y="244431"/>
                  <a:pt x="464547" y="236715"/>
                  <a:pt x="464547" y="228234"/>
                </a:cubicBezTo>
                <a:cubicBezTo>
                  <a:pt x="464547" y="214966"/>
                  <a:pt x="458899" y="205125"/>
                  <a:pt x="447623" y="198731"/>
                </a:cubicBezTo>
                <a:cubicBezTo>
                  <a:pt x="439735" y="194136"/>
                  <a:pt x="425299" y="191838"/>
                  <a:pt x="404335" y="191838"/>
                </a:cubicBezTo>
                <a:lnTo>
                  <a:pt x="378431" y="192145"/>
                </a:lnTo>
                <a:cubicBezTo>
                  <a:pt x="372228" y="192145"/>
                  <a:pt x="367767" y="190996"/>
                  <a:pt x="365029" y="188698"/>
                </a:cubicBezTo>
                <a:cubicBezTo>
                  <a:pt x="362272" y="186401"/>
                  <a:pt x="360912" y="183453"/>
                  <a:pt x="360912" y="179872"/>
                </a:cubicBezTo>
                <a:cubicBezTo>
                  <a:pt x="360912" y="175775"/>
                  <a:pt x="362425" y="172252"/>
                  <a:pt x="365469" y="169304"/>
                </a:cubicBezTo>
                <a:cubicBezTo>
                  <a:pt x="368513" y="166356"/>
                  <a:pt x="372285" y="164881"/>
                  <a:pt x="376784" y="164881"/>
                </a:cubicBezTo>
                <a:cubicBezTo>
                  <a:pt x="388157" y="165398"/>
                  <a:pt x="394149" y="165647"/>
                  <a:pt x="394743" y="165647"/>
                </a:cubicBezTo>
                <a:cubicBezTo>
                  <a:pt x="402133" y="165647"/>
                  <a:pt x="410595" y="163560"/>
                  <a:pt x="420130" y="159425"/>
                </a:cubicBezTo>
                <a:cubicBezTo>
                  <a:pt x="429664" y="155289"/>
                  <a:pt x="437207" y="149546"/>
                  <a:pt x="442741" y="142194"/>
                </a:cubicBezTo>
                <a:cubicBezTo>
                  <a:pt x="448293" y="134861"/>
                  <a:pt x="451069" y="126207"/>
                  <a:pt x="451069" y="116213"/>
                </a:cubicBezTo>
                <a:cubicBezTo>
                  <a:pt x="451069" y="110336"/>
                  <a:pt x="449863" y="104688"/>
                  <a:pt x="447469" y="99289"/>
                </a:cubicBezTo>
                <a:cubicBezTo>
                  <a:pt x="445574" y="95306"/>
                  <a:pt x="442166" y="90865"/>
                  <a:pt x="437284" y="85963"/>
                </a:cubicBezTo>
                <a:lnTo>
                  <a:pt x="464088" y="85963"/>
                </a:lnTo>
                <a:lnTo>
                  <a:pt x="464088" y="69498"/>
                </a:lnTo>
                <a:lnTo>
                  <a:pt x="416913" y="69498"/>
                </a:lnTo>
                <a:cubicBezTo>
                  <a:pt x="407034" y="65593"/>
                  <a:pt x="397442" y="63659"/>
                  <a:pt x="388157" y="63659"/>
                </a:cubicBezTo>
                <a:close/>
                <a:moveTo>
                  <a:pt x="238113" y="67852"/>
                </a:moveTo>
                <a:lnTo>
                  <a:pt x="238113" y="73385"/>
                </a:lnTo>
                <a:cubicBezTo>
                  <a:pt x="244699" y="73787"/>
                  <a:pt x="249141" y="75357"/>
                  <a:pt x="251438" y="78095"/>
                </a:cubicBezTo>
                <a:cubicBezTo>
                  <a:pt x="253736" y="80852"/>
                  <a:pt x="254885" y="87170"/>
                  <a:pt x="254885" y="97049"/>
                </a:cubicBezTo>
                <a:lnTo>
                  <a:pt x="254885" y="178819"/>
                </a:lnTo>
                <a:cubicBezTo>
                  <a:pt x="254885" y="188698"/>
                  <a:pt x="253889" y="194787"/>
                  <a:pt x="251879" y="197084"/>
                </a:cubicBezTo>
                <a:cubicBezTo>
                  <a:pt x="248892" y="200492"/>
                  <a:pt x="244297" y="202273"/>
                  <a:pt x="238113" y="202483"/>
                </a:cubicBezTo>
                <a:lnTo>
                  <a:pt x="238113" y="207863"/>
                </a:lnTo>
                <a:lnTo>
                  <a:pt x="313738" y="207863"/>
                </a:lnTo>
                <a:lnTo>
                  <a:pt x="313738" y="202483"/>
                </a:lnTo>
                <a:cubicBezTo>
                  <a:pt x="307037" y="202081"/>
                  <a:pt x="302557" y="200511"/>
                  <a:pt x="300259" y="197754"/>
                </a:cubicBezTo>
                <a:cubicBezTo>
                  <a:pt x="297962" y="195016"/>
                  <a:pt x="296813" y="188698"/>
                  <a:pt x="296813" y="178819"/>
                </a:cubicBezTo>
                <a:lnTo>
                  <a:pt x="296813" y="67852"/>
                </a:lnTo>
                <a:lnTo>
                  <a:pt x="238113" y="67852"/>
                </a:lnTo>
                <a:close/>
                <a:moveTo>
                  <a:pt x="259518" y="6816"/>
                </a:moveTo>
                <a:cubicBezTo>
                  <a:pt x="255038" y="11353"/>
                  <a:pt x="252779" y="16829"/>
                  <a:pt x="252779" y="23224"/>
                </a:cubicBezTo>
                <a:cubicBezTo>
                  <a:pt x="252779" y="29599"/>
                  <a:pt x="255038" y="35055"/>
                  <a:pt x="259518" y="39536"/>
                </a:cubicBezTo>
                <a:cubicBezTo>
                  <a:pt x="264017" y="44035"/>
                  <a:pt x="269454" y="46275"/>
                  <a:pt x="275849" y="46275"/>
                </a:cubicBezTo>
                <a:cubicBezTo>
                  <a:pt x="282243" y="46275"/>
                  <a:pt x="287700" y="44035"/>
                  <a:pt x="292237" y="39536"/>
                </a:cubicBezTo>
                <a:cubicBezTo>
                  <a:pt x="296794" y="35055"/>
                  <a:pt x="299053" y="29599"/>
                  <a:pt x="299053" y="23224"/>
                </a:cubicBezTo>
                <a:cubicBezTo>
                  <a:pt x="299053" y="16829"/>
                  <a:pt x="296813" y="11353"/>
                  <a:pt x="292314" y="6816"/>
                </a:cubicBezTo>
                <a:cubicBezTo>
                  <a:pt x="287834" y="2278"/>
                  <a:pt x="282339" y="0"/>
                  <a:pt x="275849" y="0"/>
                </a:cubicBezTo>
                <a:cubicBezTo>
                  <a:pt x="269454" y="0"/>
                  <a:pt x="264017" y="2278"/>
                  <a:pt x="259518" y="6816"/>
                </a:cubicBezTo>
                <a:close/>
                <a:moveTo>
                  <a:pt x="149163" y="110221"/>
                </a:moveTo>
                <a:lnTo>
                  <a:pt x="149163" y="173133"/>
                </a:lnTo>
                <a:cubicBezTo>
                  <a:pt x="149163" y="183319"/>
                  <a:pt x="148608" y="189598"/>
                  <a:pt x="147516" y="191991"/>
                </a:cubicBezTo>
                <a:cubicBezTo>
                  <a:pt x="146004" y="195399"/>
                  <a:pt x="143955" y="197793"/>
                  <a:pt x="141371" y="199190"/>
                </a:cubicBezTo>
                <a:cubicBezTo>
                  <a:pt x="137867" y="201277"/>
                  <a:pt x="133138" y="202330"/>
                  <a:pt x="127146" y="202330"/>
                </a:cubicBezTo>
                <a:lnTo>
                  <a:pt x="120559" y="202330"/>
                </a:lnTo>
                <a:lnTo>
                  <a:pt x="120559" y="207863"/>
                </a:lnTo>
                <a:lnTo>
                  <a:pt x="226587" y="207863"/>
                </a:lnTo>
                <a:lnTo>
                  <a:pt x="226587" y="202330"/>
                </a:lnTo>
                <a:lnTo>
                  <a:pt x="219982" y="202330"/>
                </a:lnTo>
                <a:cubicBezTo>
                  <a:pt x="214296" y="202330"/>
                  <a:pt x="209758" y="201354"/>
                  <a:pt x="206370" y="199401"/>
                </a:cubicBezTo>
                <a:cubicBezTo>
                  <a:pt x="202962" y="197467"/>
                  <a:pt x="200722" y="195189"/>
                  <a:pt x="199631" y="192604"/>
                </a:cubicBezTo>
                <a:cubicBezTo>
                  <a:pt x="198520" y="190000"/>
                  <a:pt x="197984" y="183510"/>
                  <a:pt x="197984" y="173133"/>
                </a:cubicBezTo>
                <a:lnTo>
                  <a:pt x="197984" y="39536"/>
                </a:lnTo>
                <a:cubicBezTo>
                  <a:pt x="197984" y="29350"/>
                  <a:pt x="198520" y="23070"/>
                  <a:pt x="199631" y="20677"/>
                </a:cubicBezTo>
                <a:cubicBezTo>
                  <a:pt x="201124" y="17269"/>
                  <a:pt x="203172" y="14876"/>
                  <a:pt x="205757" y="13478"/>
                </a:cubicBezTo>
                <a:cubicBezTo>
                  <a:pt x="209261" y="11392"/>
                  <a:pt x="214009" y="10339"/>
                  <a:pt x="219982" y="10339"/>
                </a:cubicBezTo>
                <a:lnTo>
                  <a:pt x="226587" y="10339"/>
                </a:lnTo>
                <a:lnTo>
                  <a:pt x="226587" y="4786"/>
                </a:lnTo>
                <a:lnTo>
                  <a:pt x="120559" y="4786"/>
                </a:lnTo>
                <a:lnTo>
                  <a:pt x="120559" y="10339"/>
                </a:lnTo>
                <a:lnTo>
                  <a:pt x="127146" y="10339"/>
                </a:lnTo>
                <a:cubicBezTo>
                  <a:pt x="132832" y="10339"/>
                  <a:pt x="137369" y="11315"/>
                  <a:pt x="140777" y="13249"/>
                </a:cubicBezTo>
                <a:cubicBezTo>
                  <a:pt x="144166" y="15202"/>
                  <a:pt x="146406" y="17480"/>
                  <a:pt x="147516" y="20065"/>
                </a:cubicBezTo>
                <a:cubicBezTo>
                  <a:pt x="148608" y="22668"/>
                  <a:pt x="149163" y="29159"/>
                  <a:pt x="149163" y="39536"/>
                </a:cubicBezTo>
                <a:lnTo>
                  <a:pt x="149163" y="97049"/>
                </a:lnTo>
                <a:lnTo>
                  <a:pt x="77425" y="97049"/>
                </a:lnTo>
                <a:lnTo>
                  <a:pt x="77425" y="39536"/>
                </a:lnTo>
                <a:cubicBezTo>
                  <a:pt x="77425" y="29350"/>
                  <a:pt x="77961" y="23070"/>
                  <a:pt x="79071" y="20677"/>
                </a:cubicBezTo>
                <a:cubicBezTo>
                  <a:pt x="80564" y="17269"/>
                  <a:pt x="82613" y="14876"/>
                  <a:pt x="85198" y="13478"/>
                </a:cubicBezTo>
                <a:cubicBezTo>
                  <a:pt x="88797" y="11392"/>
                  <a:pt x="93545" y="10339"/>
                  <a:pt x="99442" y="10339"/>
                </a:cubicBezTo>
                <a:lnTo>
                  <a:pt x="106181" y="10339"/>
                </a:lnTo>
                <a:lnTo>
                  <a:pt x="106181" y="4786"/>
                </a:lnTo>
                <a:lnTo>
                  <a:pt x="0" y="4786"/>
                </a:lnTo>
                <a:lnTo>
                  <a:pt x="0" y="10339"/>
                </a:lnTo>
                <a:lnTo>
                  <a:pt x="6739" y="10339"/>
                </a:lnTo>
                <a:cubicBezTo>
                  <a:pt x="12425" y="10339"/>
                  <a:pt x="16944" y="11315"/>
                  <a:pt x="20294" y="13249"/>
                </a:cubicBezTo>
                <a:cubicBezTo>
                  <a:pt x="23626" y="15202"/>
                  <a:pt x="25846" y="17480"/>
                  <a:pt x="26957" y="20065"/>
                </a:cubicBezTo>
                <a:cubicBezTo>
                  <a:pt x="28048" y="22668"/>
                  <a:pt x="28603" y="29159"/>
                  <a:pt x="28603" y="39536"/>
                </a:cubicBezTo>
                <a:lnTo>
                  <a:pt x="28603" y="173133"/>
                </a:lnTo>
                <a:cubicBezTo>
                  <a:pt x="28603" y="183319"/>
                  <a:pt x="28048" y="189598"/>
                  <a:pt x="26957" y="191991"/>
                </a:cubicBezTo>
                <a:cubicBezTo>
                  <a:pt x="25559" y="195399"/>
                  <a:pt x="23549" y="197793"/>
                  <a:pt x="20964" y="199190"/>
                </a:cubicBezTo>
                <a:cubicBezTo>
                  <a:pt x="17365" y="201277"/>
                  <a:pt x="12617" y="202330"/>
                  <a:pt x="6739" y="202330"/>
                </a:cubicBezTo>
                <a:lnTo>
                  <a:pt x="0" y="202330"/>
                </a:lnTo>
                <a:lnTo>
                  <a:pt x="0" y="207863"/>
                </a:lnTo>
                <a:lnTo>
                  <a:pt x="106181" y="207863"/>
                </a:lnTo>
                <a:lnTo>
                  <a:pt x="106181" y="202330"/>
                </a:lnTo>
                <a:lnTo>
                  <a:pt x="99442" y="202330"/>
                </a:lnTo>
                <a:cubicBezTo>
                  <a:pt x="93737" y="202330"/>
                  <a:pt x="89218" y="201354"/>
                  <a:pt x="85887" y="199401"/>
                </a:cubicBezTo>
                <a:cubicBezTo>
                  <a:pt x="82536" y="197467"/>
                  <a:pt x="80296" y="195189"/>
                  <a:pt x="79148" y="192604"/>
                </a:cubicBezTo>
                <a:cubicBezTo>
                  <a:pt x="77999" y="190000"/>
                  <a:pt x="77425" y="183510"/>
                  <a:pt x="77425" y="173133"/>
                </a:cubicBezTo>
                <a:lnTo>
                  <a:pt x="77425" y="110221"/>
                </a:lnTo>
                <a:lnTo>
                  <a:pt x="149163" y="110221"/>
                </a:lnTo>
              </a:path>
            </a:pathLst>
          </a:custGeom>
          <a:solidFill xmlns:a="http://schemas.openxmlformats.org/drawingml/2006/main">
            <a:srgbClr val="ED1F2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9E4C3-35A5-449D-92AA-397B19AC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854" y="3392182"/>
            <a:ext cx="147957" cy="206217"/>
          </a:xfrm>
          <a:custGeom xmlns:a="http://schemas.openxmlformats.org/drawingml/2006/main">
            <a:pathLst>
              <a:path w="147957" h="206217">
                <a:moveTo>
                  <a:pt x="67679" y="157395"/>
                </a:moveTo>
                <a:cubicBezTo>
                  <a:pt x="62300" y="172367"/>
                  <a:pt x="57609" y="181959"/>
                  <a:pt x="53608" y="186152"/>
                </a:cubicBezTo>
                <a:cubicBezTo>
                  <a:pt x="50908" y="189043"/>
                  <a:pt x="48362" y="190498"/>
                  <a:pt x="45968" y="190498"/>
                </a:cubicBezTo>
                <a:cubicBezTo>
                  <a:pt x="44475" y="190498"/>
                  <a:pt x="43326" y="189943"/>
                  <a:pt x="42522" y="188832"/>
                </a:cubicBezTo>
                <a:cubicBezTo>
                  <a:pt x="41718" y="187741"/>
                  <a:pt x="41278" y="185290"/>
                  <a:pt x="41182" y="181500"/>
                </a:cubicBezTo>
                <a:cubicBezTo>
                  <a:pt x="41086" y="174818"/>
                  <a:pt x="39497" y="169878"/>
                  <a:pt x="36453" y="166681"/>
                </a:cubicBezTo>
                <a:cubicBezTo>
                  <a:pt x="33409" y="163484"/>
                  <a:pt x="29388" y="161876"/>
                  <a:pt x="24411" y="161876"/>
                </a:cubicBezTo>
                <a:cubicBezTo>
                  <a:pt x="19222" y="161876"/>
                  <a:pt x="14838" y="163771"/>
                  <a:pt x="11296" y="167581"/>
                </a:cubicBezTo>
                <a:cubicBezTo>
                  <a:pt x="7754" y="171372"/>
                  <a:pt x="5993" y="176158"/>
                  <a:pt x="5993" y="181959"/>
                </a:cubicBezTo>
                <a:cubicBezTo>
                  <a:pt x="5993" y="188641"/>
                  <a:pt x="8558" y="194365"/>
                  <a:pt x="13708" y="199094"/>
                </a:cubicBezTo>
                <a:cubicBezTo>
                  <a:pt x="18839" y="203843"/>
                  <a:pt x="25559" y="206217"/>
                  <a:pt x="33849" y="206217"/>
                </a:cubicBezTo>
                <a:cubicBezTo>
                  <a:pt x="44226" y="206217"/>
                  <a:pt x="52861" y="202024"/>
                  <a:pt x="59753" y="193638"/>
                </a:cubicBezTo>
                <a:cubicBezTo>
                  <a:pt x="64635" y="187645"/>
                  <a:pt x="72121" y="171659"/>
                  <a:pt x="82211" y="145717"/>
                </a:cubicBezTo>
                <a:lnTo>
                  <a:pt x="122206" y="41929"/>
                </a:lnTo>
                <a:cubicBezTo>
                  <a:pt x="128983" y="24257"/>
                  <a:pt x="133827" y="13900"/>
                  <a:pt x="136737" y="10856"/>
                </a:cubicBezTo>
                <a:cubicBezTo>
                  <a:pt x="139628" y="7811"/>
                  <a:pt x="143362" y="6031"/>
                  <a:pt x="147957" y="5533"/>
                </a:cubicBezTo>
                <a:lnTo>
                  <a:pt x="147957" y="0"/>
                </a:lnTo>
                <a:lnTo>
                  <a:pt x="101088" y="0"/>
                </a:lnTo>
                <a:lnTo>
                  <a:pt x="101088" y="5533"/>
                </a:lnTo>
                <a:cubicBezTo>
                  <a:pt x="107272" y="5744"/>
                  <a:pt x="111599" y="6931"/>
                  <a:pt x="114031" y="9132"/>
                </a:cubicBezTo>
                <a:cubicBezTo>
                  <a:pt x="116481" y="11334"/>
                  <a:pt x="117707" y="14263"/>
                  <a:pt x="117707" y="17959"/>
                </a:cubicBezTo>
                <a:cubicBezTo>
                  <a:pt x="117707" y="23855"/>
                  <a:pt x="114758" y="34347"/>
                  <a:pt x="108881" y="49415"/>
                </a:cubicBezTo>
                <a:lnTo>
                  <a:pt x="92550" y="91803"/>
                </a:lnTo>
                <a:lnTo>
                  <a:pt x="68579" y="36989"/>
                </a:lnTo>
                <a:cubicBezTo>
                  <a:pt x="63601" y="25808"/>
                  <a:pt x="61093" y="18322"/>
                  <a:pt x="61093" y="14512"/>
                </a:cubicBezTo>
                <a:cubicBezTo>
                  <a:pt x="61093" y="12119"/>
                  <a:pt x="62089" y="10071"/>
                  <a:pt x="64099" y="8386"/>
                </a:cubicBezTo>
                <a:cubicBezTo>
                  <a:pt x="66090" y="6682"/>
                  <a:pt x="69537" y="5744"/>
                  <a:pt x="74419" y="5533"/>
                </a:cubicBezTo>
                <a:lnTo>
                  <a:pt x="74419" y="0"/>
                </a:lnTo>
                <a:lnTo>
                  <a:pt x="0" y="0"/>
                </a:lnTo>
                <a:lnTo>
                  <a:pt x="0" y="5533"/>
                </a:lnTo>
                <a:cubicBezTo>
                  <a:pt x="4595" y="6931"/>
                  <a:pt x="8501" y="9420"/>
                  <a:pt x="11755" y="13019"/>
                </a:cubicBezTo>
                <a:cubicBezTo>
                  <a:pt x="14991" y="16618"/>
                  <a:pt x="20007" y="26249"/>
                  <a:pt x="26804" y="41929"/>
                </a:cubicBezTo>
                <a:lnTo>
                  <a:pt x="72026" y="145717"/>
                </a:lnTo>
                <a:lnTo>
                  <a:pt x="67679" y="157395"/>
                </a:lnTo>
              </a:path>
            </a:pathLst>
          </a:custGeom>
          <a:solidFill xmlns:a="http://schemas.openxmlformats.org/drawingml/2006/main">
            <a:srgbClr val="ED1F2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06428BFF-83E3-477B-9AB1-247D1F42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975" y="2387309"/>
            <a:ext cx="273781" cy="160823"/>
          </a:xfrm>
          <a:custGeom xmlns:a="http://schemas.openxmlformats.org/drawingml/2006/main">
            <a:pathLst>
              <a:path w="273781" h="160823">
                <a:moveTo>
                  <a:pt x="0" y="0"/>
                </a:moveTo>
                <a:lnTo>
                  <a:pt x="273781" y="0"/>
                </a:lnTo>
                <a:lnTo>
                  <a:pt x="273781" y="160823"/>
                </a:lnTo>
                <a:lnTo>
                  <a:pt x="0" y="1608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60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33E444A8-00C1-4A3B-803F-7C1278FF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507" y="2546600"/>
            <a:ext cx="271101" cy="158525"/>
          </a:xfrm>
          <a:custGeom xmlns:a="http://schemas.openxmlformats.org/drawingml/2006/main">
            <a:pathLst>
              <a:path w="271101" h="158525">
                <a:moveTo>
                  <a:pt x="0" y="0"/>
                </a:moveTo>
                <a:lnTo>
                  <a:pt x="271101" y="0"/>
                </a:lnTo>
                <a:lnTo>
                  <a:pt x="271101" y="158525"/>
                </a:lnTo>
                <a:lnTo>
                  <a:pt x="0" y="158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61" name="Native source glyph inset-29.png">
            <a:extLst xmlns:a="http://schemas.openxmlformats.org/drawingml/2006/main">
              <a:ext uri="{FF2B5EF4-FFF2-40B4-BE49-F238E27FC236}">
                <a16:creationId xmlns:a16="http://schemas.microsoft.com/office/drawing/2014/main" id="{0009E26A-E2B6-44D9-AB35-C52CD933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923" y="2567277"/>
            <a:ext cx="64208" cy="62032"/>
          </a:xfrm>
          <a:custGeom xmlns:a="http://schemas.openxmlformats.org/drawingml/2006/main">
            <a:pathLst>
              <a:path w="64208" h="62032">
                <a:moveTo>
                  <a:pt x="7134" y="6892"/>
                </a:moveTo>
                <a:lnTo>
                  <a:pt x="7134" y="0"/>
                </a:lnTo>
                <a:lnTo>
                  <a:pt x="57074" y="0"/>
                </a:lnTo>
                <a:lnTo>
                  <a:pt x="57074" y="6892"/>
                </a:lnTo>
                <a:lnTo>
                  <a:pt x="64208" y="6892"/>
                </a:lnTo>
                <a:lnTo>
                  <a:pt x="64208" y="55139"/>
                </a:lnTo>
                <a:lnTo>
                  <a:pt x="57074" y="55139"/>
                </a:lnTo>
                <a:lnTo>
                  <a:pt x="57074" y="62032"/>
                </a:lnTo>
                <a:lnTo>
                  <a:pt x="7134" y="62032"/>
                </a:lnTo>
                <a:lnTo>
                  <a:pt x="7134" y="55139"/>
                </a:lnTo>
                <a:lnTo>
                  <a:pt x="0" y="55139"/>
                </a:lnTo>
                <a:lnTo>
                  <a:pt x="0" y="6892"/>
                </a:lnTo>
                <a:lnTo>
                  <a:pt x="7134" y="689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62" name="Native source glyph inset-29.png">
            <a:extLst xmlns:a="http://schemas.openxmlformats.org/drawingml/2006/main">
              <a:ext uri="{FF2B5EF4-FFF2-40B4-BE49-F238E27FC236}">
                <a16:creationId xmlns:a16="http://schemas.microsoft.com/office/drawing/2014/main" id="{7B7A2F99-E589-412A-BA08-4EE27696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923" y="2684448"/>
            <a:ext cx="64208" cy="20677"/>
          </a:xfrm>
          <a:custGeom xmlns:a="http://schemas.openxmlformats.org/drawingml/2006/main">
            <a:pathLst>
              <a:path w="64208" h="20677">
                <a:moveTo>
                  <a:pt x="7134" y="6892"/>
                </a:moveTo>
                <a:lnTo>
                  <a:pt x="7134" y="0"/>
                </a:lnTo>
                <a:lnTo>
                  <a:pt x="57074" y="0"/>
                </a:lnTo>
                <a:lnTo>
                  <a:pt x="57074" y="6892"/>
                </a:lnTo>
                <a:lnTo>
                  <a:pt x="64208" y="6892"/>
                </a:lnTo>
                <a:lnTo>
                  <a:pt x="64208" y="20677"/>
                </a:lnTo>
                <a:lnTo>
                  <a:pt x="0" y="20677"/>
                </a:lnTo>
                <a:lnTo>
                  <a:pt x="0" y="6892"/>
                </a:lnTo>
                <a:lnTo>
                  <a:pt x="7134" y="689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63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C94F3567-BB09-4096-8391-37838BC0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507" y="2705125"/>
            <a:ext cx="271101" cy="158544"/>
          </a:xfrm>
          <a:custGeom xmlns:a="http://schemas.openxmlformats.org/drawingml/2006/main">
            <a:pathLst>
              <a:path w="271101" h="158544">
                <a:moveTo>
                  <a:pt x="0" y="0"/>
                </a:moveTo>
                <a:lnTo>
                  <a:pt x="271101" y="0"/>
                </a:lnTo>
                <a:lnTo>
                  <a:pt x="271101" y="158544"/>
                </a:lnTo>
                <a:lnTo>
                  <a:pt x="0" y="1585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64" name="Native source glyph inset-30.png">
            <a:extLst xmlns:a="http://schemas.openxmlformats.org/drawingml/2006/main">
              <a:ext uri="{FF2B5EF4-FFF2-40B4-BE49-F238E27FC236}">
                <a16:creationId xmlns:a16="http://schemas.microsoft.com/office/drawing/2014/main" id="{F79A2248-8015-423F-870B-E0BD9CC6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923" y="2705125"/>
            <a:ext cx="64208" cy="34466"/>
          </a:xfrm>
          <a:custGeom xmlns:a="http://schemas.openxmlformats.org/drawingml/2006/main">
            <a:pathLst>
              <a:path w="64208" h="34466">
                <a:moveTo>
                  <a:pt x="0" y="0"/>
                </a:moveTo>
                <a:lnTo>
                  <a:pt x="64208" y="0"/>
                </a:lnTo>
                <a:lnTo>
                  <a:pt x="64208" y="27573"/>
                </a:lnTo>
                <a:lnTo>
                  <a:pt x="57074" y="27573"/>
                </a:lnTo>
                <a:lnTo>
                  <a:pt x="57074" y="34466"/>
                </a:lnTo>
                <a:lnTo>
                  <a:pt x="7134" y="34466"/>
                </a:lnTo>
                <a:lnTo>
                  <a:pt x="7134" y="27573"/>
                </a:lnTo>
                <a:lnTo>
                  <a:pt x="0" y="275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65" name="Native source glyph inset-30.png">
            <a:extLst xmlns:a="http://schemas.openxmlformats.org/drawingml/2006/main">
              <a:ext uri="{FF2B5EF4-FFF2-40B4-BE49-F238E27FC236}">
                <a16:creationId xmlns:a16="http://schemas.microsoft.com/office/drawing/2014/main" id="{46D9F4A0-4B45-4017-9A24-8A4CA872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923" y="2787844"/>
            <a:ext cx="64208" cy="68932"/>
          </a:xfrm>
          <a:custGeom xmlns:a="http://schemas.openxmlformats.org/drawingml/2006/main">
            <a:pathLst>
              <a:path w="64208" h="68932">
                <a:moveTo>
                  <a:pt x="0" y="6893"/>
                </a:moveTo>
                <a:lnTo>
                  <a:pt x="7134" y="6893"/>
                </a:lnTo>
                <a:lnTo>
                  <a:pt x="7134" y="0"/>
                </a:lnTo>
                <a:lnTo>
                  <a:pt x="57074" y="0"/>
                </a:lnTo>
                <a:lnTo>
                  <a:pt x="57074" y="6893"/>
                </a:lnTo>
                <a:lnTo>
                  <a:pt x="64208" y="6893"/>
                </a:lnTo>
                <a:lnTo>
                  <a:pt x="64208" y="62039"/>
                </a:lnTo>
                <a:lnTo>
                  <a:pt x="57074" y="62039"/>
                </a:lnTo>
                <a:lnTo>
                  <a:pt x="57074" y="68932"/>
                </a:lnTo>
                <a:lnTo>
                  <a:pt x="7134" y="68932"/>
                </a:lnTo>
                <a:lnTo>
                  <a:pt x="7134" y="62039"/>
                </a:lnTo>
                <a:lnTo>
                  <a:pt x="0" y="62039"/>
                </a:lnTo>
                <a:lnTo>
                  <a:pt x="0" y="689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66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4F714B32-312D-4AD5-B100-9FD73657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507" y="2863669"/>
            <a:ext cx="271101" cy="151613"/>
          </a:xfrm>
          <a:custGeom xmlns:a="http://schemas.openxmlformats.org/drawingml/2006/main">
            <a:pathLst>
              <a:path w="271101" h="151613">
                <a:moveTo>
                  <a:pt x="0" y="0"/>
                </a:moveTo>
                <a:lnTo>
                  <a:pt x="271101" y="0"/>
                </a:lnTo>
                <a:lnTo>
                  <a:pt x="271101" y="151613"/>
                </a:lnTo>
                <a:lnTo>
                  <a:pt x="0" y="1516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67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9F66C831-5355-45B5-8B74-FE018CA1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083" y="2387309"/>
            <a:ext cx="271867" cy="160823"/>
          </a:xfrm>
          <a:custGeom xmlns:a="http://schemas.openxmlformats.org/drawingml/2006/main">
            <a:pathLst>
              <a:path w="271867" h="160823">
                <a:moveTo>
                  <a:pt x="0" y="0"/>
                </a:moveTo>
                <a:lnTo>
                  <a:pt x="271867" y="0"/>
                </a:lnTo>
                <a:lnTo>
                  <a:pt x="271867" y="160823"/>
                </a:lnTo>
                <a:lnTo>
                  <a:pt x="0" y="1608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68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B7AB9A8C-5F85-442C-8AA9-F8F5BE02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083" y="2546600"/>
            <a:ext cx="271101" cy="158525"/>
          </a:xfrm>
          <a:custGeom xmlns:a="http://schemas.openxmlformats.org/drawingml/2006/main">
            <a:pathLst>
              <a:path w="271101" h="158525">
                <a:moveTo>
                  <a:pt x="0" y="0"/>
                </a:moveTo>
                <a:lnTo>
                  <a:pt x="271101" y="0"/>
                </a:lnTo>
                <a:lnTo>
                  <a:pt x="271101" y="158525"/>
                </a:lnTo>
                <a:lnTo>
                  <a:pt x="0" y="158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69" name="Native source glyph inset-33.png">
            <a:extLst xmlns:a="http://schemas.openxmlformats.org/drawingml/2006/main">
              <a:ext uri="{FF2B5EF4-FFF2-40B4-BE49-F238E27FC236}">
                <a16:creationId xmlns:a16="http://schemas.microsoft.com/office/drawing/2014/main" id="{F1AC29D4-01D4-4E07-A83F-115DD58D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499" y="2567277"/>
            <a:ext cx="57074" cy="62032"/>
          </a:xfrm>
          <a:custGeom xmlns:a="http://schemas.openxmlformats.org/drawingml/2006/main">
            <a:pathLst>
              <a:path w="57074" h="62032">
                <a:moveTo>
                  <a:pt x="0" y="0"/>
                </a:moveTo>
                <a:lnTo>
                  <a:pt x="49940" y="0"/>
                </a:lnTo>
                <a:lnTo>
                  <a:pt x="49940" y="6892"/>
                </a:lnTo>
                <a:lnTo>
                  <a:pt x="57074" y="6892"/>
                </a:lnTo>
                <a:lnTo>
                  <a:pt x="57074" y="55139"/>
                </a:lnTo>
                <a:lnTo>
                  <a:pt x="49940" y="55139"/>
                </a:lnTo>
                <a:lnTo>
                  <a:pt x="49940" y="62032"/>
                </a:lnTo>
                <a:lnTo>
                  <a:pt x="0" y="620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0" name="Native source glyph inset-33.png">
            <a:extLst xmlns:a="http://schemas.openxmlformats.org/drawingml/2006/main">
              <a:ext uri="{FF2B5EF4-FFF2-40B4-BE49-F238E27FC236}">
                <a16:creationId xmlns:a16="http://schemas.microsoft.com/office/drawing/2014/main" id="{0C53F017-DAFD-4A61-84D5-0DD78A6F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499" y="2684448"/>
            <a:ext cx="57074" cy="20677"/>
          </a:xfrm>
          <a:custGeom xmlns:a="http://schemas.openxmlformats.org/drawingml/2006/main">
            <a:pathLst>
              <a:path w="57074" h="20677">
                <a:moveTo>
                  <a:pt x="49940" y="0"/>
                </a:moveTo>
                <a:lnTo>
                  <a:pt x="49940" y="6892"/>
                </a:lnTo>
                <a:lnTo>
                  <a:pt x="57074" y="6892"/>
                </a:lnTo>
                <a:lnTo>
                  <a:pt x="57074" y="20677"/>
                </a:lnTo>
                <a:lnTo>
                  <a:pt x="0" y="20677"/>
                </a:lnTo>
                <a:lnTo>
                  <a:pt x="0" y="0"/>
                </a:lnTo>
                <a:lnTo>
                  <a:pt x="4994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1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B2430201-4DE6-4099-ABC8-47C92156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083" y="2705125"/>
            <a:ext cx="271101" cy="158544"/>
          </a:xfrm>
          <a:custGeom xmlns:a="http://schemas.openxmlformats.org/drawingml/2006/main">
            <a:pathLst>
              <a:path w="271101" h="158544">
                <a:moveTo>
                  <a:pt x="0" y="0"/>
                </a:moveTo>
                <a:lnTo>
                  <a:pt x="271101" y="0"/>
                </a:lnTo>
                <a:lnTo>
                  <a:pt x="271101" y="158544"/>
                </a:lnTo>
                <a:lnTo>
                  <a:pt x="0" y="1585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2" name="Native source glyph inset-34.png">
            <a:extLst xmlns:a="http://schemas.openxmlformats.org/drawingml/2006/main">
              <a:ext uri="{FF2B5EF4-FFF2-40B4-BE49-F238E27FC236}">
                <a16:creationId xmlns:a16="http://schemas.microsoft.com/office/drawing/2014/main" id="{03463B30-B4CE-40DF-83B7-DF48187F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499" y="2705125"/>
            <a:ext cx="57074" cy="34466"/>
          </a:xfrm>
          <a:custGeom xmlns:a="http://schemas.openxmlformats.org/drawingml/2006/main">
            <a:pathLst>
              <a:path w="57074" h="34466">
                <a:moveTo>
                  <a:pt x="0" y="0"/>
                </a:moveTo>
                <a:lnTo>
                  <a:pt x="57074" y="0"/>
                </a:lnTo>
                <a:lnTo>
                  <a:pt x="57074" y="27573"/>
                </a:lnTo>
                <a:lnTo>
                  <a:pt x="49940" y="27573"/>
                </a:lnTo>
                <a:lnTo>
                  <a:pt x="49940" y="34466"/>
                </a:lnTo>
                <a:lnTo>
                  <a:pt x="0" y="344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3" name="Native source glyph inset-34.png">
            <a:extLst xmlns:a="http://schemas.openxmlformats.org/drawingml/2006/main">
              <a:ext uri="{FF2B5EF4-FFF2-40B4-BE49-F238E27FC236}">
                <a16:creationId xmlns:a16="http://schemas.microsoft.com/office/drawing/2014/main" id="{EBFA5778-CA68-4DF6-81EC-EFC12155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499" y="2787844"/>
            <a:ext cx="57074" cy="68932"/>
          </a:xfrm>
          <a:custGeom xmlns:a="http://schemas.openxmlformats.org/drawingml/2006/main">
            <a:pathLst>
              <a:path w="57074" h="68932">
                <a:moveTo>
                  <a:pt x="0" y="0"/>
                </a:moveTo>
                <a:lnTo>
                  <a:pt x="49940" y="0"/>
                </a:lnTo>
                <a:lnTo>
                  <a:pt x="49940" y="6893"/>
                </a:lnTo>
                <a:lnTo>
                  <a:pt x="57074" y="6893"/>
                </a:lnTo>
                <a:lnTo>
                  <a:pt x="57074" y="62039"/>
                </a:lnTo>
                <a:lnTo>
                  <a:pt x="49940" y="62039"/>
                </a:lnTo>
                <a:lnTo>
                  <a:pt x="49940" y="68932"/>
                </a:lnTo>
                <a:lnTo>
                  <a:pt x="0" y="689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4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ECFB1CAF-E4CC-4F5E-B4A7-6E971115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083" y="2863669"/>
            <a:ext cx="271101" cy="151613"/>
          </a:xfrm>
          <a:custGeom xmlns:a="http://schemas.openxmlformats.org/drawingml/2006/main">
            <a:pathLst>
              <a:path w="271101" h="151613">
                <a:moveTo>
                  <a:pt x="0" y="0"/>
                </a:moveTo>
                <a:lnTo>
                  <a:pt x="271101" y="0"/>
                </a:lnTo>
                <a:lnTo>
                  <a:pt x="271101" y="151613"/>
                </a:lnTo>
                <a:lnTo>
                  <a:pt x="0" y="1516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5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C78226EE-C710-4BAD-8A59-A3B02C1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7183" y="2387309"/>
            <a:ext cx="271867" cy="160823"/>
          </a:xfrm>
          <a:custGeom xmlns:a="http://schemas.openxmlformats.org/drawingml/2006/main">
            <a:pathLst>
              <a:path w="271867" h="160823">
                <a:moveTo>
                  <a:pt x="0" y="0"/>
                </a:moveTo>
                <a:lnTo>
                  <a:pt x="271867" y="0"/>
                </a:lnTo>
                <a:lnTo>
                  <a:pt x="271867" y="160823"/>
                </a:lnTo>
                <a:lnTo>
                  <a:pt x="0" y="1608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6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7F2FA937-ED10-4C06-A4D0-22BA6EFE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7566" y="2546600"/>
            <a:ext cx="271101" cy="158525"/>
          </a:xfrm>
          <a:custGeom xmlns:a="http://schemas.openxmlformats.org/drawingml/2006/main">
            <a:pathLst>
              <a:path w="271101" h="158525">
                <a:moveTo>
                  <a:pt x="0" y="0"/>
                </a:moveTo>
                <a:lnTo>
                  <a:pt x="271101" y="0"/>
                </a:lnTo>
                <a:lnTo>
                  <a:pt x="271101" y="158525"/>
                </a:lnTo>
                <a:lnTo>
                  <a:pt x="0" y="158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7" name="Native source glyph inset-37.png">
            <a:extLst xmlns:a="http://schemas.openxmlformats.org/drawingml/2006/main">
              <a:ext uri="{FF2B5EF4-FFF2-40B4-BE49-F238E27FC236}">
                <a16:creationId xmlns:a16="http://schemas.microsoft.com/office/drawing/2014/main" id="{6ACB2CDB-8901-457B-A7B6-9F7A2FD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982" y="2567277"/>
            <a:ext cx="57074" cy="62032"/>
          </a:xfrm>
          <a:custGeom xmlns:a="http://schemas.openxmlformats.org/drawingml/2006/main">
            <a:pathLst>
              <a:path w="57074" h="62032">
                <a:moveTo>
                  <a:pt x="0" y="0"/>
                </a:moveTo>
                <a:lnTo>
                  <a:pt x="57074" y="0"/>
                </a:lnTo>
                <a:lnTo>
                  <a:pt x="57074" y="62032"/>
                </a:lnTo>
                <a:lnTo>
                  <a:pt x="0" y="620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8" name="Native source glyph inset-37.png">
            <a:extLst xmlns:a="http://schemas.openxmlformats.org/drawingml/2006/main">
              <a:ext uri="{FF2B5EF4-FFF2-40B4-BE49-F238E27FC236}">
                <a16:creationId xmlns:a16="http://schemas.microsoft.com/office/drawing/2014/main" id="{8CDA60D0-1219-4D85-9C6E-585D938D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982" y="2684448"/>
            <a:ext cx="57074" cy="20677"/>
          </a:xfrm>
          <a:custGeom xmlns:a="http://schemas.openxmlformats.org/drawingml/2006/main">
            <a:pathLst>
              <a:path w="57074" h="20677">
                <a:moveTo>
                  <a:pt x="0" y="0"/>
                </a:moveTo>
                <a:lnTo>
                  <a:pt x="57074" y="0"/>
                </a:lnTo>
                <a:lnTo>
                  <a:pt x="57074" y="20677"/>
                </a:lnTo>
                <a:lnTo>
                  <a:pt x="0" y="206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79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AF9616F2-B7C3-4DC6-95ED-49853797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7566" y="2705125"/>
            <a:ext cx="271101" cy="158544"/>
          </a:xfrm>
          <a:custGeom xmlns:a="http://schemas.openxmlformats.org/drawingml/2006/main">
            <a:pathLst>
              <a:path w="271101" h="158544">
                <a:moveTo>
                  <a:pt x="0" y="0"/>
                </a:moveTo>
                <a:lnTo>
                  <a:pt x="271101" y="0"/>
                </a:lnTo>
                <a:lnTo>
                  <a:pt x="271101" y="158544"/>
                </a:lnTo>
                <a:lnTo>
                  <a:pt x="0" y="1585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0" name="Native source glyph inset-38.png">
            <a:extLst xmlns:a="http://schemas.openxmlformats.org/drawingml/2006/main">
              <a:ext uri="{FF2B5EF4-FFF2-40B4-BE49-F238E27FC236}">
                <a16:creationId xmlns:a16="http://schemas.microsoft.com/office/drawing/2014/main" id="{41E42D2A-5607-476B-9420-95718D5A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982" y="2705125"/>
            <a:ext cx="57074" cy="34466"/>
          </a:xfrm>
          <a:custGeom xmlns:a="http://schemas.openxmlformats.org/drawingml/2006/main">
            <a:pathLst>
              <a:path w="57074" h="34466">
                <a:moveTo>
                  <a:pt x="0" y="0"/>
                </a:moveTo>
                <a:lnTo>
                  <a:pt x="57074" y="0"/>
                </a:lnTo>
                <a:lnTo>
                  <a:pt x="57074" y="34466"/>
                </a:lnTo>
                <a:lnTo>
                  <a:pt x="0" y="344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1" name="Native source glyph inset-38.png">
            <a:extLst xmlns:a="http://schemas.openxmlformats.org/drawingml/2006/main">
              <a:ext uri="{FF2B5EF4-FFF2-40B4-BE49-F238E27FC236}">
                <a16:creationId xmlns:a16="http://schemas.microsoft.com/office/drawing/2014/main" id="{C019F7CD-801B-42A1-A69B-E4B1DB5B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982" y="2787844"/>
            <a:ext cx="57074" cy="68932"/>
          </a:xfrm>
          <a:custGeom xmlns:a="http://schemas.openxmlformats.org/drawingml/2006/main">
            <a:pathLst>
              <a:path w="57074" h="68932">
                <a:moveTo>
                  <a:pt x="0" y="0"/>
                </a:moveTo>
                <a:lnTo>
                  <a:pt x="49940" y="0"/>
                </a:lnTo>
                <a:lnTo>
                  <a:pt x="49940" y="6893"/>
                </a:lnTo>
                <a:lnTo>
                  <a:pt x="57074" y="6893"/>
                </a:lnTo>
                <a:lnTo>
                  <a:pt x="57074" y="62039"/>
                </a:lnTo>
                <a:lnTo>
                  <a:pt x="49940" y="62039"/>
                </a:lnTo>
                <a:lnTo>
                  <a:pt x="49940" y="68932"/>
                </a:lnTo>
                <a:lnTo>
                  <a:pt x="7134" y="68932"/>
                </a:lnTo>
                <a:lnTo>
                  <a:pt x="7134" y="62039"/>
                </a:lnTo>
                <a:lnTo>
                  <a:pt x="0" y="620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2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570597EF-64B3-4BA3-8911-CCD1CD5C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7566" y="2863669"/>
            <a:ext cx="271101" cy="151613"/>
          </a:xfrm>
          <a:custGeom xmlns:a="http://schemas.openxmlformats.org/drawingml/2006/main">
            <a:pathLst>
              <a:path w="271101" h="151613">
                <a:moveTo>
                  <a:pt x="0" y="0"/>
                </a:moveTo>
                <a:lnTo>
                  <a:pt x="271101" y="0"/>
                </a:lnTo>
                <a:lnTo>
                  <a:pt x="271101" y="151613"/>
                </a:lnTo>
                <a:lnTo>
                  <a:pt x="0" y="1516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6331DCE-10AE-4CDF-A03F-FAB2FCFE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7" y="38056"/>
            <a:ext cx="2145253" cy="1900577"/>
          </a:xfrm>
          <a:custGeom xmlns:a="http://schemas.openxmlformats.org/drawingml/2006/main">
            <a:pathLst>
              <a:path w="2145253" h="1900577">
                <a:moveTo>
                  <a:pt x="0" y="1900577"/>
                </a:moveTo>
                <a:lnTo>
                  <a:pt x="0" y="0"/>
                </a:lnTo>
                <a:lnTo>
                  <a:pt x="2145253" y="0"/>
                </a:lnTo>
                <a:lnTo>
                  <a:pt x="2145253" y="1900577"/>
                </a:lnTo>
                <a:lnTo>
                  <a:pt x="0" y="1900577"/>
                </a:lnTo>
                <a:close/>
                <a:moveTo>
                  <a:pt x="2102176" y="43077"/>
                </a:moveTo>
                <a:lnTo>
                  <a:pt x="43077" y="43077"/>
                </a:lnTo>
                <a:lnTo>
                  <a:pt x="43077" y="1857499"/>
                </a:lnTo>
                <a:lnTo>
                  <a:pt x="2102176" y="1857499"/>
                </a:lnTo>
                <a:lnTo>
                  <a:pt x="2102176" y="43077"/>
                </a:lnTo>
                <a:close/>
              </a:path>
            </a:pathLst>
          </a:custGeom>
          <a:solidFill xmlns:a="http://schemas.openxmlformats.org/drawingml/2006/main">
            <a:srgbClr val="A8D0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902DCDB3-60E1-431D-8A53-24EED32C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7" y="61892"/>
            <a:ext cx="2102176" cy="1688636"/>
          </a:xfrm>
          <a:custGeom xmlns:a="http://schemas.openxmlformats.org/drawingml/2006/main">
            <a:pathLst>
              <a:path w="2102176" h="1688636">
                <a:moveTo>
                  <a:pt x="0" y="0"/>
                </a:moveTo>
                <a:lnTo>
                  <a:pt x="2102176" y="0"/>
                </a:lnTo>
                <a:lnTo>
                  <a:pt x="2102176" y="1688636"/>
                </a:lnTo>
                <a:lnTo>
                  <a:pt x="0" y="16886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45A8670E-CEA4-4DA7-AF55-27F51AD6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13" y="99878"/>
            <a:ext cx="24203" cy="62158"/>
          </a:xfrm>
          <a:custGeom xmlns:a="http://schemas.openxmlformats.org/drawingml/2006/main">
            <a:pathLst>
              <a:path w="24203" h="62158">
                <a:moveTo>
                  <a:pt x="0" y="6906"/>
                </a:moveTo>
                <a:lnTo>
                  <a:pt x="3458" y="6906"/>
                </a:lnTo>
                <a:lnTo>
                  <a:pt x="3458" y="0"/>
                </a:lnTo>
                <a:lnTo>
                  <a:pt x="17288" y="0"/>
                </a:lnTo>
                <a:lnTo>
                  <a:pt x="17288" y="3453"/>
                </a:lnTo>
                <a:lnTo>
                  <a:pt x="20745" y="3453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20719"/>
                </a:lnTo>
                <a:lnTo>
                  <a:pt x="20745" y="20719"/>
                </a:lnTo>
                <a:lnTo>
                  <a:pt x="20745" y="37986"/>
                </a:lnTo>
                <a:lnTo>
                  <a:pt x="17288" y="37986"/>
                </a:lnTo>
                <a:lnTo>
                  <a:pt x="17288" y="58705"/>
                </a:lnTo>
                <a:lnTo>
                  <a:pt x="13830" y="58705"/>
                </a:lnTo>
                <a:lnTo>
                  <a:pt x="13830" y="62158"/>
                </a:lnTo>
                <a:lnTo>
                  <a:pt x="6915" y="62158"/>
                </a:lnTo>
                <a:lnTo>
                  <a:pt x="6915" y="44892"/>
                </a:lnTo>
                <a:lnTo>
                  <a:pt x="3458" y="44892"/>
                </a:lnTo>
                <a:lnTo>
                  <a:pt x="3458" y="27626"/>
                </a:lnTo>
                <a:lnTo>
                  <a:pt x="0" y="27626"/>
                </a:lnTo>
                <a:lnTo>
                  <a:pt x="0" y="690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529692ED-0DFD-424B-AB57-7D538ADE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48" y="99878"/>
            <a:ext cx="62235" cy="151943"/>
          </a:xfrm>
          <a:custGeom xmlns:a="http://schemas.openxmlformats.org/drawingml/2006/main">
            <a:pathLst>
              <a:path w="62235" h="151943">
                <a:moveTo>
                  <a:pt x="20745" y="13813"/>
                </a:moveTo>
                <a:lnTo>
                  <a:pt x="17288" y="13813"/>
                </a:lnTo>
                <a:lnTo>
                  <a:pt x="17288" y="10360"/>
                </a:lnTo>
                <a:lnTo>
                  <a:pt x="13830" y="10360"/>
                </a:lnTo>
                <a:lnTo>
                  <a:pt x="13830" y="6906"/>
                </a:lnTo>
                <a:lnTo>
                  <a:pt x="0" y="6906"/>
                </a:lnTo>
                <a:lnTo>
                  <a:pt x="0" y="0"/>
                </a:lnTo>
                <a:lnTo>
                  <a:pt x="62235" y="0"/>
                </a:lnTo>
                <a:lnTo>
                  <a:pt x="62235" y="3453"/>
                </a:lnTo>
                <a:lnTo>
                  <a:pt x="58778" y="3453"/>
                </a:lnTo>
                <a:lnTo>
                  <a:pt x="58778" y="6906"/>
                </a:lnTo>
                <a:lnTo>
                  <a:pt x="44948" y="6906"/>
                </a:lnTo>
                <a:lnTo>
                  <a:pt x="44948" y="13813"/>
                </a:lnTo>
                <a:lnTo>
                  <a:pt x="41490" y="13813"/>
                </a:lnTo>
                <a:lnTo>
                  <a:pt x="41490" y="138130"/>
                </a:lnTo>
                <a:lnTo>
                  <a:pt x="44948" y="138130"/>
                </a:lnTo>
                <a:lnTo>
                  <a:pt x="44948" y="141583"/>
                </a:lnTo>
                <a:lnTo>
                  <a:pt x="48405" y="141583"/>
                </a:lnTo>
                <a:lnTo>
                  <a:pt x="48405" y="145036"/>
                </a:lnTo>
                <a:lnTo>
                  <a:pt x="62235" y="145036"/>
                </a:lnTo>
                <a:lnTo>
                  <a:pt x="62235" y="151943"/>
                </a:lnTo>
                <a:lnTo>
                  <a:pt x="0" y="151943"/>
                </a:lnTo>
                <a:lnTo>
                  <a:pt x="0" y="145036"/>
                </a:lnTo>
                <a:lnTo>
                  <a:pt x="13830" y="145036"/>
                </a:lnTo>
                <a:lnTo>
                  <a:pt x="13830" y="141583"/>
                </a:lnTo>
                <a:lnTo>
                  <a:pt x="17288" y="141583"/>
                </a:lnTo>
                <a:lnTo>
                  <a:pt x="17288" y="134677"/>
                </a:lnTo>
                <a:lnTo>
                  <a:pt x="20745" y="134677"/>
                </a:lnTo>
                <a:lnTo>
                  <a:pt x="20745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F28D69B-A8EE-42A5-8476-014A48B3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05" y="945923"/>
            <a:ext cx="69151" cy="103597"/>
          </a:xfrm>
          <a:custGeom xmlns:a="http://schemas.openxmlformats.org/drawingml/2006/main">
            <a:pathLst>
              <a:path w="69151" h="103597">
                <a:moveTo>
                  <a:pt x="0" y="17266"/>
                </a:moveTo>
                <a:lnTo>
                  <a:pt x="3458" y="17266"/>
                </a:lnTo>
                <a:lnTo>
                  <a:pt x="3458" y="13813"/>
                </a:lnTo>
                <a:lnTo>
                  <a:pt x="6915" y="13813"/>
                </a:lnTo>
                <a:lnTo>
                  <a:pt x="6915" y="6906"/>
                </a:lnTo>
                <a:lnTo>
                  <a:pt x="10373" y="6906"/>
                </a:lnTo>
                <a:lnTo>
                  <a:pt x="10373" y="3453"/>
                </a:lnTo>
                <a:lnTo>
                  <a:pt x="17288" y="3453"/>
                </a:lnTo>
                <a:lnTo>
                  <a:pt x="17288" y="0"/>
                </a:lnTo>
                <a:lnTo>
                  <a:pt x="44948" y="0"/>
                </a:lnTo>
                <a:lnTo>
                  <a:pt x="44948" y="3453"/>
                </a:lnTo>
                <a:lnTo>
                  <a:pt x="55320" y="3453"/>
                </a:lnTo>
                <a:lnTo>
                  <a:pt x="55320" y="0"/>
                </a:lnTo>
                <a:lnTo>
                  <a:pt x="62235" y="0"/>
                </a:lnTo>
                <a:lnTo>
                  <a:pt x="62235" y="31079"/>
                </a:lnTo>
                <a:lnTo>
                  <a:pt x="55320" y="31079"/>
                </a:lnTo>
                <a:lnTo>
                  <a:pt x="55320" y="20719"/>
                </a:lnTo>
                <a:lnTo>
                  <a:pt x="51863" y="20719"/>
                </a:lnTo>
                <a:lnTo>
                  <a:pt x="51863" y="13813"/>
                </a:lnTo>
                <a:lnTo>
                  <a:pt x="48405" y="13813"/>
                </a:lnTo>
                <a:lnTo>
                  <a:pt x="48405" y="10360"/>
                </a:lnTo>
                <a:lnTo>
                  <a:pt x="41490" y="10360"/>
                </a:lnTo>
                <a:lnTo>
                  <a:pt x="41490" y="6906"/>
                </a:lnTo>
                <a:lnTo>
                  <a:pt x="20745" y="6906"/>
                </a:lnTo>
                <a:lnTo>
                  <a:pt x="20745" y="10360"/>
                </a:lnTo>
                <a:lnTo>
                  <a:pt x="17288" y="10360"/>
                </a:lnTo>
                <a:lnTo>
                  <a:pt x="17288" y="13813"/>
                </a:lnTo>
                <a:lnTo>
                  <a:pt x="13830" y="13813"/>
                </a:lnTo>
                <a:lnTo>
                  <a:pt x="13830" y="24173"/>
                </a:lnTo>
                <a:lnTo>
                  <a:pt x="17288" y="24173"/>
                </a:lnTo>
                <a:lnTo>
                  <a:pt x="17288" y="27626"/>
                </a:lnTo>
                <a:lnTo>
                  <a:pt x="20745" y="27626"/>
                </a:lnTo>
                <a:lnTo>
                  <a:pt x="20745" y="31079"/>
                </a:lnTo>
                <a:lnTo>
                  <a:pt x="24203" y="31079"/>
                </a:lnTo>
                <a:lnTo>
                  <a:pt x="24203" y="34532"/>
                </a:lnTo>
                <a:lnTo>
                  <a:pt x="31118" y="34532"/>
                </a:lnTo>
                <a:lnTo>
                  <a:pt x="31118" y="37986"/>
                </a:lnTo>
                <a:lnTo>
                  <a:pt x="38033" y="37986"/>
                </a:lnTo>
                <a:lnTo>
                  <a:pt x="38033" y="41439"/>
                </a:lnTo>
                <a:lnTo>
                  <a:pt x="44948" y="41439"/>
                </a:lnTo>
                <a:lnTo>
                  <a:pt x="44948" y="44892"/>
                </a:lnTo>
                <a:lnTo>
                  <a:pt x="51863" y="44892"/>
                </a:lnTo>
                <a:lnTo>
                  <a:pt x="51863" y="48345"/>
                </a:lnTo>
                <a:lnTo>
                  <a:pt x="55320" y="48345"/>
                </a:lnTo>
                <a:lnTo>
                  <a:pt x="55320" y="51799"/>
                </a:lnTo>
                <a:lnTo>
                  <a:pt x="62235" y="51799"/>
                </a:lnTo>
                <a:lnTo>
                  <a:pt x="62235" y="55252"/>
                </a:lnTo>
                <a:lnTo>
                  <a:pt x="65693" y="55252"/>
                </a:lnTo>
                <a:lnTo>
                  <a:pt x="65693" y="62158"/>
                </a:lnTo>
                <a:lnTo>
                  <a:pt x="69151" y="62158"/>
                </a:lnTo>
                <a:lnTo>
                  <a:pt x="69151" y="82878"/>
                </a:lnTo>
                <a:lnTo>
                  <a:pt x="65693" y="82878"/>
                </a:lnTo>
                <a:lnTo>
                  <a:pt x="65693" y="89784"/>
                </a:lnTo>
                <a:lnTo>
                  <a:pt x="62235" y="89784"/>
                </a:lnTo>
                <a:lnTo>
                  <a:pt x="62235" y="93238"/>
                </a:lnTo>
                <a:lnTo>
                  <a:pt x="58778" y="93238"/>
                </a:lnTo>
                <a:lnTo>
                  <a:pt x="58778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41490" y="100144"/>
                </a:lnTo>
                <a:lnTo>
                  <a:pt x="41490" y="103597"/>
                </a:lnTo>
                <a:lnTo>
                  <a:pt x="27660" y="103597"/>
                </a:lnTo>
                <a:lnTo>
                  <a:pt x="27660" y="100144"/>
                </a:lnTo>
                <a:lnTo>
                  <a:pt x="0" y="100144"/>
                </a:lnTo>
                <a:lnTo>
                  <a:pt x="0" y="65612"/>
                </a:lnTo>
                <a:lnTo>
                  <a:pt x="6915" y="65612"/>
                </a:lnTo>
                <a:lnTo>
                  <a:pt x="6915" y="75971"/>
                </a:lnTo>
                <a:lnTo>
                  <a:pt x="10373" y="75971"/>
                </a:lnTo>
                <a:lnTo>
                  <a:pt x="10373" y="82878"/>
                </a:lnTo>
                <a:lnTo>
                  <a:pt x="13830" y="82878"/>
                </a:lnTo>
                <a:lnTo>
                  <a:pt x="13830" y="86331"/>
                </a:lnTo>
                <a:lnTo>
                  <a:pt x="17288" y="86331"/>
                </a:lnTo>
                <a:lnTo>
                  <a:pt x="17288" y="89784"/>
                </a:lnTo>
                <a:lnTo>
                  <a:pt x="24203" y="89784"/>
                </a:lnTo>
                <a:lnTo>
                  <a:pt x="24203" y="93238"/>
                </a:lnTo>
                <a:lnTo>
                  <a:pt x="44948" y="93238"/>
                </a:lnTo>
                <a:lnTo>
                  <a:pt x="44948" y="89784"/>
                </a:lnTo>
                <a:lnTo>
                  <a:pt x="51863" y="89784"/>
                </a:lnTo>
                <a:lnTo>
                  <a:pt x="51863" y="72518"/>
                </a:lnTo>
                <a:lnTo>
                  <a:pt x="48405" y="72518"/>
                </a:lnTo>
                <a:lnTo>
                  <a:pt x="48405" y="69065"/>
                </a:lnTo>
                <a:lnTo>
                  <a:pt x="44948" y="69065"/>
                </a:lnTo>
                <a:lnTo>
                  <a:pt x="44948" y="65612"/>
                </a:lnTo>
                <a:lnTo>
                  <a:pt x="41490" y="65612"/>
                </a:lnTo>
                <a:lnTo>
                  <a:pt x="41490" y="62158"/>
                </a:lnTo>
                <a:lnTo>
                  <a:pt x="34575" y="62158"/>
                </a:lnTo>
                <a:lnTo>
                  <a:pt x="34575" y="58705"/>
                </a:lnTo>
                <a:lnTo>
                  <a:pt x="27660" y="58705"/>
                </a:lnTo>
                <a:lnTo>
                  <a:pt x="27660" y="55252"/>
                </a:lnTo>
                <a:lnTo>
                  <a:pt x="20745" y="55252"/>
                </a:lnTo>
                <a:lnTo>
                  <a:pt x="20745" y="51799"/>
                </a:lnTo>
                <a:lnTo>
                  <a:pt x="13830" y="51799"/>
                </a:lnTo>
                <a:lnTo>
                  <a:pt x="13830" y="48345"/>
                </a:lnTo>
                <a:lnTo>
                  <a:pt x="10373" y="48345"/>
                </a:lnTo>
                <a:lnTo>
                  <a:pt x="10373" y="44892"/>
                </a:lnTo>
                <a:lnTo>
                  <a:pt x="6915" y="44892"/>
                </a:lnTo>
                <a:lnTo>
                  <a:pt x="6915" y="41439"/>
                </a:lnTo>
                <a:lnTo>
                  <a:pt x="3458" y="41439"/>
                </a:lnTo>
                <a:lnTo>
                  <a:pt x="3458" y="37986"/>
                </a:lnTo>
                <a:lnTo>
                  <a:pt x="0" y="37986"/>
                </a:lnTo>
                <a:lnTo>
                  <a:pt x="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FE2D21EC-A48A-465D-9CDC-34D555BF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08" y="1184196"/>
            <a:ext cx="62235" cy="131223"/>
          </a:xfrm>
          <a:custGeom xmlns:a="http://schemas.openxmlformats.org/drawingml/2006/main">
            <a:pathLst>
              <a:path w="62235" h="131223">
                <a:moveTo>
                  <a:pt x="20745" y="20719"/>
                </a:moveTo>
                <a:lnTo>
                  <a:pt x="20745" y="17266"/>
                </a:lnTo>
                <a:lnTo>
                  <a:pt x="24203" y="17266"/>
                </a:lnTo>
                <a:lnTo>
                  <a:pt x="24203" y="10360"/>
                </a:lnTo>
                <a:lnTo>
                  <a:pt x="27660" y="10360"/>
                </a:lnTo>
                <a:lnTo>
                  <a:pt x="27660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34575" y="0"/>
                </a:lnTo>
                <a:lnTo>
                  <a:pt x="34575" y="27626"/>
                </a:lnTo>
                <a:lnTo>
                  <a:pt x="38033" y="27626"/>
                </a:lnTo>
                <a:lnTo>
                  <a:pt x="38033" y="31079"/>
                </a:lnTo>
                <a:lnTo>
                  <a:pt x="58778" y="31079"/>
                </a:lnTo>
                <a:lnTo>
                  <a:pt x="58778" y="37986"/>
                </a:lnTo>
                <a:lnTo>
                  <a:pt x="38033" y="37986"/>
                </a:lnTo>
                <a:lnTo>
                  <a:pt x="38033" y="41439"/>
                </a:lnTo>
                <a:lnTo>
                  <a:pt x="34575" y="41439"/>
                </a:lnTo>
                <a:lnTo>
                  <a:pt x="34575" y="110504"/>
                </a:lnTo>
                <a:lnTo>
                  <a:pt x="38033" y="110504"/>
                </a:lnTo>
                <a:lnTo>
                  <a:pt x="38033" y="117410"/>
                </a:lnTo>
                <a:lnTo>
                  <a:pt x="51863" y="117410"/>
                </a:lnTo>
                <a:lnTo>
                  <a:pt x="51863" y="113957"/>
                </a:lnTo>
                <a:lnTo>
                  <a:pt x="55320" y="113957"/>
                </a:lnTo>
                <a:lnTo>
                  <a:pt x="55320" y="110504"/>
                </a:lnTo>
                <a:lnTo>
                  <a:pt x="62235" y="110504"/>
                </a:lnTo>
                <a:lnTo>
                  <a:pt x="62235" y="113957"/>
                </a:lnTo>
                <a:lnTo>
                  <a:pt x="58778" y="113957"/>
                </a:lnTo>
                <a:lnTo>
                  <a:pt x="58778" y="120864"/>
                </a:lnTo>
                <a:lnTo>
                  <a:pt x="55320" y="120864"/>
                </a:lnTo>
                <a:lnTo>
                  <a:pt x="55320" y="124317"/>
                </a:lnTo>
                <a:lnTo>
                  <a:pt x="51863" y="124317"/>
                </a:lnTo>
                <a:lnTo>
                  <a:pt x="51863" y="127770"/>
                </a:lnTo>
                <a:lnTo>
                  <a:pt x="48405" y="127770"/>
                </a:lnTo>
                <a:lnTo>
                  <a:pt x="48405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20745" y="127770"/>
                </a:lnTo>
                <a:lnTo>
                  <a:pt x="20745" y="120864"/>
                </a:lnTo>
                <a:lnTo>
                  <a:pt x="17288" y="120864"/>
                </a:lnTo>
                <a:lnTo>
                  <a:pt x="17288" y="41439"/>
                </a:lnTo>
                <a:lnTo>
                  <a:pt x="13830" y="41439"/>
                </a:lnTo>
                <a:lnTo>
                  <a:pt x="13830" y="37986"/>
                </a:lnTo>
                <a:lnTo>
                  <a:pt x="0" y="37986"/>
                </a:lnTo>
                <a:lnTo>
                  <a:pt x="0" y="34532"/>
                </a:lnTo>
                <a:lnTo>
                  <a:pt x="3458" y="34532"/>
                </a:lnTo>
                <a:lnTo>
                  <a:pt x="3458" y="31079"/>
                </a:lnTo>
                <a:lnTo>
                  <a:pt x="10373" y="31079"/>
                </a:lnTo>
                <a:lnTo>
                  <a:pt x="10373" y="27626"/>
                </a:lnTo>
                <a:lnTo>
                  <a:pt x="13830" y="27626"/>
                </a:lnTo>
                <a:lnTo>
                  <a:pt x="13830" y="24173"/>
                </a:lnTo>
                <a:lnTo>
                  <a:pt x="17288" y="24173"/>
                </a:lnTo>
                <a:lnTo>
                  <a:pt x="17288" y="20719"/>
                </a:lnTo>
                <a:lnTo>
                  <a:pt x="20745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8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C2FAA16-1222-4A59-B13E-2DD73DCE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88" y="1477722"/>
            <a:ext cx="69151" cy="107051"/>
          </a:xfrm>
          <a:custGeom xmlns:a="http://schemas.openxmlformats.org/drawingml/2006/main">
            <a:pathLst>
              <a:path w="69151" h="107051">
                <a:moveTo>
                  <a:pt x="0" y="17266"/>
                </a:moveTo>
                <a:lnTo>
                  <a:pt x="3458" y="17266"/>
                </a:lnTo>
                <a:lnTo>
                  <a:pt x="3458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0373" y="6906"/>
                </a:lnTo>
                <a:lnTo>
                  <a:pt x="10373" y="3453"/>
                </a:lnTo>
                <a:lnTo>
                  <a:pt x="17288" y="3453"/>
                </a:lnTo>
                <a:lnTo>
                  <a:pt x="17288" y="0"/>
                </a:lnTo>
                <a:lnTo>
                  <a:pt x="44948" y="0"/>
                </a:lnTo>
                <a:lnTo>
                  <a:pt x="44948" y="3453"/>
                </a:lnTo>
                <a:lnTo>
                  <a:pt x="48405" y="3453"/>
                </a:lnTo>
                <a:lnTo>
                  <a:pt x="48405" y="6906"/>
                </a:lnTo>
                <a:lnTo>
                  <a:pt x="51863" y="6906"/>
                </a:lnTo>
                <a:lnTo>
                  <a:pt x="51863" y="3453"/>
                </a:lnTo>
                <a:lnTo>
                  <a:pt x="55320" y="3453"/>
                </a:lnTo>
                <a:lnTo>
                  <a:pt x="55320" y="0"/>
                </a:lnTo>
                <a:lnTo>
                  <a:pt x="62235" y="0"/>
                </a:lnTo>
                <a:lnTo>
                  <a:pt x="62235" y="6906"/>
                </a:lnTo>
                <a:lnTo>
                  <a:pt x="65693" y="6906"/>
                </a:lnTo>
                <a:lnTo>
                  <a:pt x="65693" y="13813"/>
                </a:lnTo>
                <a:lnTo>
                  <a:pt x="62235" y="13813"/>
                </a:lnTo>
                <a:lnTo>
                  <a:pt x="62235" y="17266"/>
                </a:lnTo>
                <a:lnTo>
                  <a:pt x="65693" y="17266"/>
                </a:lnTo>
                <a:lnTo>
                  <a:pt x="65693" y="34532"/>
                </a:lnTo>
                <a:lnTo>
                  <a:pt x="58778" y="34532"/>
                </a:lnTo>
                <a:lnTo>
                  <a:pt x="58778" y="27626"/>
                </a:lnTo>
                <a:lnTo>
                  <a:pt x="55320" y="27626"/>
                </a:lnTo>
                <a:lnTo>
                  <a:pt x="55320" y="20719"/>
                </a:lnTo>
                <a:lnTo>
                  <a:pt x="51863" y="20719"/>
                </a:lnTo>
                <a:lnTo>
                  <a:pt x="51863" y="17266"/>
                </a:lnTo>
                <a:lnTo>
                  <a:pt x="48405" y="17266"/>
                </a:lnTo>
                <a:lnTo>
                  <a:pt x="48405" y="13813"/>
                </a:lnTo>
                <a:lnTo>
                  <a:pt x="44948" y="13813"/>
                </a:lnTo>
                <a:lnTo>
                  <a:pt x="44948" y="10360"/>
                </a:lnTo>
                <a:lnTo>
                  <a:pt x="38033" y="10360"/>
                </a:lnTo>
                <a:lnTo>
                  <a:pt x="38033" y="6906"/>
                </a:lnTo>
                <a:lnTo>
                  <a:pt x="27660" y="6906"/>
                </a:lnTo>
                <a:lnTo>
                  <a:pt x="27660" y="10360"/>
                </a:lnTo>
                <a:lnTo>
                  <a:pt x="24203" y="10360"/>
                </a:lnTo>
                <a:lnTo>
                  <a:pt x="24203" y="24173"/>
                </a:lnTo>
                <a:lnTo>
                  <a:pt x="27660" y="24173"/>
                </a:lnTo>
                <a:lnTo>
                  <a:pt x="27660" y="27626"/>
                </a:lnTo>
                <a:lnTo>
                  <a:pt x="34575" y="27626"/>
                </a:lnTo>
                <a:lnTo>
                  <a:pt x="34575" y="31079"/>
                </a:lnTo>
                <a:lnTo>
                  <a:pt x="38033" y="31079"/>
                </a:lnTo>
                <a:lnTo>
                  <a:pt x="38033" y="34532"/>
                </a:lnTo>
                <a:lnTo>
                  <a:pt x="41490" y="34532"/>
                </a:lnTo>
                <a:lnTo>
                  <a:pt x="41490" y="37986"/>
                </a:lnTo>
                <a:lnTo>
                  <a:pt x="48405" y="37986"/>
                </a:lnTo>
                <a:lnTo>
                  <a:pt x="48405" y="41439"/>
                </a:lnTo>
                <a:lnTo>
                  <a:pt x="51863" y="41439"/>
                </a:lnTo>
                <a:lnTo>
                  <a:pt x="51863" y="44892"/>
                </a:lnTo>
                <a:lnTo>
                  <a:pt x="55320" y="44892"/>
                </a:lnTo>
                <a:lnTo>
                  <a:pt x="55320" y="48345"/>
                </a:lnTo>
                <a:lnTo>
                  <a:pt x="58778" y="48345"/>
                </a:lnTo>
                <a:lnTo>
                  <a:pt x="58778" y="51799"/>
                </a:lnTo>
                <a:lnTo>
                  <a:pt x="62235" y="51799"/>
                </a:lnTo>
                <a:lnTo>
                  <a:pt x="62235" y="55252"/>
                </a:lnTo>
                <a:lnTo>
                  <a:pt x="65693" y="55252"/>
                </a:lnTo>
                <a:lnTo>
                  <a:pt x="65693" y="58705"/>
                </a:lnTo>
                <a:lnTo>
                  <a:pt x="69151" y="58705"/>
                </a:lnTo>
                <a:lnTo>
                  <a:pt x="69151" y="89784"/>
                </a:lnTo>
                <a:lnTo>
                  <a:pt x="65693" y="89784"/>
                </a:lnTo>
                <a:lnTo>
                  <a:pt x="65693" y="93238"/>
                </a:lnTo>
                <a:lnTo>
                  <a:pt x="62235" y="93238"/>
                </a:lnTo>
                <a:lnTo>
                  <a:pt x="62235" y="100144"/>
                </a:lnTo>
                <a:lnTo>
                  <a:pt x="55320" y="100144"/>
                </a:lnTo>
                <a:lnTo>
                  <a:pt x="55320" y="103597"/>
                </a:lnTo>
                <a:lnTo>
                  <a:pt x="51863" y="103597"/>
                </a:lnTo>
                <a:lnTo>
                  <a:pt x="51863" y="107051"/>
                </a:lnTo>
                <a:lnTo>
                  <a:pt x="24203" y="107051"/>
                </a:lnTo>
                <a:lnTo>
                  <a:pt x="24203" y="103597"/>
                </a:lnTo>
                <a:lnTo>
                  <a:pt x="13830" y="103597"/>
                </a:lnTo>
                <a:lnTo>
                  <a:pt x="13830" y="100144"/>
                </a:lnTo>
                <a:lnTo>
                  <a:pt x="10373" y="100144"/>
                </a:lnTo>
                <a:lnTo>
                  <a:pt x="10373" y="107051"/>
                </a:lnTo>
                <a:lnTo>
                  <a:pt x="3458" y="107051"/>
                </a:lnTo>
                <a:lnTo>
                  <a:pt x="3458" y="100144"/>
                </a:lnTo>
                <a:lnTo>
                  <a:pt x="0" y="100144"/>
                </a:lnTo>
                <a:lnTo>
                  <a:pt x="0" y="72518"/>
                </a:lnTo>
                <a:lnTo>
                  <a:pt x="6915" y="72518"/>
                </a:lnTo>
                <a:lnTo>
                  <a:pt x="6915" y="79425"/>
                </a:lnTo>
                <a:lnTo>
                  <a:pt x="10373" y="79425"/>
                </a:lnTo>
                <a:lnTo>
                  <a:pt x="10373" y="86331"/>
                </a:lnTo>
                <a:lnTo>
                  <a:pt x="13830" y="86331"/>
                </a:lnTo>
                <a:lnTo>
                  <a:pt x="13830" y="89784"/>
                </a:lnTo>
                <a:lnTo>
                  <a:pt x="17288" y="89784"/>
                </a:lnTo>
                <a:lnTo>
                  <a:pt x="17288" y="93238"/>
                </a:lnTo>
                <a:lnTo>
                  <a:pt x="20745" y="93238"/>
                </a:lnTo>
                <a:lnTo>
                  <a:pt x="20745" y="96691"/>
                </a:lnTo>
                <a:lnTo>
                  <a:pt x="27660" y="96691"/>
                </a:lnTo>
                <a:lnTo>
                  <a:pt x="27660" y="100144"/>
                </a:lnTo>
                <a:lnTo>
                  <a:pt x="41490" y="100144"/>
                </a:lnTo>
                <a:lnTo>
                  <a:pt x="41490" y="96691"/>
                </a:lnTo>
                <a:lnTo>
                  <a:pt x="44948" y="96691"/>
                </a:lnTo>
                <a:lnTo>
                  <a:pt x="44948" y="82878"/>
                </a:lnTo>
                <a:lnTo>
                  <a:pt x="41490" y="82878"/>
                </a:lnTo>
                <a:lnTo>
                  <a:pt x="41490" y="79425"/>
                </a:lnTo>
                <a:lnTo>
                  <a:pt x="38033" y="79425"/>
                </a:lnTo>
                <a:lnTo>
                  <a:pt x="38033" y="75971"/>
                </a:lnTo>
                <a:lnTo>
                  <a:pt x="34575" y="75971"/>
                </a:lnTo>
                <a:lnTo>
                  <a:pt x="34575" y="72518"/>
                </a:lnTo>
                <a:lnTo>
                  <a:pt x="31118" y="72518"/>
                </a:lnTo>
                <a:lnTo>
                  <a:pt x="31118" y="69065"/>
                </a:lnTo>
                <a:lnTo>
                  <a:pt x="24203" y="69065"/>
                </a:lnTo>
                <a:lnTo>
                  <a:pt x="24203" y="65612"/>
                </a:lnTo>
                <a:lnTo>
                  <a:pt x="20745" y="65612"/>
                </a:lnTo>
                <a:lnTo>
                  <a:pt x="20745" y="62158"/>
                </a:lnTo>
                <a:lnTo>
                  <a:pt x="17288" y="62158"/>
                </a:lnTo>
                <a:lnTo>
                  <a:pt x="17288" y="58705"/>
                </a:lnTo>
                <a:lnTo>
                  <a:pt x="10373" y="58705"/>
                </a:lnTo>
                <a:lnTo>
                  <a:pt x="10373" y="55252"/>
                </a:lnTo>
                <a:lnTo>
                  <a:pt x="6915" y="55252"/>
                </a:lnTo>
                <a:lnTo>
                  <a:pt x="6915" y="48345"/>
                </a:lnTo>
                <a:lnTo>
                  <a:pt x="3458" y="48345"/>
                </a:lnTo>
                <a:lnTo>
                  <a:pt x="3458" y="44892"/>
                </a:lnTo>
                <a:lnTo>
                  <a:pt x="0" y="44892"/>
                </a:lnTo>
                <a:lnTo>
                  <a:pt x="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7B9C292C-928F-450A-AEC3-06FE8ECB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26" y="1477722"/>
            <a:ext cx="96811" cy="107051"/>
          </a:xfrm>
          <a:custGeom xmlns:a="http://schemas.openxmlformats.org/drawingml/2006/main">
            <a:pathLst>
              <a:path w="96811" h="107051">
                <a:moveTo>
                  <a:pt x="3458" y="20719"/>
                </a:moveTo>
                <a:lnTo>
                  <a:pt x="6915" y="20719"/>
                </a:lnTo>
                <a:lnTo>
                  <a:pt x="6915" y="13813"/>
                </a:lnTo>
                <a:lnTo>
                  <a:pt x="10373" y="13813"/>
                </a:lnTo>
                <a:lnTo>
                  <a:pt x="10373" y="10360"/>
                </a:lnTo>
                <a:lnTo>
                  <a:pt x="17288" y="10360"/>
                </a:lnTo>
                <a:lnTo>
                  <a:pt x="17288" y="6906"/>
                </a:lnTo>
                <a:lnTo>
                  <a:pt x="20745" y="6906"/>
                </a:lnTo>
                <a:lnTo>
                  <a:pt x="20745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69151" y="0"/>
                </a:lnTo>
                <a:lnTo>
                  <a:pt x="69151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6066" y="6906"/>
                </a:lnTo>
                <a:lnTo>
                  <a:pt x="76066" y="10360"/>
                </a:lnTo>
                <a:lnTo>
                  <a:pt x="79523" y="10360"/>
                </a:lnTo>
                <a:lnTo>
                  <a:pt x="79523" y="13813"/>
                </a:lnTo>
                <a:lnTo>
                  <a:pt x="82981" y="13813"/>
                </a:lnTo>
                <a:lnTo>
                  <a:pt x="82981" y="20719"/>
                </a:lnTo>
                <a:lnTo>
                  <a:pt x="86438" y="20719"/>
                </a:lnTo>
                <a:lnTo>
                  <a:pt x="86438" y="93238"/>
                </a:lnTo>
                <a:lnTo>
                  <a:pt x="96811" y="93238"/>
                </a:lnTo>
                <a:lnTo>
                  <a:pt x="96811" y="100144"/>
                </a:lnTo>
                <a:lnTo>
                  <a:pt x="93353" y="100144"/>
                </a:lnTo>
                <a:lnTo>
                  <a:pt x="93353" y="103597"/>
                </a:lnTo>
                <a:lnTo>
                  <a:pt x="86438" y="103597"/>
                </a:lnTo>
                <a:lnTo>
                  <a:pt x="86438" y="107051"/>
                </a:lnTo>
                <a:lnTo>
                  <a:pt x="62235" y="107051"/>
                </a:lnTo>
                <a:lnTo>
                  <a:pt x="62235" y="103597"/>
                </a:lnTo>
                <a:lnTo>
                  <a:pt x="58778" y="103597"/>
                </a:lnTo>
                <a:lnTo>
                  <a:pt x="58778" y="100144"/>
                </a:lnTo>
                <a:lnTo>
                  <a:pt x="55320" y="100144"/>
                </a:lnTo>
                <a:lnTo>
                  <a:pt x="55320" y="93238"/>
                </a:lnTo>
                <a:lnTo>
                  <a:pt x="51863" y="93238"/>
                </a:lnTo>
                <a:lnTo>
                  <a:pt x="51863" y="96691"/>
                </a:lnTo>
                <a:lnTo>
                  <a:pt x="44948" y="96691"/>
                </a:lnTo>
                <a:lnTo>
                  <a:pt x="44948" y="100144"/>
                </a:lnTo>
                <a:lnTo>
                  <a:pt x="41490" y="100144"/>
                </a:lnTo>
                <a:lnTo>
                  <a:pt x="41490" y="103597"/>
                </a:lnTo>
                <a:lnTo>
                  <a:pt x="34575" y="103597"/>
                </a:lnTo>
                <a:lnTo>
                  <a:pt x="34575" y="107051"/>
                </a:lnTo>
                <a:lnTo>
                  <a:pt x="10373" y="107051"/>
                </a:lnTo>
                <a:lnTo>
                  <a:pt x="10373" y="103597"/>
                </a:lnTo>
                <a:lnTo>
                  <a:pt x="6915" y="103597"/>
                </a:lnTo>
                <a:lnTo>
                  <a:pt x="6915" y="100144"/>
                </a:lnTo>
                <a:lnTo>
                  <a:pt x="3458" y="100144"/>
                </a:lnTo>
                <a:lnTo>
                  <a:pt x="3458" y="93238"/>
                </a:lnTo>
                <a:lnTo>
                  <a:pt x="0" y="93238"/>
                </a:lnTo>
                <a:lnTo>
                  <a:pt x="0" y="79425"/>
                </a:lnTo>
                <a:lnTo>
                  <a:pt x="3458" y="79425"/>
                </a:lnTo>
                <a:lnTo>
                  <a:pt x="3458" y="72518"/>
                </a:lnTo>
                <a:lnTo>
                  <a:pt x="6915" y="72518"/>
                </a:lnTo>
                <a:lnTo>
                  <a:pt x="6915" y="69065"/>
                </a:lnTo>
                <a:lnTo>
                  <a:pt x="10373" y="69065"/>
                </a:lnTo>
                <a:lnTo>
                  <a:pt x="10373" y="65612"/>
                </a:lnTo>
                <a:lnTo>
                  <a:pt x="13830" y="65612"/>
                </a:lnTo>
                <a:lnTo>
                  <a:pt x="13830" y="62158"/>
                </a:lnTo>
                <a:lnTo>
                  <a:pt x="17288" y="62158"/>
                </a:lnTo>
                <a:lnTo>
                  <a:pt x="17288" y="58705"/>
                </a:lnTo>
                <a:lnTo>
                  <a:pt x="24203" y="58705"/>
                </a:lnTo>
                <a:lnTo>
                  <a:pt x="24203" y="55252"/>
                </a:lnTo>
                <a:lnTo>
                  <a:pt x="31118" y="55252"/>
                </a:lnTo>
                <a:lnTo>
                  <a:pt x="31118" y="51799"/>
                </a:lnTo>
                <a:lnTo>
                  <a:pt x="34575" y="51799"/>
                </a:lnTo>
                <a:lnTo>
                  <a:pt x="34575" y="48345"/>
                </a:lnTo>
                <a:lnTo>
                  <a:pt x="41490" y="48345"/>
                </a:lnTo>
                <a:lnTo>
                  <a:pt x="41490" y="44892"/>
                </a:lnTo>
                <a:lnTo>
                  <a:pt x="48405" y="44892"/>
                </a:lnTo>
                <a:lnTo>
                  <a:pt x="48405" y="41439"/>
                </a:lnTo>
                <a:lnTo>
                  <a:pt x="55320" y="41439"/>
                </a:lnTo>
                <a:lnTo>
                  <a:pt x="55320" y="17266"/>
                </a:lnTo>
                <a:lnTo>
                  <a:pt x="51863" y="17266"/>
                </a:lnTo>
                <a:lnTo>
                  <a:pt x="51863" y="10360"/>
                </a:lnTo>
                <a:lnTo>
                  <a:pt x="48405" y="10360"/>
                </a:lnTo>
                <a:lnTo>
                  <a:pt x="48405" y="6906"/>
                </a:lnTo>
                <a:lnTo>
                  <a:pt x="34575" y="6906"/>
                </a:lnTo>
                <a:lnTo>
                  <a:pt x="34575" y="10360"/>
                </a:lnTo>
                <a:lnTo>
                  <a:pt x="27660" y="10360"/>
                </a:lnTo>
                <a:lnTo>
                  <a:pt x="27660" y="20719"/>
                </a:lnTo>
                <a:lnTo>
                  <a:pt x="31118" y="20719"/>
                </a:lnTo>
                <a:lnTo>
                  <a:pt x="31118" y="24173"/>
                </a:lnTo>
                <a:lnTo>
                  <a:pt x="34575" y="24173"/>
                </a:lnTo>
                <a:lnTo>
                  <a:pt x="34575" y="37986"/>
                </a:lnTo>
                <a:lnTo>
                  <a:pt x="31118" y="37986"/>
                </a:lnTo>
                <a:lnTo>
                  <a:pt x="31118" y="41439"/>
                </a:lnTo>
                <a:lnTo>
                  <a:pt x="27660" y="41439"/>
                </a:lnTo>
                <a:lnTo>
                  <a:pt x="27660" y="44892"/>
                </a:lnTo>
                <a:lnTo>
                  <a:pt x="10373" y="44892"/>
                </a:lnTo>
                <a:lnTo>
                  <a:pt x="10373" y="41439"/>
                </a:lnTo>
                <a:lnTo>
                  <a:pt x="6915" y="41439"/>
                </a:lnTo>
                <a:lnTo>
                  <a:pt x="6915" y="37986"/>
                </a:lnTo>
                <a:lnTo>
                  <a:pt x="3458" y="37986"/>
                </a:lnTo>
                <a:lnTo>
                  <a:pt x="3458" y="20719"/>
                </a:lnTo>
                <a:close/>
                <a:moveTo>
                  <a:pt x="41490" y="58705"/>
                </a:moveTo>
                <a:lnTo>
                  <a:pt x="41490" y="62158"/>
                </a:lnTo>
                <a:lnTo>
                  <a:pt x="38033" y="62158"/>
                </a:lnTo>
                <a:lnTo>
                  <a:pt x="38033" y="65612"/>
                </a:lnTo>
                <a:lnTo>
                  <a:pt x="34575" y="65612"/>
                </a:lnTo>
                <a:lnTo>
                  <a:pt x="34575" y="75971"/>
                </a:lnTo>
                <a:lnTo>
                  <a:pt x="31118" y="75971"/>
                </a:lnTo>
                <a:lnTo>
                  <a:pt x="31118" y="86331"/>
                </a:lnTo>
                <a:lnTo>
                  <a:pt x="34575" y="86331"/>
                </a:lnTo>
                <a:lnTo>
                  <a:pt x="34575" y="89784"/>
                </a:lnTo>
                <a:lnTo>
                  <a:pt x="38033" y="89784"/>
                </a:lnTo>
                <a:lnTo>
                  <a:pt x="38033" y="93238"/>
                </a:lnTo>
                <a:lnTo>
                  <a:pt x="44948" y="93238"/>
                </a:lnTo>
                <a:lnTo>
                  <a:pt x="44948" y="89784"/>
                </a:lnTo>
                <a:lnTo>
                  <a:pt x="48405" y="89784"/>
                </a:lnTo>
                <a:lnTo>
                  <a:pt x="48405" y="86331"/>
                </a:lnTo>
                <a:lnTo>
                  <a:pt x="51863" y="86331"/>
                </a:lnTo>
                <a:lnTo>
                  <a:pt x="51863" y="82878"/>
                </a:lnTo>
                <a:lnTo>
                  <a:pt x="55320" y="82878"/>
                </a:lnTo>
                <a:lnTo>
                  <a:pt x="55320" y="51799"/>
                </a:lnTo>
                <a:lnTo>
                  <a:pt x="48405" y="51799"/>
                </a:lnTo>
                <a:lnTo>
                  <a:pt x="48405" y="55252"/>
                </a:lnTo>
                <a:lnTo>
                  <a:pt x="44948" y="55252"/>
                </a:lnTo>
                <a:lnTo>
                  <a:pt x="44948" y="58705"/>
                </a:lnTo>
                <a:lnTo>
                  <a:pt x="41490" y="5870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1C2EAA59-069F-4B20-B1AC-55525FB8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05" y="1698730"/>
            <a:ext cx="44948" cy="51799"/>
          </a:xfrm>
          <a:custGeom xmlns:a="http://schemas.openxmlformats.org/drawingml/2006/main">
            <a:pathLst>
              <a:path w="44948" h="51799">
                <a:moveTo>
                  <a:pt x="10373" y="10360"/>
                </a:moveTo>
                <a:lnTo>
                  <a:pt x="6915" y="10360"/>
                </a:lnTo>
                <a:lnTo>
                  <a:pt x="6915" y="6906"/>
                </a:lnTo>
                <a:lnTo>
                  <a:pt x="0" y="6906"/>
                </a:lnTo>
                <a:lnTo>
                  <a:pt x="0" y="0"/>
                </a:lnTo>
                <a:lnTo>
                  <a:pt x="41490" y="0"/>
                </a:lnTo>
                <a:lnTo>
                  <a:pt x="41490" y="3453"/>
                </a:lnTo>
                <a:lnTo>
                  <a:pt x="44948" y="3453"/>
                </a:lnTo>
                <a:lnTo>
                  <a:pt x="44948" y="51799"/>
                </a:lnTo>
                <a:lnTo>
                  <a:pt x="10373" y="51799"/>
                </a:lnTo>
                <a:lnTo>
                  <a:pt x="10373" y="103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DE9E3C6D-2449-40F8-8BE7-5FD4C2A7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55" y="1712543"/>
            <a:ext cx="58778" cy="37986"/>
          </a:xfrm>
          <a:custGeom xmlns:a="http://schemas.openxmlformats.org/drawingml/2006/main">
            <a:pathLst>
              <a:path w="58778" h="37986">
                <a:moveTo>
                  <a:pt x="17288" y="17266"/>
                </a:moveTo>
                <a:lnTo>
                  <a:pt x="20745" y="17266"/>
                </a:lnTo>
                <a:lnTo>
                  <a:pt x="20745" y="13813"/>
                </a:lnTo>
                <a:lnTo>
                  <a:pt x="24203" y="13813"/>
                </a:lnTo>
                <a:lnTo>
                  <a:pt x="24203" y="10360"/>
                </a:lnTo>
                <a:lnTo>
                  <a:pt x="27660" y="10360"/>
                </a:lnTo>
                <a:lnTo>
                  <a:pt x="27660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38033" y="0"/>
                </a:lnTo>
                <a:lnTo>
                  <a:pt x="38033" y="34532"/>
                </a:lnTo>
                <a:lnTo>
                  <a:pt x="58778" y="34532"/>
                </a:lnTo>
                <a:lnTo>
                  <a:pt x="58778" y="37986"/>
                </a:lnTo>
                <a:lnTo>
                  <a:pt x="0" y="37986"/>
                </a:lnTo>
                <a:lnTo>
                  <a:pt x="0" y="34532"/>
                </a:lnTo>
                <a:lnTo>
                  <a:pt x="6915" y="34532"/>
                </a:lnTo>
                <a:lnTo>
                  <a:pt x="6915" y="31079"/>
                </a:lnTo>
                <a:lnTo>
                  <a:pt x="10373" y="31079"/>
                </a:lnTo>
                <a:lnTo>
                  <a:pt x="10373" y="27626"/>
                </a:lnTo>
                <a:lnTo>
                  <a:pt x="13830" y="27626"/>
                </a:lnTo>
                <a:lnTo>
                  <a:pt x="13830" y="24173"/>
                </a:lnTo>
                <a:lnTo>
                  <a:pt x="17288" y="24173"/>
                </a:lnTo>
                <a:lnTo>
                  <a:pt x="17288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C5A5E13C-2440-44BE-AFFC-1C7D8B90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83" y="1747075"/>
            <a:ext cx="27660" cy="3453"/>
          </a:xfrm>
          <a:custGeom xmlns:a="http://schemas.openxmlformats.org/drawingml/2006/main">
            <a:pathLst>
              <a:path w="27660" h="3453">
                <a:moveTo>
                  <a:pt x="27660" y="0"/>
                </a:moveTo>
                <a:lnTo>
                  <a:pt x="27660" y="3453"/>
                </a:lnTo>
                <a:lnTo>
                  <a:pt x="0" y="3453"/>
                </a:lnTo>
                <a:lnTo>
                  <a:pt x="0" y="0"/>
                </a:lnTo>
                <a:lnTo>
                  <a:pt x="2766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92253594-0FB5-4197-9C96-CC2AEF04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89" y="148223"/>
            <a:ext cx="169419" cy="103597"/>
          </a:xfrm>
          <a:custGeom xmlns:a="http://schemas.openxmlformats.org/drawingml/2006/main">
            <a:pathLst>
              <a:path w="169419" h="103597">
                <a:moveTo>
                  <a:pt x="6915" y="13813"/>
                </a:moveTo>
                <a:lnTo>
                  <a:pt x="6915" y="17266"/>
                </a:lnTo>
                <a:lnTo>
                  <a:pt x="0" y="17266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17266"/>
                </a:lnTo>
                <a:lnTo>
                  <a:pt x="41490" y="17266"/>
                </a:lnTo>
                <a:lnTo>
                  <a:pt x="41490" y="13813"/>
                </a:lnTo>
                <a:lnTo>
                  <a:pt x="44948" y="13813"/>
                </a:lnTo>
                <a:lnTo>
                  <a:pt x="44948" y="10360"/>
                </a:lnTo>
                <a:lnTo>
                  <a:pt x="48405" y="10360"/>
                </a:lnTo>
                <a:lnTo>
                  <a:pt x="48405" y="6906"/>
                </a:lnTo>
                <a:lnTo>
                  <a:pt x="51863" y="6906"/>
                </a:lnTo>
                <a:lnTo>
                  <a:pt x="51863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79523" y="0"/>
                </a:lnTo>
                <a:lnTo>
                  <a:pt x="79523" y="3453"/>
                </a:lnTo>
                <a:lnTo>
                  <a:pt x="86438" y="3453"/>
                </a:lnTo>
                <a:lnTo>
                  <a:pt x="86438" y="6906"/>
                </a:lnTo>
                <a:lnTo>
                  <a:pt x="89896" y="6906"/>
                </a:lnTo>
                <a:lnTo>
                  <a:pt x="89896" y="13813"/>
                </a:lnTo>
                <a:lnTo>
                  <a:pt x="93353" y="13813"/>
                </a:lnTo>
                <a:lnTo>
                  <a:pt x="93353" y="17266"/>
                </a:lnTo>
                <a:lnTo>
                  <a:pt x="100268" y="17266"/>
                </a:lnTo>
                <a:lnTo>
                  <a:pt x="100268" y="13813"/>
                </a:lnTo>
                <a:lnTo>
                  <a:pt x="103726" y="13813"/>
                </a:lnTo>
                <a:lnTo>
                  <a:pt x="103726" y="10360"/>
                </a:lnTo>
                <a:lnTo>
                  <a:pt x="107183" y="10360"/>
                </a:lnTo>
                <a:lnTo>
                  <a:pt x="107183" y="6906"/>
                </a:lnTo>
                <a:lnTo>
                  <a:pt x="110641" y="6906"/>
                </a:lnTo>
                <a:lnTo>
                  <a:pt x="110641" y="3453"/>
                </a:lnTo>
                <a:lnTo>
                  <a:pt x="117556" y="3453"/>
                </a:lnTo>
                <a:lnTo>
                  <a:pt x="117556" y="0"/>
                </a:lnTo>
                <a:lnTo>
                  <a:pt x="138301" y="0"/>
                </a:lnTo>
                <a:lnTo>
                  <a:pt x="138301" y="3453"/>
                </a:lnTo>
                <a:lnTo>
                  <a:pt x="145216" y="3453"/>
                </a:lnTo>
                <a:lnTo>
                  <a:pt x="145216" y="6906"/>
                </a:lnTo>
                <a:lnTo>
                  <a:pt x="148674" y="6906"/>
                </a:lnTo>
                <a:lnTo>
                  <a:pt x="148674" y="10360"/>
                </a:lnTo>
                <a:lnTo>
                  <a:pt x="152131" y="10360"/>
                </a:lnTo>
                <a:lnTo>
                  <a:pt x="152131" y="17266"/>
                </a:lnTo>
                <a:lnTo>
                  <a:pt x="155589" y="17266"/>
                </a:lnTo>
                <a:lnTo>
                  <a:pt x="155589" y="89784"/>
                </a:lnTo>
                <a:lnTo>
                  <a:pt x="159046" y="89784"/>
                </a:lnTo>
                <a:lnTo>
                  <a:pt x="159046" y="93238"/>
                </a:lnTo>
                <a:lnTo>
                  <a:pt x="162504" y="93238"/>
                </a:lnTo>
                <a:lnTo>
                  <a:pt x="162504" y="96691"/>
                </a:lnTo>
                <a:lnTo>
                  <a:pt x="169419" y="96691"/>
                </a:lnTo>
                <a:lnTo>
                  <a:pt x="169419" y="103597"/>
                </a:lnTo>
                <a:lnTo>
                  <a:pt x="121013" y="103597"/>
                </a:lnTo>
                <a:lnTo>
                  <a:pt x="121013" y="96691"/>
                </a:lnTo>
                <a:lnTo>
                  <a:pt x="131386" y="96691"/>
                </a:lnTo>
                <a:lnTo>
                  <a:pt x="131386" y="93238"/>
                </a:lnTo>
                <a:lnTo>
                  <a:pt x="134844" y="93238"/>
                </a:lnTo>
                <a:lnTo>
                  <a:pt x="134844" y="20719"/>
                </a:lnTo>
                <a:lnTo>
                  <a:pt x="131386" y="20719"/>
                </a:lnTo>
                <a:lnTo>
                  <a:pt x="131386" y="17266"/>
                </a:lnTo>
                <a:lnTo>
                  <a:pt x="127928" y="17266"/>
                </a:lnTo>
                <a:lnTo>
                  <a:pt x="127928" y="13813"/>
                </a:lnTo>
                <a:lnTo>
                  <a:pt x="114098" y="13813"/>
                </a:lnTo>
                <a:lnTo>
                  <a:pt x="114098" y="17266"/>
                </a:lnTo>
                <a:lnTo>
                  <a:pt x="107183" y="17266"/>
                </a:lnTo>
                <a:lnTo>
                  <a:pt x="107183" y="20719"/>
                </a:lnTo>
                <a:lnTo>
                  <a:pt x="103726" y="20719"/>
                </a:lnTo>
                <a:lnTo>
                  <a:pt x="103726" y="24173"/>
                </a:lnTo>
                <a:lnTo>
                  <a:pt x="96811" y="24173"/>
                </a:lnTo>
                <a:lnTo>
                  <a:pt x="96811" y="93238"/>
                </a:lnTo>
                <a:lnTo>
                  <a:pt x="100268" y="93238"/>
                </a:lnTo>
                <a:lnTo>
                  <a:pt x="100268" y="96691"/>
                </a:lnTo>
                <a:lnTo>
                  <a:pt x="110641" y="96691"/>
                </a:lnTo>
                <a:lnTo>
                  <a:pt x="110641" y="103597"/>
                </a:lnTo>
                <a:lnTo>
                  <a:pt x="62235" y="103597"/>
                </a:lnTo>
                <a:lnTo>
                  <a:pt x="62235" y="100144"/>
                </a:lnTo>
                <a:lnTo>
                  <a:pt x="58778" y="100144"/>
                </a:lnTo>
                <a:lnTo>
                  <a:pt x="58778" y="96691"/>
                </a:lnTo>
                <a:lnTo>
                  <a:pt x="72608" y="96691"/>
                </a:lnTo>
                <a:lnTo>
                  <a:pt x="72608" y="93238"/>
                </a:lnTo>
                <a:lnTo>
                  <a:pt x="76066" y="93238"/>
                </a:lnTo>
                <a:lnTo>
                  <a:pt x="76066" y="24173"/>
                </a:lnTo>
                <a:lnTo>
                  <a:pt x="72608" y="24173"/>
                </a:lnTo>
                <a:lnTo>
                  <a:pt x="72608" y="17266"/>
                </a:lnTo>
                <a:lnTo>
                  <a:pt x="65693" y="17266"/>
                </a:lnTo>
                <a:lnTo>
                  <a:pt x="65693" y="13813"/>
                </a:lnTo>
                <a:lnTo>
                  <a:pt x="51863" y="13813"/>
                </a:lnTo>
                <a:lnTo>
                  <a:pt x="51863" y="17266"/>
                </a:lnTo>
                <a:lnTo>
                  <a:pt x="44948" y="17266"/>
                </a:lnTo>
                <a:lnTo>
                  <a:pt x="44948" y="20719"/>
                </a:lnTo>
                <a:lnTo>
                  <a:pt x="41490" y="20719"/>
                </a:lnTo>
                <a:lnTo>
                  <a:pt x="41490" y="24173"/>
                </a:lnTo>
                <a:lnTo>
                  <a:pt x="38033" y="24173"/>
                </a:lnTo>
                <a:lnTo>
                  <a:pt x="38033" y="27626"/>
                </a:lnTo>
                <a:lnTo>
                  <a:pt x="34575" y="27626"/>
                </a:lnTo>
                <a:lnTo>
                  <a:pt x="34575" y="93238"/>
                </a:lnTo>
                <a:lnTo>
                  <a:pt x="38033" y="93238"/>
                </a:lnTo>
                <a:lnTo>
                  <a:pt x="38033" y="96691"/>
                </a:lnTo>
                <a:lnTo>
                  <a:pt x="51863" y="96691"/>
                </a:lnTo>
                <a:lnTo>
                  <a:pt x="51863" y="103597"/>
                </a:lnTo>
                <a:lnTo>
                  <a:pt x="0" y="103597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6915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FB4FD177-CC95-4EAC-9261-2BCC2C0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43" y="383044"/>
            <a:ext cx="62235" cy="134677"/>
          </a:xfrm>
          <a:custGeom xmlns:a="http://schemas.openxmlformats.org/drawingml/2006/main">
            <a:pathLst>
              <a:path w="62235" h="134677">
                <a:moveTo>
                  <a:pt x="17288" y="24173"/>
                </a:moveTo>
                <a:lnTo>
                  <a:pt x="17288" y="20719"/>
                </a:lnTo>
                <a:lnTo>
                  <a:pt x="20745" y="20719"/>
                </a:lnTo>
                <a:lnTo>
                  <a:pt x="20745" y="17266"/>
                </a:lnTo>
                <a:lnTo>
                  <a:pt x="24203" y="17266"/>
                </a:lnTo>
                <a:lnTo>
                  <a:pt x="24203" y="10360"/>
                </a:lnTo>
                <a:lnTo>
                  <a:pt x="27660" y="10360"/>
                </a:lnTo>
                <a:lnTo>
                  <a:pt x="27660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34575" y="0"/>
                </a:lnTo>
                <a:lnTo>
                  <a:pt x="34575" y="31079"/>
                </a:lnTo>
                <a:lnTo>
                  <a:pt x="58778" y="31079"/>
                </a:lnTo>
                <a:lnTo>
                  <a:pt x="58778" y="37986"/>
                </a:lnTo>
                <a:lnTo>
                  <a:pt x="55320" y="37986"/>
                </a:lnTo>
                <a:lnTo>
                  <a:pt x="55320" y="41439"/>
                </a:lnTo>
                <a:lnTo>
                  <a:pt x="34575" y="41439"/>
                </a:lnTo>
                <a:lnTo>
                  <a:pt x="34575" y="110504"/>
                </a:lnTo>
                <a:lnTo>
                  <a:pt x="38033" y="110504"/>
                </a:lnTo>
                <a:lnTo>
                  <a:pt x="38033" y="117410"/>
                </a:lnTo>
                <a:lnTo>
                  <a:pt x="51863" y="117410"/>
                </a:lnTo>
                <a:lnTo>
                  <a:pt x="51863" y="113957"/>
                </a:lnTo>
                <a:lnTo>
                  <a:pt x="55320" y="113957"/>
                </a:lnTo>
                <a:lnTo>
                  <a:pt x="55320" y="110504"/>
                </a:lnTo>
                <a:lnTo>
                  <a:pt x="62235" y="110504"/>
                </a:lnTo>
                <a:lnTo>
                  <a:pt x="62235" y="113957"/>
                </a:lnTo>
                <a:lnTo>
                  <a:pt x="58778" y="113957"/>
                </a:lnTo>
                <a:lnTo>
                  <a:pt x="58778" y="120864"/>
                </a:lnTo>
                <a:lnTo>
                  <a:pt x="55320" y="120864"/>
                </a:lnTo>
                <a:lnTo>
                  <a:pt x="55320" y="124317"/>
                </a:lnTo>
                <a:lnTo>
                  <a:pt x="51863" y="124317"/>
                </a:lnTo>
                <a:lnTo>
                  <a:pt x="51863" y="127770"/>
                </a:lnTo>
                <a:lnTo>
                  <a:pt x="48405" y="127770"/>
                </a:lnTo>
                <a:lnTo>
                  <a:pt x="48405" y="131223"/>
                </a:lnTo>
                <a:lnTo>
                  <a:pt x="41490" y="131223"/>
                </a:lnTo>
                <a:lnTo>
                  <a:pt x="41490" y="134677"/>
                </a:lnTo>
                <a:lnTo>
                  <a:pt x="31118" y="134677"/>
                </a:lnTo>
                <a:lnTo>
                  <a:pt x="31118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20745" y="127770"/>
                </a:lnTo>
                <a:lnTo>
                  <a:pt x="20745" y="124317"/>
                </a:lnTo>
                <a:lnTo>
                  <a:pt x="17288" y="124317"/>
                </a:lnTo>
                <a:lnTo>
                  <a:pt x="17288" y="41439"/>
                </a:lnTo>
                <a:lnTo>
                  <a:pt x="3458" y="41439"/>
                </a:lnTo>
                <a:lnTo>
                  <a:pt x="3458" y="37986"/>
                </a:lnTo>
                <a:lnTo>
                  <a:pt x="0" y="37986"/>
                </a:lnTo>
                <a:lnTo>
                  <a:pt x="0" y="34532"/>
                </a:lnTo>
                <a:lnTo>
                  <a:pt x="6915" y="34532"/>
                </a:lnTo>
                <a:lnTo>
                  <a:pt x="6915" y="31079"/>
                </a:lnTo>
                <a:lnTo>
                  <a:pt x="10373" y="31079"/>
                </a:lnTo>
                <a:lnTo>
                  <a:pt x="10373" y="27626"/>
                </a:lnTo>
                <a:lnTo>
                  <a:pt x="13830" y="27626"/>
                </a:lnTo>
                <a:lnTo>
                  <a:pt x="13830" y="24173"/>
                </a:lnTo>
                <a:lnTo>
                  <a:pt x="17288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5ED9D839-3494-465B-B803-05C8DC4B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79" y="414123"/>
            <a:ext cx="183249" cy="151943"/>
          </a:xfrm>
          <a:custGeom xmlns:a="http://schemas.openxmlformats.org/drawingml/2006/main">
            <a:pathLst>
              <a:path w="183249" h="151943">
                <a:moveTo>
                  <a:pt x="34575" y="0"/>
                </a:moveTo>
                <a:lnTo>
                  <a:pt x="34575" y="17266"/>
                </a:lnTo>
                <a:lnTo>
                  <a:pt x="38033" y="17266"/>
                </a:lnTo>
                <a:lnTo>
                  <a:pt x="38033" y="13813"/>
                </a:lnTo>
                <a:lnTo>
                  <a:pt x="41490" y="13813"/>
                </a:lnTo>
                <a:lnTo>
                  <a:pt x="41490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48405" y="6906"/>
                </a:lnTo>
                <a:lnTo>
                  <a:pt x="48405" y="3453"/>
                </a:lnTo>
                <a:lnTo>
                  <a:pt x="55320" y="3453"/>
                </a:lnTo>
                <a:lnTo>
                  <a:pt x="55320" y="0"/>
                </a:lnTo>
                <a:lnTo>
                  <a:pt x="69151" y="0"/>
                </a:lnTo>
                <a:lnTo>
                  <a:pt x="69151" y="3453"/>
                </a:lnTo>
                <a:lnTo>
                  <a:pt x="72608" y="3453"/>
                </a:lnTo>
                <a:lnTo>
                  <a:pt x="72608" y="0"/>
                </a:lnTo>
                <a:lnTo>
                  <a:pt x="121013" y="0"/>
                </a:lnTo>
                <a:lnTo>
                  <a:pt x="121013" y="6906"/>
                </a:lnTo>
                <a:lnTo>
                  <a:pt x="110641" y="6906"/>
                </a:lnTo>
                <a:lnTo>
                  <a:pt x="110641" y="20719"/>
                </a:lnTo>
                <a:lnTo>
                  <a:pt x="114098" y="20719"/>
                </a:lnTo>
                <a:lnTo>
                  <a:pt x="114098" y="27626"/>
                </a:lnTo>
                <a:lnTo>
                  <a:pt x="117556" y="27626"/>
                </a:lnTo>
                <a:lnTo>
                  <a:pt x="117556" y="37986"/>
                </a:lnTo>
                <a:lnTo>
                  <a:pt x="121013" y="37986"/>
                </a:lnTo>
                <a:lnTo>
                  <a:pt x="121013" y="44892"/>
                </a:lnTo>
                <a:lnTo>
                  <a:pt x="124471" y="44892"/>
                </a:lnTo>
                <a:lnTo>
                  <a:pt x="124471" y="51799"/>
                </a:lnTo>
                <a:lnTo>
                  <a:pt x="127928" y="51799"/>
                </a:lnTo>
                <a:lnTo>
                  <a:pt x="127928" y="58705"/>
                </a:lnTo>
                <a:lnTo>
                  <a:pt x="131386" y="58705"/>
                </a:lnTo>
                <a:lnTo>
                  <a:pt x="131386" y="65612"/>
                </a:lnTo>
                <a:lnTo>
                  <a:pt x="134844" y="65612"/>
                </a:lnTo>
                <a:lnTo>
                  <a:pt x="134844" y="72518"/>
                </a:lnTo>
                <a:lnTo>
                  <a:pt x="138301" y="72518"/>
                </a:lnTo>
                <a:lnTo>
                  <a:pt x="138301" y="65612"/>
                </a:lnTo>
                <a:lnTo>
                  <a:pt x="141759" y="65612"/>
                </a:lnTo>
                <a:lnTo>
                  <a:pt x="141759" y="58705"/>
                </a:lnTo>
                <a:lnTo>
                  <a:pt x="145216" y="58705"/>
                </a:lnTo>
                <a:lnTo>
                  <a:pt x="145216" y="48345"/>
                </a:lnTo>
                <a:lnTo>
                  <a:pt x="148674" y="48345"/>
                </a:lnTo>
                <a:lnTo>
                  <a:pt x="148674" y="41439"/>
                </a:lnTo>
                <a:lnTo>
                  <a:pt x="152131" y="41439"/>
                </a:lnTo>
                <a:lnTo>
                  <a:pt x="152131" y="31079"/>
                </a:lnTo>
                <a:lnTo>
                  <a:pt x="155589" y="31079"/>
                </a:lnTo>
                <a:lnTo>
                  <a:pt x="155589" y="24173"/>
                </a:lnTo>
                <a:lnTo>
                  <a:pt x="159046" y="24173"/>
                </a:lnTo>
                <a:lnTo>
                  <a:pt x="159046" y="6906"/>
                </a:lnTo>
                <a:lnTo>
                  <a:pt x="152131" y="6906"/>
                </a:lnTo>
                <a:lnTo>
                  <a:pt x="152131" y="0"/>
                </a:lnTo>
                <a:lnTo>
                  <a:pt x="183249" y="0"/>
                </a:lnTo>
                <a:lnTo>
                  <a:pt x="183249" y="6906"/>
                </a:lnTo>
                <a:lnTo>
                  <a:pt x="176334" y="6906"/>
                </a:lnTo>
                <a:lnTo>
                  <a:pt x="176334" y="10360"/>
                </a:lnTo>
                <a:lnTo>
                  <a:pt x="172876" y="10360"/>
                </a:lnTo>
                <a:lnTo>
                  <a:pt x="172876" y="17266"/>
                </a:lnTo>
                <a:lnTo>
                  <a:pt x="169419" y="17266"/>
                </a:lnTo>
                <a:lnTo>
                  <a:pt x="169419" y="24173"/>
                </a:lnTo>
                <a:lnTo>
                  <a:pt x="165961" y="24173"/>
                </a:lnTo>
                <a:lnTo>
                  <a:pt x="165961" y="34532"/>
                </a:lnTo>
                <a:lnTo>
                  <a:pt x="162504" y="34532"/>
                </a:lnTo>
                <a:lnTo>
                  <a:pt x="162504" y="41439"/>
                </a:lnTo>
                <a:lnTo>
                  <a:pt x="159046" y="41439"/>
                </a:lnTo>
                <a:lnTo>
                  <a:pt x="159046" y="51799"/>
                </a:lnTo>
                <a:lnTo>
                  <a:pt x="155589" y="51799"/>
                </a:lnTo>
                <a:lnTo>
                  <a:pt x="155589" y="58705"/>
                </a:lnTo>
                <a:lnTo>
                  <a:pt x="152131" y="58705"/>
                </a:lnTo>
                <a:lnTo>
                  <a:pt x="152131" y="69065"/>
                </a:lnTo>
                <a:lnTo>
                  <a:pt x="148674" y="69065"/>
                </a:lnTo>
                <a:lnTo>
                  <a:pt x="148674" y="75971"/>
                </a:lnTo>
                <a:lnTo>
                  <a:pt x="145216" y="75971"/>
                </a:lnTo>
                <a:lnTo>
                  <a:pt x="145216" y="86331"/>
                </a:lnTo>
                <a:lnTo>
                  <a:pt x="141759" y="86331"/>
                </a:lnTo>
                <a:lnTo>
                  <a:pt x="141759" y="93238"/>
                </a:lnTo>
                <a:lnTo>
                  <a:pt x="138301" y="93238"/>
                </a:lnTo>
                <a:lnTo>
                  <a:pt x="138301" y="103597"/>
                </a:lnTo>
                <a:lnTo>
                  <a:pt x="134844" y="103597"/>
                </a:lnTo>
                <a:lnTo>
                  <a:pt x="134844" y="110504"/>
                </a:lnTo>
                <a:lnTo>
                  <a:pt x="131386" y="110504"/>
                </a:lnTo>
                <a:lnTo>
                  <a:pt x="131386" y="120864"/>
                </a:lnTo>
                <a:lnTo>
                  <a:pt x="127928" y="120864"/>
                </a:lnTo>
                <a:lnTo>
                  <a:pt x="127928" y="127770"/>
                </a:lnTo>
                <a:lnTo>
                  <a:pt x="124471" y="127770"/>
                </a:lnTo>
                <a:lnTo>
                  <a:pt x="124471" y="134677"/>
                </a:lnTo>
                <a:lnTo>
                  <a:pt x="121013" y="134677"/>
                </a:lnTo>
                <a:lnTo>
                  <a:pt x="121013" y="138130"/>
                </a:lnTo>
                <a:lnTo>
                  <a:pt x="117556" y="138130"/>
                </a:lnTo>
                <a:lnTo>
                  <a:pt x="117556" y="141583"/>
                </a:lnTo>
                <a:lnTo>
                  <a:pt x="114098" y="141583"/>
                </a:lnTo>
                <a:lnTo>
                  <a:pt x="114098" y="145036"/>
                </a:lnTo>
                <a:lnTo>
                  <a:pt x="110641" y="145036"/>
                </a:lnTo>
                <a:lnTo>
                  <a:pt x="110641" y="148489"/>
                </a:lnTo>
                <a:lnTo>
                  <a:pt x="100268" y="148489"/>
                </a:lnTo>
                <a:lnTo>
                  <a:pt x="100268" y="151943"/>
                </a:lnTo>
                <a:lnTo>
                  <a:pt x="86438" y="151943"/>
                </a:lnTo>
                <a:lnTo>
                  <a:pt x="86438" y="148489"/>
                </a:lnTo>
                <a:lnTo>
                  <a:pt x="82981" y="148489"/>
                </a:lnTo>
                <a:lnTo>
                  <a:pt x="82981" y="145036"/>
                </a:lnTo>
                <a:lnTo>
                  <a:pt x="79523" y="145036"/>
                </a:lnTo>
                <a:lnTo>
                  <a:pt x="79523" y="131223"/>
                </a:lnTo>
                <a:lnTo>
                  <a:pt x="82981" y="131223"/>
                </a:lnTo>
                <a:lnTo>
                  <a:pt x="82981" y="127770"/>
                </a:lnTo>
                <a:lnTo>
                  <a:pt x="100268" y="127770"/>
                </a:lnTo>
                <a:lnTo>
                  <a:pt x="100268" y="131223"/>
                </a:lnTo>
                <a:lnTo>
                  <a:pt x="110641" y="131223"/>
                </a:lnTo>
                <a:lnTo>
                  <a:pt x="110641" y="127770"/>
                </a:lnTo>
                <a:lnTo>
                  <a:pt x="114098" y="127770"/>
                </a:lnTo>
                <a:lnTo>
                  <a:pt x="114098" y="124317"/>
                </a:lnTo>
                <a:lnTo>
                  <a:pt x="117556" y="124317"/>
                </a:lnTo>
                <a:lnTo>
                  <a:pt x="117556" y="117410"/>
                </a:lnTo>
                <a:lnTo>
                  <a:pt x="121013" y="117410"/>
                </a:lnTo>
                <a:lnTo>
                  <a:pt x="121013" y="110504"/>
                </a:lnTo>
                <a:lnTo>
                  <a:pt x="124471" y="110504"/>
                </a:lnTo>
                <a:lnTo>
                  <a:pt x="124471" y="100144"/>
                </a:lnTo>
                <a:lnTo>
                  <a:pt x="127928" y="100144"/>
                </a:lnTo>
                <a:lnTo>
                  <a:pt x="127928" y="93238"/>
                </a:lnTo>
                <a:lnTo>
                  <a:pt x="124471" y="93238"/>
                </a:lnTo>
                <a:lnTo>
                  <a:pt x="124471" y="89784"/>
                </a:lnTo>
                <a:lnTo>
                  <a:pt x="121013" y="89784"/>
                </a:lnTo>
                <a:lnTo>
                  <a:pt x="121013" y="79425"/>
                </a:lnTo>
                <a:lnTo>
                  <a:pt x="117556" y="79425"/>
                </a:lnTo>
                <a:lnTo>
                  <a:pt x="117556" y="72518"/>
                </a:lnTo>
                <a:lnTo>
                  <a:pt x="114098" y="72518"/>
                </a:lnTo>
                <a:lnTo>
                  <a:pt x="114098" y="65612"/>
                </a:lnTo>
                <a:lnTo>
                  <a:pt x="110641" y="65612"/>
                </a:lnTo>
                <a:lnTo>
                  <a:pt x="110641" y="58705"/>
                </a:lnTo>
                <a:lnTo>
                  <a:pt x="107183" y="58705"/>
                </a:lnTo>
                <a:lnTo>
                  <a:pt x="107183" y="51799"/>
                </a:lnTo>
                <a:lnTo>
                  <a:pt x="103726" y="51799"/>
                </a:lnTo>
                <a:lnTo>
                  <a:pt x="103726" y="44892"/>
                </a:lnTo>
                <a:lnTo>
                  <a:pt x="100268" y="44892"/>
                </a:lnTo>
                <a:lnTo>
                  <a:pt x="100268" y="37986"/>
                </a:lnTo>
                <a:lnTo>
                  <a:pt x="96811" y="37986"/>
                </a:lnTo>
                <a:lnTo>
                  <a:pt x="96811" y="31079"/>
                </a:lnTo>
                <a:lnTo>
                  <a:pt x="93353" y="31079"/>
                </a:lnTo>
                <a:lnTo>
                  <a:pt x="93353" y="24173"/>
                </a:lnTo>
                <a:lnTo>
                  <a:pt x="89896" y="24173"/>
                </a:lnTo>
                <a:lnTo>
                  <a:pt x="89896" y="17266"/>
                </a:lnTo>
                <a:lnTo>
                  <a:pt x="86438" y="17266"/>
                </a:lnTo>
                <a:lnTo>
                  <a:pt x="86438" y="10360"/>
                </a:lnTo>
                <a:lnTo>
                  <a:pt x="82981" y="10360"/>
                </a:lnTo>
                <a:lnTo>
                  <a:pt x="82981" y="6906"/>
                </a:lnTo>
                <a:lnTo>
                  <a:pt x="76066" y="6906"/>
                </a:lnTo>
                <a:lnTo>
                  <a:pt x="76066" y="17266"/>
                </a:lnTo>
                <a:lnTo>
                  <a:pt x="72608" y="17266"/>
                </a:lnTo>
                <a:lnTo>
                  <a:pt x="72608" y="20719"/>
                </a:lnTo>
                <a:lnTo>
                  <a:pt x="69151" y="20719"/>
                </a:lnTo>
                <a:lnTo>
                  <a:pt x="69151" y="24173"/>
                </a:lnTo>
                <a:lnTo>
                  <a:pt x="62235" y="24173"/>
                </a:lnTo>
                <a:lnTo>
                  <a:pt x="62235" y="20719"/>
                </a:lnTo>
                <a:lnTo>
                  <a:pt x="55320" y="20719"/>
                </a:lnTo>
                <a:lnTo>
                  <a:pt x="55320" y="17266"/>
                </a:lnTo>
                <a:lnTo>
                  <a:pt x="44948" y="17266"/>
                </a:lnTo>
                <a:lnTo>
                  <a:pt x="44948" y="20719"/>
                </a:lnTo>
                <a:lnTo>
                  <a:pt x="41490" y="20719"/>
                </a:lnTo>
                <a:lnTo>
                  <a:pt x="41490" y="24173"/>
                </a:lnTo>
                <a:lnTo>
                  <a:pt x="38033" y="24173"/>
                </a:lnTo>
                <a:lnTo>
                  <a:pt x="38033" y="31079"/>
                </a:lnTo>
                <a:lnTo>
                  <a:pt x="34575" y="31079"/>
                </a:lnTo>
                <a:lnTo>
                  <a:pt x="34575" y="86331"/>
                </a:lnTo>
                <a:lnTo>
                  <a:pt x="38033" y="86331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51863" y="96691"/>
                </a:lnTo>
                <a:lnTo>
                  <a:pt x="51863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7288" y="89784"/>
                </a:lnTo>
                <a:lnTo>
                  <a:pt x="17288" y="20719"/>
                </a:lnTo>
                <a:lnTo>
                  <a:pt x="13830" y="20719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6915" y="13813"/>
                </a:lnTo>
                <a:lnTo>
                  <a:pt x="6915" y="17266"/>
                </a:lnTo>
                <a:lnTo>
                  <a:pt x="0" y="17266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B7D9BCC-E863-4E3B-BC8D-CDE5AB4A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16" y="890671"/>
            <a:ext cx="24203" cy="20719"/>
          </a:xfrm>
          <a:custGeom xmlns:a="http://schemas.openxmlformats.org/drawingml/2006/main">
            <a:pathLst>
              <a:path w="24203" h="20719">
                <a:moveTo>
                  <a:pt x="17288" y="20719"/>
                </a:moveTo>
                <a:lnTo>
                  <a:pt x="6915" y="20719"/>
                </a:lnTo>
                <a:lnTo>
                  <a:pt x="6915" y="17266"/>
                </a:lnTo>
                <a:lnTo>
                  <a:pt x="3458" y="17266"/>
                </a:lnTo>
                <a:lnTo>
                  <a:pt x="3458" y="13813"/>
                </a:lnTo>
                <a:lnTo>
                  <a:pt x="0" y="13813"/>
                </a:lnTo>
                <a:lnTo>
                  <a:pt x="0" y="6906"/>
                </a:lnTo>
                <a:lnTo>
                  <a:pt x="3458" y="6906"/>
                </a:lnTo>
                <a:lnTo>
                  <a:pt x="3458" y="0"/>
                </a:lnTo>
                <a:lnTo>
                  <a:pt x="20745" y="0"/>
                </a:lnTo>
                <a:lnTo>
                  <a:pt x="20745" y="3453"/>
                </a:lnTo>
                <a:lnTo>
                  <a:pt x="24203" y="3453"/>
                </a:lnTo>
                <a:lnTo>
                  <a:pt x="24203" y="13813"/>
                </a:lnTo>
                <a:lnTo>
                  <a:pt x="20745" y="13813"/>
                </a:lnTo>
                <a:lnTo>
                  <a:pt x="20745" y="17266"/>
                </a:lnTo>
                <a:lnTo>
                  <a:pt x="17288" y="17266"/>
                </a:lnTo>
                <a:lnTo>
                  <a:pt x="17288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8642E7D0-AD98-4C2B-A7E3-37E0FD66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86" y="945923"/>
            <a:ext cx="51863" cy="103597"/>
          </a:xfrm>
          <a:custGeom xmlns:a="http://schemas.openxmlformats.org/drawingml/2006/main">
            <a:pathLst>
              <a:path w="51863" h="103597">
                <a:moveTo>
                  <a:pt x="6915" y="17266"/>
                </a:moveTo>
                <a:lnTo>
                  <a:pt x="3458" y="17266"/>
                </a:lnTo>
                <a:lnTo>
                  <a:pt x="3458" y="13813"/>
                </a:lnTo>
                <a:lnTo>
                  <a:pt x="0" y="13813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3453"/>
                </a:lnTo>
                <a:lnTo>
                  <a:pt x="38033" y="3453"/>
                </a:lnTo>
                <a:lnTo>
                  <a:pt x="38033" y="6906"/>
                </a:lnTo>
                <a:lnTo>
                  <a:pt x="34575" y="6906"/>
                </a:lnTo>
                <a:lnTo>
                  <a:pt x="34575" y="86331"/>
                </a:lnTo>
                <a:lnTo>
                  <a:pt x="38033" y="86331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7288" y="89784"/>
                </a:lnTo>
                <a:lnTo>
                  <a:pt x="17288" y="20719"/>
                </a:lnTo>
                <a:lnTo>
                  <a:pt x="13830" y="20719"/>
                </a:lnTo>
                <a:lnTo>
                  <a:pt x="13830" y="13813"/>
                </a:lnTo>
                <a:lnTo>
                  <a:pt x="6915" y="13813"/>
                </a:lnTo>
                <a:lnTo>
                  <a:pt x="6915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19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12B48A2-0589-47BE-9326-9AF173BC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64" y="945923"/>
            <a:ext cx="169419" cy="103597"/>
          </a:xfrm>
          <a:custGeom xmlns:a="http://schemas.openxmlformats.org/drawingml/2006/main">
            <a:pathLst>
              <a:path w="169419" h="103597">
                <a:moveTo>
                  <a:pt x="10373" y="17266"/>
                </a:moveTo>
                <a:lnTo>
                  <a:pt x="10373" y="13813"/>
                </a:lnTo>
                <a:lnTo>
                  <a:pt x="6915" y="13813"/>
                </a:lnTo>
                <a:lnTo>
                  <a:pt x="6915" y="17266"/>
                </a:lnTo>
                <a:lnTo>
                  <a:pt x="0" y="17266"/>
                </a:lnTo>
                <a:lnTo>
                  <a:pt x="0" y="10360"/>
                </a:lnTo>
                <a:lnTo>
                  <a:pt x="3458" y="10360"/>
                </a:lnTo>
                <a:lnTo>
                  <a:pt x="3458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17266"/>
                </a:lnTo>
                <a:lnTo>
                  <a:pt x="38033" y="17266"/>
                </a:lnTo>
                <a:lnTo>
                  <a:pt x="38033" y="13813"/>
                </a:lnTo>
                <a:lnTo>
                  <a:pt x="41490" y="13813"/>
                </a:lnTo>
                <a:lnTo>
                  <a:pt x="41490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51863" y="6906"/>
                </a:lnTo>
                <a:lnTo>
                  <a:pt x="51863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79523" y="0"/>
                </a:lnTo>
                <a:lnTo>
                  <a:pt x="79523" y="3453"/>
                </a:lnTo>
                <a:lnTo>
                  <a:pt x="86438" y="3453"/>
                </a:lnTo>
                <a:lnTo>
                  <a:pt x="86438" y="6906"/>
                </a:lnTo>
                <a:lnTo>
                  <a:pt x="89896" y="6906"/>
                </a:lnTo>
                <a:lnTo>
                  <a:pt x="89896" y="13813"/>
                </a:lnTo>
                <a:lnTo>
                  <a:pt x="93353" y="13813"/>
                </a:lnTo>
                <a:lnTo>
                  <a:pt x="93353" y="17266"/>
                </a:lnTo>
                <a:lnTo>
                  <a:pt x="96811" y="17266"/>
                </a:lnTo>
                <a:lnTo>
                  <a:pt x="96811" y="13813"/>
                </a:lnTo>
                <a:lnTo>
                  <a:pt x="100268" y="13813"/>
                </a:lnTo>
                <a:lnTo>
                  <a:pt x="100268" y="10360"/>
                </a:lnTo>
                <a:lnTo>
                  <a:pt x="103726" y="10360"/>
                </a:lnTo>
                <a:lnTo>
                  <a:pt x="103726" y="6906"/>
                </a:lnTo>
                <a:lnTo>
                  <a:pt x="110641" y="6906"/>
                </a:lnTo>
                <a:lnTo>
                  <a:pt x="110641" y="3453"/>
                </a:lnTo>
                <a:lnTo>
                  <a:pt x="117556" y="3453"/>
                </a:lnTo>
                <a:lnTo>
                  <a:pt x="117556" y="0"/>
                </a:lnTo>
                <a:lnTo>
                  <a:pt x="138301" y="0"/>
                </a:lnTo>
                <a:lnTo>
                  <a:pt x="138301" y="3453"/>
                </a:lnTo>
                <a:lnTo>
                  <a:pt x="145216" y="3453"/>
                </a:lnTo>
                <a:lnTo>
                  <a:pt x="145216" y="6906"/>
                </a:lnTo>
                <a:lnTo>
                  <a:pt x="148674" y="6906"/>
                </a:lnTo>
                <a:lnTo>
                  <a:pt x="148674" y="10360"/>
                </a:lnTo>
                <a:lnTo>
                  <a:pt x="152131" y="10360"/>
                </a:lnTo>
                <a:lnTo>
                  <a:pt x="152131" y="17266"/>
                </a:lnTo>
                <a:lnTo>
                  <a:pt x="155589" y="17266"/>
                </a:lnTo>
                <a:lnTo>
                  <a:pt x="155589" y="89784"/>
                </a:lnTo>
                <a:lnTo>
                  <a:pt x="159046" y="89784"/>
                </a:lnTo>
                <a:lnTo>
                  <a:pt x="159046" y="93238"/>
                </a:lnTo>
                <a:lnTo>
                  <a:pt x="162504" y="93238"/>
                </a:lnTo>
                <a:lnTo>
                  <a:pt x="162504" y="96691"/>
                </a:lnTo>
                <a:lnTo>
                  <a:pt x="169419" y="96691"/>
                </a:lnTo>
                <a:lnTo>
                  <a:pt x="169419" y="103597"/>
                </a:lnTo>
                <a:lnTo>
                  <a:pt x="121013" y="103597"/>
                </a:lnTo>
                <a:lnTo>
                  <a:pt x="121013" y="96691"/>
                </a:lnTo>
                <a:lnTo>
                  <a:pt x="131386" y="96691"/>
                </a:lnTo>
                <a:lnTo>
                  <a:pt x="131386" y="93238"/>
                </a:lnTo>
                <a:lnTo>
                  <a:pt x="134844" y="93238"/>
                </a:lnTo>
                <a:lnTo>
                  <a:pt x="134844" y="20719"/>
                </a:lnTo>
                <a:lnTo>
                  <a:pt x="131386" y="20719"/>
                </a:lnTo>
                <a:lnTo>
                  <a:pt x="131386" y="17266"/>
                </a:lnTo>
                <a:lnTo>
                  <a:pt x="127928" y="17266"/>
                </a:lnTo>
                <a:lnTo>
                  <a:pt x="127928" y="13813"/>
                </a:lnTo>
                <a:lnTo>
                  <a:pt x="110641" y="13813"/>
                </a:lnTo>
                <a:lnTo>
                  <a:pt x="110641" y="17266"/>
                </a:lnTo>
                <a:lnTo>
                  <a:pt x="103726" y="17266"/>
                </a:lnTo>
                <a:lnTo>
                  <a:pt x="103726" y="20719"/>
                </a:lnTo>
                <a:lnTo>
                  <a:pt x="100268" y="20719"/>
                </a:lnTo>
                <a:lnTo>
                  <a:pt x="100268" y="24173"/>
                </a:lnTo>
                <a:lnTo>
                  <a:pt x="96811" y="24173"/>
                </a:lnTo>
                <a:lnTo>
                  <a:pt x="96811" y="27626"/>
                </a:lnTo>
                <a:lnTo>
                  <a:pt x="93353" y="27626"/>
                </a:lnTo>
                <a:lnTo>
                  <a:pt x="93353" y="31079"/>
                </a:lnTo>
                <a:lnTo>
                  <a:pt x="96811" y="31079"/>
                </a:lnTo>
                <a:lnTo>
                  <a:pt x="96811" y="93238"/>
                </a:lnTo>
                <a:lnTo>
                  <a:pt x="103726" y="93238"/>
                </a:lnTo>
                <a:lnTo>
                  <a:pt x="103726" y="96691"/>
                </a:lnTo>
                <a:lnTo>
                  <a:pt x="110641" y="96691"/>
                </a:lnTo>
                <a:lnTo>
                  <a:pt x="110641" y="100144"/>
                </a:lnTo>
                <a:lnTo>
                  <a:pt x="107183" y="100144"/>
                </a:lnTo>
                <a:lnTo>
                  <a:pt x="107183" y="103597"/>
                </a:lnTo>
                <a:lnTo>
                  <a:pt x="62235" y="103597"/>
                </a:lnTo>
                <a:lnTo>
                  <a:pt x="62235" y="100144"/>
                </a:lnTo>
                <a:lnTo>
                  <a:pt x="58778" y="100144"/>
                </a:lnTo>
                <a:lnTo>
                  <a:pt x="58778" y="96691"/>
                </a:lnTo>
                <a:lnTo>
                  <a:pt x="69151" y="96691"/>
                </a:lnTo>
                <a:lnTo>
                  <a:pt x="69151" y="93238"/>
                </a:lnTo>
                <a:lnTo>
                  <a:pt x="72608" y="93238"/>
                </a:lnTo>
                <a:lnTo>
                  <a:pt x="72608" y="89784"/>
                </a:lnTo>
                <a:lnTo>
                  <a:pt x="76066" y="89784"/>
                </a:lnTo>
                <a:lnTo>
                  <a:pt x="76066" y="24173"/>
                </a:lnTo>
                <a:lnTo>
                  <a:pt x="72608" y="24173"/>
                </a:lnTo>
                <a:lnTo>
                  <a:pt x="72608" y="17266"/>
                </a:lnTo>
                <a:lnTo>
                  <a:pt x="65693" y="17266"/>
                </a:lnTo>
                <a:lnTo>
                  <a:pt x="65693" y="13813"/>
                </a:lnTo>
                <a:lnTo>
                  <a:pt x="51863" y="13813"/>
                </a:lnTo>
                <a:lnTo>
                  <a:pt x="51863" y="17266"/>
                </a:lnTo>
                <a:lnTo>
                  <a:pt x="44948" y="17266"/>
                </a:lnTo>
                <a:lnTo>
                  <a:pt x="44948" y="20719"/>
                </a:lnTo>
                <a:lnTo>
                  <a:pt x="38033" y="20719"/>
                </a:lnTo>
                <a:lnTo>
                  <a:pt x="38033" y="24173"/>
                </a:lnTo>
                <a:lnTo>
                  <a:pt x="34575" y="24173"/>
                </a:lnTo>
                <a:lnTo>
                  <a:pt x="34575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0" y="103597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17266"/>
                </a:lnTo>
                <a:lnTo>
                  <a:pt x="10373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EDBF8825-B40E-479A-969B-4FD3E236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43" y="1156571"/>
            <a:ext cx="110641" cy="162302"/>
          </a:xfrm>
          <a:custGeom xmlns:a="http://schemas.openxmlformats.org/drawingml/2006/main">
            <a:pathLst>
              <a:path w="110641" h="162302">
                <a:moveTo>
                  <a:pt x="13830" y="17266"/>
                </a:moveTo>
                <a:lnTo>
                  <a:pt x="0" y="17266"/>
                </a:lnTo>
                <a:lnTo>
                  <a:pt x="0" y="13813"/>
                </a:lnTo>
                <a:lnTo>
                  <a:pt x="3458" y="13813"/>
                </a:lnTo>
                <a:lnTo>
                  <a:pt x="3458" y="10360"/>
                </a:lnTo>
                <a:lnTo>
                  <a:pt x="13830" y="10360"/>
                </a:lnTo>
                <a:lnTo>
                  <a:pt x="13830" y="6906"/>
                </a:lnTo>
                <a:lnTo>
                  <a:pt x="20745" y="6906"/>
                </a:lnTo>
                <a:lnTo>
                  <a:pt x="20745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34575" y="0"/>
                </a:lnTo>
                <a:lnTo>
                  <a:pt x="34575" y="6906"/>
                </a:lnTo>
                <a:lnTo>
                  <a:pt x="38033" y="6906"/>
                </a:lnTo>
                <a:lnTo>
                  <a:pt x="38033" y="10360"/>
                </a:lnTo>
                <a:lnTo>
                  <a:pt x="34575" y="10360"/>
                </a:lnTo>
                <a:lnTo>
                  <a:pt x="34575" y="75971"/>
                </a:lnTo>
                <a:lnTo>
                  <a:pt x="38033" y="75971"/>
                </a:lnTo>
                <a:lnTo>
                  <a:pt x="38033" y="72518"/>
                </a:lnTo>
                <a:lnTo>
                  <a:pt x="41490" y="72518"/>
                </a:lnTo>
                <a:lnTo>
                  <a:pt x="41490" y="69065"/>
                </a:lnTo>
                <a:lnTo>
                  <a:pt x="44948" y="69065"/>
                </a:lnTo>
                <a:lnTo>
                  <a:pt x="44948" y="65612"/>
                </a:lnTo>
                <a:lnTo>
                  <a:pt x="51863" y="65612"/>
                </a:lnTo>
                <a:lnTo>
                  <a:pt x="51863" y="62158"/>
                </a:lnTo>
                <a:lnTo>
                  <a:pt x="58778" y="62158"/>
                </a:lnTo>
                <a:lnTo>
                  <a:pt x="58778" y="58705"/>
                </a:lnTo>
                <a:lnTo>
                  <a:pt x="79523" y="58705"/>
                </a:lnTo>
                <a:lnTo>
                  <a:pt x="79523" y="62158"/>
                </a:lnTo>
                <a:lnTo>
                  <a:pt x="86438" y="62158"/>
                </a:lnTo>
                <a:lnTo>
                  <a:pt x="86438" y="65612"/>
                </a:lnTo>
                <a:lnTo>
                  <a:pt x="89896" y="65612"/>
                </a:lnTo>
                <a:lnTo>
                  <a:pt x="89896" y="72518"/>
                </a:lnTo>
                <a:lnTo>
                  <a:pt x="93353" y="72518"/>
                </a:lnTo>
                <a:lnTo>
                  <a:pt x="93353" y="141583"/>
                </a:lnTo>
                <a:lnTo>
                  <a:pt x="96811" y="141583"/>
                </a:lnTo>
                <a:lnTo>
                  <a:pt x="96811" y="151943"/>
                </a:lnTo>
                <a:lnTo>
                  <a:pt x="103726" y="151943"/>
                </a:lnTo>
                <a:lnTo>
                  <a:pt x="103726" y="155396"/>
                </a:lnTo>
                <a:lnTo>
                  <a:pt x="110641" y="155396"/>
                </a:lnTo>
                <a:lnTo>
                  <a:pt x="110641" y="158849"/>
                </a:lnTo>
                <a:lnTo>
                  <a:pt x="107183" y="158849"/>
                </a:lnTo>
                <a:lnTo>
                  <a:pt x="107183" y="162302"/>
                </a:lnTo>
                <a:lnTo>
                  <a:pt x="96811" y="162302"/>
                </a:lnTo>
                <a:lnTo>
                  <a:pt x="96811" y="158849"/>
                </a:lnTo>
                <a:lnTo>
                  <a:pt x="76066" y="158849"/>
                </a:lnTo>
                <a:lnTo>
                  <a:pt x="76066" y="162302"/>
                </a:lnTo>
                <a:lnTo>
                  <a:pt x="62235" y="162302"/>
                </a:lnTo>
                <a:lnTo>
                  <a:pt x="62235" y="158849"/>
                </a:lnTo>
                <a:lnTo>
                  <a:pt x="58778" y="158849"/>
                </a:lnTo>
                <a:lnTo>
                  <a:pt x="58778" y="155396"/>
                </a:lnTo>
                <a:lnTo>
                  <a:pt x="69151" y="155396"/>
                </a:lnTo>
                <a:lnTo>
                  <a:pt x="69151" y="151943"/>
                </a:lnTo>
                <a:lnTo>
                  <a:pt x="72608" y="151943"/>
                </a:lnTo>
                <a:lnTo>
                  <a:pt x="72608" y="148489"/>
                </a:lnTo>
                <a:lnTo>
                  <a:pt x="76066" y="148489"/>
                </a:lnTo>
                <a:lnTo>
                  <a:pt x="76066" y="82878"/>
                </a:lnTo>
                <a:lnTo>
                  <a:pt x="72608" y="82878"/>
                </a:lnTo>
                <a:lnTo>
                  <a:pt x="72608" y="75971"/>
                </a:lnTo>
                <a:lnTo>
                  <a:pt x="69151" y="75971"/>
                </a:lnTo>
                <a:lnTo>
                  <a:pt x="69151" y="72518"/>
                </a:lnTo>
                <a:lnTo>
                  <a:pt x="51863" y="72518"/>
                </a:lnTo>
                <a:lnTo>
                  <a:pt x="51863" y="75971"/>
                </a:lnTo>
                <a:lnTo>
                  <a:pt x="44948" y="75971"/>
                </a:lnTo>
                <a:lnTo>
                  <a:pt x="44948" y="79425"/>
                </a:lnTo>
                <a:lnTo>
                  <a:pt x="41490" y="79425"/>
                </a:lnTo>
                <a:lnTo>
                  <a:pt x="41490" y="82878"/>
                </a:lnTo>
                <a:lnTo>
                  <a:pt x="38033" y="82878"/>
                </a:lnTo>
                <a:lnTo>
                  <a:pt x="38033" y="86331"/>
                </a:lnTo>
                <a:lnTo>
                  <a:pt x="34575" y="86331"/>
                </a:lnTo>
                <a:lnTo>
                  <a:pt x="34575" y="145036"/>
                </a:lnTo>
                <a:lnTo>
                  <a:pt x="38033" y="145036"/>
                </a:lnTo>
                <a:lnTo>
                  <a:pt x="38033" y="151943"/>
                </a:lnTo>
                <a:lnTo>
                  <a:pt x="44948" y="151943"/>
                </a:lnTo>
                <a:lnTo>
                  <a:pt x="44948" y="155396"/>
                </a:lnTo>
                <a:lnTo>
                  <a:pt x="51863" y="155396"/>
                </a:lnTo>
                <a:lnTo>
                  <a:pt x="51863" y="158849"/>
                </a:lnTo>
                <a:lnTo>
                  <a:pt x="48405" y="158849"/>
                </a:lnTo>
                <a:lnTo>
                  <a:pt x="48405" y="162302"/>
                </a:lnTo>
                <a:lnTo>
                  <a:pt x="38033" y="162302"/>
                </a:lnTo>
                <a:lnTo>
                  <a:pt x="38033" y="158849"/>
                </a:lnTo>
                <a:lnTo>
                  <a:pt x="17288" y="158849"/>
                </a:lnTo>
                <a:lnTo>
                  <a:pt x="17288" y="162302"/>
                </a:lnTo>
                <a:lnTo>
                  <a:pt x="3458" y="162302"/>
                </a:lnTo>
                <a:lnTo>
                  <a:pt x="3458" y="158849"/>
                </a:lnTo>
                <a:lnTo>
                  <a:pt x="0" y="158849"/>
                </a:lnTo>
                <a:lnTo>
                  <a:pt x="0" y="155396"/>
                </a:lnTo>
                <a:lnTo>
                  <a:pt x="10373" y="155396"/>
                </a:lnTo>
                <a:lnTo>
                  <a:pt x="10373" y="151943"/>
                </a:lnTo>
                <a:lnTo>
                  <a:pt x="13830" y="151943"/>
                </a:lnTo>
                <a:lnTo>
                  <a:pt x="13830" y="148489"/>
                </a:lnTo>
                <a:lnTo>
                  <a:pt x="17288" y="148489"/>
                </a:lnTo>
                <a:lnTo>
                  <a:pt x="17288" y="24173"/>
                </a:lnTo>
                <a:lnTo>
                  <a:pt x="13830" y="24173"/>
                </a:lnTo>
                <a:lnTo>
                  <a:pt x="1383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E096997-5909-423C-9C40-FB06AADE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91" y="1695277"/>
            <a:ext cx="34575" cy="34532"/>
          </a:xfrm>
          <a:custGeom xmlns:a="http://schemas.openxmlformats.org/drawingml/2006/main">
            <a:pathLst>
              <a:path w="34575" h="34532">
                <a:moveTo>
                  <a:pt x="3458" y="6906"/>
                </a:moveTo>
                <a:lnTo>
                  <a:pt x="6915" y="6906"/>
                </a:lnTo>
                <a:lnTo>
                  <a:pt x="6915" y="3453"/>
                </a:lnTo>
                <a:lnTo>
                  <a:pt x="13830" y="3453"/>
                </a:lnTo>
                <a:lnTo>
                  <a:pt x="13830" y="0"/>
                </a:lnTo>
                <a:lnTo>
                  <a:pt x="24203" y="0"/>
                </a:lnTo>
                <a:lnTo>
                  <a:pt x="24203" y="3453"/>
                </a:lnTo>
                <a:lnTo>
                  <a:pt x="27660" y="3453"/>
                </a:lnTo>
                <a:lnTo>
                  <a:pt x="27660" y="6906"/>
                </a:lnTo>
                <a:lnTo>
                  <a:pt x="31118" y="6906"/>
                </a:lnTo>
                <a:lnTo>
                  <a:pt x="31118" y="10360"/>
                </a:lnTo>
                <a:lnTo>
                  <a:pt x="34575" y="10360"/>
                </a:lnTo>
                <a:lnTo>
                  <a:pt x="34575" y="27626"/>
                </a:lnTo>
                <a:lnTo>
                  <a:pt x="31118" y="27626"/>
                </a:lnTo>
                <a:lnTo>
                  <a:pt x="31118" y="31079"/>
                </a:lnTo>
                <a:lnTo>
                  <a:pt x="24203" y="31079"/>
                </a:lnTo>
                <a:lnTo>
                  <a:pt x="24203" y="34532"/>
                </a:lnTo>
                <a:lnTo>
                  <a:pt x="10373" y="34532"/>
                </a:lnTo>
                <a:lnTo>
                  <a:pt x="10373" y="31079"/>
                </a:lnTo>
                <a:lnTo>
                  <a:pt x="6915" y="31079"/>
                </a:lnTo>
                <a:lnTo>
                  <a:pt x="6915" y="27626"/>
                </a:lnTo>
                <a:lnTo>
                  <a:pt x="3458" y="27626"/>
                </a:lnTo>
                <a:lnTo>
                  <a:pt x="3458" y="24173"/>
                </a:lnTo>
                <a:lnTo>
                  <a:pt x="0" y="24173"/>
                </a:lnTo>
                <a:lnTo>
                  <a:pt x="0" y="13813"/>
                </a:lnTo>
                <a:lnTo>
                  <a:pt x="3458" y="13813"/>
                </a:lnTo>
                <a:lnTo>
                  <a:pt x="3458" y="690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ECD37A82-0B7C-4C51-A18E-5E38F2FE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76" y="1747075"/>
            <a:ext cx="38033" cy="3453"/>
          </a:xfrm>
          <a:custGeom xmlns:a="http://schemas.openxmlformats.org/drawingml/2006/main">
            <a:pathLst>
              <a:path w="38033" h="3453">
                <a:moveTo>
                  <a:pt x="38033" y="0"/>
                </a:moveTo>
                <a:lnTo>
                  <a:pt x="38033" y="3453"/>
                </a:lnTo>
                <a:lnTo>
                  <a:pt x="0" y="3453"/>
                </a:lnTo>
                <a:lnTo>
                  <a:pt x="0" y="0"/>
                </a:lnTo>
                <a:lnTo>
                  <a:pt x="3803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966C479D-2AB0-4192-9B46-F34F327D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9" y="631677"/>
            <a:ext cx="148674" cy="151943"/>
          </a:xfrm>
          <a:custGeom xmlns:a="http://schemas.openxmlformats.org/drawingml/2006/main">
            <a:pathLst>
              <a:path w="148674" h="151943">
                <a:moveTo>
                  <a:pt x="6915" y="48345"/>
                </a:moveTo>
                <a:lnTo>
                  <a:pt x="6915" y="41439"/>
                </a:lnTo>
                <a:lnTo>
                  <a:pt x="10373" y="41439"/>
                </a:lnTo>
                <a:lnTo>
                  <a:pt x="10373" y="34532"/>
                </a:lnTo>
                <a:lnTo>
                  <a:pt x="13830" y="34532"/>
                </a:lnTo>
                <a:lnTo>
                  <a:pt x="13830" y="27626"/>
                </a:lnTo>
                <a:lnTo>
                  <a:pt x="17288" y="27626"/>
                </a:lnTo>
                <a:lnTo>
                  <a:pt x="17288" y="24173"/>
                </a:lnTo>
                <a:lnTo>
                  <a:pt x="20745" y="24173"/>
                </a:lnTo>
                <a:lnTo>
                  <a:pt x="20745" y="20719"/>
                </a:lnTo>
                <a:lnTo>
                  <a:pt x="24203" y="20719"/>
                </a:lnTo>
                <a:lnTo>
                  <a:pt x="24203" y="17266"/>
                </a:lnTo>
                <a:lnTo>
                  <a:pt x="27660" y="17266"/>
                </a:lnTo>
                <a:lnTo>
                  <a:pt x="27660" y="13813"/>
                </a:lnTo>
                <a:lnTo>
                  <a:pt x="34575" y="13813"/>
                </a:lnTo>
                <a:lnTo>
                  <a:pt x="34575" y="10360"/>
                </a:lnTo>
                <a:lnTo>
                  <a:pt x="38033" y="10360"/>
                </a:lnTo>
                <a:lnTo>
                  <a:pt x="38033" y="6906"/>
                </a:lnTo>
                <a:lnTo>
                  <a:pt x="44948" y="6906"/>
                </a:lnTo>
                <a:lnTo>
                  <a:pt x="44948" y="3453"/>
                </a:lnTo>
                <a:lnTo>
                  <a:pt x="55320" y="3453"/>
                </a:lnTo>
                <a:lnTo>
                  <a:pt x="55320" y="0"/>
                </a:lnTo>
                <a:lnTo>
                  <a:pt x="96811" y="0"/>
                </a:lnTo>
                <a:lnTo>
                  <a:pt x="96811" y="3453"/>
                </a:lnTo>
                <a:lnTo>
                  <a:pt x="103726" y="3453"/>
                </a:lnTo>
                <a:lnTo>
                  <a:pt x="103726" y="6906"/>
                </a:lnTo>
                <a:lnTo>
                  <a:pt x="110641" y="6906"/>
                </a:lnTo>
                <a:lnTo>
                  <a:pt x="110641" y="10360"/>
                </a:lnTo>
                <a:lnTo>
                  <a:pt x="117556" y="10360"/>
                </a:lnTo>
                <a:lnTo>
                  <a:pt x="117556" y="13813"/>
                </a:lnTo>
                <a:lnTo>
                  <a:pt x="121013" y="13813"/>
                </a:lnTo>
                <a:lnTo>
                  <a:pt x="121013" y="17266"/>
                </a:lnTo>
                <a:lnTo>
                  <a:pt x="124471" y="17266"/>
                </a:lnTo>
                <a:lnTo>
                  <a:pt x="124471" y="20719"/>
                </a:lnTo>
                <a:lnTo>
                  <a:pt x="127928" y="20719"/>
                </a:lnTo>
                <a:lnTo>
                  <a:pt x="127928" y="24173"/>
                </a:lnTo>
                <a:lnTo>
                  <a:pt x="131386" y="24173"/>
                </a:lnTo>
                <a:lnTo>
                  <a:pt x="131386" y="27626"/>
                </a:lnTo>
                <a:lnTo>
                  <a:pt x="134844" y="27626"/>
                </a:lnTo>
                <a:lnTo>
                  <a:pt x="134844" y="31079"/>
                </a:lnTo>
                <a:lnTo>
                  <a:pt x="138301" y="31079"/>
                </a:lnTo>
                <a:lnTo>
                  <a:pt x="138301" y="37986"/>
                </a:lnTo>
                <a:lnTo>
                  <a:pt x="141759" y="37986"/>
                </a:lnTo>
                <a:lnTo>
                  <a:pt x="141759" y="48345"/>
                </a:lnTo>
                <a:lnTo>
                  <a:pt x="145216" y="48345"/>
                </a:lnTo>
                <a:lnTo>
                  <a:pt x="145216" y="58705"/>
                </a:lnTo>
                <a:lnTo>
                  <a:pt x="148674" y="58705"/>
                </a:lnTo>
                <a:lnTo>
                  <a:pt x="148674" y="89784"/>
                </a:lnTo>
                <a:lnTo>
                  <a:pt x="145216" y="89784"/>
                </a:lnTo>
                <a:lnTo>
                  <a:pt x="145216" y="103597"/>
                </a:lnTo>
                <a:lnTo>
                  <a:pt x="141759" y="103597"/>
                </a:lnTo>
                <a:lnTo>
                  <a:pt x="141759" y="110504"/>
                </a:lnTo>
                <a:lnTo>
                  <a:pt x="138301" y="110504"/>
                </a:lnTo>
                <a:lnTo>
                  <a:pt x="138301" y="117410"/>
                </a:lnTo>
                <a:lnTo>
                  <a:pt x="134844" y="117410"/>
                </a:lnTo>
                <a:lnTo>
                  <a:pt x="134844" y="120864"/>
                </a:lnTo>
                <a:lnTo>
                  <a:pt x="131386" y="120864"/>
                </a:lnTo>
                <a:lnTo>
                  <a:pt x="131386" y="124317"/>
                </a:lnTo>
                <a:lnTo>
                  <a:pt x="127928" y="124317"/>
                </a:lnTo>
                <a:lnTo>
                  <a:pt x="127928" y="127770"/>
                </a:lnTo>
                <a:lnTo>
                  <a:pt x="124471" y="127770"/>
                </a:lnTo>
                <a:lnTo>
                  <a:pt x="124471" y="131223"/>
                </a:lnTo>
                <a:lnTo>
                  <a:pt x="121013" y="131223"/>
                </a:lnTo>
                <a:lnTo>
                  <a:pt x="121013" y="134677"/>
                </a:lnTo>
                <a:lnTo>
                  <a:pt x="117556" y="134677"/>
                </a:lnTo>
                <a:lnTo>
                  <a:pt x="117556" y="138130"/>
                </a:lnTo>
                <a:lnTo>
                  <a:pt x="114098" y="138130"/>
                </a:lnTo>
                <a:lnTo>
                  <a:pt x="114098" y="141583"/>
                </a:lnTo>
                <a:lnTo>
                  <a:pt x="107183" y="141583"/>
                </a:lnTo>
                <a:lnTo>
                  <a:pt x="107183" y="145036"/>
                </a:lnTo>
                <a:lnTo>
                  <a:pt x="100268" y="145036"/>
                </a:lnTo>
                <a:lnTo>
                  <a:pt x="100268" y="148489"/>
                </a:lnTo>
                <a:lnTo>
                  <a:pt x="82981" y="148489"/>
                </a:lnTo>
                <a:lnTo>
                  <a:pt x="82981" y="151943"/>
                </a:lnTo>
                <a:lnTo>
                  <a:pt x="65693" y="151943"/>
                </a:lnTo>
                <a:lnTo>
                  <a:pt x="65693" y="148489"/>
                </a:lnTo>
                <a:lnTo>
                  <a:pt x="48405" y="148489"/>
                </a:lnTo>
                <a:lnTo>
                  <a:pt x="48405" y="145036"/>
                </a:lnTo>
                <a:lnTo>
                  <a:pt x="41490" y="145036"/>
                </a:lnTo>
                <a:lnTo>
                  <a:pt x="41490" y="141583"/>
                </a:lnTo>
                <a:lnTo>
                  <a:pt x="34575" y="141583"/>
                </a:lnTo>
                <a:lnTo>
                  <a:pt x="34575" y="138130"/>
                </a:lnTo>
                <a:lnTo>
                  <a:pt x="31118" y="138130"/>
                </a:lnTo>
                <a:lnTo>
                  <a:pt x="31118" y="134677"/>
                </a:lnTo>
                <a:lnTo>
                  <a:pt x="27660" y="134677"/>
                </a:lnTo>
                <a:lnTo>
                  <a:pt x="27660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20745" y="127770"/>
                </a:lnTo>
                <a:lnTo>
                  <a:pt x="20745" y="124317"/>
                </a:lnTo>
                <a:lnTo>
                  <a:pt x="17288" y="124317"/>
                </a:lnTo>
                <a:lnTo>
                  <a:pt x="17288" y="120864"/>
                </a:lnTo>
                <a:lnTo>
                  <a:pt x="13830" y="120864"/>
                </a:lnTo>
                <a:lnTo>
                  <a:pt x="13830" y="117410"/>
                </a:lnTo>
                <a:lnTo>
                  <a:pt x="10373" y="117410"/>
                </a:lnTo>
                <a:lnTo>
                  <a:pt x="10373" y="110504"/>
                </a:lnTo>
                <a:lnTo>
                  <a:pt x="6915" y="110504"/>
                </a:lnTo>
                <a:lnTo>
                  <a:pt x="6915" y="100144"/>
                </a:lnTo>
                <a:lnTo>
                  <a:pt x="3458" y="100144"/>
                </a:lnTo>
                <a:lnTo>
                  <a:pt x="3458" y="82878"/>
                </a:lnTo>
                <a:lnTo>
                  <a:pt x="0" y="82878"/>
                </a:lnTo>
                <a:lnTo>
                  <a:pt x="0" y="65612"/>
                </a:lnTo>
                <a:lnTo>
                  <a:pt x="3458" y="65612"/>
                </a:lnTo>
                <a:lnTo>
                  <a:pt x="3458" y="48345"/>
                </a:lnTo>
                <a:lnTo>
                  <a:pt x="6915" y="48345"/>
                </a:lnTo>
                <a:close/>
                <a:moveTo>
                  <a:pt x="34575" y="117410"/>
                </a:moveTo>
                <a:lnTo>
                  <a:pt x="38033" y="117410"/>
                </a:lnTo>
                <a:lnTo>
                  <a:pt x="38033" y="120864"/>
                </a:lnTo>
                <a:lnTo>
                  <a:pt x="41490" y="120864"/>
                </a:lnTo>
                <a:lnTo>
                  <a:pt x="41490" y="127770"/>
                </a:lnTo>
                <a:lnTo>
                  <a:pt x="44948" y="127770"/>
                </a:lnTo>
                <a:lnTo>
                  <a:pt x="44948" y="131223"/>
                </a:lnTo>
                <a:lnTo>
                  <a:pt x="48405" y="131223"/>
                </a:lnTo>
                <a:lnTo>
                  <a:pt x="48405" y="134677"/>
                </a:lnTo>
                <a:lnTo>
                  <a:pt x="55320" y="134677"/>
                </a:lnTo>
                <a:lnTo>
                  <a:pt x="55320" y="138130"/>
                </a:lnTo>
                <a:lnTo>
                  <a:pt x="62235" y="138130"/>
                </a:lnTo>
                <a:lnTo>
                  <a:pt x="62235" y="141583"/>
                </a:lnTo>
                <a:lnTo>
                  <a:pt x="86438" y="141583"/>
                </a:lnTo>
                <a:lnTo>
                  <a:pt x="86438" y="138130"/>
                </a:lnTo>
                <a:lnTo>
                  <a:pt x="93353" y="138130"/>
                </a:lnTo>
                <a:lnTo>
                  <a:pt x="93353" y="134677"/>
                </a:lnTo>
                <a:lnTo>
                  <a:pt x="100268" y="134677"/>
                </a:lnTo>
                <a:lnTo>
                  <a:pt x="100268" y="131223"/>
                </a:lnTo>
                <a:lnTo>
                  <a:pt x="103726" y="131223"/>
                </a:lnTo>
                <a:lnTo>
                  <a:pt x="103726" y="127770"/>
                </a:lnTo>
                <a:lnTo>
                  <a:pt x="107183" y="127770"/>
                </a:lnTo>
                <a:lnTo>
                  <a:pt x="107183" y="124317"/>
                </a:lnTo>
                <a:lnTo>
                  <a:pt x="110641" y="124317"/>
                </a:lnTo>
                <a:lnTo>
                  <a:pt x="110641" y="120864"/>
                </a:lnTo>
                <a:lnTo>
                  <a:pt x="114098" y="120864"/>
                </a:lnTo>
                <a:lnTo>
                  <a:pt x="114098" y="113957"/>
                </a:lnTo>
                <a:lnTo>
                  <a:pt x="117556" y="113957"/>
                </a:lnTo>
                <a:lnTo>
                  <a:pt x="117556" y="103597"/>
                </a:lnTo>
                <a:lnTo>
                  <a:pt x="121013" y="103597"/>
                </a:lnTo>
                <a:lnTo>
                  <a:pt x="121013" y="48345"/>
                </a:lnTo>
                <a:lnTo>
                  <a:pt x="117556" y="48345"/>
                </a:lnTo>
                <a:lnTo>
                  <a:pt x="117556" y="37986"/>
                </a:lnTo>
                <a:lnTo>
                  <a:pt x="114098" y="37986"/>
                </a:lnTo>
                <a:lnTo>
                  <a:pt x="114098" y="31079"/>
                </a:lnTo>
                <a:lnTo>
                  <a:pt x="110641" y="31079"/>
                </a:lnTo>
                <a:lnTo>
                  <a:pt x="110641" y="24173"/>
                </a:lnTo>
                <a:lnTo>
                  <a:pt x="107183" y="24173"/>
                </a:lnTo>
                <a:lnTo>
                  <a:pt x="107183" y="20719"/>
                </a:lnTo>
                <a:lnTo>
                  <a:pt x="103726" y="20719"/>
                </a:lnTo>
                <a:lnTo>
                  <a:pt x="103726" y="17266"/>
                </a:lnTo>
                <a:lnTo>
                  <a:pt x="100268" y="17266"/>
                </a:lnTo>
                <a:lnTo>
                  <a:pt x="100268" y="13813"/>
                </a:lnTo>
                <a:lnTo>
                  <a:pt x="93353" y="13813"/>
                </a:lnTo>
                <a:lnTo>
                  <a:pt x="93353" y="10360"/>
                </a:lnTo>
                <a:lnTo>
                  <a:pt x="79523" y="10360"/>
                </a:lnTo>
                <a:lnTo>
                  <a:pt x="79523" y="6906"/>
                </a:lnTo>
                <a:lnTo>
                  <a:pt x="69151" y="6906"/>
                </a:lnTo>
                <a:lnTo>
                  <a:pt x="69151" y="10360"/>
                </a:lnTo>
                <a:lnTo>
                  <a:pt x="55320" y="10360"/>
                </a:lnTo>
                <a:lnTo>
                  <a:pt x="55320" y="13813"/>
                </a:lnTo>
                <a:lnTo>
                  <a:pt x="51863" y="13813"/>
                </a:lnTo>
                <a:lnTo>
                  <a:pt x="51863" y="17266"/>
                </a:lnTo>
                <a:lnTo>
                  <a:pt x="44948" y="17266"/>
                </a:lnTo>
                <a:lnTo>
                  <a:pt x="44948" y="20719"/>
                </a:lnTo>
                <a:lnTo>
                  <a:pt x="41490" y="20719"/>
                </a:lnTo>
                <a:lnTo>
                  <a:pt x="41490" y="27626"/>
                </a:lnTo>
                <a:lnTo>
                  <a:pt x="38033" y="27626"/>
                </a:lnTo>
                <a:lnTo>
                  <a:pt x="38033" y="31079"/>
                </a:lnTo>
                <a:lnTo>
                  <a:pt x="34575" y="31079"/>
                </a:lnTo>
                <a:lnTo>
                  <a:pt x="34575" y="41439"/>
                </a:lnTo>
                <a:lnTo>
                  <a:pt x="31118" y="41439"/>
                </a:lnTo>
                <a:lnTo>
                  <a:pt x="31118" y="55252"/>
                </a:lnTo>
                <a:lnTo>
                  <a:pt x="27660" y="55252"/>
                </a:lnTo>
                <a:lnTo>
                  <a:pt x="27660" y="93238"/>
                </a:lnTo>
                <a:lnTo>
                  <a:pt x="31118" y="93238"/>
                </a:lnTo>
                <a:lnTo>
                  <a:pt x="31118" y="107051"/>
                </a:lnTo>
                <a:lnTo>
                  <a:pt x="34575" y="107051"/>
                </a:lnTo>
                <a:lnTo>
                  <a:pt x="34575" y="11741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1C30AB2-DB11-4B73-AFB3-1CC3F49F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99" y="1215276"/>
            <a:ext cx="86438" cy="100144"/>
          </a:xfrm>
          <a:custGeom xmlns:a="http://schemas.openxmlformats.org/drawingml/2006/main">
            <a:pathLst>
              <a:path w="86438" h="100144">
                <a:moveTo>
                  <a:pt x="3458" y="24173"/>
                </a:moveTo>
                <a:lnTo>
                  <a:pt x="6915" y="24173"/>
                </a:lnTo>
                <a:lnTo>
                  <a:pt x="6915" y="20719"/>
                </a:lnTo>
                <a:lnTo>
                  <a:pt x="10373" y="20719"/>
                </a:lnTo>
                <a:lnTo>
                  <a:pt x="10373" y="13813"/>
                </a:lnTo>
                <a:lnTo>
                  <a:pt x="13830" y="13813"/>
                </a:lnTo>
                <a:lnTo>
                  <a:pt x="13830" y="10360"/>
                </a:lnTo>
                <a:lnTo>
                  <a:pt x="17288" y="10360"/>
                </a:lnTo>
                <a:lnTo>
                  <a:pt x="17288" y="6906"/>
                </a:lnTo>
                <a:lnTo>
                  <a:pt x="24203" y="6906"/>
                </a:lnTo>
                <a:lnTo>
                  <a:pt x="24203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62235" y="0"/>
                </a:lnTo>
                <a:lnTo>
                  <a:pt x="62235" y="3453"/>
                </a:lnTo>
                <a:lnTo>
                  <a:pt x="69151" y="3453"/>
                </a:lnTo>
                <a:lnTo>
                  <a:pt x="69151" y="6906"/>
                </a:lnTo>
                <a:lnTo>
                  <a:pt x="72608" y="6906"/>
                </a:lnTo>
                <a:lnTo>
                  <a:pt x="72608" y="10360"/>
                </a:lnTo>
                <a:lnTo>
                  <a:pt x="76066" y="10360"/>
                </a:lnTo>
                <a:lnTo>
                  <a:pt x="76066" y="13813"/>
                </a:lnTo>
                <a:lnTo>
                  <a:pt x="79523" y="13813"/>
                </a:lnTo>
                <a:lnTo>
                  <a:pt x="79523" y="17266"/>
                </a:lnTo>
                <a:lnTo>
                  <a:pt x="82981" y="17266"/>
                </a:lnTo>
                <a:lnTo>
                  <a:pt x="82981" y="24173"/>
                </a:lnTo>
                <a:lnTo>
                  <a:pt x="86438" y="24173"/>
                </a:lnTo>
                <a:lnTo>
                  <a:pt x="86438" y="37986"/>
                </a:lnTo>
                <a:lnTo>
                  <a:pt x="17288" y="37986"/>
                </a:lnTo>
                <a:lnTo>
                  <a:pt x="17288" y="55252"/>
                </a:lnTo>
                <a:lnTo>
                  <a:pt x="20745" y="55252"/>
                </a:lnTo>
                <a:lnTo>
                  <a:pt x="20745" y="62158"/>
                </a:lnTo>
                <a:lnTo>
                  <a:pt x="24203" y="62158"/>
                </a:lnTo>
                <a:lnTo>
                  <a:pt x="24203" y="69065"/>
                </a:lnTo>
                <a:lnTo>
                  <a:pt x="27660" y="69065"/>
                </a:lnTo>
                <a:lnTo>
                  <a:pt x="27660" y="72518"/>
                </a:lnTo>
                <a:lnTo>
                  <a:pt x="31118" y="72518"/>
                </a:lnTo>
                <a:lnTo>
                  <a:pt x="31118" y="75971"/>
                </a:lnTo>
                <a:lnTo>
                  <a:pt x="34575" y="75971"/>
                </a:lnTo>
                <a:lnTo>
                  <a:pt x="34575" y="79425"/>
                </a:lnTo>
                <a:lnTo>
                  <a:pt x="41490" y="79425"/>
                </a:lnTo>
                <a:lnTo>
                  <a:pt x="41490" y="82878"/>
                </a:lnTo>
                <a:lnTo>
                  <a:pt x="62235" y="82878"/>
                </a:lnTo>
                <a:lnTo>
                  <a:pt x="62235" y="79425"/>
                </a:lnTo>
                <a:lnTo>
                  <a:pt x="69151" y="79425"/>
                </a:lnTo>
                <a:lnTo>
                  <a:pt x="69151" y="75971"/>
                </a:lnTo>
                <a:lnTo>
                  <a:pt x="72608" y="75971"/>
                </a:lnTo>
                <a:lnTo>
                  <a:pt x="72608" y="72518"/>
                </a:lnTo>
                <a:lnTo>
                  <a:pt x="76066" y="72518"/>
                </a:lnTo>
                <a:lnTo>
                  <a:pt x="76066" y="69065"/>
                </a:lnTo>
                <a:lnTo>
                  <a:pt x="79523" y="69065"/>
                </a:lnTo>
                <a:lnTo>
                  <a:pt x="79523" y="62158"/>
                </a:lnTo>
                <a:lnTo>
                  <a:pt x="86438" y="62158"/>
                </a:lnTo>
                <a:lnTo>
                  <a:pt x="86438" y="72518"/>
                </a:lnTo>
                <a:lnTo>
                  <a:pt x="82981" y="72518"/>
                </a:lnTo>
                <a:lnTo>
                  <a:pt x="82981" y="79425"/>
                </a:lnTo>
                <a:lnTo>
                  <a:pt x="79523" y="79425"/>
                </a:lnTo>
                <a:lnTo>
                  <a:pt x="79523" y="82878"/>
                </a:lnTo>
                <a:lnTo>
                  <a:pt x="76066" y="82878"/>
                </a:lnTo>
                <a:lnTo>
                  <a:pt x="76066" y="89784"/>
                </a:lnTo>
                <a:lnTo>
                  <a:pt x="72608" y="89784"/>
                </a:lnTo>
                <a:lnTo>
                  <a:pt x="72608" y="93238"/>
                </a:lnTo>
                <a:lnTo>
                  <a:pt x="65693" y="93238"/>
                </a:lnTo>
                <a:lnTo>
                  <a:pt x="65693" y="96691"/>
                </a:lnTo>
                <a:lnTo>
                  <a:pt x="62235" y="96691"/>
                </a:lnTo>
                <a:lnTo>
                  <a:pt x="62235" y="100144"/>
                </a:lnTo>
                <a:lnTo>
                  <a:pt x="27660" y="100144"/>
                </a:lnTo>
                <a:lnTo>
                  <a:pt x="27660" y="96691"/>
                </a:lnTo>
                <a:lnTo>
                  <a:pt x="20745" y="96691"/>
                </a:lnTo>
                <a:lnTo>
                  <a:pt x="20745" y="93238"/>
                </a:lnTo>
                <a:lnTo>
                  <a:pt x="17288" y="93238"/>
                </a:lnTo>
                <a:lnTo>
                  <a:pt x="17288" y="89784"/>
                </a:lnTo>
                <a:lnTo>
                  <a:pt x="13830" y="89784"/>
                </a:lnTo>
                <a:lnTo>
                  <a:pt x="13830" y="86331"/>
                </a:lnTo>
                <a:lnTo>
                  <a:pt x="10373" y="86331"/>
                </a:lnTo>
                <a:lnTo>
                  <a:pt x="10373" y="82878"/>
                </a:lnTo>
                <a:lnTo>
                  <a:pt x="6915" y="82878"/>
                </a:lnTo>
                <a:lnTo>
                  <a:pt x="6915" y="75971"/>
                </a:lnTo>
                <a:lnTo>
                  <a:pt x="3458" y="75971"/>
                </a:lnTo>
                <a:lnTo>
                  <a:pt x="3458" y="65612"/>
                </a:lnTo>
                <a:lnTo>
                  <a:pt x="0" y="65612"/>
                </a:lnTo>
                <a:lnTo>
                  <a:pt x="0" y="34532"/>
                </a:lnTo>
                <a:lnTo>
                  <a:pt x="3458" y="34532"/>
                </a:lnTo>
                <a:lnTo>
                  <a:pt x="3458" y="24173"/>
                </a:lnTo>
                <a:close/>
                <a:moveTo>
                  <a:pt x="20745" y="24173"/>
                </a:moveTo>
                <a:lnTo>
                  <a:pt x="17288" y="24173"/>
                </a:lnTo>
                <a:lnTo>
                  <a:pt x="17288" y="31079"/>
                </a:lnTo>
                <a:lnTo>
                  <a:pt x="62235" y="31079"/>
                </a:lnTo>
                <a:lnTo>
                  <a:pt x="62235" y="20719"/>
                </a:lnTo>
                <a:lnTo>
                  <a:pt x="58778" y="20719"/>
                </a:lnTo>
                <a:lnTo>
                  <a:pt x="58778" y="17266"/>
                </a:lnTo>
                <a:lnTo>
                  <a:pt x="55320" y="17266"/>
                </a:lnTo>
                <a:lnTo>
                  <a:pt x="55320" y="13813"/>
                </a:lnTo>
                <a:lnTo>
                  <a:pt x="51863" y="13813"/>
                </a:lnTo>
                <a:lnTo>
                  <a:pt x="51863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38033" y="6906"/>
                </a:lnTo>
                <a:lnTo>
                  <a:pt x="38033" y="10360"/>
                </a:lnTo>
                <a:lnTo>
                  <a:pt x="27660" y="10360"/>
                </a:lnTo>
                <a:lnTo>
                  <a:pt x="27660" y="13813"/>
                </a:lnTo>
                <a:lnTo>
                  <a:pt x="24203" y="13813"/>
                </a:lnTo>
                <a:lnTo>
                  <a:pt x="24203" y="17266"/>
                </a:lnTo>
                <a:lnTo>
                  <a:pt x="20745" y="17266"/>
                </a:lnTo>
                <a:lnTo>
                  <a:pt x="20745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9A4BA843-5BC4-4C82-8C79-90D788DA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09" y="1477722"/>
            <a:ext cx="114098" cy="107051"/>
          </a:xfrm>
          <a:custGeom xmlns:a="http://schemas.openxmlformats.org/drawingml/2006/main">
            <a:pathLst>
              <a:path w="114098" h="107051">
                <a:moveTo>
                  <a:pt x="58778" y="6906"/>
                </a:moveTo>
                <a:lnTo>
                  <a:pt x="58778" y="3453"/>
                </a:lnTo>
                <a:lnTo>
                  <a:pt x="62235" y="3453"/>
                </a:lnTo>
                <a:lnTo>
                  <a:pt x="62235" y="0"/>
                </a:lnTo>
                <a:lnTo>
                  <a:pt x="65693" y="0"/>
                </a:lnTo>
                <a:lnTo>
                  <a:pt x="65693" y="3453"/>
                </a:lnTo>
                <a:lnTo>
                  <a:pt x="103726" y="3453"/>
                </a:lnTo>
                <a:lnTo>
                  <a:pt x="103726" y="96691"/>
                </a:lnTo>
                <a:lnTo>
                  <a:pt x="107183" y="96691"/>
                </a:lnTo>
                <a:lnTo>
                  <a:pt x="107183" y="100144"/>
                </a:lnTo>
                <a:lnTo>
                  <a:pt x="114098" y="100144"/>
                </a:lnTo>
                <a:lnTo>
                  <a:pt x="114098" y="103597"/>
                </a:lnTo>
                <a:lnTo>
                  <a:pt x="110641" y="103597"/>
                </a:lnTo>
                <a:lnTo>
                  <a:pt x="110641" y="107051"/>
                </a:lnTo>
                <a:lnTo>
                  <a:pt x="103726" y="107051"/>
                </a:lnTo>
                <a:lnTo>
                  <a:pt x="103726" y="103597"/>
                </a:lnTo>
                <a:lnTo>
                  <a:pt x="69151" y="103597"/>
                </a:lnTo>
                <a:lnTo>
                  <a:pt x="69151" y="96691"/>
                </a:lnTo>
                <a:lnTo>
                  <a:pt x="62235" y="96691"/>
                </a:lnTo>
                <a:lnTo>
                  <a:pt x="62235" y="100144"/>
                </a:lnTo>
                <a:lnTo>
                  <a:pt x="58778" y="100144"/>
                </a:lnTo>
                <a:lnTo>
                  <a:pt x="58778" y="103597"/>
                </a:lnTo>
                <a:lnTo>
                  <a:pt x="51863" y="103597"/>
                </a:lnTo>
                <a:lnTo>
                  <a:pt x="51863" y="107051"/>
                </a:lnTo>
                <a:lnTo>
                  <a:pt x="27660" y="107051"/>
                </a:lnTo>
                <a:lnTo>
                  <a:pt x="27660" y="103597"/>
                </a:lnTo>
                <a:lnTo>
                  <a:pt x="20745" y="103597"/>
                </a:lnTo>
                <a:lnTo>
                  <a:pt x="20745" y="96691"/>
                </a:lnTo>
                <a:lnTo>
                  <a:pt x="17288" y="96691"/>
                </a:lnTo>
                <a:lnTo>
                  <a:pt x="17288" y="93238"/>
                </a:lnTo>
                <a:lnTo>
                  <a:pt x="13830" y="93238"/>
                </a:lnTo>
                <a:lnTo>
                  <a:pt x="13830" y="65612"/>
                </a:lnTo>
                <a:lnTo>
                  <a:pt x="10373" y="65612"/>
                </a:lnTo>
                <a:lnTo>
                  <a:pt x="10373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0" y="6906"/>
                </a:lnTo>
                <a:lnTo>
                  <a:pt x="0" y="3453"/>
                </a:lnTo>
                <a:lnTo>
                  <a:pt x="3458" y="3453"/>
                </a:lnTo>
                <a:lnTo>
                  <a:pt x="3458" y="0"/>
                </a:lnTo>
                <a:lnTo>
                  <a:pt x="6915" y="0"/>
                </a:lnTo>
                <a:lnTo>
                  <a:pt x="6915" y="3453"/>
                </a:lnTo>
                <a:lnTo>
                  <a:pt x="44948" y="3453"/>
                </a:lnTo>
                <a:lnTo>
                  <a:pt x="44948" y="89784"/>
                </a:lnTo>
                <a:lnTo>
                  <a:pt x="48405" y="89784"/>
                </a:lnTo>
                <a:lnTo>
                  <a:pt x="48405" y="93238"/>
                </a:lnTo>
                <a:lnTo>
                  <a:pt x="58778" y="93238"/>
                </a:lnTo>
                <a:lnTo>
                  <a:pt x="58778" y="89784"/>
                </a:lnTo>
                <a:lnTo>
                  <a:pt x="62235" y="89784"/>
                </a:lnTo>
                <a:lnTo>
                  <a:pt x="62235" y="86331"/>
                </a:lnTo>
                <a:lnTo>
                  <a:pt x="65693" y="86331"/>
                </a:lnTo>
                <a:lnTo>
                  <a:pt x="65693" y="82878"/>
                </a:lnTo>
                <a:lnTo>
                  <a:pt x="69151" y="82878"/>
                </a:lnTo>
                <a:lnTo>
                  <a:pt x="69151" y="10360"/>
                </a:lnTo>
                <a:lnTo>
                  <a:pt x="65693" y="10360"/>
                </a:lnTo>
                <a:lnTo>
                  <a:pt x="65693" y="6906"/>
                </a:lnTo>
                <a:lnTo>
                  <a:pt x="58778" y="690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2C2C45D1-6D84-4419-91A8-6F81E7F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9" y="1747075"/>
            <a:ext cx="34575" cy="3453"/>
          </a:xfrm>
          <a:custGeom xmlns:a="http://schemas.openxmlformats.org/drawingml/2006/main">
            <a:pathLst>
              <a:path w="34575" h="3453">
                <a:moveTo>
                  <a:pt x="34575" y="0"/>
                </a:moveTo>
                <a:lnTo>
                  <a:pt x="34575" y="3453"/>
                </a:lnTo>
                <a:lnTo>
                  <a:pt x="0" y="3453"/>
                </a:lnTo>
                <a:lnTo>
                  <a:pt x="0" y="0"/>
                </a:lnTo>
                <a:lnTo>
                  <a:pt x="3457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3A853512-0F74-419E-8A33-DF86FF3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98" y="945923"/>
            <a:ext cx="51863" cy="103597"/>
          </a:xfrm>
          <a:custGeom xmlns:a="http://schemas.openxmlformats.org/drawingml/2006/main">
            <a:pathLst>
              <a:path w="51863" h="103597">
                <a:moveTo>
                  <a:pt x="10373" y="13813"/>
                </a:moveTo>
                <a:lnTo>
                  <a:pt x="3458" y="13813"/>
                </a:lnTo>
                <a:lnTo>
                  <a:pt x="3458" y="17266"/>
                </a:lnTo>
                <a:lnTo>
                  <a:pt x="0" y="17266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89784"/>
                </a:lnTo>
                <a:lnTo>
                  <a:pt x="38033" y="89784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86331"/>
                </a:lnTo>
                <a:lnTo>
                  <a:pt x="17288" y="86331"/>
                </a:lnTo>
                <a:lnTo>
                  <a:pt x="17288" y="27626"/>
                </a:lnTo>
                <a:lnTo>
                  <a:pt x="13830" y="27626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E4F7DAD-4E1D-4AA8-A9B1-5469CA25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80" y="1477722"/>
            <a:ext cx="86438" cy="107051"/>
          </a:xfrm>
          <a:custGeom xmlns:a="http://schemas.openxmlformats.org/drawingml/2006/main">
            <a:pathLst>
              <a:path w="86438" h="107051">
                <a:moveTo>
                  <a:pt x="10373" y="24173"/>
                </a:moveTo>
                <a:lnTo>
                  <a:pt x="10373" y="17266"/>
                </a:lnTo>
                <a:lnTo>
                  <a:pt x="13830" y="17266"/>
                </a:lnTo>
                <a:lnTo>
                  <a:pt x="13830" y="13813"/>
                </a:lnTo>
                <a:lnTo>
                  <a:pt x="17288" y="13813"/>
                </a:lnTo>
                <a:lnTo>
                  <a:pt x="17288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7660" y="6906"/>
                </a:lnTo>
                <a:lnTo>
                  <a:pt x="27660" y="3453"/>
                </a:lnTo>
                <a:lnTo>
                  <a:pt x="34575" y="3453"/>
                </a:lnTo>
                <a:lnTo>
                  <a:pt x="34575" y="0"/>
                </a:lnTo>
                <a:lnTo>
                  <a:pt x="65693" y="0"/>
                </a:lnTo>
                <a:lnTo>
                  <a:pt x="65693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9523" y="6906"/>
                </a:lnTo>
                <a:lnTo>
                  <a:pt x="79523" y="13813"/>
                </a:lnTo>
                <a:lnTo>
                  <a:pt x="82981" y="13813"/>
                </a:lnTo>
                <a:lnTo>
                  <a:pt x="82981" y="20719"/>
                </a:lnTo>
                <a:lnTo>
                  <a:pt x="86438" y="20719"/>
                </a:lnTo>
                <a:lnTo>
                  <a:pt x="86438" y="27626"/>
                </a:lnTo>
                <a:lnTo>
                  <a:pt x="82981" y="27626"/>
                </a:lnTo>
                <a:lnTo>
                  <a:pt x="82981" y="34532"/>
                </a:lnTo>
                <a:lnTo>
                  <a:pt x="79523" y="34532"/>
                </a:lnTo>
                <a:lnTo>
                  <a:pt x="79523" y="37986"/>
                </a:lnTo>
                <a:lnTo>
                  <a:pt x="62235" y="37986"/>
                </a:lnTo>
                <a:lnTo>
                  <a:pt x="62235" y="34532"/>
                </a:lnTo>
                <a:lnTo>
                  <a:pt x="58778" y="34532"/>
                </a:lnTo>
                <a:lnTo>
                  <a:pt x="58778" y="27626"/>
                </a:lnTo>
                <a:lnTo>
                  <a:pt x="55320" y="27626"/>
                </a:lnTo>
                <a:lnTo>
                  <a:pt x="55320" y="13813"/>
                </a:lnTo>
                <a:lnTo>
                  <a:pt x="51863" y="13813"/>
                </a:lnTo>
                <a:lnTo>
                  <a:pt x="51863" y="10360"/>
                </a:lnTo>
                <a:lnTo>
                  <a:pt x="48405" y="10360"/>
                </a:lnTo>
                <a:lnTo>
                  <a:pt x="48405" y="6906"/>
                </a:lnTo>
                <a:lnTo>
                  <a:pt x="41490" y="6906"/>
                </a:lnTo>
                <a:lnTo>
                  <a:pt x="41490" y="10360"/>
                </a:lnTo>
                <a:lnTo>
                  <a:pt x="38033" y="10360"/>
                </a:lnTo>
                <a:lnTo>
                  <a:pt x="38033" y="13813"/>
                </a:lnTo>
                <a:lnTo>
                  <a:pt x="34575" y="13813"/>
                </a:lnTo>
                <a:lnTo>
                  <a:pt x="34575" y="27626"/>
                </a:lnTo>
                <a:lnTo>
                  <a:pt x="31118" y="27626"/>
                </a:lnTo>
                <a:lnTo>
                  <a:pt x="31118" y="51799"/>
                </a:lnTo>
                <a:lnTo>
                  <a:pt x="34575" y="51799"/>
                </a:lnTo>
                <a:lnTo>
                  <a:pt x="34575" y="65612"/>
                </a:lnTo>
                <a:lnTo>
                  <a:pt x="38033" y="65612"/>
                </a:lnTo>
                <a:lnTo>
                  <a:pt x="38033" y="75971"/>
                </a:lnTo>
                <a:lnTo>
                  <a:pt x="41490" y="75971"/>
                </a:lnTo>
                <a:lnTo>
                  <a:pt x="41490" y="82878"/>
                </a:lnTo>
                <a:lnTo>
                  <a:pt x="44948" y="82878"/>
                </a:lnTo>
                <a:lnTo>
                  <a:pt x="44948" y="86331"/>
                </a:lnTo>
                <a:lnTo>
                  <a:pt x="48405" y="86331"/>
                </a:lnTo>
                <a:lnTo>
                  <a:pt x="48405" y="89784"/>
                </a:lnTo>
                <a:lnTo>
                  <a:pt x="55320" y="89784"/>
                </a:lnTo>
                <a:lnTo>
                  <a:pt x="55320" y="93238"/>
                </a:lnTo>
                <a:lnTo>
                  <a:pt x="69151" y="93238"/>
                </a:lnTo>
                <a:lnTo>
                  <a:pt x="69151" y="89784"/>
                </a:lnTo>
                <a:lnTo>
                  <a:pt x="76066" y="89784"/>
                </a:lnTo>
                <a:lnTo>
                  <a:pt x="76066" y="86331"/>
                </a:lnTo>
                <a:lnTo>
                  <a:pt x="79523" y="86331"/>
                </a:lnTo>
                <a:lnTo>
                  <a:pt x="79523" y="82878"/>
                </a:lnTo>
                <a:lnTo>
                  <a:pt x="82981" y="82878"/>
                </a:lnTo>
                <a:lnTo>
                  <a:pt x="82981" y="79425"/>
                </a:lnTo>
                <a:lnTo>
                  <a:pt x="86438" y="79425"/>
                </a:lnTo>
                <a:lnTo>
                  <a:pt x="86438" y="89784"/>
                </a:lnTo>
                <a:lnTo>
                  <a:pt x="82981" y="89784"/>
                </a:lnTo>
                <a:lnTo>
                  <a:pt x="82981" y="93238"/>
                </a:lnTo>
                <a:lnTo>
                  <a:pt x="79523" y="93238"/>
                </a:lnTo>
                <a:lnTo>
                  <a:pt x="79523" y="96691"/>
                </a:lnTo>
                <a:lnTo>
                  <a:pt x="76066" y="96691"/>
                </a:lnTo>
                <a:lnTo>
                  <a:pt x="76066" y="100144"/>
                </a:lnTo>
                <a:lnTo>
                  <a:pt x="69151" y="100144"/>
                </a:lnTo>
                <a:lnTo>
                  <a:pt x="69151" y="103597"/>
                </a:lnTo>
                <a:lnTo>
                  <a:pt x="62235" y="103597"/>
                </a:lnTo>
                <a:lnTo>
                  <a:pt x="62235" y="107051"/>
                </a:lnTo>
                <a:lnTo>
                  <a:pt x="31118" y="107051"/>
                </a:lnTo>
                <a:lnTo>
                  <a:pt x="31118" y="103597"/>
                </a:lnTo>
                <a:lnTo>
                  <a:pt x="24203" y="103597"/>
                </a:lnTo>
                <a:lnTo>
                  <a:pt x="24203" y="100144"/>
                </a:lnTo>
                <a:lnTo>
                  <a:pt x="17288" y="100144"/>
                </a:lnTo>
                <a:lnTo>
                  <a:pt x="17288" y="96691"/>
                </a:lnTo>
                <a:lnTo>
                  <a:pt x="13830" y="96691"/>
                </a:lnTo>
                <a:lnTo>
                  <a:pt x="13830" y="89784"/>
                </a:lnTo>
                <a:lnTo>
                  <a:pt x="10373" y="89784"/>
                </a:lnTo>
                <a:lnTo>
                  <a:pt x="10373" y="86331"/>
                </a:lnTo>
                <a:lnTo>
                  <a:pt x="6915" y="86331"/>
                </a:lnTo>
                <a:lnTo>
                  <a:pt x="6915" y="79425"/>
                </a:lnTo>
                <a:lnTo>
                  <a:pt x="3458" y="79425"/>
                </a:lnTo>
                <a:lnTo>
                  <a:pt x="3458" y="65612"/>
                </a:lnTo>
                <a:lnTo>
                  <a:pt x="0" y="65612"/>
                </a:lnTo>
                <a:lnTo>
                  <a:pt x="0" y="44892"/>
                </a:lnTo>
                <a:lnTo>
                  <a:pt x="3458" y="44892"/>
                </a:lnTo>
                <a:lnTo>
                  <a:pt x="3458" y="31079"/>
                </a:lnTo>
                <a:lnTo>
                  <a:pt x="6915" y="31079"/>
                </a:lnTo>
                <a:lnTo>
                  <a:pt x="6915" y="24173"/>
                </a:lnTo>
                <a:lnTo>
                  <a:pt x="10373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0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762BEB26-6745-48CD-A3C4-7A041076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122" y="1698730"/>
            <a:ext cx="44948" cy="51799"/>
          </a:xfrm>
          <a:custGeom xmlns:a="http://schemas.openxmlformats.org/drawingml/2006/main">
            <a:pathLst>
              <a:path w="44948" h="51799">
                <a:moveTo>
                  <a:pt x="10373" y="10360"/>
                </a:moveTo>
                <a:lnTo>
                  <a:pt x="6915" y="10360"/>
                </a:lnTo>
                <a:lnTo>
                  <a:pt x="6915" y="6906"/>
                </a:lnTo>
                <a:lnTo>
                  <a:pt x="0" y="6906"/>
                </a:lnTo>
                <a:lnTo>
                  <a:pt x="0" y="0"/>
                </a:lnTo>
                <a:lnTo>
                  <a:pt x="41490" y="0"/>
                </a:lnTo>
                <a:lnTo>
                  <a:pt x="41490" y="3453"/>
                </a:lnTo>
                <a:lnTo>
                  <a:pt x="44948" y="3453"/>
                </a:lnTo>
                <a:lnTo>
                  <a:pt x="44948" y="51799"/>
                </a:lnTo>
                <a:lnTo>
                  <a:pt x="10373" y="51799"/>
                </a:lnTo>
                <a:lnTo>
                  <a:pt x="10373" y="103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06408971-BDFB-433D-8BB2-C232A81F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85" y="148223"/>
            <a:ext cx="107183" cy="103597"/>
          </a:xfrm>
          <a:custGeom xmlns:a="http://schemas.openxmlformats.org/drawingml/2006/main">
            <a:pathLst>
              <a:path w="107183" h="103597">
                <a:moveTo>
                  <a:pt x="38033" y="17266"/>
                </a:moveTo>
                <a:lnTo>
                  <a:pt x="38033" y="13813"/>
                </a:lnTo>
                <a:lnTo>
                  <a:pt x="41490" y="13813"/>
                </a:lnTo>
                <a:lnTo>
                  <a:pt x="41490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51863" y="6906"/>
                </a:lnTo>
                <a:lnTo>
                  <a:pt x="51863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76066" y="0"/>
                </a:lnTo>
                <a:lnTo>
                  <a:pt x="76066" y="3453"/>
                </a:lnTo>
                <a:lnTo>
                  <a:pt x="82981" y="3453"/>
                </a:lnTo>
                <a:lnTo>
                  <a:pt x="82981" y="6906"/>
                </a:lnTo>
                <a:lnTo>
                  <a:pt x="86438" y="6906"/>
                </a:lnTo>
                <a:lnTo>
                  <a:pt x="86438" y="10360"/>
                </a:lnTo>
                <a:lnTo>
                  <a:pt x="89896" y="10360"/>
                </a:lnTo>
                <a:lnTo>
                  <a:pt x="89896" y="17266"/>
                </a:lnTo>
                <a:lnTo>
                  <a:pt x="93353" y="17266"/>
                </a:lnTo>
                <a:lnTo>
                  <a:pt x="93353" y="93238"/>
                </a:lnTo>
                <a:lnTo>
                  <a:pt x="96811" y="93238"/>
                </a:lnTo>
                <a:lnTo>
                  <a:pt x="96811" y="96691"/>
                </a:lnTo>
                <a:lnTo>
                  <a:pt x="107183" y="96691"/>
                </a:lnTo>
                <a:lnTo>
                  <a:pt x="107183" y="103597"/>
                </a:lnTo>
                <a:lnTo>
                  <a:pt x="58778" y="103597"/>
                </a:lnTo>
                <a:lnTo>
                  <a:pt x="58778" y="96691"/>
                </a:lnTo>
                <a:lnTo>
                  <a:pt x="69151" y="96691"/>
                </a:lnTo>
                <a:lnTo>
                  <a:pt x="69151" y="93238"/>
                </a:lnTo>
                <a:lnTo>
                  <a:pt x="72608" y="93238"/>
                </a:lnTo>
                <a:lnTo>
                  <a:pt x="72608" y="89784"/>
                </a:lnTo>
                <a:lnTo>
                  <a:pt x="76066" y="89784"/>
                </a:lnTo>
                <a:lnTo>
                  <a:pt x="76066" y="34532"/>
                </a:lnTo>
                <a:lnTo>
                  <a:pt x="72608" y="34532"/>
                </a:lnTo>
                <a:lnTo>
                  <a:pt x="72608" y="20719"/>
                </a:lnTo>
                <a:lnTo>
                  <a:pt x="69151" y="20719"/>
                </a:lnTo>
                <a:lnTo>
                  <a:pt x="69151" y="17266"/>
                </a:lnTo>
                <a:lnTo>
                  <a:pt x="62235" y="17266"/>
                </a:lnTo>
                <a:lnTo>
                  <a:pt x="62235" y="13813"/>
                </a:lnTo>
                <a:lnTo>
                  <a:pt x="55320" y="13813"/>
                </a:lnTo>
                <a:lnTo>
                  <a:pt x="55320" y="17266"/>
                </a:lnTo>
                <a:lnTo>
                  <a:pt x="44948" y="17266"/>
                </a:lnTo>
                <a:lnTo>
                  <a:pt x="44948" y="20719"/>
                </a:lnTo>
                <a:lnTo>
                  <a:pt x="41490" y="20719"/>
                </a:lnTo>
                <a:lnTo>
                  <a:pt x="41490" y="24173"/>
                </a:lnTo>
                <a:lnTo>
                  <a:pt x="38033" y="24173"/>
                </a:lnTo>
                <a:lnTo>
                  <a:pt x="38033" y="27626"/>
                </a:lnTo>
                <a:lnTo>
                  <a:pt x="34575" y="27626"/>
                </a:lnTo>
                <a:lnTo>
                  <a:pt x="34575" y="93238"/>
                </a:lnTo>
                <a:lnTo>
                  <a:pt x="38033" y="93238"/>
                </a:lnTo>
                <a:lnTo>
                  <a:pt x="38033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0" y="103597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6915" y="13813"/>
                </a:lnTo>
                <a:lnTo>
                  <a:pt x="6915" y="17266"/>
                </a:lnTo>
                <a:lnTo>
                  <a:pt x="0" y="17266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17266"/>
                </a:lnTo>
                <a:lnTo>
                  <a:pt x="38033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7C2B0E7A-88CE-4659-B710-2E672E59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73" y="358871"/>
            <a:ext cx="24203" cy="20719"/>
          </a:xfrm>
          <a:custGeom xmlns:a="http://schemas.openxmlformats.org/drawingml/2006/main">
            <a:pathLst>
              <a:path w="24203" h="20719">
                <a:moveTo>
                  <a:pt x="3458" y="17266"/>
                </a:moveTo>
                <a:lnTo>
                  <a:pt x="3458" y="13813"/>
                </a:lnTo>
                <a:lnTo>
                  <a:pt x="0" y="13813"/>
                </a:lnTo>
                <a:lnTo>
                  <a:pt x="0" y="6906"/>
                </a:lnTo>
                <a:lnTo>
                  <a:pt x="3458" y="6906"/>
                </a:lnTo>
                <a:lnTo>
                  <a:pt x="3458" y="3453"/>
                </a:lnTo>
                <a:lnTo>
                  <a:pt x="6915" y="3453"/>
                </a:lnTo>
                <a:lnTo>
                  <a:pt x="6915" y="0"/>
                </a:lnTo>
                <a:lnTo>
                  <a:pt x="20745" y="0"/>
                </a:lnTo>
                <a:lnTo>
                  <a:pt x="20745" y="3453"/>
                </a:lnTo>
                <a:lnTo>
                  <a:pt x="24203" y="3453"/>
                </a:lnTo>
                <a:lnTo>
                  <a:pt x="24203" y="17266"/>
                </a:lnTo>
                <a:lnTo>
                  <a:pt x="20745" y="17266"/>
                </a:lnTo>
                <a:lnTo>
                  <a:pt x="20745" y="20719"/>
                </a:lnTo>
                <a:lnTo>
                  <a:pt x="6915" y="20719"/>
                </a:lnTo>
                <a:lnTo>
                  <a:pt x="6915" y="17266"/>
                </a:lnTo>
                <a:lnTo>
                  <a:pt x="3458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D9FAD32F-68A9-46C6-8344-FB0FB90A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3" y="414123"/>
            <a:ext cx="51863" cy="103597"/>
          </a:xfrm>
          <a:custGeom xmlns:a="http://schemas.openxmlformats.org/drawingml/2006/main">
            <a:pathLst>
              <a:path w="51863" h="103597">
                <a:moveTo>
                  <a:pt x="6915" y="17266"/>
                </a:moveTo>
                <a:lnTo>
                  <a:pt x="3458" y="17266"/>
                </a:lnTo>
                <a:lnTo>
                  <a:pt x="3458" y="13813"/>
                </a:lnTo>
                <a:lnTo>
                  <a:pt x="0" y="13813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7660" y="3453"/>
                </a:lnTo>
                <a:lnTo>
                  <a:pt x="27660" y="0"/>
                </a:lnTo>
                <a:lnTo>
                  <a:pt x="34575" y="0"/>
                </a:lnTo>
                <a:lnTo>
                  <a:pt x="34575" y="3453"/>
                </a:lnTo>
                <a:lnTo>
                  <a:pt x="38033" y="3453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3458" y="103597"/>
                </a:lnTo>
                <a:lnTo>
                  <a:pt x="3458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7288" y="89784"/>
                </a:lnTo>
                <a:lnTo>
                  <a:pt x="17288" y="20719"/>
                </a:lnTo>
                <a:lnTo>
                  <a:pt x="13830" y="20719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6915" y="13813"/>
                </a:lnTo>
                <a:lnTo>
                  <a:pt x="6915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80E17A76-86CB-4F82-97C0-2403B04F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21" y="414123"/>
            <a:ext cx="107183" cy="103597"/>
          </a:xfrm>
          <a:custGeom xmlns:a="http://schemas.openxmlformats.org/drawingml/2006/main">
            <a:pathLst>
              <a:path w="107183" h="103597">
                <a:moveTo>
                  <a:pt x="6915" y="13813"/>
                </a:moveTo>
                <a:lnTo>
                  <a:pt x="3458" y="13813"/>
                </a:lnTo>
                <a:lnTo>
                  <a:pt x="3458" y="17266"/>
                </a:lnTo>
                <a:lnTo>
                  <a:pt x="0" y="17266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1118" y="0"/>
                </a:lnTo>
                <a:lnTo>
                  <a:pt x="31118" y="3453"/>
                </a:lnTo>
                <a:lnTo>
                  <a:pt x="34575" y="3453"/>
                </a:lnTo>
                <a:lnTo>
                  <a:pt x="34575" y="10360"/>
                </a:lnTo>
                <a:lnTo>
                  <a:pt x="31118" y="10360"/>
                </a:lnTo>
                <a:lnTo>
                  <a:pt x="31118" y="17266"/>
                </a:lnTo>
                <a:lnTo>
                  <a:pt x="38033" y="17266"/>
                </a:lnTo>
                <a:lnTo>
                  <a:pt x="38033" y="13813"/>
                </a:lnTo>
                <a:lnTo>
                  <a:pt x="41490" y="13813"/>
                </a:lnTo>
                <a:lnTo>
                  <a:pt x="41490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48405" y="6906"/>
                </a:lnTo>
                <a:lnTo>
                  <a:pt x="48405" y="3453"/>
                </a:lnTo>
                <a:lnTo>
                  <a:pt x="55320" y="3453"/>
                </a:lnTo>
                <a:lnTo>
                  <a:pt x="55320" y="0"/>
                </a:lnTo>
                <a:lnTo>
                  <a:pt x="76066" y="0"/>
                </a:lnTo>
                <a:lnTo>
                  <a:pt x="76066" y="3453"/>
                </a:lnTo>
                <a:lnTo>
                  <a:pt x="82981" y="3453"/>
                </a:lnTo>
                <a:lnTo>
                  <a:pt x="82981" y="6906"/>
                </a:lnTo>
                <a:lnTo>
                  <a:pt x="86438" y="6906"/>
                </a:lnTo>
                <a:lnTo>
                  <a:pt x="86438" y="13813"/>
                </a:lnTo>
                <a:lnTo>
                  <a:pt x="89896" y="13813"/>
                </a:lnTo>
                <a:lnTo>
                  <a:pt x="89896" y="24173"/>
                </a:lnTo>
                <a:lnTo>
                  <a:pt x="93353" y="24173"/>
                </a:lnTo>
                <a:lnTo>
                  <a:pt x="93353" y="93238"/>
                </a:lnTo>
                <a:lnTo>
                  <a:pt x="96811" y="93238"/>
                </a:lnTo>
                <a:lnTo>
                  <a:pt x="96811" y="96691"/>
                </a:lnTo>
                <a:lnTo>
                  <a:pt x="107183" y="96691"/>
                </a:lnTo>
                <a:lnTo>
                  <a:pt x="107183" y="103597"/>
                </a:lnTo>
                <a:lnTo>
                  <a:pt x="58778" y="103597"/>
                </a:lnTo>
                <a:lnTo>
                  <a:pt x="58778" y="96691"/>
                </a:lnTo>
                <a:lnTo>
                  <a:pt x="69151" y="96691"/>
                </a:lnTo>
                <a:lnTo>
                  <a:pt x="69151" y="93238"/>
                </a:lnTo>
                <a:lnTo>
                  <a:pt x="72608" y="93238"/>
                </a:lnTo>
                <a:lnTo>
                  <a:pt x="72608" y="24173"/>
                </a:lnTo>
                <a:lnTo>
                  <a:pt x="69151" y="24173"/>
                </a:lnTo>
                <a:lnTo>
                  <a:pt x="69151" y="17266"/>
                </a:lnTo>
                <a:lnTo>
                  <a:pt x="62235" y="17266"/>
                </a:lnTo>
                <a:lnTo>
                  <a:pt x="62235" y="13813"/>
                </a:lnTo>
                <a:lnTo>
                  <a:pt x="55320" y="13813"/>
                </a:lnTo>
                <a:lnTo>
                  <a:pt x="55320" y="17266"/>
                </a:lnTo>
                <a:lnTo>
                  <a:pt x="44948" y="17266"/>
                </a:lnTo>
                <a:lnTo>
                  <a:pt x="44948" y="20719"/>
                </a:lnTo>
                <a:lnTo>
                  <a:pt x="41490" y="20719"/>
                </a:lnTo>
                <a:lnTo>
                  <a:pt x="41490" y="24173"/>
                </a:lnTo>
                <a:lnTo>
                  <a:pt x="38033" y="24173"/>
                </a:lnTo>
                <a:lnTo>
                  <a:pt x="38033" y="27626"/>
                </a:lnTo>
                <a:lnTo>
                  <a:pt x="34575" y="27626"/>
                </a:lnTo>
                <a:lnTo>
                  <a:pt x="34575" y="31079"/>
                </a:lnTo>
                <a:lnTo>
                  <a:pt x="31118" y="31079"/>
                </a:lnTo>
                <a:lnTo>
                  <a:pt x="31118" y="82878"/>
                </a:lnTo>
                <a:lnTo>
                  <a:pt x="34575" y="82878"/>
                </a:lnTo>
                <a:lnTo>
                  <a:pt x="34575" y="93238"/>
                </a:lnTo>
                <a:lnTo>
                  <a:pt x="38033" y="93238"/>
                </a:lnTo>
                <a:lnTo>
                  <a:pt x="38033" y="96691"/>
                </a:lnTo>
                <a:lnTo>
                  <a:pt x="48405" y="96691"/>
                </a:lnTo>
                <a:lnTo>
                  <a:pt x="48405" y="103597"/>
                </a:lnTo>
                <a:lnTo>
                  <a:pt x="0" y="103597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17266"/>
                </a:lnTo>
                <a:lnTo>
                  <a:pt x="6915" y="17266"/>
                </a:lnTo>
                <a:lnTo>
                  <a:pt x="6915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E9A37178-3280-4A61-A517-E7C7A433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18" y="680023"/>
            <a:ext cx="110641" cy="103597"/>
          </a:xfrm>
          <a:custGeom xmlns:a="http://schemas.openxmlformats.org/drawingml/2006/main">
            <a:pathLst>
              <a:path w="110641" h="103597">
                <a:moveTo>
                  <a:pt x="17288" y="17266"/>
                </a:moveTo>
                <a:lnTo>
                  <a:pt x="13830" y="17266"/>
                </a:lnTo>
                <a:lnTo>
                  <a:pt x="13830" y="6906"/>
                </a:lnTo>
                <a:lnTo>
                  <a:pt x="0" y="6906"/>
                </a:lnTo>
                <a:lnTo>
                  <a:pt x="0" y="0"/>
                </a:lnTo>
                <a:lnTo>
                  <a:pt x="34575" y="0"/>
                </a:lnTo>
                <a:lnTo>
                  <a:pt x="34575" y="79425"/>
                </a:lnTo>
                <a:lnTo>
                  <a:pt x="38033" y="79425"/>
                </a:lnTo>
                <a:lnTo>
                  <a:pt x="38033" y="82878"/>
                </a:lnTo>
                <a:lnTo>
                  <a:pt x="41490" y="82878"/>
                </a:lnTo>
                <a:lnTo>
                  <a:pt x="41490" y="86331"/>
                </a:lnTo>
                <a:lnTo>
                  <a:pt x="58778" y="86331"/>
                </a:lnTo>
                <a:lnTo>
                  <a:pt x="58778" y="82878"/>
                </a:lnTo>
                <a:lnTo>
                  <a:pt x="65693" y="82878"/>
                </a:lnTo>
                <a:lnTo>
                  <a:pt x="65693" y="79425"/>
                </a:lnTo>
                <a:lnTo>
                  <a:pt x="69151" y="79425"/>
                </a:lnTo>
                <a:lnTo>
                  <a:pt x="69151" y="75971"/>
                </a:lnTo>
                <a:lnTo>
                  <a:pt x="72608" y="75971"/>
                </a:lnTo>
                <a:lnTo>
                  <a:pt x="72608" y="72518"/>
                </a:lnTo>
                <a:lnTo>
                  <a:pt x="76066" y="72518"/>
                </a:lnTo>
                <a:lnTo>
                  <a:pt x="76066" y="13813"/>
                </a:lnTo>
                <a:lnTo>
                  <a:pt x="72608" y="13813"/>
                </a:lnTo>
                <a:lnTo>
                  <a:pt x="72608" y="6906"/>
                </a:lnTo>
                <a:lnTo>
                  <a:pt x="58778" y="6906"/>
                </a:lnTo>
                <a:lnTo>
                  <a:pt x="58778" y="0"/>
                </a:lnTo>
                <a:lnTo>
                  <a:pt x="93353" y="0"/>
                </a:lnTo>
                <a:lnTo>
                  <a:pt x="93353" y="82878"/>
                </a:lnTo>
                <a:lnTo>
                  <a:pt x="96811" y="82878"/>
                </a:lnTo>
                <a:lnTo>
                  <a:pt x="96811" y="86331"/>
                </a:lnTo>
                <a:lnTo>
                  <a:pt x="110641" y="86331"/>
                </a:lnTo>
                <a:lnTo>
                  <a:pt x="110641" y="89784"/>
                </a:lnTo>
                <a:lnTo>
                  <a:pt x="107183" y="89784"/>
                </a:lnTo>
                <a:lnTo>
                  <a:pt x="107183" y="93238"/>
                </a:lnTo>
                <a:lnTo>
                  <a:pt x="100268" y="93238"/>
                </a:lnTo>
                <a:lnTo>
                  <a:pt x="100268" y="96691"/>
                </a:lnTo>
                <a:lnTo>
                  <a:pt x="89896" y="96691"/>
                </a:lnTo>
                <a:lnTo>
                  <a:pt x="89896" y="100144"/>
                </a:lnTo>
                <a:lnTo>
                  <a:pt x="82981" y="100144"/>
                </a:lnTo>
                <a:lnTo>
                  <a:pt x="82981" y="103597"/>
                </a:lnTo>
                <a:lnTo>
                  <a:pt x="76066" y="103597"/>
                </a:lnTo>
                <a:lnTo>
                  <a:pt x="76066" y="82878"/>
                </a:lnTo>
                <a:lnTo>
                  <a:pt x="72608" y="82878"/>
                </a:lnTo>
                <a:lnTo>
                  <a:pt x="72608" y="86331"/>
                </a:lnTo>
                <a:lnTo>
                  <a:pt x="69151" y="86331"/>
                </a:lnTo>
                <a:lnTo>
                  <a:pt x="69151" y="89784"/>
                </a:lnTo>
                <a:lnTo>
                  <a:pt x="65693" y="89784"/>
                </a:lnTo>
                <a:lnTo>
                  <a:pt x="65693" y="93238"/>
                </a:lnTo>
                <a:lnTo>
                  <a:pt x="62235" y="93238"/>
                </a:lnTo>
                <a:lnTo>
                  <a:pt x="62235" y="96691"/>
                </a:lnTo>
                <a:lnTo>
                  <a:pt x="55320" y="96691"/>
                </a:lnTo>
                <a:lnTo>
                  <a:pt x="55320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34575" y="103597"/>
                </a:lnTo>
                <a:lnTo>
                  <a:pt x="34575" y="100144"/>
                </a:lnTo>
                <a:lnTo>
                  <a:pt x="27660" y="100144"/>
                </a:lnTo>
                <a:lnTo>
                  <a:pt x="27660" y="96691"/>
                </a:lnTo>
                <a:lnTo>
                  <a:pt x="24203" y="96691"/>
                </a:lnTo>
                <a:lnTo>
                  <a:pt x="24203" y="93238"/>
                </a:lnTo>
                <a:lnTo>
                  <a:pt x="20745" y="93238"/>
                </a:lnTo>
                <a:lnTo>
                  <a:pt x="20745" y="86331"/>
                </a:lnTo>
                <a:lnTo>
                  <a:pt x="17288" y="86331"/>
                </a:lnTo>
                <a:lnTo>
                  <a:pt x="17288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80A56D3-7EEE-451D-ADBF-5A4AF3AE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28" y="890671"/>
            <a:ext cx="24203" cy="20719"/>
          </a:xfrm>
          <a:custGeom xmlns:a="http://schemas.openxmlformats.org/drawingml/2006/main">
            <a:pathLst>
              <a:path w="24203" h="20719">
                <a:moveTo>
                  <a:pt x="3458" y="20719"/>
                </a:moveTo>
                <a:lnTo>
                  <a:pt x="3458" y="17266"/>
                </a:lnTo>
                <a:lnTo>
                  <a:pt x="0" y="17266"/>
                </a:lnTo>
                <a:lnTo>
                  <a:pt x="0" y="3453"/>
                </a:lnTo>
                <a:lnTo>
                  <a:pt x="3458" y="3453"/>
                </a:lnTo>
                <a:lnTo>
                  <a:pt x="3458" y="0"/>
                </a:lnTo>
                <a:lnTo>
                  <a:pt x="20745" y="0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13813"/>
                </a:lnTo>
                <a:lnTo>
                  <a:pt x="20745" y="13813"/>
                </a:lnTo>
                <a:lnTo>
                  <a:pt x="20745" y="17266"/>
                </a:lnTo>
                <a:lnTo>
                  <a:pt x="17288" y="17266"/>
                </a:lnTo>
                <a:lnTo>
                  <a:pt x="17288" y="20719"/>
                </a:lnTo>
                <a:lnTo>
                  <a:pt x="3458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6D05223-964D-499D-A077-DD255FAA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33" y="890671"/>
            <a:ext cx="51863" cy="158849"/>
          </a:xfrm>
          <a:custGeom xmlns:a="http://schemas.openxmlformats.org/drawingml/2006/main">
            <a:pathLst>
              <a:path w="51863" h="158849">
                <a:moveTo>
                  <a:pt x="13830" y="17266"/>
                </a:moveTo>
                <a:lnTo>
                  <a:pt x="10373" y="17266"/>
                </a:lnTo>
                <a:lnTo>
                  <a:pt x="10373" y="13813"/>
                </a:lnTo>
                <a:lnTo>
                  <a:pt x="0" y="13813"/>
                </a:lnTo>
                <a:lnTo>
                  <a:pt x="0" y="10360"/>
                </a:lnTo>
                <a:lnTo>
                  <a:pt x="3458" y="10360"/>
                </a:lnTo>
                <a:lnTo>
                  <a:pt x="3458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0745" y="3453"/>
                </a:lnTo>
                <a:lnTo>
                  <a:pt x="20745" y="0"/>
                </a:lnTo>
                <a:lnTo>
                  <a:pt x="34575" y="0"/>
                </a:lnTo>
                <a:lnTo>
                  <a:pt x="34575" y="145036"/>
                </a:lnTo>
                <a:lnTo>
                  <a:pt x="38033" y="145036"/>
                </a:lnTo>
                <a:lnTo>
                  <a:pt x="38033" y="148489"/>
                </a:lnTo>
                <a:lnTo>
                  <a:pt x="41490" y="148489"/>
                </a:lnTo>
                <a:lnTo>
                  <a:pt x="41490" y="151943"/>
                </a:lnTo>
                <a:lnTo>
                  <a:pt x="51863" y="151943"/>
                </a:lnTo>
                <a:lnTo>
                  <a:pt x="51863" y="155396"/>
                </a:lnTo>
                <a:lnTo>
                  <a:pt x="48405" y="155396"/>
                </a:lnTo>
                <a:lnTo>
                  <a:pt x="48405" y="158849"/>
                </a:lnTo>
                <a:lnTo>
                  <a:pt x="3458" y="158849"/>
                </a:lnTo>
                <a:lnTo>
                  <a:pt x="3458" y="155396"/>
                </a:lnTo>
                <a:lnTo>
                  <a:pt x="0" y="155396"/>
                </a:lnTo>
                <a:lnTo>
                  <a:pt x="0" y="151943"/>
                </a:lnTo>
                <a:lnTo>
                  <a:pt x="10373" y="151943"/>
                </a:lnTo>
                <a:lnTo>
                  <a:pt x="10373" y="148489"/>
                </a:lnTo>
                <a:lnTo>
                  <a:pt x="13830" y="148489"/>
                </a:lnTo>
                <a:lnTo>
                  <a:pt x="13830" y="138130"/>
                </a:lnTo>
                <a:lnTo>
                  <a:pt x="17288" y="138130"/>
                </a:lnTo>
                <a:lnTo>
                  <a:pt x="17288" y="31079"/>
                </a:lnTo>
                <a:lnTo>
                  <a:pt x="13830" y="31079"/>
                </a:lnTo>
                <a:lnTo>
                  <a:pt x="1383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384D8E93-F427-4567-8D62-C457F820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73" y="1177290"/>
            <a:ext cx="72608" cy="145036"/>
          </a:xfrm>
          <a:custGeom xmlns:a="http://schemas.openxmlformats.org/drawingml/2006/main">
            <a:pathLst>
              <a:path w="72608" h="145036">
                <a:moveTo>
                  <a:pt x="24203" y="20719"/>
                </a:moveTo>
                <a:lnTo>
                  <a:pt x="27660" y="20719"/>
                </a:lnTo>
                <a:lnTo>
                  <a:pt x="27660" y="17266"/>
                </a:lnTo>
                <a:lnTo>
                  <a:pt x="31118" y="17266"/>
                </a:lnTo>
                <a:lnTo>
                  <a:pt x="31118" y="13813"/>
                </a:lnTo>
                <a:lnTo>
                  <a:pt x="34575" y="13813"/>
                </a:lnTo>
                <a:lnTo>
                  <a:pt x="34575" y="6906"/>
                </a:lnTo>
                <a:lnTo>
                  <a:pt x="38033" y="6906"/>
                </a:lnTo>
                <a:lnTo>
                  <a:pt x="38033" y="3453"/>
                </a:lnTo>
                <a:lnTo>
                  <a:pt x="41490" y="3453"/>
                </a:lnTo>
                <a:lnTo>
                  <a:pt x="41490" y="0"/>
                </a:lnTo>
                <a:lnTo>
                  <a:pt x="48405" y="0"/>
                </a:lnTo>
                <a:lnTo>
                  <a:pt x="48405" y="37986"/>
                </a:lnTo>
                <a:lnTo>
                  <a:pt x="69151" y="37986"/>
                </a:lnTo>
                <a:lnTo>
                  <a:pt x="69151" y="41439"/>
                </a:lnTo>
                <a:lnTo>
                  <a:pt x="72608" y="41439"/>
                </a:lnTo>
                <a:lnTo>
                  <a:pt x="72608" y="44892"/>
                </a:lnTo>
                <a:lnTo>
                  <a:pt x="69151" y="44892"/>
                </a:lnTo>
                <a:lnTo>
                  <a:pt x="69151" y="48345"/>
                </a:lnTo>
                <a:lnTo>
                  <a:pt x="48405" y="48345"/>
                </a:lnTo>
                <a:lnTo>
                  <a:pt x="48405" y="127770"/>
                </a:lnTo>
                <a:lnTo>
                  <a:pt x="58778" y="127770"/>
                </a:lnTo>
                <a:lnTo>
                  <a:pt x="58778" y="124317"/>
                </a:lnTo>
                <a:lnTo>
                  <a:pt x="62235" y="124317"/>
                </a:lnTo>
                <a:lnTo>
                  <a:pt x="62235" y="120864"/>
                </a:lnTo>
                <a:lnTo>
                  <a:pt x="65693" y="120864"/>
                </a:lnTo>
                <a:lnTo>
                  <a:pt x="65693" y="117410"/>
                </a:lnTo>
                <a:lnTo>
                  <a:pt x="69151" y="117410"/>
                </a:lnTo>
                <a:lnTo>
                  <a:pt x="69151" y="127770"/>
                </a:lnTo>
                <a:lnTo>
                  <a:pt x="65693" y="127770"/>
                </a:lnTo>
                <a:lnTo>
                  <a:pt x="65693" y="131223"/>
                </a:lnTo>
                <a:lnTo>
                  <a:pt x="62235" y="131223"/>
                </a:lnTo>
                <a:lnTo>
                  <a:pt x="62235" y="134677"/>
                </a:lnTo>
                <a:lnTo>
                  <a:pt x="58778" y="134677"/>
                </a:lnTo>
                <a:lnTo>
                  <a:pt x="58778" y="138130"/>
                </a:lnTo>
                <a:lnTo>
                  <a:pt x="55320" y="138130"/>
                </a:lnTo>
                <a:lnTo>
                  <a:pt x="55320" y="141583"/>
                </a:lnTo>
                <a:lnTo>
                  <a:pt x="44948" y="141583"/>
                </a:lnTo>
                <a:lnTo>
                  <a:pt x="44948" y="145036"/>
                </a:lnTo>
                <a:lnTo>
                  <a:pt x="41490" y="145036"/>
                </a:lnTo>
                <a:lnTo>
                  <a:pt x="41490" y="141583"/>
                </a:lnTo>
                <a:lnTo>
                  <a:pt x="27660" y="141583"/>
                </a:lnTo>
                <a:lnTo>
                  <a:pt x="27660" y="138130"/>
                </a:lnTo>
                <a:lnTo>
                  <a:pt x="24203" y="138130"/>
                </a:lnTo>
                <a:lnTo>
                  <a:pt x="24203" y="134677"/>
                </a:lnTo>
                <a:lnTo>
                  <a:pt x="20745" y="134677"/>
                </a:lnTo>
                <a:lnTo>
                  <a:pt x="20745" y="131223"/>
                </a:lnTo>
                <a:lnTo>
                  <a:pt x="17288" y="131223"/>
                </a:lnTo>
                <a:lnTo>
                  <a:pt x="17288" y="124317"/>
                </a:lnTo>
                <a:lnTo>
                  <a:pt x="13830" y="124317"/>
                </a:lnTo>
                <a:lnTo>
                  <a:pt x="13830" y="48345"/>
                </a:lnTo>
                <a:lnTo>
                  <a:pt x="0" y="48345"/>
                </a:lnTo>
                <a:lnTo>
                  <a:pt x="0" y="44892"/>
                </a:lnTo>
                <a:lnTo>
                  <a:pt x="3458" y="44892"/>
                </a:lnTo>
                <a:lnTo>
                  <a:pt x="3458" y="41439"/>
                </a:lnTo>
                <a:lnTo>
                  <a:pt x="6915" y="41439"/>
                </a:lnTo>
                <a:lnTo>
                  <a:pt x="6915" y="37986"/>
                </a:lnTo>
                <a:lnTo>
                  <a:pt x="10373" y="37986"/>
                </a:lnTo>
                <a:lnTo>
                  <a:pt x="10373" y="34532"/>
                </a:lnTo>
                <a:lnTo>
                  <a:pt x="13830" y="34532"/>
                </a:lnTo>
                <a:lnTo>
                  <a:pt x="13830" y="31079"/>
                </a:lnTo>
                <a:lnTo>
                  <a:pt x="17288" y="31079"/>
                </a:lnTo>
                <a:lnTo>
                  <a:pt x="17288" y="27626"/>
                </a:lnTo>
                <a:lnTo>
                  <a:pt x="20745" y="27626"/>
                </a:lnTo>
                <a:lnTo>
                  <a:pt x="20745" y="24173"/>
                </a:lnTo>
                <a:lnTo>
                  <a:pt x="24203" y="24173"/>
                </a:lnTo>
                <a:lnTo>
                  <a:pt x="24203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2E595F53-3DA7-419C-B0E6-161083F1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48" y="1477722"/>
            <a:ext cx="86438" cy="107051"/>
          </a:xfrm>
          <a:custGeom xmlns:a="http://schemas.openxmlformats.org/drawingml/2006/main">
            <a:pathLst>
              <a:path w="86438" h="107051">
                <a:moveTo>
                  <a:pt x="0" y="37986"/>
                </a:moveTo>
                <a:lnTo>
                  <a:pt x="3458" y="37986"/>
                </a:lnTo>
                <a:lnTo>
                  <a:pt x="3458" y="27626"/>
                </a:lnTo>
                <a:lnTo>
                  <a:pt x="6915" y="27626"/>
                </a:lnTo>
                <a:lnTo>
                  <a:pt x="6915" y="20719"/>
                </a:lnTo>
                <a:lnTo>
                  <a:pt x="10373" y="20719"/>
                </a:lnTo>
                <a:lnTo>
                  <a:pt x="10373" y="17266"/>
                </a:lnTo>
                <a:lnTo>
                  <a:pt x="13830" y="17266"/>
                </a:lnTo>
                <a:lnTo>
                  <a:pt x="13830" y="13813"/>
                </a:lnTo>
                <a:lnTo>
                  <a:pt x="17288" y="13813"/>
                </a:lnTo>
                <a:lnTo>
                  <a:pt x="17288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62235" y="0"/>
                </a:lnTo>
                <a:lnTo>
                  <a:pt x="62235" y="3453"/>
                </a:lnTo>
                <a:lnTo>
                  <a:pt x="65693" y="3453"/>
                </a:lnTo>
                <a:lnTo>
                  <a:pt x="65693" y="6906"/>
                </a:lnTo>
                <a:lnTo>
                  <a:pt x="72608" y="6906"/>
                </a:lnTo>
                <a:lnTo>
                  <a:pt x="72608" y="10360"/>
                </a:lnTo>
                <a:lnTo>
                  <a:pt x="76066" y="10360"/>
                </a:lnTo>
                <a:lnTo>
                  <a:pt x="76066" y="17266"/>
                </a:lnTo>
                <a:lnTo>
                  <a:pt x="79523" y="17266"/>
                </a:lnTo>
                <a:lnTo>
                  <a:pt x="79523" y="20719"/>
                </a:lnTo>
                <a:lnTo>
                  <a:pt x="82981" y="20719"/>
                </a:lnTo>
                <a:lnTo>
                  <a:pt x="82981" y="31079"/>
                </a:lnTo>
                <a:lnTo>
                  <a:pt x="86438" y="31079"/>
                </a:lnTo>
                <a:lnTo>
                  <a:pt x="86438" y="48345"/>
                </a:lnTo>
                <a:lnTo>
                  <a:pt x="31118" y="48345"/>
                </a:lnTo>
                <a:lnTo>
                  <a:pt x="31118" y="65612"/>
                </a:lnTo>
                <a:lnTo>
                  <a:pt x="34575" y="65612"/>
                </a:lnTo>
                <a:lnTo>
                  <a:pt x="34575" y="75971"/>
                </a:lnTo>
                <a:lnTo>
                  <a:pt x="38033" y="75971"/>
                </a:lnTo>
                <a:lnTo>
                  <a:pt x="38033" y="79425"/>
                </a:lnTo>
                <a:lnTo>
                  <a:pt x="41490" y="79425"/>
                </a:lnTo>
                <a:lnTo>
                  <a:pt x="41490" y="86331"/>
                </a:lnTo>
                <a:lnTo>
                  <a:pt x="44948" y="86331"/>
                </a:lnTo>
                <a:lnTo>
                  <a:pt x="44948" y="89784"/>
                </a:lnTo>
                <a:lnTo>
                  <a:pt x="51863" y="89784"/>
                </a:lnTo>
                <a:lnTo>
                  <a:pt x="51863" y="93238"/>
                </a:lnTo>
                <a:lnTo>
                  <a:pt x="65693" y="93238"/>
                </a:lnTo>
                <a:lnTo>
                  <a:pt x="65693" y="89784"/>
                </a:lnTo>
                <a:lnTo>
                  <a:pt x="72608" y="89784"/>
                </a:lnTo>
                <a:lnTo>
                  <a:pt x="72608" y="86331"/>
                </a:lnTo>
                <a:lnTo>
                  <a:pt x="76066" y="86331"/>
                </a:lnTo>
                <a:lnTo>
                  <a:pt x="76066" y="82878"/>
                </a:lnTo>
                <a:lnTo>
                  <a:pt x="79523" y="82878"/>
                </a:lnTo>
                <a:lnTo>
                  <a:pt x="79523" y="75971"/>
                </a:lnTo>
                <a:lnTo>
                  <a:pt x="82981" y="75971"/>
                </a:lnTo>
                <a:lnTo>
                  <a:pt x="82981" y="79425"/>
                </a:lnTo>
                <a:lnTo>
                  <a:pt x="86438" y="79425"/>
                </a:lnTo>
                <a:lnTo>
                  <a:pt x="86438" y="82878"/>
                </a:lnTo>
                <a:lnTo>
                  <a:pt x="82981" y="82878"/>
                </a:lnTo>
                <a:lnTo>
                  <a:pt x="82981" y="89784"/>
                </a:lnTo>
                <a:lnTo>
                  <a:pt x="79523" y="89784"/>
                </a:lnTo>
                <a:lnTo>
                  <a:pt x="79523" y="93238"/>
                </a:lnTo>
                <a:lnTo>
                  <a:pt x="76066" y="93238"/>
                </a:lnTo>
                <a:lnTo>
                  <a:pt x="76066" y="96691"/>
                </a:lnTo>
                <a:lnTo>
                  <a:pt x="72608" y="96691"/>
                </a:lnTo>
                <a:lnTo>
                  <a:pt x="72608" y="100144"/>
                </a:lnTo>
                <a:lnTo>
                  <a:pt x="69151" y="100144"/>
                </a:lnTo>
                <a:lnTo>
                  <a:pt x="69151" y="103597"/>
                </a:lnTo>
                <a:lnTo>
                  <a:pt x="62235" y="103597"/>
                </a:lnTo>
                <a:lnTo>
                  <a:pt x="62235" y="107051"/>
                </a:lnTo>
                <a:lnTo>
                  <a:pt x="27660" y="107051"/>
                </a:lnTo>
                <a:lnTo>
                  <a:pt x="27660" y="103597"/>
                </a:lnTo>
                <a:lnTo>
                  <a:pt x="20745" y="103597"/>
                </a:lnTo>
                <a:lnTo>
                  <a:pt x="20745" y="100144"/>
                </a:lnTo>
                <a:lnTo>
                  <a:pt x="17288" y="100144"/>
                </a:lnTo>
                <a:lnTo>
                  <a:pt x="17288" y="96691"/>
                </a:lnTo>
                <a:lnTo>
                  <a:pt x="13830" y="96691"/>
                </a:lnTo>
                <a:lnTo>
                  <a:pt x="13830" y="93238"/>
                </a:lnTo>
                <a:lnTo>
                  <a:pt x="10373" y="93238"/>
                </a:lnTo>
                <a:lnTo>
                  <a:pt x="10373" y="89784"/>
                </a:lnTo>
                <a:lnTo>
                  <a:pt x="6915" y="89784"/>
                </a:lnTo>
                <a:lnTo>
                  <a:pt x="6915" y="82878"/>
                </a:lnTo>
                <a:lnTo>
                  <a:pt x="3458" y="82878"/>
                </a:lnTo>
                <a:lnTo>
                  <a:pt x="3458" y="72518"/>
                </a:lnTo>
                <a:lnTo>
                  <a:pt x="0" y="72518"/>
                </a:lnTo>
                <a:lnTo>
                  <a:pt x="0" y="37986"/>
                </a:lnTo>
                <a:close/>
                <a:moveTo>
                  <a:pt x="34575" y="20719"/>
                </a:moveTo>
                <a:lnTo>
                  <a:pt x="31118" y="20719"/>
                </a:lnTo>
                <a:lnTo>
                  <a:pt x="31118" y="41439"/>
                </a:lnTo>
                <a:lnTo>
                  <a:pt x="58778" y="41439"/>
                </a:lnTo>
                <a:lnTo>
                  <a:pt x="58778" y="20719"/>
                </a:lnTo>
                <a:lnTo>
                  <a:pt x="55320" y="20719"/>
                </a:lnTo>
                <a:lnTo>
                  <a:pt x="55320" y="10360"/>
                </a:lnTo>
                <a:lnTo>
                  <a:pt x="51863" y="10360"/>
                </a:lnTo>
                <a:lnTo>
                  <a:pt x="51863" y="6906"/>
                </a:lnTo>
                <a:lnTo>
                  <a:pt x="41490" y="6906"/>
                </a:lnTo>
                <a:lnTo>
                  <a:pt x="41490" y="10360"/>
                </a:lnTo>
                <a:lnTo>
                  <a:pt x="38033" y="10360"/>
                </a:lnTo>
                <a:lnTo>
                  <a:pt x="38033" y="13813"/>
                </a:lnTo>
                <a:lnTo>
                  <a:pt x="34575" y="13813"/>
                </a:lnTo>
                <a:lnTo>
                  <a:pt x="34575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1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FF715E1-6D58-46BE-BDF8-21FE331D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73" y="1747075"/>
            <a:ext cx="41490" cy="3453"/>
          </a:xfrm>
          <a:custGeom xmlns:a="http://schemas.openxmlformats.org/drawingml/2006/main">
            <a:pathLst>
              <a:path w="41490" h="3453">
                <a:moveTo>
                  <a:pt x="0" y="0"/>
                </a:moveTo>
                <a:lnTo>
                  <a:pt x="41490" y="0"/>
                </a:lnTo>
                <a:lnTo>
                  <a:pt x="41490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EFF342AF-989B-4D1A-852E-ED058339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84" y="148223"/>
            <a:ext cx="100268" cy="103597"/>
          </a:xfrm>
          <a:custGeom xmlns:a="http://schemas.openxmlformats.org/drawingml/2006/main">
            <a:pathLst>
              <a:path w="100268" h="103597">
                <a:moveTo>
                  <a:pt x="3458" y="58705"/>
                </a:moveTo>
                <a:lnTo>
                  <a:pt x="0" y="58705"/>
                </a:lnTo>
                <a:lnTo>
                  <a:pt x="0" y="44892"/>
                </a:lnTo>
                <a:lnTo>
                  <a:pt x="3458" y="44892"/>
                </a:lnTo>
                <a:lnTo>
                  <a:pt x="3458" y="31079"/>
                </a:lnTo>
                <a:lnTo>
                  <a:pt x="6915" y="31079"/>
                </a:lnTo>
                <a:lnTo>
                  <a:pt x="6915" y="24173"/>
                </a:lnTo>
                <a:lnTo>
                  <a:pt x="10373" y="24173"/>
                </a:lnTo>
                <a:lnTo>
                  <a:pt x="10373" y="20719"/>
                </a:lnTo>
                <a:lnTo>
                  <a:pt x="13830" y="20719"/>
                </a:lnTo>
                <a:lnTo>
                  <a:pt x="13830" y="13813"/>
                </a:lnTo>
                <a:lnTo>
                  <a:pt x="17288" y="13813"/>
                </a:lnTo>
                <a:lnTo>
                  <a:pt x="17288" y="10360"/>
                </a:lnTo>
                <a:lnTo>
                  <a:pt x="24203" y="10360"/>
                </a:lnTo>
                <a:lnTo>
                  <a:pt x="24203" y="6906"/>
                </a:lnTo>
                <a:lnTo>
                  <a:pt x="27660" y="6906"/>
                </a:lnTo>
                <a:lnTo>
                  <a:pt x="27660" y="3453"/>
                </a:lnTo>
                <a:lnTo>
                  <a:pt x="38033" y="3453"/>
                </a:lnTo>
                <a:lnTo>
                  <a:pt x="38033" y="0"/>
                </a:lnTo>
                <a:lnTo>
                  <a:pt x="65693" y="0"/>
                </a:lnTo>
                <a:lnTo>
                  <a:pt x="65693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9523" y="6906"/>
                </a:lnTo>
                <a:lnTo>
                  <a:pt x="79523" y="10360"/>
                </a:lnTo>
                <a:lnTo>
                  <a:pt x="82981" y="10360"/>
                </a:lnTo>
                <a:lnTo>
                  <a:pt x="82981" y="13813"/>
                </a:lnTo>
                <a:lnTo>
                  <a:pt x="86438" y="13813"/>
                </a:lnTo>
                <a:lnTo>
                  <a:pt x="86438" y="17266"/>
                </a:lnTo>
                <a:lnTo>
                  <a:pt x="89896" y="17266"/>
                </a:lnTo>
                <a:lnTo>
                  <a:pt x="89896" y="24173"/>
                </a:lnTo>
                <a:lnTo>
                  <a:pt x="93353" y="24173"/>
                </a:lnTo>
                <a:lnTo>
                  <a:pt x="93353" y="27626"/>
                </a:lnTo>
                <a:lnTo>
                  <a:pt x="96811" y="27626"/>
                </a:lnTo>
                <a:lnTo>
                  <a:pt x="96811" y="41439"/>
                </a:lnTo>
                <a:lnTo>
                  <a:pt x="100268" y="41439"/>
                </a:lnTo>
                <a:lnTo>
                  <a:pt x="100268" y="58705"/>
                </a:lnTo>
                <a:lnTo>
                  <a:pt x="96811" y="58705"/>
                </a:lnTo>
                <a:lnTo>
                  <a:pt x="96811" y="72518"/>
                </a:lnTo>
                <a:lnTo>
                  <a:pt x="93353" y="72518"/>
                </a:lnTo>
                <a:lnTo>
                  <a:pt x="93353" y="79425"/>
                </a:lnTo>
                <a:lnTo>
                  <a:pt x="89896" y="79425"/>
                </a:lnTo>
                <a:lnTo>
                  <a:pt x="89896" y="82878"/>
                </a:lnTo>
                <a:lnTo>
                  <a:pt x="86438" y="82878"/>
                </a:lnTo>
                <a:lnTo>
                  <a:pt x="86438" y="86331"/>
                </a:lnTo>
                <a:lnTo>
                  <a:pt x="82981" y="86331"/>
                </a:lnTo>
                <a:lnTo>
                  <a:pt x="82981" y="89784"/>
                </a:lnTo>
                <a:lnTo>
                  <a:pt x="79523" y="89784"/>
                </a:lnTo>
                <a:lnTo>
                  <a:pt x="79523" y="93238"/>
                </a:lnTo>
                <a:lnTo>
                  <a:pt x="76066" y="93238"/>
                </a:lnTo>
                <a:lnTo>
                  <a:pt x="76066" y="96691"/>
                </a:lnTo>
                <a:lnTo>
                  <a:pt x="69151" y="96691"/>
                </a:lnTo>
                <a:lnTo>
                  <a:pt x="69151" y="100144"/>
                </a:lnTo>
                <a:lnTo>
                  <a:pt x="58778" y="100144"/>
                </a:lnTo>
                <a:lnTo>
                  <a:pt x="58778" y="103597"/>
                </a:lnTo>
                <a:lnTo>
                  <a:pt x="38033" y="103597"/>
                </a:lnTo>
                <a:lnTo>
                  <a:pt x="38033" y="100144"/>
                </a:lnTo>
                <a:lnTo>
                  <a:pt x="27660" y="100144"/>
                </a:lnTo>
                <a:lnTo>
                  <a:pt x="27660" y="96691"/>
                </a:lnTo>
                <a:lnTo>
                  <a:pt x="24203" y="96691"/>
                </a:lnTo>
                <a:lnTo>
                  <a:pt x="24203" y="93238"/>
                </a:lnTo>
                <a:lnTo>
                  <a:pt x="17288" y="93238"/>
                </a:lnTo>
                <a:lnTo>
                  <a:pt x="17288" y="89784"/>
                </a:lnTo>
                <a:lnTo>
                  <a:pt x="13830" y="89784"/>
                </a:lnTo>
                <a:lnTo>
                  <a:pt x="13830" y="86331"/>
                </a:lnTo>
                <a:lnTo>
                  <a:pt x="10373" y="86331"/>
                </a:lnTo>
                <a:lnTo>
                  <a:pt x="10373" y="79425"/>
                </a:lnTo>
                <a:lnTo>
                  <a:pt x="6915" y="79425"/>
                </a:lnTo>
                <a:lnTo>
                  <a:pt x="6915" y="72518"/>
                </a:lnTo>
                <a:lnTo>
                  <a:pt x="3458" y="72518"/>
                </a:lnTo>
                <a:lnTo>
                  <a:pt x="3458" y="58705"/>
                </a:lnTo>
                <a:close/>
                <a:moveTo>
                  <a:pt x="24203" y="65612"/>
                </a:moveTo>
                <a:lnTo>
                  <a:pt x="27660" y="65612"/>
                </a:lnTo>
                <a:lnTo>
                  <a:pt x="27660" y="75971"/>
                </a:lnTo>
                <a:lnTo>
                  <a:pt x="31118" y="75971"/>
                </a:lnTo>
                <a:lnTo>
                  <a:pt x="31118" y="82878"/>
                </a:lnTo>
                <a:lnTo>
                  <a:pt x="34575" y="82878"/>
                </a:lnTo>
                <a:lnTo>
                  <a:pt x="34575" y="86331"/>
                </a:lnTo>
                <a:lnTo>
                  <a:pt x="38033" y="86331"/>
                </a:lnTo>
                <a:lnTo>
                  <a:pt x="38033" y="89784"/>
                </a:lnTo>
                <a:lnTo>
                  <a:pt x="44948" y="89784"/>
                </a:lnTo>
                <a:lnTo>
                  <a:pt x="44948" y="93238"/>
                </a:lnTo>
                <a:lnTo>
                  <a:pt x="62235" y="93238"/>
                </a:lnTo>
                <a:lnTo>
                  <a:pt x="62235" y="89784"/>
                </a:lnTo>
                <a:lnTo>
                  <a:pt x="69151" y="89784"/>
                </a:lnTo>
                <a:lnTo>
                  <a:pt x="69151" y="86331"/>
                </a:lnTo>
                <a:lnTo>
                  <a:pt x="72608" y="86331"/>
                </a:lnTo>
                <a:lnTo>
                  <a:pt x="72608" y="79425"/>
                </a:lnTo>
                <a:lnTo>
                  <a:pt x="76066" y="79425"/>
                </a:lnTo>
                <a:lnTo>
                  <a:pt x="76066" y="34532"/>
                </a:lnTo>
                <a:lnTo>
                  <a:pt x="72608" y="34532"/>
                </a:lnTo>
                <a:lnTo>
                  <a:pt x="72608" y="24173"/>
                </a:lnTo>
                <a:lnTo>
                  <a:pt x="69151" y="24173"/>
                </a:lnTo>
                <a:lnTo>
                  <a:pt x="69151" y="20719"/>
                </a:lnTo>
                <a:lnTo>
                  <a:pt x="65693" y="20719"/>
                </a:lnTo>
                <a:lnTo>
                  <a:pt x="65693" y="17266"/>
                </a:lnTo>
                <a:lnTo>
                  <a:pt x="62235" y="17266"/>
                </a:lnTo>
                <a:lnTo>
                  <a:pt x="62235" y="13813"/>
                </a:lnTo>
                <a:lnTo>
                  <a:pt x="58778" y="13813"/>
                </a:lnTo>
                <a:lnTo>
                  <a:pt x="58778" y="10360"/>
                </a:lnTo>
                <a:lnTo>
                  <a:pt x="51863" y="10360"/>
                </a:lnTo>
                <a:lnTo>
                  <a:pt x="51863" y="6906"/>
                </a:lnTo>
                <a:lnTo>
                  <a:pt x="41490" y="6906"/>
                </a:lnTo>
                <a:lnTo>
                  <a:pt x="41490" y="10360"/>
                </a:lnTo>
                <a:lnTo>
                  <a:pt x="34575" y="10360"/>
                </a:lnTo>
                <a:lnTo>
                  <a:pt x="34575" y="13813"/>
                </a:lnTo>
                <a:lnTo>
                  <a:pt x="31118" y="13813"/>
                </a:lnTo>
                <a:lnTo>
                  <a:pt x="31118" y="17266"/>
                </a:lnTo>
                <a:lnTo>
                  <a:pt x="27660" y="17266"/>
                </a:lnTo>
                <a:lnTo>
                  <a:pt x="27660" y="24173"/>
                </a:lnTo>
                <a:lnTo>
                  <a:pt x="24203" y="24173"/>
                </a:lnTo>
                <a:lnTo>
                  <a:pt x="24203" y="6561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446D2EE-669A-4257-9377-51638F1E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169" y="945923"/>
            <a:ext cx="89896" cy="103597"/>
          </a:xfrm>
          <a:custGeom xmlns:a="http://schemas.openxmlformats.org/drawingml/2006/main">
            <a:pathLst>
              <a:path w="89896" h="103597">
                <a:moveTo>
                  <a:pt x="20745" y="34532"/>
                </a:moveTo>
                <a:lnTo>
                  <a:pt x="6915" y="34532"/>
                </a:lnTo>
                <a:lnTo>
                  <a:pt x="6915" y="31079"/>
                </a:lnTo>
                <a:lnTo>
                  <a:pt x="3458" y="31079"/>
                </a:lnTo>
                <a:lnTo>
                  <a:pt x="3458" y="17266"/>
                </a:lnTo>
                <a:lnTo>
                  <a:pt x="6915" y="17266"/>
                </a:lnTo>
                <a:lnTo>
                  <a:pt x="6915" y="10360"/>
                </a:lnTo>
                <a:lnTo>
                  <a:pt x="10373" y="10360"/>
                </a:lnTo>
                <a:lnTo>
                  <a:pt x="10373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58778" y="0"/>
                </a:lnTo>
                <a:lnTo>
                  <a:pt x="58778" y="3453"/>
                </a:lnTo>
                <a:lnTo>
                  <a:pt x="65693" y="3453"/>
                </a:lnTo>
                <a:lnTo>
                  <a:pt x="65693" y="6906"/>
                </a:lnTo>
                <a:lnTo>
                  <a:pt x="69151" y="6906"/>
                </a:lnTo>
                <a:lnTo>
                  <a:pt x="69151" y="10360"/>
                </a:lnTo>
                <a:lnTo>
                  <a:pt x="72608" y="10360"/>
                </a:lnTo>
                <a:lnTo>
                  <a:pt x="72608" y="34532"/>
                </a:lnTo>
                <a:lnTo>
                  <a:pt x="76066" y="34532"/>
                </a:lnTo>
                <a:lnTo>
                  <a:pt x="76066" y="79425"/>
                </a:lnTo>
                <a:lnTo>
                  <a:pt x="72608" y="79425"/>
                </a:lnTo>
                <a:lnTo>
                  <a:pt x="72608" y="82878"/>
                </a:lnTo>
                <a:lnTo>
                  <a:pt x="76066" y="82878"/>
                </a:lnTo>
                <a:lnTo>
                  <a:pt x="76066" y="86331"/>
                </a:lnTo>
                <a:lnTo>
                  <a:pt x="82981" y="86331"/>
                </a:lnTo>
                <a:lnTo>
                  <a:pt x="82981" y="82878"/>
                </a:lnTo>
                <a:lnTo>
                  <a:pt x="86438" y="82878"/>
                </a:lnTo>
                <a:lnTo>
                  <a:pt x="86438" y="79425"/>
                </a:lnTo>
                <a:lnTo>
                  <a:pt x="89896" y="79425"/>
                </a:lnTo>
                <a:lnTo>
                  <a:pt x="89896" y="89784"/>
                </a:lnTo>
                <a:lnTo>
                  <a:pt x="86438" y="89784"/>
                </a:lnTo>
                <a:lnTo>
                  <a:pt x="86438" y="93238"/>
                </a:lnTo>
                <a:lnTo>
                  <a:pt x="82981" y="93238"/>
                </a:lnTo>
                <a:lnTo>
                  <a:pt x="82981" y="96691"/>
                </a:lnTo>
                <a:lnTo>
                  <a:pt x="79523" y="96691"/>
                </a:lnTo>
                <a:lnTo>
                  <a:pt x="79523" y="100144"/>
                </a:lnTo>
                <a:lnTo>
                  <a:pt x="69151" y="100144"/>
                </a:lnTo>
                <a:lnTo>
                  <a:pt x="69151" y="103597"/>
                </a:lnTo>
                <a:lnTo>
                  <a:pt x="65693" y="103597"/>
                </a:lnTo>
                <a:lnTo>
                  <a:pt x="65693" y="100144"/>
                </a:lnTo>
                <a:lnTo>
                  <a:pt x="58778" y="100144"/>
                </a:lnTo>
                <a:lnTo>
                  <a:pt x="58778" y="96691"/>
                </a:lnTo>
                <a:lnTo>
                  <a:pt x="55320" y="96691"/>
                </a:lnTo>
                <a:lnTo>
                  <a:pt x="55320" y="86331"/>
                </a:lnTo>
                <a:lnTo>
                  <a:pt x="51863" y="86331"/>
                </a:lnTo>
                <a:lnTo>
                  <a:pt x="51863" y="89784"/>
                </a:lnTo>
                <a:lnTo>
                  <a:pt x="48405" y="89784"/>
                </a:lnTo>
                <a:lnTo>
                  <a:pt x="48405" y="93238"/>
                </a:lnTo>
                <a:lnTo>
                  <a:pt x="44948" y="93238"/>
                </a:lnTo>
                <a:lnTo>
                  <a:pt x="44948" y="96691"/>
                </a:lnTo>
                <a:lnTo>
                  <a:pt x="38033" y="96691"/>
                </a:lnTo>
                <a:lnTo>
                  <a:pt x="38033" y="100144"/>
                </a:lnTo>
                <a:lnTo>
                  <a:pt x="27660" y="100144"/>
                </a:lnTo>
                <a:lnTo>
                  <a:pt x="27660" y="103597"/>
                </a:lnTo>
                <a:lnTo>
                  <a:pt x="20745" y="103597"/>
                </a:lnTo>
                <a:lnTo>
                  <a:pt x="20745" y="100144"/>
                </a:lnTo>
                <a:lnTo>
                  <a:pt x="10373" y="100144"/>
                </a:lnTo>
                <a:lnTo>
                  <a:pt x="10373" y="96691"/>
                </a:lnTo>
                <a:lnTo>
                  <a:pt x="6915" y="96691"/>
                </a:lnTo>
                <a:lnTo>
                  <a:pt x="6915" y="93238"/>
                </a:lnTo>
                <a:lnTo>
                  <a:pt x="3458" y="93238"/>
                </a:lnTo>
                <a:lnTo>
                  <a:pt x="3458" y="89784"/>
                </a:lnTo>
                <a:lnTo>
                  <a:pt x="0" y="89784"/>
                </a:lnTo>
                <a:lnTo>
                  <a:pt x="0" y="65612"/>
                </a:lnTo>
                <a:lnTo>
                  <a:pt x="3458" y="65612"/>
                </a:lnTo>
                <a:lnTo>
                  <a:pt x="3458" y="58705"/>
                </a:lnTo>
                <a:lnTo>
                  <a:pt x="6915" y="58705"/>
                </a:lnTo>
                <a:lnTo>
                  <a:pt x="6915" y="55252"/>
                </a:lnTo>
                <a:lnTo>
                  <a:pt x="13830" y="55252"/>
                </a:lnTo>
                <a:lnTo>
                  <a:pt x="13830" y="51799"/>
                </a:lnTo>
                <a:lnTo>
                  <a:pt x="17288" y="51799"/>
                </a:lnTo>
                <a:lnTo>
                  <a:pt x="17288" y="48345"/>
                </a:lnTo>
                <a:lnTo>
                  <a:pt x="24203" y="48345"/>
                </a:lnTo>
                <a:lnTo>
                  <a:pt x="24203" y="44892"/>
                </a:lnTo>
                <a:lnTo>
                  <a:pt x="31118" y="44892"/>
                </a:lnTo>
                <a:lnTo>
                  <a:pt x="31118" y="41439"/>
                </a:lnTo>
                <a:lnTo>
                  <a:pt x="41490" y="41439"/>
                </a:lnTo>
                <a:lnTo>
                  <a:pt x="41490" y="37986"/>
                </a:lnTo>
                <a:lnTo>
                  <a:pt x="48405" y="37986"/>
                </a:lnTo>
                <a:lnTo>
                  <a:pt x="48405" y="34532"/>
                </a:lnTo>
                <a:lnTo>
                  <a:pt x="55320" y="34532"/>
                </a:lnTo>
                <a:lnTo>
                  <a:pt x="55320" y="20719"/>
                </a:lnTo>
                <a:lnTo>
                  <a:pt x="51863" y="20719"/>
                </a:lnTo>
                <a:lnTo>
                  <a:pt x="51863" y="13813"/>
                </a:lnTo>
                <a:lnTo>
                  <a:pt x="48405" y="13813"/>
                </a:lnTo>
                <a:lnTo>
                  <a:pt x="48405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31118" y="6906"/>
                </a:lnTo>
                <a:lnTo>
                  <a:pt x="31118" y="10360"/>
                </a:lnTo>
                <a:lnTo>
                  <a:pt x="24203" y="10360"/>
                </a:lnTo>
                <a:lnTo>
                  <a:pt x="24203" y="17266"/>
                </a:lnTo>
                <a:lnTo>
                  <a:pt x="20745" y="17266"/>
                </a:lnTo>
                <a:lnTo>
                  <a:pt x="20745" y="20719"/>
                </a:lnTo>
                <a:lnTo>
                  <a:pt x="24203" y="20719"/>
                </a:lnTo>
                <a:lnTo>
                  <a:pt x="24203" y="27626"/>
                </a:lnTo>
                <a:lnTo>
                  <a:pt x="20745" y="27626"/>
                </a:lnTo>
                <a:lnTo>
                  <a:pt x="20745" y="34532"/>
                </a:lnTo>
                <a:close/>
                <a:moveTo>
                  <a:pt x="20745" y="82878"/>
                </a:moveTo>
                <a:lnTo>
                  <a:pt x="24203" y="82878"/>
                </a:lnTo>
                <a:lnTo>
                  <a:pt x="24203" y="86331"/>
                </a:lnTo>
                <a:lnTo>
                  <a:pt x="44948" y="86331"/>
                </a:lnTo>
                <a:lnTo>
                  <a:pt x="44948" y="82878"/>
                </a:lnTo>
                <a:lnTo>
                  <a:pt x="48405" y="82878"/>
                </a:lnTo>
                <a:lnTo>
                  <a:pt x="48405" y="79425"/>
                </a:lnTo>
                <a:lnTo>
                  <a:pt x="55320" y="79425"/>
                </a:lnTo>
                <a:lnTo>
                  <a:pt x="55320" y="44892"/>
                </a:lnTo>
                <a:lnTo>
                  <a:pt x="44948" y="44892"/>
                </a:lnTo>
                <a:lnTo>
                  <a:pt x="44948" y="48345"/>
                </a:lnTo>
                <a:lnTo>
                  <a:pt x="38033" y="48345"/>
                </a:lnTo>
                <a:lnTo>
                  <a:pt x="38033" y="51799"/>
                </a:lnTo>
                <a:lnTo>
                  <a:pt x="31118" y="51799"/>
                </a:lnTo>
                <a:lnTo>
                  <a:pt x="31118" y="55252"/>
                </a:lnTo>
                <a:lnTo>
                  <a:pt x="27660" y="55252"/>
                </a:lnTo>
                <a:lnTo>
                  <a:pt x="27660" y="58705"/>
                </a:lnTo>
                <a:lnTo>
                  <a:pt x="24203" y="58705"/>
                </a:lnTo>
                <a:lnTo>
                  <a:pt x="24203" y="62158"/>
                </a:lnTo>
                <a:lnTo>
                  <a:pt x="20745" y="62158"/>
                </a:lnTo>
                <a:lnTo>
                  <a:pt x="20745" y="65612"/>
                </a:lnTo>
                <a:lnTo>
                  <a:pt x="17288" y="65612"/>
                </a:lnTo>
                <a:lnTo>
                  <a:pt x="17288" y="75971"/>
                </a:lnTo>
                <a:lnTo>
                  <a:pt x="20745" y="75971"/>
                </a:lnTo>
                <a:lnTo>
                  <a:pt x="20745" y="8287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0683172E-7C78-4B6F-AA8A-832CDA36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96" y="1163477"/>
            <a:ext cx="110641" cy="155396"/>
          </a:xfrm>
          <a:custGeom xmlns:a="http://schemas.openxmlformats.org/drawingml/2006/main">
            <a:pathLst>
              <a:path w="110641" h="155396">
                <a:moveTo>
                  <a:pt x="10373" y="10360"/>
                </a:moveTo>
                <a:lnTo>
                  <a:pt x="6915" y="10360"/>
                </a:lnTo>
                <a:lnTo>
                  <a:pt x="6915" y="6906"/>
                </a:lnTo>
                <a:lnTo>
                  <a:pt x="0" y="6906"/>
                </a:lnTo>
                <a:lnTo>
                  <a:pt x="0" y="0"/>
                </a:lnTo>
                <a:lnTo>
                  <a:pt x="41490" y="0"/>
                </a:lnTo>
                <a:lnTo>
                  <a:pt x="41490" y="58705"/>
                </a:lnTo>
                <a:lnTo>
                  <a:pt x="48405" y="58705"/>
                </a:lnTo>
                <a:lnTo>
                  <a:pt x="48405" y="55252"/>
                </a:lnTo>
                <a:lnTo>
                  <a:pt x="51863" y="55252"/>
                </a:lnTo>
                <a:lnTo>
                  <a:pt x="51863" y="51799"/>
                </a:lnTo>
                <a:lnTo>
                  <a:pt x="58778" y="51799"/>
                </a:lnTo>
                <a:lnTo>
                  <a:pt x="58778" y="48345"/>
                </a:lnTo>
                <a:lnTo>
                  <a:pt x="82981" y="48345"/>
                </a:lnTo>
                <a:lnTo>
                  <a:pt x="82981" y="51799"/>
                </a:lnTo>
                <a:lnTo>
                  <a:pt x="89896" y="51799"/>
                </a:lnTo>
                <a:lnTo>
                  <a:pt x="89896" y="55252"/>
                </a:lnTo>
                <a:lnTo>
                  <a:pt x="93353" y="55252"/>
                </a:lnTo>
                <a:lnTo>
                  <a:pt x="93353" y="58705"/>
                </a:lnTo>
                <a:lnTo>
                  <a:pt x="96811" y="58705"/>
                </a:lnTo>
                <a:lnTo>
                  <a:pt x="96811" y="65612"/>
                </a:lnTo>
                <a:lnTo>
                  <a:pt x="100268" y="65612"/>
                </a:lnTo>
                <a:lnTo>
                  <a:pt x="100268" y="145036"/>
                </a:lnTo>
                <a:lnTo>
                  <a:pt x="103726" y="145036"/>
                </a:lnTo>
                <a:lnTo>
                  <a:pt x="103726" y="148489"/>
                </a:lnTo>
                <a:lnTo>
                  <a:pt x="110641" y="148489"/>
                </a:lnTo>
                <a:lnTo>
                  <a:pt x="110641" y="155396"/>
                </a:lnTo>
                <a:lnTo>
                  <a:pt x="100268" y="155396"/>
                </a:lnTo>
                <a:lnTo>
                  <a:pt x="100268" y="151943"/>
                </a:lnTo>
                <a:lnTo>
                  <a:pt x="69151" y="151943"/>
                </a:lnTo>
                <a:lnTo>
                  <a:pt x="69151" y="155396"/>
                </a:lnTo>
                <a:lnTo>
                  <a:pt x="62235" y="155396"/>
                </a:lnTo>
                <a:lnTo>
                  <a:pt x="62235" y="151943"/>
                </a:lnTo>
                <a:lnTo>
                  <a:pt x="58778" y="151943"/>
                </a:lnTo>
                <a:lnTo>
                  <a:pt x="58778" y="148489"/>
                </a:lnTo>
                <a:lnTo>
                  <a:pt x="62235" y="148489"/>
                </a:lnTo>
                <a:lnTo>
                  <a:pt x="62235" y="145036"/>
                </a:lnTo>
                <a:lnTo>
                  <a:pt x="65693" y="145036"/>
                </a:lnTo>
                <a:lnTo>
                  <a:pt x="65693" y="141583"/>
                </a:lnTo>
                <a:lnTo>
                  <a:pt x="69151" y="141583"/>
                </a:lnTo>
                <a:lnTo>
                  <a:pt x="69151" y="69065"/>
                </a:lnTo>
                <a:lnTo>
                  <a:pt x="65693" y="69065"/>
                </a:lnTo>
                <a:lnTo>
                  <a:pt x="65693" y="65612"/>
                </a:lnTo>
                <a:lnTo>
                  <a:pt x="62235" y="65612"/>
                </a:lnTo>
                <a:lnTo>
                  <a:pt x="62235" y="62158"/>
                </a:lnTo>
                <a:lnTo>
                  <a:pt x="55320" y="62158"/>
                </a:lnTo>
                <a:lnTo>
                  <a:pt x="55320" y="65612"/>
                </a:lnTo>
                <a:lnTo>
                  <a:pt x="48405" y="65612"/>
                </a:lnTo>
                <a:lnTo>
                  <a:pt x="48405" y="69065"/>
                </a:lnTo>
                <a:lnTo>
                  <a:pt x="44948" y="69065"/>
                </a:lnTo>
                <a:lnTo>
                  <a:pt x="44948" y="75971"/>
                </a:lnTo>
                <a:lnTo>
                  <a:pt x="41490" y="75971"/>
                </a:lnTo>
                <a:lnTo>
                  <a:pt x="41490" y="141583"/>
                </a:lnTo>
                <a:lnTo>
                  <a:pt x="44948" y="141583"/>
                </a:lnTo>
                <a:lnTo>
                  <a:pt x="44948" y="145036"/>
                </a:lnTo>
                <a:lnTo>
                  <a:pt x="48405" y="145036"/>
                </a:lnTo>
                <a:lnTo>
                  <a:pt x="48405" y="148489"/>
                </a:lnTo>
                <a:lnTo>
                  <a:pt x="51863" y="148489"/>
                </a:lnTo>
                <a:lnTo>
                  <a:pt x="51863" y="155396"/>
                </a:lnTo>
                <a:lnTo>
                  <a:pt x="44948" y="155396"/>
                </a:lnTo>
                <a:lnTo>
                  <a:pt x="44948" y="151943"/>
                </a:lnTo>
                <a:lnTo>
                  <a:pt x="13830" y="151943"/>
                </a:lnTo>
                <a:lnTo>
                  <a:pt x="13830" y="155396"/>
                </a:lnTo>
                <a:lnTo>
                  <a:pt x="0" y="155396"/>
                </a:lnTo>
                <a:lnTo>
                  <a:pt x="0" y="148489"/>
                </a:lnTo>
                <a:lnTo>
                  <a:pt x="6915" y="148489"/>
                </a:lnTo>
                <a:lnTo>
                  <a:pt x="6915" y="145036"/>
                </a:lnTo>
                <a:lnTo>
                  <a:pt x="10373" y="145036"/>
                </a:lnTo>
                <a:lnTo>
                  <a:pt x="10373" y="103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4C055756-C1CD-4406-9274-89FEDF3D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19" y="414123"/>
            <a:ext cx="100268" cy="151943"/>
          </a:xfrm>
          <a:custGeom xmlns:a="http://schemas.openxmlformats.org/drawingml/2006/main">
            <a:pathLst>
              <a:path w="100268" h="151943">
                <a:moveTo>
                  <a:pt x="10373" y="20719"/>
                </a:moveTo>
                <a:lnTo>
                  <a:pt x="13830" y="20719"/>
                </a:lnTo>
                <a:lnTo>
                  <a:pt x="13830" y="13813"/>
                </a:lnTo>
                <a:lnTo>
                  <a:pt x="17288" y="13813"/>
                </a:lnTo>
                <a:lnTo>
                  <a:pt x="17288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7660" y="6906"/>
                </a:lnTo>
                <a:lnTo>
                  <a:pt x="27660" y="3453"/>
                </a:lnTo>
                <a:lnTo>
                  <a:pt x="34575" y="3453"/>
                </a:lnTo>
                <a:lnTo>
                  <a:pt x="34575" y="0"/>
                </a:lnTo>
                <a:lnTo>
                  <a:pt x="62235" y="0"/>
                </a:lnTo>
                <a:lnTo>
                  <a:pt x="62235" y="3453"/>
                </a:lnTo>
                <a:lnTo>
                  <a:pt x="69151" y="3453"/>
                </a:lnTo>
                <a:lnTo>
                  <a:pt x="69151" y="6906"/>
                </a:lnTo>
                <a:lnTo>
                  <a:pt x="100268" y="6906"/>
                </a:lnTo>
                <a:lnTo>
                  <a:pt x="100268" y="17266"/>
                </a:lnTo>
                <a:lnTo>
                  <a:pt x="82981" y="17266"/>
                </a:lnTo>
                <a:lnTo>
                  <a:pt x="82981" y="20719"/>
                </a:lnTo>
                <a:lnTo>
                  <a:pt x="86438" y="20719"/>
                </a:lnTo>
                <a:lnTo>
                  <a:pt x="86438" y="51799"/>
                </a:lnTo>
                <a:lnTo>
                  <a:pt x="82981" y="51799"/>
                </a:lnTo>
                <a:lnTo>
                  <a:pt x="82981" y="55252"/>
                </a:lnTo>
                <a:lnTo>
                  <a:pt x="79523" y="55252"/>
                </a:lnTo>
                <a:lnTo>
                  <a:pt x="79523" y="58705"/>
                </a:lnTo>
                <a:lnTo>
                  <a:pt x="76066" y="58705"/>
                </a:lnTo>
                <a:lnTo>
                  <a:pt x="76066" y="62158"/>
                </a:lnTo>
                <a:lnTo>
                  <a:pt x="72608" y="62158"/>
                </a:lnTo>
                <a:lnTo>
                  <a:pt x="72608" y="65612"/>
                </a:lnTo>
                <a:lnTo>
                  <a:pt x="69151" y="65612"/>
                </a:lnTo>
                <a:lnTo>
                  <a:pt x="69151" y="69065"/>
                </a:lnTo>
                <a:lnTo>
                  <a:pt x="55320" y="69065"/>
                </a:lnTo>
                <a:lnTo>
                  <a:pt x="55320" y="72518"/>
                </a:lnTo>
                <a:lnTo>
                  <a:pt x="41490" y="72518"/>
                </a:lnTo>
                <a:lnTo>
                  <a:pt x="41490" y="69065"/>
                </a:lnTo>
                <a:lnTo>
                  <a:pt x="31118" y="69065"/>
                </a:lnTo>
                <a:lnTo>
                  <a:pt x="31118" y="72518"/>
                </a:lnTo>
                <a:lnTo>
                  <a:pt x="27660" y="72518"/>
                </a:lnTo>
                <a:lnTo>
                  <a:pt x="27660" y="79425"/>
                </a:lnTo>
                <a:lnTo>
                  <a:pt x="24203" y="79425"/>
                </a:lnTo>
                <a:lnTo>
                  <a:pt x="24203" y="82878"/>
                </a:lnTo>
                <a:lnTo>
                  <a:pt x="27660" y="82878"/>
                </a:lnTo>
                <a:lnTo>
                  <a:pt x="27660" y="86331"/>
                </a:lnTo>
                <a:lnTo>
                  <a:pt x="76066" y="86331"/>
                </a:lnTo>
                <a:lnTo>
                  <a:pt x="76066" y="89784"/>
                </a:lnTo>
                <a:lnTo>
                  <a:pt x="86438" y="89784"/>
                </a:lnTo>
                <a:lnTo>
                  <a:pt x="86438" y="93238"/>
                </a:lnTo>
                <a:lnTo>
                  <a:pt x="93353" y="93238"/>
                </a:lnTo>
                <a:lnTo>
                  <a:pt x="93353" y="96691"/>
                </a:lnTo>
                <a:lnTo>
                  <a:pt x="96811" y="96691"/>
                </a:lnTo>
                <a:lnTo>
                  <a:pt x="96811" y="103597"/>
                </a:lnTo>
                <a:lnTo>
                  <a:pt x="100268" y="103597"/>
                </a:lnTo>
                <a:lnTo>
                  <a:pt x="100268" y="120864"/>
                </a:lnTo>
                <a:lnTo>
                  <a:pt x="96811" y="120864"/>
                </a:lnTo>
                <a:lnTo>
                  <a:pt x="96811" y="127770"/>
                </a:lnTo>
                <a:lnTo>
                  <a:pt x="93353" y="127770"/>
                </a:lnTo>
                <a:lnTo>
                  <a:pt x="93353" y="131223"/>
                </a:lnTo>
                <a:lnTo>
                  <a:pt x="89896" y="131223"/>
                </a:lnTo>
                <a:lnTo>
                  <a:pt x="89896" y="134677"/>
                </a:lnTo>
                <a:lnTo>
                  <a:pt x="86438" y="134677"/>
                </a:lnTo>
                <a:lnTo>
                  <a:pt x="86438" y="138130"/>
                </a:lnTo>
                <a:lnTo>
                  <a:pt x="82981" y="138130"/>
                </a:lnTo>
                <a:lnTo>
                  <a:pt x="82981" y="141583"/>
                </a:lnTo>
                <a:lnTo>
                  <a:pt x="79523" y="141583"/>
                </a:lnTo>
                <a:lnTo>
                  <a:pt x="79523" y="145036"/>
                </a:lnTo>
                <a:lnTo>
                  <a:pt x="72608" y="145036"/>
                </a:lnTo>
                <a:lnTo>
                  <a:pt x="72608" y="148489"/>
                </a:lnTo>
                <a:lnTo>
                  <a:pt x="58778" y="148489"/>
                </a:lnTo>
                <a:lnTo>
                  <a:pt x="58778" y="151943"/>
                </a:lnTo>
                <a:lnTo>
                  <a:pt x="27660" y="151943"/>
                </a:lnTo>
                <a:lnTo>
                  <a:pt x="27660" y="148489"/>
                </a:lnTo>
                <a:lnTo>
                  <a:pt x="17288" y="148489"/>
                </a:lnTo>
                <a:lnTo>
                  <a:pt x="17288" y="145036"/>
                </a:lnTo>
                <a:lnTo>
                  <a:pt x="10373" y="145036"/>
                </a:lnTo>
                <a:lnTo>
                  <a:pt x="10373" y="141583"/>
                </a:lnTo>
                <a:lnTo>
                  <a:pt x="6915" y="141583"/>
                </a:lnTo>
                <a:lnTo>
                  <a:pt x="6915" y="138130"/>
                </a:lnTo>
                <a:lnTo>
                  <a:pt x="3458" y="138130"/>
                </a:lnTo>
                <a:lnTo>
                  <a:pt x="3458" y="134677"/>
                </a:lnTo>
                <a:lnTo>
                  <a:pt x="0" y="134677"/>
                </a:lnTo>
                <a:lnTo>
                  <a:pt x="0" y="120864"/>
                </a:lnTo>
                <a:lnTo>
                  <a:pt x="3458" y="120864"/>
                </a:lnTo>
                <a:lnTo>
                  <a:pt x="3458" y="117410"/>
                </a:lnTo>
                <a:lnTo>
                  <a:pt x="6915" y="117410"/>
                </a:lnTo>
                <a:lnTo>
                  <a:pt x="6915" y="113957"/>
                </a:lnTo>
                <a:lnTo>
                  <a:pt x="10373" y="113957"/>
                </a:lnTo>
                <a:lnTo>
                  <a:pt x="10373" y="110504"/>
                </a:lnTo>
                <a:lnTo>
                  <a:pt x="13830" y="110504"/>
                </a:lnTo>
                <a:lnTo>
                  <a:pt x="13830" y="107051"/>
                </a:lnTo>
                <a:lnTo>
                  <a:pt x="17288" y="107051"/>
                </a:lnTo>
                <a:lnTo>
                  <a:pt x="17288" y="100144"/>
                </a:lnTo>
                <a:lnTo>
                  <a:pt x="13830" y="100144"/>
                </a:lnTo>
                <a:lnTo>
                  <a:pt x="13830" y="96691"/>
                </a:lnTo>
                <a:lnTo>
                  <a:pt x="10373" y="96691"/>
                </a:lnTo>
                <a:lnTo>
                  <a:pt x="10373" y="79425"/>
                </a:lnTo>
                <a:lnTo>
                  <a:pt x="13830" y="79425"/>
                </a:lnTo>
                <a:lnTo>
                  <a:pt x="13830" y="75971"/>
                </a:lnTo>
                <a:lnTo>
                  <a:pt x="17288" y="75971"/>
                </a:lnTo>
                <a:lnTo>
                  <a:pt x="17288" y="72518"/>
                </a:lnTo>
                <a:lnTo>
                  <a:pt x="20745" y="72518"/>
                </a:lnTo>
                <a:lnTo>
                  <a:pt x="20745" y="69065"/>
                </a:lnTo>
                <a:lnTo>
                  <a:pt x="24203" y="69065"/>
                </a:lnTo>
                <a:lnTo>
                  <a:pt x="24203" y="65612"/>
                </a:lnTo>
                <a:lnTo>
                  <a:pt x="20745" y="65612"/>
                </a:lnTo>
                <a:lnTo>
                  <a:pt x="20745" y="62158"/>
                </a:lnTo>
                <a:lnTo>
                  <a:pt x="17288" y="62158"/>
                </a:lnTo>
                <a:lnTo>
                  <a:pt x="17288" y="58705"/>
                </a:lnTo>
                <a:lnTo>
                  <a:pt x="13830" y="58705"/>
                </a:lnTo>
                <a:lnTo>
                  <a:pt x="13830" y="55252"/>
                </a:lnTo>
                <a:lnTo>
                  <a:pt x="10373" y="55252"/>
                </a:lnTo>
                <a:lnTo>
                  <a:pt x="10373" y="44892"/>
                </a:lnTo>
                <a:lnTo>
                  <a:pt x="6915" y="44892"/>
                </a:lnTo>
                <a:lnTo>
                  <a:pt x="6915" y="27626"/>
                </a:lnTo>
                <a:lnTo>
                  <a:pt x="10373" y="27626"/>
                </a:lnTo>
                <a:lnTo>
                  <a:pt x="10373" y="20719"/>
                </a:lnTo>
                <a:close/>
                <a:moveTo>
                  <a:pt x="34575" y="55252"/>
                </a:moveTo>
                <a:lnTo>
                  <a:pt x="34575" y="58705"/>
                </a:lnTo>
                <a:lnTo>
                  <a:pt x="38033" y="58705"/>
                </a:lnTo>
                <a:lnTo>
                  <a:pt x="38033" y="62158"/>
                </a:lnTo>
                <a:lnTo>
                  <a:pt x="44948" y="62158"/>
                </a:lnTo>
                <a:lnTo>
                  <a:pt x="44948" y="65612"/>
                </a:lnTo>
                <a:lnTo>
                  <a:pt x="51863" y="65612"/>
                </a:lnTo>
                <a:lnTo>
                  <a:pt x="51863" y="62158"/>
                </a:lnTo>
                <a:lnTo>
                  <a:pt x="58778" y="62158"/>
                </a:lnTo>
                <a:lnTo>
                  <a:pt x="58778" y="58705"/>
                </a:lnTo>
                <a:lnTo>
                  <a:pt x="62235" y="58705"/>
                </a:lnTo>
                <a:lnTo>
                  <a:pt x="62235" y="55252"/>
                </a:lnTo>
                <a:lnTo>
                  <a:pt x="65693" y="55252"/>
                </a:lnTo>
                <a:lnTo>
                  <a:pt x="65693" y="20719"/>
                </a:lnTo>
                <a:lnTo>
                  <a:pt x="62235" y="20719"/>
                </a:lnTo>
                <a:lnTo>
                  <a:pt x="62235" y="13813"/>
                </a:lnTo>
                <a:lnTo>
                  <a:pt x="58778" y="13813"/>
                </a:lnTo>
                <a:lnTo>
                  <a:pt x="58778" y="10360"/>
                </a:lnTo>
                <a:lnTo>
                  <a:pt x="55320" y="10360"/>
                </a:lnTo>
                <a:lnTo>
                  <a:pt x="55320" y="6906"/>
                </a:lnTo>
                <a:lnTo>
                  <a:pt x="38033" y="6906"/>
                </a:lnTo>
                <a:lnTo>
                  <a:pt x="38033" y="10360"/>
                </a:lnTo>
                <a:lnTo>
                  <a:pt x="34575" y="10360"/>
                </a:lnTo>
                <a:lnTo>
                  <a:pt x="34575" y="13813"/>
                </a:lnTo>
                <a:lnTo>
                  <a:pt x="31118" y="13813"/>
                </a:lnTo>
                <a:lnTo>
                  <a:pt x="31118" y="20719"/>
                </a:lnTo>
                <a:lnTo>
                  <a:pt x="27660" y="20719"/>
                </a:lnTo>
                <a:lnTo>
                  <a:pt x="27660" y="44892"/>
                </a:lnTo>
                <a:lnTo>
                  <a:pt x="31118" y="44892"/>
                </a:lnTo>
                <a:lnTo>
                  <a:pt x="31118" y="55252"/>
                </a:lnTo>
                <a:lnTo>
                  <a:pt x="34575" y="55252"/>
                </a:lnTo>
                <a:close/>
                <a:moveTo>
                  <a:pt x="20745" y="127770"/>
                </a:moveTo>
                <a:lnTo>
                  <a:pt x="20745" y="131223"/>
                </a:lnTo>
                <a:lnTo>
                  <a:pt x="27660" y="131223"/>
                </a:lnTo>
                <a:lnTo>
                  <a:pt x="27660" y="134677"/>
                </a:lnTo>
                <a:lnTo>
                  <a:pt x="44948" y="134677"/>
                </a:lnTo>
                <a:lnTo>
                  <a:pt x="44948" y="138130"/>
                </a:lnTo>
                <a:lnTo>
                  <a:pt x="62235" y="138130"/>
                </a:lnTo>
                <a:lnTo>
                  <a:pt x="62235" y="134677"/>
                </a:lnTo>
                <a:lnTo>
                  <a:pt x="76066" y="134677"/>
                </a:lnTo>
                <a:lnTo>
                  <a:pt x="76066" y="131223"/>
                </a:lnTo>
                <a:lnTo>
                  <a:pt x="82981" y="131223"/>
                </a:lnTo>
                <a:lnTo>
                  <a:pt x="82981" y="127770"/>
                </a:lnTo>
                <a:lnTo>
                  <a:pt x="86438" y="127770"/>
                </a:lnTo>
                <a:lnTo>
                  <a:pt x="86438" y="124317"/>
                </a:lnTo>
                <a:lnTo>
                  <a:pt x="89896" y="124317"/>
                </a:lnTo>
                <a:lnTo>
                  <a:pt x="89896" y="110504"/>
                </a:lnTo>
                <a:lnTo>
                  <a:pt x="86438" y="110504"/>
                </a:lnTo>
                <a:lnTo>
                  <a:pt x="86438" y="107051"/>
                </a:lnTo>
                <a:lnTo>
                  <a:pt x="55320" y="107051"/>
                </a:lnTo>
                <a:lnTo>
                  <a:pt x="55320" y="103597"/>
                </a:lnTo>
                <a:lnTo>
                  <a:pt x="51863" y="103597"/>
                </a:lnTo>
                <a:lnTo>
                  <a:pt x="51863" y="107051"/>
                </a:lnTo>
                <a:lnTo>
                  <a:pt x="44948" y="107051"/>
                </a:lnTo>
                <a:lnTo>
                  <a:pt x="44948" y="103597"/>
                </a:lnTo>
                <a:lnTo>
                  <a:pt x="24203" y="103597"/>
                </a:lnTo>
                <a:lnTo>
                  <a:pt x="24203" y="107051"/>
                </a:lnTo>
                <a:lnTo>
                  <a:pt x="20745" y="107051"/>
                </a:lnTo>
                <a:lnTo>
                  <a:pt x="20745" y="113957"/>
                </a:lnTo>
                <a:lnTo>
                  <a:pt x="17288" y="113957"/>
                </a:lnTo>
                <a:lnTo>
                  <a:pt x="17288" y="127770"/>
                </a:lnTo>
                <a:lnTo>
                  <a:pt x="20745" y="12777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7E0C71B0-631B-4DF6-B8A0-77C384D7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59" y="648944"/>
            <a:ext cx="62235" cy="134677"/>
          </a:xfrm>
          <a:custGeom xmlns:a="http://schemas.openxmlformats.org/drawingml/2006/main">
            <a:pathLst>
              <a:path w="62235" h="134677">
                <a:moveTo>
                  <a:pt x="17288" y="24173"/>
                </a:moveTo>
                <a:lnTo>
                  <a:pt x="17288" y="20719"/>
                </a:lnTo>
                <a:lnTo>
                  <a:pt x="20745" y="20719"/>
                </a:lnTo>
                <a:lnTo>
                  <a:pt x="20745" y="17266"/>
                </a:lnTo>
                <a:lnTo>
                  <a:pt x="24203" y="17266"/>
                </a:lnTo>
                <a:lnTo>
                  <a:pt x="24203" y="10360"/>
                </a:lnTo>
                <a:lnTo>
                  <a:pt x="27660" y="10360"/>
                </a:lnTo>
                <a:lnTo>
                  <a:pt x="27660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34575" y="0"/>
                </a:lnTo>
                <a:lnTo>
                  <a:pt x="34575" y="31079"/>
                </a:lnTo>
                <a:lnTo>
                  <a:pt x="58778" y="31079"/>
                </a:lnTo>
                <a:lnTo>
                  <a:pt x="58778" y="37986"/>
                </a:lnTo>
                <a:lnTo>
                  <a:pt x="55320" y="37986"/>
                </a:lnTo>
                <a:lnTo>
                  <a:pt x="55320" y="41439"/>
                </a:lnTo>
                <a:lnTo>
                  <a:pt x="34575" y="41439"/>
                </a:lnTo>
                <a:lnTo>
                  <a:pt x="34575" y="110504"/>
                </a:lnTo>
                <a:lnTo>
                  <a:pt x="38033" y="110504"/>
                </a:lnTo>
                <a:lnTo>
                  <a:pt x="38033" y="117410"/>
                </a:lnTo>
                <a:lnTo>
                  <a:pt x="51863" y="117410"/>
                </a:lnTo>
                <a:lnTo>
                  <a:pt x="51863" y="113957"/>
                </a:lnTo>
                <a:lnTo>
                  <a:pt x="55320" y="113957"/>
                </a:lnTo>
                <a:lnTo>
                  <a:pt x="55320" y="110504"/>
                </a:lnTo>
                <a:lnTo>
                  <a:pt x="62235" y="110504"/>
                </a:lnTo>
                <a:lnTo>
                  <a:pt x="62235" y="117410"/>
                </a:lnTo>
                <a:lnTo>
                  <a:pt x="58778" y="117410"/>
                </a:lnTo>
                <a:lnTo>
                  <a:pt x="58778" y="120864"/>
                </a:lnTo>
                <a:lnTo>
                  <a:pt x="55320" y="120864"/>
                </a:lnTo>
                <a:lnTo>
                  <a:pt x="55320" y="124317"/>
                </a:lnTo>
                <a:lnTo>
                  <a:pt x="51863" y="124317"/>
                </a:lnTo>
                <a:lnTo>
                  <a:pt x="51863" y="127770"/>
                </a:lnTo>
                <a:lnTo>
                  <a:pt x="48405" y="127770"/>
                </a:lnTo>
                <a:lnTo>
                  <a:pt x="48405" y="131223"/>
                </a:lnTo>
                <a:lnTo>
                  <a:pt x="41490" y="131223"/>
                </a:lnTo>
                <a:lnTo>
                  <a:pt x="41490" y="134677"/>
                </a:lnTo>
                <a:lnTo>
                  <a:pt x="31118" y="134677"/>
                </a:lnTo>
                <a:lnTo>
                  <a:pt x="31118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20745" y="127770"/>
                </a:lnTo>
                <a:lnTo>
                  <a:pt x="20745" y="124317"/>
                </a:lnTo>
                <a:lnTo>
                  <a:pt x="17288" y="124317"/>
                </a:lnTo>
                <a:lnTo>
                  <a:pt x="17288" y="41439"/>
                </a:lnTo>
                <a:lnTo>
                  <a:pt x="3458" y="41439"/>
                </a:lnTo>
                <a:lnTo>
                  <a:pt x="3458" y="37986"/>
                </a:lnTo>
                <a:lnTo>
                  <a:pt x="0" y="37986"/>
                </a:lnTo>
                <a:lnTo>
                  <a:pt x="0" y="34532"/>
                </a:lnTo>
                <a:lnTo>
                  <a:pt x="3458" y="34532"/>
                </a:lnTo>
                <a:lnTo>
                  <a:pt x="3458" y="31079"/>
                </a:lnTo>
                <a:lnTo>
                  <a:pt x="10373" y="31079"/>
                </a:lnTo>
                <a:lnTo>
                  <a:pt x="10373" y="27626"/>
                </a:lnTo>
                <a:lnTo>
                  <a:pt x="13830" y="27626"/>
                </a:lnTo>
                <a:lnTo>
                  <a:pt x="13830" y="24173"/>
                </a:lnTo>
                <a:lnTo>
                  <a:pt x="17288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827147F-085E-4F27-B8BF-20A3245D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522" y="945923"/>
            <a:ext cx="72608" cy="103597"/>
          </a:xfrm>
          <a:custGeom xmlns:a="http://schemas.openxmlformats.org/drawingml/2006/main">
            <a:pathLst>
              <a:path w="72608" h="103597">
                <a:moveTo>
                  <a:pt x="13830" y="17266"/>
                </a:moveTo>
                <a:lnTo>
                  <a:pt x="10373" y="17266"/>
                </a:lnTo>
                <a:lnTo>
                  <a:pt x="10373" y="13813"/>
                </a:lnTo>
                <a:lnTo>
                  <a:pt x="3458" y="13813"/>
                </a:lnTo>
                <a:lnTo>
                  <a:pt x="3458" y="17266"/>
                </a:lnTo>
                <a:lnTo>
                  <a:pt x="0" y="17266"/>
                </a:lnTo>
                <a:lnTo>
                  <a:pt x="0" y="10360"/>
                </a:lnTo>
                <a:lnTo>
                  <a:pt x="3458" y="10360"/>
                </a:lnTo>
                <a:lnTo>
                  <a:pt x="3458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17266"/>
                </a:lnTo>
                <a:lnTo>
                  <a:pt x="38033" y="17266"/>
                </a:lnTo>
                <a:lnTo>
                  <a:pt x="38033" y="10360"/>
                </a:lnTo>
                <a:lnTo>
                  <a:pt x="41490" y="10360"/>
                </a:lnTo>
                <a:lnTo>
                  <a:pt x="41490" y="6906"/>
                </a:lnTo>
                <a:lnTo>
                  <a:pt x="44948" y="6906"/>
                </a:lnTo>
                <a:lnTo>
                  <a:pt x="44948" y="3453"/>
                </a:lnTo>
                <a:lnTo>
                  <a:pt x="51863" y="3453"/>
                </a:lnTo>
                <a:lnTo>
                  <a:pt x="51863" y="0"/>
                </a:lnTo>
                <a:lnTo>
                  <a:pt x="65693" y="0"/>
                </a:lnTo>
                <a:lnTo>
                  <a:pt x="65693" y="3453"/>
                </a:lnTo>
                <a:lnTo>
                  <a:pt x="72608" y="3453"/>
                </a:lnTo>
                <a:lnTo>
                  <a:pt x="72608" y="20719"/>
                </a:lnTo>
                <a:lnTo>
                  <a:pt x="65693" y="20719"/>
                </a:lnTo>
                <a:lnTo>
                  <a:pt x="65693" y="24173"/>
                </a:lnTo>
                <a:lnTo>
                  <a:pt x="58778" y="24173"/>
                </a:lnTo>
                <a:lnTo>
                  <a:pt x="58778" y="20719"/>
                </a:lnTo>
                <a:lnTo>
                  <a:pt x="55320" y="20719"/>
                </a:lnTo>
                <a:lnTo>
                  <a:pt x="55320" y="17266"/>
                </a:lnTo>
                <a:lnTo>
                  <a:pt x="41490" y="17266"/>
                </a:lnTo>
                <a:lnTo>
                  <a:pt x="41490" y="24173"/>
                </a:lnTo>
                <a:lnTo>
                  <a:pt x="38033" y="24173"/>
                </a:lnTo>
                <a:lnTo>
                  <a:pt x="38033" y="27626"/>
                </a:lnTo>
                <a:lnTo>
                  <a:pt x="34575" y="27626"/>
                </a:lnTo>
                <a:lnTo>
                  <a:pt x="34575" y="89784"/>
                </a:lnTo>
                <a:lnTo>
                  <a:pt x="38033" y="89784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6915" y="96691"/>
                </a:lnTo>
                <a:lnTo>
                  <a:pt x="6915" y="93238"/>
                </a:lnTo>
                <a:lnTo>
                  <a:pt x="13830" y="93238"/>
                </a:lnTo>
                <a:lnTo>
                  <a:pt x="1383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90C9583-A93E-43EA-A2F6-AA504960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14" y="1747075"/>
            <a:ext cx="38033" cy="3453"/>
          </a:xfrm>
          <a:custGeom xmlns:a="http://schemas.openxmlformats.org/drawingml/2006/main">
            <a:pathLst>
              <a:path w="38033" h="3453">
                <a:moveTo>
                  <a:pt x="0" y="0"/>
                </a:moveTo>
                <a:lnTo>
                  <a:pt x="38033" y="0"/>
                </a:lnTo>
                <a:lnTo>
                  <a:pt x="38033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75BA3A7E-7ACF-434E-8E55-6C6D3374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34" y="1747075"/>
            <a:ext cx="27660" cy="3453"/>
          </a:xfrm>
          <a:custGeom xmlns:a="http://schemas.openxmlformats.org/drawingml/2006/main">
            <a:pathLst>
              <a:path w="27660" h="3453">
                <a:moveTo>
                  <a:pt x="0" y="0"/>
                </a:moveTo>
                <a:lnTo>
                  <a:pt x="27660" y="0"/>
                </a:lnTo>
                <a:lnTo>
                  <a:pt x="27660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136C3B06-9F41-4460-995C-B5FD8AA5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67" y="117144"/>
            <a:ext cx="58778" cy="134677"/>
          </a:xfrm>
          <a:custGeom xmlns:a="http://schemas.openxmlformats.org/drawingml/2006/main">
            <a:pathLst>
              <a:path w="58778" h="134677">
                <a:moveTo>
                  <a:pt x="17288" y="24173"/>
                </a:moveTo>
                <a:lnTo>
                  <a:pt x="17288" y="20719"/>
                </a:lnTo>
                <a:lnTo>
                  <a:pt x="20745" y="20719"/>
                </a:lnTo>
                <a:lnTo>
                  <a:pt x="20745" y="17266"/>
                </a:lnTo>
                <a:lnTo>
                  <a:pt x="24203" y="17266"/>
                </a:lnTo>
                <a:lnTo>
                  <a:pt x="24203" y="10360"/>
                </a:lnTo>
                <a:lnTo>
                  <a:pt x="27660" y="10360"/>
                </a:lnTo>
                <a:lnTo>
                  <a:pt x="27660" y="0"/>
                </a:lnTo>
                <a:lnTo>
                  <a:pt x="34575" y="0"/>
                </a:lnTo>
                <a:lnTo>
                  <a:pt x="34575" y="31079"/>
                </a:lnTo>
                <a:lnTo>
                  <a:pt x="58778" y="31079"/>
                </a:lnTo>
                <a:lnTo>
                  <a:pt x="58778" y="37986"/>
                </a:lnTo>
                <a:lnTo>
                  <a:pt x="55320" y="37986"/>
                </a:lnTo>
                <a:lnTo>
                  <a:pt x="55320" y="41439"/>
                </a:lnTo>
                <a:lnTo>
                  <a:pt x="34575" y="41439"/>
                </a:lnTo>
                <a:lnTo>
                  <a:pt x="34575" y="113957"/>
                </a:lnTo>
                <a:lnTo>
                  <a:pt x="38033" y="113957"/>
                </a:lnTo>
                <a:lnTo>
                  <a:pt x="38033" y="117410"/>
                </a:lnTo>
                <a:lnTo>
                  <a:pt x="51863" y="117410"/>
                </a:lnTo>
                <a:lnTo>
                  <a:pt x="51863" y="113957"/>
                </a:lnTo>
                <a:lnTo>
                  <a:pt x="55320" y="113957"/>
                </a:lnTo>
                <a:lnTo>
                  <a:pt x="55320" y="110504"/>
                </a:lnTo>
                <a:lnTo>
                  <a:pt x="58778" y="110504"/>
                </a:lnTo>
                <a:lnTo>
                  <a:pt x="58778" y="120864"/>
                </a:lnTo>
                <a:lnTo>
                  <a:pt x="55320" y="120864"/>
                </a:lnTo>
                <a:lnTo>
                  <a:pt x="55320" y="124317"/>
                </a:lnTo>
                <a:lnTo>
                  <a:pt x="51863" y="124317"/>
                </a:lnTo>
                <a:lnTo>
                  <a:pt x="51863" y="127770"/>
                </a:lnTo>
                <a:lnTo>
                  <a:pt x="48405" y="127770"/>
                </a:lnTo>
                <a:lnTo>
                  <a:pt x="48405" y="131223"/>
                </a:lnTo>
                <a:lnTo>
                  <a:pt x="41490" y="131223"/>
                </a:lnTo>
                <a:lnTo>
                  <a:pt x="41490" y="134677"/>
                </a:lnTo>
                <a:lnTo>
                  <a:pt x="31118" y="134677"/>
                </a:lnTo>
                <a:lnTo>
                  <a:pt x="31118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20745" y="127770"/>
                </a:lnTo>
                <a:lnTo>
                  <a:pt x="20745" y="124317"/>
                </a:lnTo>
                <a:lnTo>
                  <a:pt x="17288" y="124317"/>
                </a:lnTo>
                <a:lnTo>
                  <a:pt x="17288" y="41439"/>
                </a:lnTo>
                <a:lnTo>
                  <a:pt x="0" y="41439"/>
                </a:lnTo>
                <a:lnTo>
                  <a:pt x="0" y="34532"/>
                </a:lnTo>
                <a:lnTo>
                  <a:pt x="6915" y="34532"/>
                </a:lnTo>
                <a:lnTo>
                  <a:pt x="6915" y="31079"/>
                </a:lnTo>
                <a:lnTo>
                  <a:pt x="10373" y="31079"/>
                </a:lnTo>
                <a:lnTo>
                  <a:pt x="10373" y="27626"/>
                </a:lnTo>
                <a:lnTo>
                  <a:pt x="13830" y="27626"/>
                </a:lnTo>
                <a:lnTo>
                  <a:pt x="13830" y="24173"/>
                </a:lnTo>
                <a:lnTo>
                  <a:pt x="17288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2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3FAA6582-882E-4B24-84A2-34548947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15" y="624771"/>
            <a:ext cx="103726" cy="158849"/>
          </a:xfrm>
          <a:custGeom xmlns:a="http://schemas.openxmlformats.org/drawingml/2006/main">
            <a:pathLst>
              <a:path w="103726" h="158849">
                <a:moveTo>
                  <a:pt x="34575" y="0"/>
                </a:moveTo>
                <a:lnTo>
                  <a:pt x="34575" y="72518"/>
                </a:lnTo>
                <a:lnTo>
                  <a:pt x="38033" y="72518"/>
                </a:lnTo>
                <a:lnTo>
                  <a:pt x="38033" y="69065"/>
                </a:lnTo>
                <a:lnTo>
                  <a:pt x="41490" y="69065"/>
                </a:lnTo>
                <a:lnTo>
                  <a:pt x="41490" y="65612"/>
                </a:lnTo>
                <a:lnTo>
                  <a:pt x="44948" y="65612"/>
                </a:lnTo>
                <a:lnTo>
                  <a:pt x="44948" y="62158"/>
                </a:lnTo>
                <a:lnTo>
                  <a:pt x="48405" y="62158"/>
                </a:lnTo>
                <a:lnTo>
                  <a:pt x="48405" y="58705"/>
                </a:lnTo>
                <a:lnTo>
                  <a:pt x="55320" y="58705"/>
                </a:lnTo>
                <a:lnTo>
                  <a:pt x="55320" y="55252"/>
                </a:lnTo>
                <a:lnTo>
                  <a:pt x="76066" y="55252"/>
                </a:lnTo>
                <a:lnTo>
                  <a:pt x="76066" y="58705"/>
                </a:lnTo>
                <a:lnTo>
                  <a:pt x="82981" y="58705"/>
                </a:lnTo>
                <a:lnTo>
                  <a:pt x="82981" y="62158"/>
                </a:lnTo>
                <a:lnTo>
                  <a:pt x="89896" y="62158"/>
                </a:lnTo>
                <a:lnTo>
                  <a:pt x="89896" y="65612"/>
                </a:lnTo>
                <a:lnTo>
                  <a:pt x="93353" y="65612"/>
                </a:lnTo>
                <a:lnTo>
                  <a:pt x="93353" y="69065"/>
                </a:lnTo>
                <a:lnTo>
                  <a:pt x="96811" y="69065"/>
                </a:lnTo>
                <a:lnTo>
                  <a:pt x="96811" y="75971"/>
                </a:lnTo>
                <a:lnTo>
                  <a:pt x="100268" y="75971"/>
                </a:lnTo>
                <a:lnTo>
                  <a:pt x="100268" y="86331"/>
                </a:lnTo>
                <a:lnTo>
                  <a:pt x="103726" y="86331"/>
                </a:lnTo>
                <a:lnTo>
                  <a:pt x="103726" y="120864"/>
                </a:lnTo>
                <a:lnTo>
                  <a:pt x="100268" y="120864"/>
                </a:lnTo>
                <a:lnTo>
                  <a:pt x="100268" y="127770"/>
                </a:lnTo>
                <a:lnTo>
                  <a:pt x="96811" y="127770"/>
                </a:lnTo>
                <a:lnTo>
                  <a:pt x="96811" y="134677"/>
                </a:lnTo>
                <a:lnTo>
                  <a:pt x="93353" y="134677"/>
                </a:lnTo>
                <a:lnTo>
                  <a:pt x="93353" y="138130"/>
                </a:lnTo>
                <a:lnTo>
                  <a:pt x="89896" y="138130"/>
                </a:lnTo>
                <a:lnTo>
                  <a:pt x="89896" y="141583"/>
                </a:lnTo>
                <a:lnTo>
                  <a:pt x="86438" y="141583"/>
                </a:lnTo>
                <a:lnTo>
                  <a:pt x="86438" y="145036"/>
                </a:lnTo>
                <a:lnTo>
                  <a:pt x="82981" y="145036"/>
                </a:lnTo>
                <a:lnTo>
                  <a:pt x="82981" y="148489"/>
                </a:lnTo>
                <a:lnTo>
                  <a:pt x="79523" y="148489"/>
                </a:lnTo>
                <a:lnTo>
                  <a:pt x="79523" y="151943"/>
                </a:lnTo>
                <a:lnTo>
                  <a:pt x="72608" y="151943"/>
                </a:lnTo>
                <a:lnTo>
                  <a:pt x="72608" y="155396"/>
                </a:lnTo>
                <a:lnTo>
                  <a:pt x="58778" y="155396"/>
                </a:lnTo>
                <a:lnTo>
                  <a:pt x="58778" y="158849"/>
                </a:lnTo>
                <a:lnTo>
                  <a:pt x="44948" y="158849"/>
                </a:lnTo>
                <a:lnTo>
                  <a:pt x="44948" y="155396"/>
                </a:lnTo>
                <a:lnTo>
                  <a:pt x="31118" y="155396"/>
                </a:lnTo>
                <a:lnTo>
                  <a:pt x="31118" y="151943"/>
                </a:lnTo>
                <a:lnTo>
                  <a:pt x="24203" y="151943"/>
                </a:lnTo>
                <a:lnTo>
                  <a:pt x="24203" y="148489"/>
                </a:lnTo>
                <a:lnTo>
                  <a:pt x="17288" y="148489"/>
                </a:lnTo>
                <a:lnTo>
                  <a:pt x="17288" y="141583"/>
                </a:lnTo>
                <a:lnTo>
                  <a:pt x="13830" y="141583"/>
                </a:lnTo>
                <a:lnTo>
                  <a:pt x="13830" y="138130"/>
                </a:lnTo>
                <a:lnTo>
                  <a:pt x="17288" y="138130"/>
                </a:lnTo>
                <a:lnTo>
                  <a:pt x="17288" y="31079"/>
                </a:lnTo>
                <a:lnTo>
                  <a:pt x="13830" y="31079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3458" y="13813"/>
                </a:lnTo>
                <a:lnTo>
                  <a:pt x="3458" y="17266"/>
                </a:lnTo>
                <a:lnTo>
                  <a:pt x="0" y="17266"/>
                </a:lnTo>
                <a:lnTo>
                  <a:pt x="0" y="10360"/>
                </a:lnTo>
                <a:lnTo>
                  <a:pt x="3458" y="10360"/>
                </a:lnTo>
                <a:lnTo>
                  <a:pt x="3458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close/>
                <a:moveTo>
                  <a:pt x="38033" y="82878"/>
                </a:moveTo>
                <a:lnTo>
                  <a:pt x="34575" y="82878"/>
                </a:lnTo>
                <a:lnTo>
                  <a:pt x="34575" y="138130"/>
                </a:lnTo>
                <a:lnTo>
                  <a:pt x="38033" y="138130"/>
                </a:lnTo>
                <a:lnTo>
                  <a:pt x="38033" y="141583"/>
                </a:lnTo>
                <a:lnTo>
                  <a:pt x="41490" y="141583"/>
                </a:lnTo>
                <a:lnTo>
                  <a:pt x="41490" y="145036"/>
                </a:lnTo>
                <a:lnTo>
                  <a:pt x="48405" y="145036"/>
                </a:lnTo>
                <a:lnTo>
                  <a:pt x="48405" y="148489"/>
                </a:lnTo>
                <a:lnTo>
                  <a:pt x="65693" y="148489"/>
                </a:lnTo>
                <a:lnTo>
                  <a:pt x="65693" y="145036"/>
                </a:lnTo>
                <a:lnTo>
                  <a:pt x="72608" y="145036"/>
                </a:lnTo>
                <a:lnTo>
                  <a:pt x="72608" y="141583"/>
                </a:lnTo>
                <a:lnTo>
                  <a:pt x="76066" y="141583"/>
                </a:lnTo>
                <a:lnTo>
                  <a:pt x="76066" y="134677"/>
                </a:lnTo>
                <a:lnTo>
                  <a:pt x="79523" y="134677"/>
                </a:lnTo>
                <a:lnTo>
                  <a:pt x="79523" y="131223"/>
                </a:lnTo>
                <a:lnTo>
                  <a:pt x="82981" y="131223"/>
                </a:lnTo>
                <a:lnTo>
                  <a:pt x="82981" y="89784"/>
                </a:lnTo>
                <a:lnTo>
                  <a:pt x="79523" y="89784"/>
                </a:lnTo>
                <a:lnTo>
                  <a:pt x="79523" y="82878"/>
                </a:lnTo>
                <a:lnTo>
                  <a:pt x="76066" y="82878"/>
                </a:lnTo>
                <a:lnTo>
                  <a:pt x="76066" y="79425"/>
                </a:lnTo>
                <a:lnTo>
                  <a:pt x="72608" y="79425"/>
                </a:lnTo>
                <a:lnTo>
                  <a:pt x="72608" y="75971"/>
                </a:lnTo>
                <a:lnTo>
                  <a:pt x="65693" y="75971"/>
                </a:lnTo>
                <a:lnTo>
                  <a:pt x="65693" y="72518"/>
                </a:lnTo>
                <a:lnTo>
                  <a:pt x="44948" y="72518"/>
                </a:lnTo>
                <a:lnTo>
                  <a:pt x="44948" y="75971"/>
                </a:lnTo>
                <a:lnTo>
                  <a:pt x="41490" y="75971"/>
                </a:lnTo>
                <a:lnTo>
                  <a:pt x="41490" y="79425"/>
                </a:lnTo>
                <a:lnTo>
                  <a:pt x="38033" y="79425"/>
                </a:lnTo>
                <a:lnTo>
                  <a:pt x="38033" y="8287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52C0048E-5354-45AB-A89D-F724465E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45" y="945923"/>
            <a:ext cx="48405" cy="103597"/>
          </a:xfrm>
          <a:custGeom xmlns:a="http://schemas.openxmlformats.org/drawingml/2006/main">
            <a:pathLst>
              <a:path w="48405" h="103597">
                <a:moveTo>
                  <a:pt x="10373" y="13813"/>
                </a:moveTo>
                <a:lnTo>
                  <a:pt x="3458" y="13813"/>
                </a:lnTo>
                <a:lnTo>
                  <a:pt x="3458" y="17266"/>
                </a:lnTo>
                <a:lnTo>
                  <a:pt x="0" y="17266"/>
                </a:lnTo>
                <a:lnTo>
                  <a:pt x="0" y="10360"/>
                </a:lnTo>
                <a:lnTo>
                  <a:pt x="3458" y="10360"/>
                </a:lnTo>
                <a:lnTo>
                  <a:pt x="3458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48405" y="96691"/>
                </a:lnTo>
                <a:lnTo>
                  <a:pt x="48405" y="103597"/>
                </a:lnTo>
                <a:lnTo>
                  <a:pt x="0" y="103597"/>
                </a:lnTo>
                <a:lnTo>
                  <a:pt x="0" y="96691"/>
                </a:lnTo>
                <a:lnTo>
                  <a:pt x="6915" y="96691"/>
                </a:lnTo>
                <a:lnTo>
                  <a:pt x="6915" y="93238"/>
                </a:lnTo>
                <a:lnTo>
                  <a:pt x="13830" y="93238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398742E7-36E5-44D5-9DBE-50B0BC33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10" y="1211822"/>
            <a:ext cx="100268" cy="110504"/>
          </a:xfrm>
          <a:custGeom xmlns:a="http://schemas.openxmlformats.org/drawingml/2006/main">
            <a:pathLst>
              <a:path w="100268" h="110504">
                <a:moveTo>
                  <a:pt x="13830" y="13813"/>
                </a:moveTo>
                <a:lnTo>
                  <a:pt x="17288" y="13813"/>
                </a:lnTo>
                <a:lnTo>
                  <a:pt x="17288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7660" y="6906"/>
                </a:lnTo>
                <a:lnTo>
                  <a:pt x="27660" y="3453"/>
                </a:lnTo>
                <a:lnTo>
                  <a:pt x="34575" y="3453"/>
                </a:lnTo>
                <a:lnTo>
                  <a:pt x="34575" y="0"/>
                </a:lnTo>
                <a:lnTo>
                  <a:pt x="65693" y="0"/>
                </a:lnTo>
                <a:lnTo>
                  <a:pt x="65693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9523" y="6906"/>
                </a:lnTo>
                <a:lnTo>
                  <a:pt x="79523" y="10360"/>
                </a:lnTo>
                <a:lnTo>
                  <a:pt x="82981" y="10360"/>
                </a:lnTo>
                <a:lnTo>
                  <a:pt x="82981" y="13813"/>
                </a:lnTo>
                <a:lnTo>
                  <a:pt x="86438" y="13813"/>
                </a:lnTo>
                <a:lnTo>
                  <a:pt x="86438" y="17266"/>
                </a:lnTo>
                <a:lnTo>
                  <a:pt x="89896" y="17266"/>
                </a:lnTo>
                <a:lnTo>
                  <a:pt x="89896" y="24173"/>
                </a:lnTo>
                <a:lnTo>
                  <a:pt x="93353" y="24173"/>
                </a:lnTo>
                <a:lnTo>
                  <a:pt x="93353" y="31079"/>
                </a:lnTo>
                <a:lnTo>
                  <a:pt x="96811" y="31079"/>
                </a:lnTo>
                <a:lnTo>
                  <a:pt x="96811" y="44892"/>
                </a:lnTo>
                <a:lnTo>
                  <a:pt x="100268" y="44892"/>
                </a:lnTo>
                <a:lnTo>
                  <a:pt x="100268" y="65612"/>
                </a:lnTo>
                <a:lnTo>
                  <a:pt x="96811" y="65612"/>
                </a:lnTo>
                <a:lnTo>
                  <a:pt x="96811" y="79425"/>
                </a:lnTo>
                <a:lnTo>
                  <a:pt x="93353" y="79425"/>
                </a:lnTo>
                <a:lnTo>
                  <a:pt x="93353" y="86331"/>
                </a:lnTo>
                <a:lnTo>
                  <a:pt x="89896" y="86331"/>
                </a:lnTo>
                <a:lnTo>
                  <a:pt x="89896" y="89784"/>
                </a:lnTo>
                <a:lnTo>
                  <a:pt x="86438" y="89784"/>
                </a:lnTo>
                <a:lnTo>
                  <a:pt x="86438" y="93238"/>
                </a:lnTo>
                <a:lnTo>
                  <a:pt x="82981" y="93238"/>
                </a:lnTo>
                <a:lnTo>
                  <a:pt x="82981" y="96691"/>
                </a:lnTo>
                <a:lnTo>
                  <a:pt x="79523" y="96691"/>
                </a:lnTo>
                <a:lnTo>
                  <a:pt x="79523" y="100144"/>
                </a:lnTo>
                <a:lnTo>
                  <a:pt x="76066" y="100144"/>
                </a:lnTo>
                <a:lnTo>
                  <a:pt x="76066" y="103597"/>
                </a:lnTo>
                <a:lnTo>
                  <a:pt x="69151" y="103597"/>
                </a:lnTo>
                <a:lnTo>
                  <a:pt x="69151" y="107051"/>
                </a:lnTo>
                <a:lnTo>
                  <a:pt x="55320" y="107051"/>
                </a:lnTo>
                <a:lnTo>
                  <a:pt x="55320" y="110504"/>
                </a:lnTo>
                <a:lnTo>
                  <a:pt x="44948" y="110504"/>
                </a:lnTo>
                <a:lnTo>
                  <a:pt x="44948" y="107051"/>
                </a:lnTo>
                <a:lnTo>
                  <a:pt x="31118" y="107051"/>
                </a:lnTo>
                <a:lnTo>
                  <a:pt x="31118" y="103597"/>
                </a:lnTo>
                <a:lnTo>
                  <a:pt x="24203" y="103597"/>
                </a:lnTo>
                <a:lnTo>
                  <a:pt x="24203" y="100144"/>
                </a:lnTo>
                <a:lnTo>
                  <a:pt x="20745" y="100144"/>
                </a:lnTo>
                <a:lnTo>
                  <a:pt x="20745" y="96691"/>
                </a:lnTo>
                <a:lnTo>
                  <a:pt x="17288" y="96691"/>
                </a:lnTo>
                <a:lnTo>
                  <a:pt x="17288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0373" y="89784"/>
                </a:lnTo>
                <a:lnTo>
                  <a:pt x="10373" y="82878"/>
                </a:lnTo>
                <a:lnTo>
                  <a:pt x="6915" y="82878"/>
                </a:lnTo>
                <a:lnTo>
                  <a:pt x="6915" y="75971"/>
                </a:lnTo>
                <a:lnTo>
                  <a:pt x="3458" y="75971"/>
                </a:lnTo>
                <a:lnTo>
                  <a:pt x="3458" y="58705"/>
                </a:lnTo>
                <a:lnTo>
                  <a:pt x="0" y="58705"/>
                </a:lnTo>
                <a:lnTo>
                  <a:pt x="0" y="51799"/>
                </a:lnTo>
                <a:lnTo>
                  <a:pt x="3458" y="51799"/>
                </a:lnTo>
                <a:lnTo>
                  <a:pt x="3458" y="34532"/>
                </a:lnTo>
                <a:lnTo>
                  <a:pt x="6915" y="34532"/>
                </a:lnTo>
                <a:lnTo>
                  <a:pt x="6915" y="24173"/>
                </a:lnTo>
                <a:lnTo>
                  <a:pt x="10373" y="24173"/>
                </a:lnTo>
                <a:lnTo>
                  <a:pt x="10373" y="20719"/>
                </a:lnTo>
                <a:lnTo>
                  <a:pt x="13830" y="20719"/>
                </a:lnTo>
                <a:lnTo>
                  <a:pt x="13830" y="13813"/>
                </a:lnTo>
                <a:close/>
                <a:moveTo>
                  <a:pt x="41490" y="96691"/>
                </a:moveTo>
                <a:lnTo>
                  <a:pt x="44948" y="96691"/>
                </a:lnTo>
                <a:lnTo>
                  <a:pt x="44948" y="100144"/>
                </a:lnTo>
                <a:lnTo>
                  <a:pt x="55320" y="100144"/>
                </a:lnTo>
                <a:lnTo>
                  <a:pt x="55320" y="96691"/>
                </a:lnTo>
                <a:lnTo>
                  <a:pt x="58778" y="96691"/>
                </a:lnTo>
                <a:lnTo>
                  <a:pt x="58778" y="93238"/>
                </a:lnTo>
                <a:lnTo>
                  <a:pt x="62235" y="93238"/>
                </a:lnTo>
                <a:lnTo>
                  <a:pt x="62235" y="86331"/>
                </a:lnTo>
                <a:lnTo>
                  <a:pt x="65693" y="86331"/>
                </a:lnTo>
                <a:lnTo>
                  <a:pt x="65693" y="20719"/>
                </a:lnTo>
                <a:lnTo>
                  <a:pt x="62235" y="20719"/>
                </a:lnTo>
                <a:lnTo>
                  <a:pt x="62235" y="13813"/>
                </a:lnTo>
                <a:lnTo>
                  <a:pt x="58778" y="13813"/>
                </a:lnTo>
                <a:lnTo>
                  <a:pt x="58778" y="10360"/>
                </a:lnTo>
                <a:lnTo>
                  <a:pt x="55320" y="10360"/>
                </a:lnTo>
                <a:lnTo>
                  <a:pt x="55320" y="6906"/>
                </a:lnTo>
                <a:lnTo>
                  <a:pt x="44948" y="6906"/>
                </a:lnTo>
                <a:lnTo>
                  <a:pt x="44948" y="10360"/>
                </a:lnTo>
                <a:lnTo>
                  <a:pt x="41490" y="10360"/>
                </a:lnTo>
                <a:lnTo>
                  <a:pt x="41490" y="13813"/>
                </a:lnTo>
                <a:lnTo>
                  <a:pt x="38033" y="13813"/>
                </a:lnTo>
                <a:lnTo>
                  <a:pt x="38033" y="41439"/>
                </a:lnTo>
                <a:lnTo>
                  <a:pt x="34575" y="41439"/>
                </a:lnTo>
                <a:lnTo>
                  <a:pt x="34575" y="75971"/>
                </a:lnTo>
                <a:lnTo>
                  <a:pt x="38033" y="75971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E46E391-9AFF-4B12-B09F-263464AD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57" y="1422470"/>
            <a:ext cx="107183" cy="162302"/>
          </a:xfrm>
          <a:custGeom xmlns:a="http://schemas.openxmlformats.org/drawingml/2006/main">
            <a:pathLst>
              <a:path w="107183" h="162302">
                <a:moveTo>
                  <a:pt x="13830" y="20719"/>
                </a:moveTo>
                <a:lnTo>
                  <a:pt x="10373" y="20719"/>
                </a:lnTo>
                <a:lnTo>
                  <a:pt x="10373" y="17266"/>
                </a:lnTo>
                <a:lnTo>
                  <a:pt x="0" y="17266"/>
                </a:lnTo>
                <a:lnTo>
                  <a:pt x="0" y="10360"/>
                </a:lnTo>
                <a:lnTo>
                  <a:pt x="10373" y="10360"/>
                </a:lnTo>
                <a:lnTo>
                  <a:pt x="10373" y="6906"/>
                </a:lnTo>
                <a:lnTo>
                  <a:pt x="20745" y="6906"/>
                </a:lnTo>
                <a:lnTo>
                  <a:pt x="20745" y="3453"/>
                </a:lnTo>
                <a:lnTo>
                  <a:pt x="27660" y="3453"/>
                </a:lnTo>
                <a:lnTo>
                  <a:pt x="27660" y="0"/>
                </a:lnTo>
                <a:lnTo>
                  <a:pt x="31118" y="0"/>
                </a:lnTo>
                <a:lnTo>
                  <a:pt x="31118" y="3453"/>
                </a:lnTo>
                <a:lnTo>
                  <a:pt x="34575" y="3453"/>
                </a:lnTo>
                <a:lnTo>
                  <a:pt x="34575" y="75971"/>
                </a:lnTo>
                <a:lnTo>
                  <a:pt x="38033" y="75971"/>
                </a:lnTo>
                <a:lnTo>
                  <a:pt x="38033" y="72518"/>
                </a:lnTo>
                <a:lnTo>
                  <a:pt x="41490" y="72518"/>
                </a:lnTo>
                <a:lnTo>
                  <a:pt x="41490" y="69065"/>
                </a:lnTo>
                <a:lnTo>
                  <a:pt x="44948" y="69065"/>
                </a:lnTo>
                <a:lnTo>
                  <a:pt x="44948" y="65612"/>
                </a:lnTo>
                <a:lnTo>
                  <a:pt x="48405" y="65612"/>
                </a:lnTo>
                <a:lnTo>
                  <a:pt x="48405" y="62158"/>
                </a:lnTo>
                <a:lnTo>
                  <a:pt x="55320" y="62158"/>
                </a:lnTo>
                <a:lnTo>
                  <a:pt x="55320" y="58705"/>
                </a:lnTo>
                <a:lnTo>
                  <a:pt x="79523" y="58705"/>
                </a:lnTo>
                <a:lnTo>
                  <a:pt x="79523" y="62158"/>
                </a:lnTo>
                <a:lnTo>
                  <a:pt x="82981" y="62158"/>
                </a:lnTo>
                <a:lnTo>
                  <a:pt x="82981" y="65612"/>
                </a:lnTo>
                <a:lnTo>
                  <a:pt x="86438" y="65612"/>
                </a:lnTo>
                <a:lnTo>
                  <a:pt x="86438" y="69065"/>
                </a:lnTo>
                <a:lnTo>
                  <a:pt x="89896" y="69065"/>
                </a:lnTo>
                <a:lnTo>
                  <a:pt x="89896" y="79425"/>
                </a:lnTo>
                <a:lnTo>
                  <a:pt x="93353" y="79425"/>
                </a:lnTo>
                <a:lnTo>
                  <a:pt x="93353" y="148489"/>
                </a:lnTo>
                <a:lnTo>
                  <a:pt x="96811" y="148489"/>
                </a:lnTo>
                <a:lnTo>
                  <a:pt x="96811" y="151943"/>
                </a:lnTo>
                <a:lnTo>
                  <a:pt x="100268" y="151943"/>
                </a:lnTo>
                <a:lnTo>
                  <a:pt x="100268" y="155396"/>
                </a:lnTo>
                <a:lnTo>
                  <a:pt x="107183" y="155396"/>
                </a:lnTo>
                <a:lnTo>
                  <a:pt x="107183" y="162302"/>
                </a:lnTo>
                <a:lnTo>
                  <a:pt x="96811" y="162302"/>
                </a:lnTo>
                <a:lnTo>
                  <a:pt x="96811" y="158849"/>
                </a:lnTo>
                <a:lnTo>
                  <a:pt x="69151" y="158849"/>
                </a:lnTo>
                <a:lnTo>
                  <a:pt x="69151" y="162302"/>
                </a:lnTo>
                <a:lnTo>
                  <a:pt x="58778" y="162302"/>
                </a:lnTo>
                <a:lnTo>
                  <a:pt x="58778" y="155396"/>
                </a:lnTo>
                <a:lnTo>
                  <a:pt x="65693" y="155396"/>
                </a:lnTo>
                <a:lnTo>
                  <a:pt x="65693" y="151943"/>
                </a:lnTo>
                <a:lnTo>
                  <a:pt x="72608" y="151943"/>
                </a:lnTo>
                <a:lnTo>
                  <a:pt x="72608" y="103597"/>
                </a:lnTo>
                <a:lnTo>
                  <a:pt x="76066" y="103597"/>
                </a:lnTo>
                <a:lnTo>
                  <a:pt x="76066" y="100144"/>
                </a:lnTo>
                <a:lnTo>
                  <a:pt x="72608" y="100144"/>
                </a:lnTo>
                <a:lnTo>
                  <a:pt x="72608" y="79425"/>
                </a:lnTo>
                <a:lnTo>
                  <a:pt x="69151" y="79425"/>
                </a:lnTo>
                <a:lnTo>
                  <a:pt x="69151" y="75971"/>
                </a:lnTo>
                <a:lnTo>
                  <a:pt x="65693" y="75971"/>
                </a:lnTo>
                <a:lnTo>
                  <a:pt x="65693" y="72518"/>
                </a:lnTo>
                <a:lnTo>
                  <a:pt x="48405" y="72518"/>
                </a:lnTo>
                <a:lnTo>
                  <a:pt x="48405" y="75971"/>
                </a:lnTo>
                <a:lnTo>
                  <a:pt x="41490" y="75971"/>
                </a:lnTo>
                <a:lnTo>
                  <a:pt x="41490" y="79425"/>
                </a:lnTo>
                <a:lnTo>
                  <a:pt x="38033" y="79425"/>
                </a:lnTo>
                <a:lnTo>
                  <a:pt x="38033" y="82878"/>
                </a:lnTo>
                <a:lnTo>
                  <a:pt x="34575" y="82878"/>
                </a:lnTo>
                <a:lnTo>
                  <a:pt x="34575" y="151943"/>
                </a:lnTo>
                <a:lnTo>
                  <a:pt x="44948" y="151943"/>
                </a:lnTo>
                <a:lnTo>
                  <a:pt x="44948" y="155396"/>
                </a:lnTo>
                <a:lnTo>
                  <a:pt x="48405" y="155396"/>
                </a:lnTo>
                <a:lnTo>
                  <a:pt x="48405" y="162302"/>
                </a:lnTo>
                <a:lnTo>
                  <a:pt x="38033" y="162302"/>
                </a:lnTo>
                <a:lnTo>
                  <a:pt x="38033" y="158849"/>
                </a:lnTo>
                <a:lnTo>
                  <a:pt x="10373" y="158849"/>
                </a:lnTo>
                <a:lnTo>
                  <a:pt x="10373" y="162302"/>
                </a:lnTo>
                <a:lnTo>
                  <a:pt x="0" y="162302"/>
                </a:lnTo>
                <a:lnTo>
                  <a:pt x="0" y="155396"/>
                </a:lnTo>
                <a:lnTo>
                  <a:pt x="6915" y="155396"/>
                </a:lnTo>
                <a:lnTo>
                  <a:pt x="6915" y="151943"/>
                </a:lnTo>
                <a:lnTo>
                  <a:pt x="13830" y="151943"/>
                </a:lnTo>
                <a:lnTo>
                  <a:pt x="13830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1A18CF3E-3B35-4C00-950F-2A17FE6B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522" y="1450096"/>
            <a:ext cx="58778" cy="131223"/>
          </a:xfrm>
          <a:custGeom xmlns:a="http://schemas.openxmlformats.org/drawingml/2006/main">
            <a:pathLst>
              <a:path w="58778" h="131223">
                <a:moveTo>
                  <a:pt x="13830" y="24173"/>
                </a:moveTo>
                <a:lnTo>
                  <a:pt x="13830" y="20719"/>
                </a:lnTo>
                <a:lnTo>
                  <a:pt x="17288" y="20719"/>
                </a:lnTo>
                <a:lnTo>
                  <a:pt x="17288" y="17266"/>
                </a:lnTo>
                <a:lnTo>
                  <a:pt x="20745" y="17266"/>
                </a:lnTo>
                <a:lnTo>
                  <a:pt x="20745" y="13813"/>
                </a:lnTo>
                <a:lnTo>
                  <a:pt x="24203" y="13813"/>
                </a:lnTo>
                <a:lnTo>
                  <a:pt x="24203" y="6906"/>
                </a:lnTo>
                <a:lnTo>
                  <a:pt x="27660" y="6906"/>
                </a:lnTo>
                <a:lnTo>
                  <a:pt x="27660" y="0"/>
                </a:lnTo>
                <a:lnTo>
                  <a:pt x="34575" y="0"/>
                </a:lnTo>
                <a:lnTo>
                  <a:pt x="34575" y="31079"/>
                </a:lnTo>
                <a:lnTo>
                  <a:pt x="58778" y="31079"/>
                </a:lnTo>
                <a:lnTo>
                  <a:pt x="58778" y="37986"/>
                </a:lnTo>
                <a:lnTo>
                  <a:pt x="34575" y="37986"/>
                </a:lnTo>
                <a:lnTo>
                  <a:pt x="34575" y="113957"/>
                </a:lnTo>
                <a:lnTo>
                  <a:pt x="38033" y="113957"/>
                </a:lnTo>
                <a:lnTo>
                  <a:pt x="38033" y="117410"/>
                </a:lnTo>
                <a:lnTo>
                  <a:pt x="48405" y="117410"/>
                </a:lnTo>
                <a:lnTo>
                  <a:pt x="48405" y="113957"/>
                </a:lnTo>
                <a:lnTo>
                  <a:pt x="51863" y="113957"/>
                </a:lnTo>
                <a:lnTo>
                  <a:pt x="51863" y="110504"/>
                </a:lnTo>
                <a:lnTo>
                  <a:pt x="58778" y="110504"/>
                </a:lnTo>
                <a:lnTo>
                  <a:pt x="58778" y="117410"/>
                </a:lnTo>
                <a:lnTo>
                  <a:pt x="55320" y="117410"/>
                </a:lnTo>
                <a:lnTo>
                  <a:pt x="55320" y="120864"/>
                </a:lnTo>
                <a:lnTo>
                  <a:pt x="51863" y="120864"/>
                </a:lnTo>
                <a:lnTo>
                  <a:pt x="51863" y="124317"/>
                </a:lnTo>
                <a:lnTo>
                  <a:pt x="48405" y="124317"/>
                </a:lnTo>
                <a:lnTo>
                  <a:pt x="48405" y="127770"/>
                </a:lnTo>
                <a:lnTo>
                  <a:pt x="44948" y="127770"/>
                </a:lnTo>
                <a:lnTo>
                  <a:pt x="44948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20745" y="127770"/>
                </a:lnTo>
                <a:lnTo>
                  <a:pt x="20745" y="124317"/>
                </a:lnTo>
                <a:lnTo>
                  <a:pt x="17288" y="124317"/>
                </a:lnTo>
                <a:lnTo>
                  <a:pt x="17288" y="117410"/>
                </a:lnTo>
                <a:lnTo>
                  <a:pt x="13830" y="117410"/>
                </a:lnTo>
                <a:lnTo>
                  <a:pt x="13830" y="37986"/>
                </a:lnTo>
                <a:lnTo>
                  <a:pt x="0" y="37986"/>
                </a:lnTo>
                <a:lnTo>
                  <a:pt x="0" y="31079"/>
                </a:lnTo>
                <a:lnTo>
                  <a:pt x="6915" y="31079"/>
                </a:lnTo>
                <a:lnTo>
                  <a:pt x="6915" y="27626"/>
                </a:lnTo>
                <a:lnTo>
                  <a:pt x="10373" y="27626"/>
                </a:lnTo>
                <a:lnTo>
                  <a:pt x="10373" y="24173"/>
                </a:lnTo>
                <a:lnTo>
                  <a:pt x="13830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00B6476F-6E14-45CD-AB49-FEC9EB14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00" y="1695277"/>
            <a:ext cx="34575" cy="34532"/>
          </a:xfrm>
          <a:custGeom xmlns:a="http://schemas.openxmlformats.org/drawingml/2006/main">
            <a:pathLst>
              <a:path w="34575" h="34532">
                <a:moveTo>
                  <a:pt x="3458" y="24173"/>
                </a:moveTo>
                <a:lnTo>
                  <a:pt x="0" y="24173"/>
                </a:lnTo>
                <a:lnTo>
                  <a:pt x="0" y="10360"/>
                </a:lnTo>
                <a:lnTo>
                  <a:pt x="3458" y="10360"/>
                </a:lnTo>
                <a:lnTo>
                  <a:pt x="3458" y="6906"/>
                </a:lnTo>
                <a:lnTo>
                  <a:pt x="6915" y="6906"/>
                </a:lnTo>
                <a:lnTo>
                  <a:pt x="6915" y="3453"/>
                </a:lnTo>
                <a:lnTo>
                  <a:pt x="13830" y="3453"/>
                </a:lnTo>
                <a:lnTo>
                  <a:pt x="13830" y="0"/>
                </a:lnTo>
                <a:lnTo>
                  <a:pt x="20745" y="0"/>
                </a:lnTo>
                <a:lnTo>
                  <a:pt x="20745" y="3453"/>
                </a:lnTo>
                <a:lnTo>
                  <a:pt x="27660" y="3453"/>
                </a:lnTo>
                <a:lnTo>
                  <a:pt x="27660" y="6906"/>
                </a:lnTo>
                <a:lnTo>
                  <a:pt x="31118" y="6906"/>
                </a:lnTo>
                <a:lnTo>
                  <a:pt x="31118" y="10360"/>
                </a:lnTo>
                <a:lnTo>
                  <a:pt x="34575" y="10360"/>
                </a:lnTo>
                <a:lnTo>
                  <a:pt x="34575" y="24173"/>
                </a:lnTo>
                <a:lnTo>
                  <a:pt x="31118" y="24173"/>
                </a:lnTo>
                <a:lnTo>
                  <a:pt x="31118" y="31079"/>
                </a:lnTo>
                <a:lnTo>
                  <a:pt x="24203" y="31079"/>
                </a:lnTo>
                <a:lnTo>
                  <a:pt x="24203" y="34532"/>
                </a:lnTo>
                <a:lnTo>
                  <a:pt x="10373" y="34532"/>
                </a:lnTo>
                <a:lnTo>
                  <a:pt x="10373" y="31079"/>
                </a:lnTo>
                <a:lnTo>
                  <a:pt x="3458" y="31079"/>
                </a:lnTo>
                <a:lnTo>
                  <a:pt x="3458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8D221C6C-5483-4808-B236-A2FAF086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85" y="1747075"/>
            <a:ext cx="38033" cy="3453"/>
          </a:xfrm>
          <a:custGeom xmlns:a="http://schemas.openxmlformats.org/drawingml/2006/main">
            <a:pathLst>
              <a:path w="38033" h="3453">
                <a:moveTo>
                  <a:pt x="38033" y="0"/>
                </a:moveTo>
                <a:lnTo>
                  <a:pt x="38033" y="3453"/>
                </a:lnTo>
                <a:lnTo>
                  <a:pt x="0" y="3453"/>
                </a:lnTo>
                <a:lnTo>
                  <a:pt x="0" y="0"/>
                </a:lnTo>
                <a:lnTo>
                  <a:pt x="3803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8EE1E7D2-0267-4D5C-9452-A9CDE4B9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" y="148223"/>
            <a:ext cx="72608" cy="103597"/>
          </a:xfrm>
          <a:custGeom xmlns:a="http://schemas.openxmlformats.org/drawingml/2006/main">
            <a:pathLst>
              <a:path w="72608" h="103597">
                <a:moveTo>
                  <a:pt x="3458" y="34532"/>
                </a:moveTo>
                <a:lnTo>
                  <a:pt x="0" y="34532"/>
                </a:lnTo>
                <a:lnTo>
                  <a:pt x="0" y="31079"/>
                </a:lnTo>
                <a:lnTo>
                  <a:pt x="3458" y="31079"/>
                </a:lnTo>
                <a:lnTo>
                  <a:pt x="3458" y="13813"/>
                </a:lnTo>
                <a:lnTo>
                  <a:pt x="6915" y="13813"/>
                </a:lnTo>
                <a:lnTo>
                  <a:pt x="6915" y="10360"/>
                </a:lnTo>
                <a:lnTo>
                  <a:pt x="10373" y="10360"/>
                </a:lnTo>
                <a:lnTo>
                  <a:pt x="10373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0745" y="3453"/>
                </a:lnTo>
                <a:lnTo>
                  <a:pt x="20745" y="0"/>
                </a:lnTo>
                <a:lnTo>
                  <a:pt x="44948" y="0"/>
                </a:lnTo>
                <a:lnTo>
                  <a:pt x="44948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62235" y="0"/>
                </a:lnTo>
                <a:lnTo>
                  <a:pt x="62235" y="31079"/>
                </a:lnTo>
                <a:lnTo>
                  <a:pt x="58778" y="31079"/>
                </a:lnTo>
                <a:lnTo>
                  <a:pt x="58778" y="27626"/>
                </a:lnTo>
                <a:lnTo>
                  <a:pt x="55320" y="27626"/>
                </a:lnTo>
                <a:lnTo>
                  <a:pt x="55320" y="20719"/>
                </a:lnTo>
                <a:lnTo>
                  <a:pt x="51863" y="20719"/>
                </a:lnTo>
                <a:lnTo>
                  <a:pt x="51863" y="13813"/>
                </a:lnTo>
                <a:lnTo>
                  <a:pt x="48405" y="13813"/>
                </a:lnTo>
                <a:lnTo>
                  <a:pt x="48405" y="10360"/>
                </a:lnTo>
                <a:lnTo>
                  <a:pt x="41490" y="10360"/>
                </a:lnTo>
                <a:lnTo>
                  <a:pt x="41490" y="6906"/>
                </a:lnTo>
                <a:lnTo>
                  <a:pt x="24203" y="6906"/>
                </a:lnTo>
                <a:lnTo>
                  <a:pt x="24203" y="10360"/>
                </a:lnTo>
                <a:lnTo>
                  <a:pt x="20745" y="10360"/>
                </a:lnTo>
                <a:lnTo>
                  <a:pt x="20745" y="13813"/>
                </a:lnTo>
                <a:lnTo>
                  <a:pt x="17288" y="13813"/>
                </a:lnTo>
                <a:lnTo>
                  <a:pt x="17288" y="17266"/>
                </a:lnTo>
                <a:lnTo>
                  <a:pt x="13830" y="17266"/>
                </a:lnTo>
                <a:lnTo>
                  <a:pt x="13830" y="20719"/>
                </a:lnTo>
                <a:lnTo>
                  <a:pt x="17288" y="20719"/>
                </a:lnTo>
                <a:lnTo>
                  <a:pt x="17288" y="27626"/>
                </a:lnTo>
                <a:lnTo>
                  <a:pt x="20745" y="27626"/>
                </a:lnTo>
                <a:lnTo>
                  <a:pt x="20745" y="31079"/>
                </a:lnTo>
                <a:lnTo>
                  <a:pt x="24203" y="31079"/>
                </a:lnTo>
                <a:lnTo>
                  <a:pt x="24203" y="34532"/>
                </a:lnTo>
                <a:lnTo>
                  <a:pt x="31118" y="34532"/>
                </a:lnTo>
                <a:lnTo>
                  <a:pt x="31118" y="37986"/>
                </a:lnTo>
                <a:lnTo>
                  <a:pt x="38033" y="37986"/>
                </a:lnTo>
                <a:lnTo>
                  <a:pt x="38033" y="41439"/>
                </a:lnTo>
                <a:lnTo>
                  <a:pt x="44948" y="41439"/>
                </a:lnTo>
                <a:lnTo>
                  <a:pt x="44948" y="44892"/>
                </a:lnTo>
                <a:lnTo>
                  <a:pt x="51863" y="44892"/>
                </a:lnTo>
                <a:lnTo>
                  <a:pt x="51863" y="48345"/>
                </a:lnTo>
                <a:lnTo>
                  <a:pt x="55320" y="48345"/>
                </a:lnTo>
                <a:lnTo>
                  <a:pt x="55320" y="51799"/>
                </a:lnTo>
                <a:lnTo>
                  <a:pt x="62235" y="51799"/>
                </a:lnTo>
                <a:lnTo>
                  <a:pt x="62235" y="55252"/>
                </a:lnTo>
                <a:lnTo>
                  <a:pt x="65693" y="55252"/>
                </a:lnTo>
                <a:lnTo>
                  <a:pt x="65693" y="62158"/>
                </a:lnTo>
                <a:lnTo>
                  <a:pt x="69151" y="62158"/>
                </a:lnTo>
                <a:lnTo>
                  <a:pt x="69151" y="72518"/>
                </a:lnTo>
                <a:lnTo>
                  <a:pt x="72608" y="72518"/>
                </a:lnTo>
                <a:lnTo>
                  <a:pt x="72608" y="75971"/>
                </a:lnTo>
                <a:lnTo>
                  <a:pt x="69151" y="75971"/>
                </a:lnTo>
                <a:lnTo>
                  <a:pt x="69151" y="86331"/>
                </a:lnTo>
                <a:lnTo>
                  <a:pt x="65693" y="86331"/>
                </a:lnTo>
                <a:lnTo>
                  <a:pt x="65693" y="89784"/>
                </a:lnTo>
                <a:lnTo>
                  <a:pt x="62235" y="89784"/>
                </a:lnTo>
                <a:lnTo>
                  <a:pt x="62235" y="93238"/>
                </a:lnTo>
                <a:lnTo>
                  <a:pt x="58778" y="93238"/>
                </a:lnTo>
                <a:lnTo>
                  <a:pt x="58778" y="96691"/>
                </a:lnTo>
                <a:lnTo>
                  <a:pt x="55320" y="96691"/>
                </a:lnTo>
                <a:lnTo>
                  <a:pt x="55320" y="100144"/>
                </a:lnTo>
                <a:lnTo>
                  <a:pt x="44948" y="100144"/>
                </a:lnTo>
                <a:lnTo>
                  <a:pt x="44948" y="103597"/>
                </a:lnTo>
                <a:lnTo>
                  <a:pt x="20745" y="103597"/>
                </a:lnTo>
                <a:lnTo>
                  <a:pt x="20745" y="100144"/>
                </a:lnTo>
                <a:lnTo>
                  <a:pt x="6915" y="100144"/>
                </a:lnTo>
                <a:lnTo>
                  <a:pt x="6915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3458" y="96691"/>
                </a:lnTo>
                <a:lnTo>
                  <a:pt x="3458" y="75971"/>
                </a:lnTo>
                <a:lnTo>
                  <a:pt x="0" y="75971"/>
                </a:lnTo>
                <a:lnTo>
                  <a:pt x="0" y="69065"/>
                </a:lnTo>
                <a:lnTo>
                  <a:pt x="3458" y="69065"/>
                </a:lnTo>
                <a:lnTo>
                  <a:pt x="3458" y="65612"/>
                </a:lnTo>
                <a:lnTo>
                  <a:pt x="6915" y="65612"/>
                </a:lnTo>
                <a:lnTo>
                  <a:pt x="6915" y="75971"/>
                </a:lnTo>
                <a:lnTo>
                  <a:pt x="10373" y="75971"/>
                </a:lnTo>
                <a:lnTo>
                  <a:pt x="10373" y="82878"/>
                </a:lnTo>
                <a:lnTo>
                  <a:pt x="13830" y="82878"/>
                </a:lnTo>
                <a:lnTo>
                  <a:pt x="13830" y="86331"/>
                </a:lnTo>
                <a:lnTo>
                  <a:pt x="17288" y="86331"/>
                </a:lnTo>
                <a:lnTo>
                  <a:pt x="17288" y="89784"/>
                </a:lnTo>
                <a:lnTo>
                  <a:pt x="24203" y="89784"/>
                </a:lnTo>
                <a:lnTo>
                  <a:pt x="24203" y="93238"/>
                </a:lnTo>
                <a:lnTo>
                  <a:pt x="34575" y="93238"/>
                </a:lnTo>
                <a:lnTo>
                  <a:pt x="34575" y="96691"/>
                </a:lnTo>
                <a:lnTo>
                  <a:pt x="41490" y="96691"/>
                </a:lnTo>
                <a:lnTo>
                  <a:pt x="41490" y="93238"/>
                </a:lnTo>
                <a:lnTo>
                  <a:pt x="48405" y="93238"/>
                </a:lnTo>
                <a:lnTo>
                  <a:pt x="48405" y="89784"/>
                </a:lnTo>
                <a:lnTo>
                  <a:pt x="51863" y="89784"/>
                </a:lnTo>
                <a:lnTo>
                  <a:pt x="51863" y="72518"/>
                </a:lnTo>
                <a:lnTo>
                  <a:pt x="48405" y="72518"/>
                </a:lnTo>
                <a:lnTo>
                  <a:pt x="48405" y="69065"/>
                </a:lnTo>
                <a:lnTo>
                  <a:pt x="44948" y="69065"/>
                </a:lnTo>
                <a:lnTo>
                  <a:pt x="44948" y="65612"/>
                </a:lnTo>
                <a:lnTo>
                  <a:pt x="38033" y="65612"/>
                </a:lnTo>
                <a:lnTo>
                  <a:pt x="38033" y="62158"/>
                </a:lnTo>
                <a:lnTo>
                  <a:pt x="34575" y="62158"/>
                </a:lnTo>
                <a:lnTo>
                  <a:pt x="34575" y="58705"/>
                </a:lnTo>
                <a:lnTo>
                  <a:pt x="27660" y="58705"/>
                </a:lnTo>
                <a:lnTo>
                  <a:pt x="27660" y="55252"/>
                </a:lnTo>
                <a:lnTo>
                  <a:pt x="20745" y="55252"/>
                </a:lnTo>
                <a:lnTo>
                  <a:pt x="20745" y="51799"/>
                </a:lnTo>
                <a:lnTo>
                  <a:pt x="13830" y="51799"/>
                </a:lnTo>
                <a:lnTo>
                  <a:pt x="13830" y="48345"/>
                </a:lnTo>
                <a:lnTo>
                  <a:pt x="10373" y="48345"/>
                </a:lnTo>
                <a:lnTo>
                  <a:pt x="10373" y="44892"/>
                </a:lnTo>
                <a:lnTo>
                  <a:pt x="6915" y="44892"/>
                </a:lnTo>
                <a:lnTo>
                  <a:pt x="6915" y="41439"/>
                </a:lnTo>
                <a:lnTo>
                  <a:pt x="3458" y="41439"/>
                </a:lnTo>
                <a:lnTo>
                  <a:pt x="3458" y="3453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D4A8EDC7-C728-472F-BFDD-7528E129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75" y="890671"/>
            <a:ext cx="20745" cy="20719"/>
          </a:xfrm>
          <a:custGeom xmlns:a="http://schemas.openxmlformats.org/drawingml/2006/main">
            <a:pathLst>
              <a:path w="20745" h="20719">
                <a:moveTo>
                  <a:pt x="17288" y="17266"/>
                </a:moveTo>
                <a:lnTo>
                  <a:pt x="17288" y="20719"/>
                </a:lnTo>
                <a:lnTo>
                  <a:pt x="3458" y="20719"/>
                </a:lnTo>
                <a:lnTo>
                  <a:pt x="3458" y="17266"/>
                </a:lnTo>
                <a:lnTo>
                  <a:pt x="0" y="17266"/>
                </a:lnTo>
                <a:lnTo>
                  <a:pt x="0" y="3453"/>
                </a:lnTo>
                <a:lnTo>
                  <a:pt x="3458" y="3453"/>
                </a:lnTo>
                <a:lnTo>
                  <a:pt x="3458" y="0"/>
                </a:lnTo>
                <a:lnTo>
                  <a:pt x="17288" y="0"/>
                </a:lnTo>
                <a:lnTo>
                  <a:pt x="17288" y="3453"/>
                </a:lnTo>
                <a:lnTo>
                  <a:pt x="20745" y="3453"/>
                </a:lnTo>
                <a:lnTo>
                  <a:pt x="20745" y="17266"/>
                </a:lnTo>
                <a:lnTo>
                  <a:pt x="17288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722DEF1B-3275-4BE0-8EE9-BAE4C7AF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65" y="914843"/>
            <a:ext cx="172876" cy="183022"/>
          </a:xfrm>
          <a:custGeom xmlns:a="http://schemas.openxmlformats.org/drawingml/2006/main">
            <a:pathLst>
              <a:path w="172876" h="183022">
                <a:moveTo>
                  <a:pt x="34575" y="31079"/>
                </a:moveTo>
                <a:lnTo>
                  <a:pt x="107183" y="31079"/>
                </a:lnTo>
                <a:lnTo>
                  <a:pt x="107183" y="37986"/>
                </a:lnTo>
                <a:lnTo>
                  <a:pt x="96811" y="37986"/>
                </a:lnTo>
                <a:lnTo>
                  <a:pt x="96811" y="51799"/>
                </a:lnTo>
                <a:lnTo>
                  <a:pt x="100268" y="51799"/>
                </a:lnTo>
                <a:lnTo>
                  <a:pt x="100268" y="58705"/>
                </a:lnTo>
                <a:lnTo>
                  <a:pt x="103726" y="58705"/>
                </a:lnTo>
                <a:lnTo>
                  <a:pt x="103726" y="65612"/>
                </a:lnTo>
                <a:lnTo>
                  <a:pt x="107183" y="65612"/>
                </a:lnTo>
                <a:lnTo>
                  <a:pt x="107183" y="72518"/>
                </a:lnTo>
                <a:lnTo>
                  <a:pt x="110641" y="72518"/>
                </a:lnTo>
                <a:lnTo>
                  <a:pt x="110641" y="79425"/>
                </a:lnTo>
                <a:lnTo>
                  <a:pt x="114098" y="79425"/>
                </a:lnTo>
                <a:lnTo>
                  <a:pt x="114098" y="89784"/>
                </a:lnTo>
                <a:lnTo>
                  <a:pt x="117556" y="89784"/>
                </a:lnTo>
                <a:lnTo>
                  <a:pt x="117556" y="96691"/>
                </a:lnTo>
                <a:lnTo>
                  <a:pt x="121013" y="96691"/>
                </a:lnTo>
                <a:lnTo>
                  <a:pt x="121013" y="103597"/>
                </a:lnTo>
                <a:lnTo>
                  <a:pt x="124471" y="103597"/>
                </a:lnTo>
                <a:lnTo>
                  <a:pt x="124471" y="96691"/>
                </a:lnTo>
                <a:lnTo>
                  <a:pt x="127928" y="96691"/>
                </a:lnTo>
                <a:lnTo>
                  <a:pt x="127928" y="89784"/>
                </a:lnTo>
                <a:lnTo>
                  <a:pt x="131386" y="89784"/>
                </a:lnTo>
                <a:lnTo>
                  <a:pt x="131386" y="79425"/>
                </a:lnTo>
                <a:lnTo>
                  <a:pt x="134844" y="79425"/>
                </a:lnTo>
                <a:lnTo>
                  <a:pt x="134844" y="72518"/>
                </a:lnTo>
                <a:lnTo>
                  <a:pt x="138301" y="72518"/>
                </a:lnTo>
                <a:lnTo>
                  <a:pt x="138301" y="62158"/>
                </a:lnTo>
                <a:lnTo>
                  <a:pt x="141759" y="62158"/>
                </a:lnTo>
                <a:lnTo>
                  <a:pt x="141759" y="55252"/>
                </a:lnTo>
                <a:lnTo>
                  <a:pt x="145216" y="55252"/>
                </a:lnTo>
                <a:lnTo>
                  <a:pt x="145216" y="44892"/>
                </a:lnTo>
                <a:lnTo>
                  <a:pt x="148674" y="44892"/>
                </a:lnTo>
                <a:lnTo>
                  <a:pt x="148674" y="37986"/>
                </a:lnTo>
                <a:lnTo>
                  <a:pt x="141759" y="37986"/>
                </a:lnTo>
                <a:lnTo>
                  <a:pt x="141759" y="34532"/>
                </a:lnTo>
                <a:lnTo>
                  <a:pt x="138301" y="34532"/>
                </a:lnTo>
                <a:lnTo>
                  <a:pt x="138301" y="31079"/>
                </a:lnTo>
                <a:lnTo>
                  <a:pt x="172876" y="31079"/>
                </a:lnTo>
                <a:lnTo>
                  <a:pt x="172876" y="34532"/>
                </a:lnTo>
                <a:lnTo>
                  <a:pt x="169419" y="34532"/>
                </a:lnTo>
                <a:lnTo>
                  <a:pt x="169419" y="37986"/>
                </a:lnTo>
                <a:lnTo>
                  <a:pt x="162504" y="37986"/>
                </a:lnTo>
                <a:lnTo>
                  <a:pt x="162504" y="41439"/>
                </a:lnTo>
                <a:lnTo>
                  <a:pt x="159046" y="41439"/>
                </a:lnTo>
                <a:lnTo>
                  <a:pt x="159046" y="48345"/>
                </a:lnTo>
                <a:lnTo>
                  <a:pt x="155589" y="48345"/>
                </a:lnTo>
                <a:lnTo>
                  <a:pt x="155589" y="58705"/>
                </a:lnTo>
                <a:lnTo>
                  <a:pt x="152131" y="58705"/>
                </a:lnTo>
                <a:lnTo>
                  <a:pt x="152131" y="65612"/>
                </a:lnTo>
                <a:lnTo>
                  <a:pt x="148674" y="65612"/>
                </a:lnTo>
                <a:lnTo>
                  <a:pt x="148674" y="75971"/>
                </a:lnTo>
                <a:lnTo>
                  <a:pt x="145216" y="75971"/>
                </a:lnTo>
                <a:lnTo>
                  <a:pt x="145216" y="82878"/>
                </a:lnTo>
                <a:lnTo>
                  <a:pt x="141759" y="82878"/>
                </a:lnTo>
                <a:lnTo>
                  <a:pt x="141759" y="89784"/>
                </a:lnTo>
                <a:lnTo>
                  <a:pt x="138301" y="89784"/>
                </a:lnTo>
                <a:lnTo>
                  <a:pt x="138301" y="100144"/>
                </a:lnTo>
                <a:lnTo>
                  <a:pt x="134844" y="100144"/>
                </a:lnTo>
                <a:lnTo>
                  <a:pt x="134844" y="107051"/>
                </a:lnTo>
                <a:lnTo>
                  <a:pt x="131386" y="107051"/>
                </a:lnTo>
                <a:lnTo>
                  <a:pt x="131386" y="117410"/>
                </a:lnTo>
                <a:lnTo>
                  <a:pt x="127928" y="117410"/>
                </a:lnTo>
                <a:lnTo>
                  <a:pt x="127928" y="124317"/>
                </a:lnTo>
                <a:lnTo>
                  <a:pt x="124471" y="124317"/>
                </a:lnTo>
                <a:lnTo>
                  <a:pt x="124471" y="134677"/>
                </a:lnTo>
                <a:lnTo>
                  <a:pt x="121013" y="134677"/>
                </a:lnTo>
                <a:lnTo>
                  <a:pt x="121013" y="141583"/>
                </a:lnTo>
                <a:lnTo>
                  <a:pt x="117556" y="141583"/>
                </a:lnTo>
                <a:lnTo>
                  <a:pt x="117556" y="151943"/>
                </a:lnTo>
                <a:lnTo>
                  <a:pt x="114098" y="151943"/>
                </a:lnTo>
                <a:lnTo>
                  <a:pt x="114098" y="158849"/>
                </a:lnTo>
                <a:lnTo>
                  <a:pt x="110641" y="158849"/>
                </a:lnTo>
                <a:lnTo>
                  <a:pt x="110641" y="165756"/>
                </a:lnTo>
                <a:lnTo>
                  <a:pt x="107183" y="165756"/>
                </a:lnTo>
                <a:lnTo>
                  <a:pt x="107183" y="169209"/>
                </a:lnTo>
                <a:lnTo>
                  <a:pt x="103726" y="169209"/>
                </a:lnTo>
                <a:lnTo>
                  <a:pt x="103726" y="172662"/>
                </a:lnTo>
                <a:lnTo>
                  <a:pt x="100268" y="172662"/>
                </a:lnTo>
                <a:lnTo>
                  <a:pt x="100268" y="176115"/>
                </a:lnTo>
                <a:lnTo>
                  <a:pt x="93353" y="176115"/>
                </a:lnTo>
                <a:lnTo>
                  <a:pt x="93353" y="179569"/>
                </a:lnTo>
                <a:lnTo>
                  <a:pt x="86438" y="179569"/>
                </a:lnTo>
                <a:lnTo>
                  <a:pt x="86438" y="183022"/>
                </a:lnTo>
                <a:lnTo>
                  <a:pt x="76066" y="183022"/>
                </a:lnTo>
                <a:lnTo>
                  <a:pt x="76066" y="179569"/>
                </a:lnTo>
                <a:lnTo>
                  <a:pt x="69151" y="179569"/>
                </a:lnTo>
                <a:lnTo>
                  <a:pt x="69151" y="176115"/>
                </a:lnTo>
                <a:lnTo>
                  <a:pt x="65693" y="176115"/>
                </a:lnTo>
                <a:lnTo>
                  <a:pt x="65693" y="162302"/>
                </a:lnTo>
                <a:lnTo>
                  <a:pt x="69151" y="162302"/>
                </a:lnTo>
                <a:lnTo>
                  <a:pt x="69151" y="158849"/>
                </a:lnTo>
                <a:lnTo>
                  <a:pt x="86438" y="158849"/>
                </a:lnTo>
                <a:lnTo>
                  <a:pt x="86438" y="162302"/>
                </a:lnTo>
                <a:lnTo>
                  <a:pt x="96811" y="162302"/>
                </a:lnTo>
                <a:lnTo>
                  <a:pt x="96811" y="158849"/>
                </a:lnTo>
                <a:lnTo>
                  <a:pt x="100268" y="158849"/>
                </a:lnTo>
                <a:lnTo>
                  <a:pt x="100268" y="155396"/>
                </a:lnTo>
                <a:lnTo>
                  <a:pt x="103726" y="155396"/>
                </a:lnTo>
                <a:lnTo>
                  <a:pt x="103726" y="148489"/>
                </a:lnTo>
                <a:lnTo>
                  <a:pt x="107183" y="148489"/>
                </a:lnTo>
                <a:lnTo>
                  <a:pt x="107183" y="141583"/>
                </a:lnTo>
                <a:lnTo>
                  <a:pt x="110641" y="141583"/>
                </a:lnTo>
                <a:lnTo>
                  <a:pt x="110641" y="134677"/>
                </a:lnTo>
                <a:lnTo>
                  <a:pt x="114098" y="134677"/>
                </a:lnTo>
                <a:lnTo>
                  <a:pt x="114098" y="124317"/>
                </a:lnTo>
                <a:lnTo>
                  <a:pt x="110641" y="124317"/>
                </a:lnTo>
                <a:lnTo>
                  <a:pt x="110641" y="117410"/>
                </a:lnTo>
                <a:lnTo>
                  <a:pt x="107183" y="117410"/>
                </a:lnTo>
                <a:lnTo>
                  <a:pt x="107183" y="110504"/>
                </a:lnTo>
                <a:lnTo>
                  <a:pt x="103726" y="110504"/>
                </a:lnTo>
                <a:lnTo>
                  <a:pt x="103726" y="103597"/>
                </a:lnTo>
                <a:lnTo>
                  <a:pt x="100268" y="103597"/>
                </a:lnTo>
                <a:lnTo>
                  <a:pt x="100268" y="96691"/>
                </a:lnTo>
                <a:lnTo>
                  <a:pt x="96811" y="96691"/>
                </a:lnTo>
                <a:lnTo>
                  <a:pt x="96811" y="89784"/>
                </a:lnTo>
                <a:lnTo>
                  <a:pt x="93353" y="89784"/>
                </a:lnTo>
                <a:lnTo>
                  <a:pt x="93353" y="79425"/>
                </a:lnTo>
                <a:lnTo>
                  <a:pt x="89896" y="79425"/>
                </a:lnTo>
                <a:lnTo>
                  <a:pt x="89896" y="72518"/>
                </a:lnTo>
                <a:lnTo>
                  <a:pt x="86438" y="72518"/>
                </a:lnTo>
                <a:lnTo>
                  <a:pt x="86438" y="65612"/>
                </a:lnTo>
                <a:lnTo>
                  <a:pt x="82981" y="65612"/>
                </a:lnTo>
                <a:lnTo>
                  <a:pt x="82981" y="58705"/>
                </a:lnTo>
                <a:lnTo>
                  <a:pt x="79523" y="58705"/>
                </a:lnTo>
                <a:lnTo>
                  <a:pt x="79523" y="51799"/>
                </a:lnTo>
                <a:lnTo>
                  <a:pt x="76066" y="51799"/>
                </a:lnTo>
                <a:lnTo>
                  <a:pt x="76066" y="44892"/>
                </a:lnTo>
                <a:lnTo>
                  <a:pt x="72608" y="44892"/>
                </a:lnTo>
                <a:lnTo>
                  <a:pt x="72608" y="41439"/>
                </a:lnTo>
                <a:lnTo>
                  <a:pt x="69151" y="41439"/>
                </a:lnTo>
                <a:lnTo>
                  <a:pt x="69151" y="37986"/>
                </a:lnTo>
                <a:lnTo>
                  <a:pt x="62235" y="37986"/>
                </a:lnTo>
                <a:lnTo>
                  <a:pt x="62235" y="34532"/>
                </a:lnTo>
                <a:lnTo>
                  <a:pt x="58778" y="34532"/>
                </a:lnTo>
                <a:lnTo>
                  <a:pt x="58778" y="37986"/>
                </a:lnTo>
                <a:lnTo>
                  <a:pt x="38033" y="37986"/>
                </a:lnTo>
                <a:lnTo>
                  <a:pt x="38033" y="41439"/>
                </a:lnTo>
                <a:lnTo>
                  <a:pt x="34575" y="41439"/>
                </a:lnTo>
                <a:lnTo>
                  <a:pt x="34575" y="113957"/>
                </a:lnTo>
                <a:lnTo>
                  <a:pt x="38033" y="113957"/>
                </a:lnTo>
                <a:lnTo>
                  <a:pt x="38033" y="117410"/>
                </a:lnTo>
                <a:lnTo>
                  <a:pt x="51863" y="117410"/>
                </a:lnTo>
                <a:lnTo>
                  <a:pt x="51863" y="113957"/>
                </a:lnTo>
                <a:lnTo>
                  <a:pt x="55320" y="113957"/>
                </a:lnTo>
                <a:lnTo>
                  <a:pt x="55320" y="110504"/>
                </a:lnTo>
                <a:lnTo>
                  <a:pt x="58778" y="110504"/>
                </a:lnTo>
                <a:lnTo>
                  <a:pt x="58778" y="117410"/>
                </a:lnTo>
                <a:lnTo>
                  <a:pt x="55320" y="117410"/>
                </a:lnTo>
                <a:lnTo>
                  <a:pt x="55320" y="124317"/>
                </a:lnTo>
                <a:lnTo>
                  <a:pt x="51863" y="124317"/>
                </a:lnTo>
                <a:lnTo>
                  <a:pt x="51863" y="127770"/>
                </a:lnTo>
                <a:lnTo>
                  <a:pt x="48405" y="127770"/>
                </a:lnTo>
                <a:lnTo>
                  <a:pt x="48405" y="131223"/>
                </a:lnTo>
                <a:lnTo>
                  <a:pt x="38033" y="131223"/>
                </a:lnTo>
                <a:lnTo>
                  <a:pt x="38033" y="134677"/>
                </a:lnTo>
                <a:lnTo>
                  <a:pt x="31118" y="134677"/>
                </a:lnTo>
                <a:lnTo>
                  <a:pt x="31118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20745" y="127770"/>
                </a:lnTo>
                <a:lnTo>
                  <a:pt x="20745" y="124317"/>
                </a:lnTo>
                <a:lnTo>
                  <a:pt x="17288" y="124317"/>
                </a:lnTo>
                <a:lnTo>
                  <a:pt x="17288" y="41439"/>
                </a:lnTo>
                <a:lnTo>
                  <a:pt x="13830" y="41439"/>
                </a:lnTo>
                <a:lnTo>
                  <a:pt x="13830" y="37986"/>
                </a:lnTo>
                <a:lnTo>
                  <a:pt x="6915" y="37986"/>
                </a:lnTo>
                <a:lnTo>
                  <a:pt x="6915" y="41439"/>
                </a:lnTo>
                <a:lnTo>
                  <a:pt x="0" y="41439"/>
                </a:lnTo>
                <a:lnTo>
                  <a:pt x="0" y="34532"/>
                </a:lnTo>
                <a:lnTo>
                  <a:pt x="3458" y="34532"/>
                </a:lnTo>
                <a:lnTo>
                  <a:pt x="3458" y="31079"/>
                </a:lnTo>
                <a:lnTo>
                  <a:pt x="10373" y="31079"/>
                </a:lnTo>
                <a:lnTo>
                  <a:pt x="10373" y="27626"/>
                </a:lnTo>
                <a:lnTo>
                  <a:pt x="13830" y="27626"/>
                </a:lnTo>
                <a:lnTo>
                  <a:pt x="13830" y="24173"/>
                </a:lnTo>
                <a:lnTo>
                  <a:pt x="17288" y="24173"/>
                </a:lnTo>
                <a:lnTo>
                  <a:pt x="17288" y="20719"/>
                </a:lnTo>
                <a:lnTo>
                  <a:pt x="20745" y="20719"/>
                </a:lnTo>
                <a:lnTo>
                  <a:pt x="20745" y="13813"/>
                </a:lnTo>
                <a:lnTo>
                  <a:pt x="24203" y="13813"/>
                </a:lnTo>
                <a:lnTo>
                  <a:pt x="24203" y="10360"/>
                </a:lnTo>
                <a:lnTo>
                  <a:pt x="27660" y="10360"/>
                </a:lnTo>
                <a:lnTo>
                  <a:pt x="27660" y="0"/>
                </a:lnTo>
                <a:lnTo>
                  <a:pt x="34575" y="0"/>
                </a:lnTo>
                <a:lnTo>
                  <a:pt x="34575" y="3107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3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C3135DD-B10B-4B11-BDEE-5CD558DB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908" y="1215276"/>
            <a:ext cx="110641" cy="107051"/>
          </a:xfrm>
          <a:custGeom xmlns:a="http://schemas.openxmlformats.org/drawingml/2006/main">
            <a:pathLst>
              <a:path w="110641" h="107051">
                <a:moveTo>
                  <a:pt x="10373" y="17266"/>
                </a:moveTo>
                <a:lnTo>
                  <a:pt x="10373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3458" y="6906"/>
                </a:lnTo>
                <a:lnTo>
                  <a:pt x="3458" y="3453"/>
                </a:lnTo>
                <a:lnTo>
                  <a:pt x="0" y="3453"/>
                </a:lnTo>
                <a:lnTo>
                  <a:pt x="0" y="0"/>
                </a:lnTo>
                <a:lnTo>
                  <a:pt x="41490" y="0"/>
                </a:lnTo>
                <a:lnTo>
                  <a:pt x="41490" y="86331"/>
                </a:lnTo>
                <a:lnTo>
                  <a:pt x="44948" y="86331"/>
                </a:lnTo>
                <a:lnTo>
                  <a:pt x="44948" y="89784"/>
                </a:lnTo>
                <a:lnTo>
                  <a:pt x="55320" y="89784"/>
                </a:lnTo>
                <a:lnTo>
                  <a:pt x="55320" y="86331"/>
                </a:lnTo>
                <a:lnTo>
                  <a:pt x="58778" y="86331"/>
                </a:lnTo>
                <a:lnTo>
                  <a:pt x="58778" y="82878"/>
                </a:lnTo>
                <a:lnTo>
                  <a:pt x="62235" y="82878"/>
                </a:lnTo>
                <a:lnTo>
                  <a:pt x="62235" y="79425"/>
                </a:lnTo>
                <a:lnTo>
                  <a:pt x="65693" y="79425"/>
                </a:lnTo>
                <a:lnTo>
                  <a:pt x="65693" y="6906"/>
                </a:lnTo>
                <a:lnTo>
                  <a:pt x="58778" y="6906"/>
                </a:lnTo>
                <a:lnTo>
                  <a:pt x="58778" y="3453"/>
                </a:lnTo>
                <a:lnTo>
                  <a:pt x="55320" y="3453"/>
                </a:lnTo>
                <a:lnTo>
                  <a:pt x="55320" y="0"/>
                </a:lnTo>
                <a:lnTo>
                  <a:pt x="100268" y="0"/>
                </a:lnTo>
                <a:lnTo>
                  <a:pt x="100268" y="93238"/>
                </a:lnTo>
                <a:lnTo>
                  <a:pt x="103726" y="93238"/>
                </a:lnTo>
                <a:lnTo>
                  <a:pt x="103726" y="96691"/>
                </a:lnTo>
                <a:lnTo>
                  <a:pt x="110641" y="96691"/>
                </a:lnTo>
                <a:lnTo>
                  <a:pt x="110641" y="100144"/>
                </a:lnTo>
                <a:lnTo>
                  <a:pt x="107183" y="100144"/>
                </a:lnTo>
                <a:lnTo>
                  <a:pt x="107183" y="103597"/>
                </a:lnTo>
                <a:lnTo>
                  <a:pt x="100268" y="103597"/>
                </a:lnTo>
                <a:lnTo>
                  <a:pt x="100268" y="100144"/>
                </a:lnTo>
                <a:lnTo>
                  <a:pt x="65693" y="100144"/>
                </a:lnTo>
                <a:lnTo>
                  <a:pt x="65693" y="93238"/>
                </a:lnTo>
                <a:lnTo>
                  <a:pt x="62235" y="93238"/>
                </a:lnTo>
                <a:lnTo>
                  <a:pt x="62235" y="96691"/>
                </a:lnTo>
                <a:lnTo>
                  <a:pt x="55320" y="96691"/>
                </a:lnTo>
                <a:lnTo>
                  <a:pt x="55320" y="100144"/>
                </a:lnTo>
                <a:lnTo>
                  <a:pt x="51863" y="100144"/>
                </a:lnTo>
                <a:lnTo>
                  <a:pt x="51863" y="103597"/>
                </a:lnTo>
                <a:lnTo>
                  <a:pt x="38033" y="103597"/>
                </a:lnTo>
                <a:lnTo>
                  <a:pt x="38033" y="107051"/>
                </a:lnTo>
                <a:lnTo>
                  <a:pt x="34575" y="107051"/>
                </a:lnTo>
                <a:lnTo>
                  <a:pt x="34575" y="103597"/>
                </a:lnTo>
                <a:lnTo>
                  <a:pt x="24203" y="103597"/>
                </a:lnTo>
                <a:lnTo>
                  <a:pt x="24203" y="100144"/>
                </a:lnTo>
                <a:lnTo>
                  <a:pt x="20745" y="100144"/>
                </a:lnTo>
                <a:lnTo>
                  <a:pt x="20745" y="96691"/>
                </a:lnTo>
                <a:lnTo>
                  <a:pt x="17288" y="96691"/>
                </a:lnTo>
                <a:lnTo>
                  <a:pt x="17288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0373" y="89784"/>
                </a:lnTo>
                <a:lnTo>
                  <a:pt x="10373" y="58705"/>
                </a:lnTo>
                <a:lnTo>
                  <a:pt x="6915" y="58705"/>
                </a:lnTo>
                <a:lnTo>
                  <a:pt x="6915" y="17266"/>
                </a:lnTo>
                <a:lnTo>
                  <a:pt x="10373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9CBE870B-75F6-485A-9CB6-43E7AF51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20" y="1747075"/>
            <a:ext cx="38033" cy="3453"/>
          </a:xfrm>
          <a:custGeom xmlns:a="http://schemas.openxmlformats.org/drawingml/2006/main">
            <a:pathLst>
              <a:path w="38033" h="3453">
                <a:moveTo>
                  <a:pt x="0" y="0"/>
                </a:moveTo>
                <a:lnTo>
                  <a:pt x="38033" y="0"/>
                </a:lnTo>
                <a:lnTo>
                  <a:pt x="38033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52654DB9-9683-48BC-AD15-ACA586BA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23" y="383044"/>
            <a:ext cx="58778" cy="134677"/>
          </a:xfrm>
          <a:custGeom xmlns:a="http://schemas.openxmlformats.org/drawingml/2006/main">
            <a:pathLst>
              <a:path w="58778" h="134677">
                <a:moveTo>
                  <a:pt x="20745" y="17266"/>
                </a:moveTo>
                <a:lnTo>
                  <a:pt x="24203" y="17266"/>
                </a:lnTo>
                <a:lnTo>
                  <a:pt x="24203" y="10360"/>
                </a:lnTo>
                <a:lnTo>
                  <a:pt x="27660" y="10360"/>
                </a:lnTo>
                <a:lnTo>
                  <a:pt x="27660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34575" y="0"/>
                </a:lnTo>
                <a:lnTo>
                  <a:pt x="34575" y="31079"/>
                </a:lnTo>
                <a:lnTo>
                  <a:pt x="58778" y="31079"/>
                </a:lnTo>
                <a:lnTo>
                  <a:pt x="58778" y="37986"/>
                </a:lnTo>
                <a:lnTo>
                  <a:pt x="55320" y="37986"/>
                </a:lnTo>
                <a:lnTo>
                  <a:pt x="55320" y="41439"/>
                </a:lnTo>
                <a:lnTo>
                  <a:pt x="34575" y="41439"/>
                </a:lnTo>
                <a:lnTo>
                  <a:pt x="34575" y="113957"/>
                </a:lnTo>
                <a:lnTo>
                  <a:pt x="38033" y="113957"/>
                </a:lnTo>
                <a:lnTo>
                  <a:pt x="38033" y="117410"/>
                </a:lnTo>
                <a:lnTo>
                  <a:pt x="51863" y="117410"/>
                </a:lnTo>
                <a:lnTo>
                  <a:pt x="51863" y="113957"/>
                </a:lnTo>
                <a:lnTo>
                  <a:pt x="55320" y="113957"/>
                </a:lnTo>
                <a:lnTo>
                  <a:pt x="55320" y="110504"/>
                </a:lnTo>
                <a:lnTo>
                  <a:pt x="58778" y="110504"/>
                </a:lnTo>
                <a:lnTo>
                  <a:pt x="58778" y="120864"/>
                </a:lnTo>
                <a:lnTo>
                  <a:pt x="55320" y="120864"/>
                </a:lnTo>
                <a:lnTo>
                  <a:pt x="55320" y="124317"/>
                </a:lnTo>
                <a:lnTo>
                  <a:pt x="51863" y="124317"/>
                </a:lnTo>
                <a:lnTo>
                  <a:pt x="51863" y="127770"/>
                </a:lnTo>
                <a:lnTo>
                  <a:pt x="48405" y="127770"/>
                </a:lnTo>
                <a:lnTo>
                  <a:pt x="48405" y="131223"/>
                </a:lnTo>
                <a:lnTo>
                  <a:pt x="41490" y="131223"/>
                </a:lnTo>
                <a:lnTo>
                  <a:pt x="41490" y="134677"/>
                </a:lnTo>
                <a:lnTo>
                  <a:pt x="31118" y="134677"/>
                </a:lnTo>
                <a:lnTo>
                  <a:pt x="31118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20745" y="127770"/>
                </a:lnTo>
                <a:lnTo>
                  <a:pt x="20745" y="124317"/>
                </a:lnTo>
                <a:lnTo>
                  <a:pt x="17288" y="124317"/>
                </a:lnTo>
                <a:lnTo>
                  <a:pt x="17288" y="41439"/>
                </a:lnTo>
                <a:lnTo>
                  <a:pt x="0" y="41439"/>
                </a:lnTo>
                <a:lnTo>
                  <a:pt x="0" y="34532"/>
                </a:lnTo>
                <a:lnTo>
                  <a:pt x="3458" y="34532"/>
                </a:lnTo>
                <a:lnTo>
                  <a:pt x="3458" y="31079"/>
                </a:lnTo>
                <a:lnTo>
                  <a:pt x="10373" y="31079"/>
                </a:lnTo>
                <a:lnTo>
                  <a:pt x="10373" y="27626"/>
                </a:lnTo>
                <a:lnTo>
                  <a:pt x="13830" y="27626"/>
                </a:lnTo>
                <a:lnTo>
                  <a:pt x="13830" y="24173"/>
                </a:lnTo>
                <a:lnTo>
                  <a:pt x="17288" y="24173"/>
                </a:lnTo>
                <a:lnTo>
                  <a:pt x="17288" y="20719"/>
                </a:lnTo>
                <a:lnTo>
                  <a:pt x="20745" y="20719"/>
                </a:lnTo>
                <a:lnTo>
                  <a:pt x="20745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C15D01D0-672E-4E0F-A31B-982A776F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16" y="414123"/>
            <a:ext cx="96811" cy="103597"/>
          </a:xfrm>
          <a:custGeom xmlns:a="http://schemas.openxmlformats.org/drawingml/2006/main">
            <a:pathLst>
              <a:path w="96811" h="103597">
                <a:moveTo>
                  <a:pt x="3458" y="31079"/>
                </a:moveTo>
                <a:lnTo>
                  <a:pt x="6915" y="31079"/>
                </a:lnTo>
                <a:lnTo>
                  <a:pt x="6915" y="24173"/>
                </a:lnTo>
                <a:lnTo>
                  <a:pt x="10373" y="24173"/>
                </a:lnTo>
                <a:lnTo>
                  <a:pt x="10373" y="17266"/>
                </a:lnTo>
                <a:lnTo>
                  <a:pt x="13830" y="17266"/>
                </a:lnTo>
                <a:lnTo>
                  <a:pt x="13830" y="13813"/>
                </a:lnTo>
                <a:lnTo>
                  <a:pt x="17288" y="13813"/>
                </a:lnTo>
                <a:lnTo>
                  <a:pt x="17288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7660" y="6906"/>
                </a:lnTo>
                <a:lnTo>
                  <a:pt x="27660" y="3453"/>
                </a:lnTo>
                <a:lnTo>
                  <a:pt x="34575" y="3453"/>
                </a:lnTo>
                <a:lnTo>
                  <a:pt x="34575" y="0"/>
                </a:lnTo>
                <a:lnTo>
                  <a:pt x="65693" y="0"/>
                </a:lnTo>
                <a:lnTo>
                  <a:pt x="65693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6066" y="6906"/>
                </a:lnTo>
                <a:lnTo>
                  <a:pt x="76066" y="10360"/>
                </a:lnTo>
                <a:lnTo>
                  <a:pt x="82981" y="10360"/>
                </a:lnTo>
                <a:lnTo>
                  <a:pt x="82981" y="13813"/>
                </a:lnTo>
                <a:lnTo>
                  <a:pt x="86438" y="13813"/>
                </a:lnTo>
                <a:lnTo>
                  <a:pt x="86438" y="20719"/>
                </a:lnTo>
                <a:lnTo>
                  <a:pt x="89896" y="20719"/>
                </a:lnTo>
                <a:lnTo>
                  <a:pt x="89896" y="24173"/>
                </a:lnTo>
                <a:lnTo>
                  <a:pt x="93353" y="24173"/>
                </a:lnTo>
                <a:lnTo>
                  <a:pt x="93353" y="31079"/>
                </a:lnTo>
                <a:lnTo>
                  <a:pt x="96811" y="31079"/>
                </a:lnTo>
                <a:lnTo>
                  <a:pt x="96811" y="69065"/>
                </a:lnTo>
                <a:lnTo>
                  <a:pt x="93353" y="69065"/>
                </a:lnTo>
                <a:lnTo>
                  <a:pt x="93353" y="75971"/>
                </a:lnTo>
                <a:lnTo>
                  <a:pt x="89896" y="75971"/>
                </a:lnTo>
                <a:lnTo>
                  <a:pt x="89896" y="82878"/>
                </a:lnTo>
                <a:lnTo>
                  <a:pt x="86438" y="82878"/>
                </a:lnTo>
                <a:lnTo>
                  <a:pt x="86438" y="86331"/>
                </a:lnTo>
                <a:lnTo>
                  <a:pt x="82981" y="86331"/>
                </a:lnTo>
                <a:lnTo>
                  <a:pt x="82981" y="89784"/>
                </a:lnTo>
                <a:lnTo>
                  <a:pt x="79523" y="89784"/>
                </a:lnTo>
                <a:lnTo>
                  <a:pt x="79523" y="93238"/>
                </a:lnTo>
                <a:lnTo>
                  <a:pt x="76066" y="93238"/>
                </a:lnTo>
                <a:lnTo>
                  <a:pt x="76066" y="96691"/>
                </a:lnTo>
                <a:lnTo>
                  <a:pt x="69151" y="96691"/>
                </a:lnTo>
                <a:lnTo>
                  <a:pt x="69151" y="100144"/>
                </a:lnTo>
                <a:lnTo>
                  <a:pt x="58778" y="100144"/>
                </a:lnTo>
                <a:lnTo>
                  <a:pt x="58778" y="103597"/>
                </a:lnTo>
                <a:lnTo>
                  <a:pt x="38033" y="103597"/>
                </a:lnTo>
                <a:lnTo>
                  <a:pt x="38033" y="100144"/>
                </a:lnTo>
                <a:lnTo>
                  <a:pt x="27660" y="100144"/>
                </a:lnTo>
                <a:lnTo>
                  <a:pt x="27660" y="96691"/>
                </a:lnTo>
                <a:lnTo>
                  <a:pt x="20745" y="96691"/>
                </a:lnTo>
                <a:lnTo>
                  <a:pt x="20745" y="93238"/>
                </a:lnTo>
                <a:lnTo>
                  <a:pt x="17288" y="93238"/>
                </a:lnTo>
                <a:lnTo>
                  <a:pt x="17288" y="89784"/>
                </a:lnTo>
                <a:lnTo>
                  <a:pt x="13830" y="89784"/>
                </a:lnTo>
                <a:lnTo>
                  <a:pt x="13830" y="86331"/>
                </a:lnTo>
                <a:lnTo>
                  <a:pt x="10373" y="86331"/>
                </a:lnTo>
                <a:lnTo>
                  <a:pt x="10373" y="79425"/>
                </a:lnTo>
                <a:lnTo>
                  <a:pt x="6915" y="79425"/>
                </a:lnTo>
                <a:lnTo>
                  <a:pt x="6915" y="75971"/>
                </a:lnTo>
                <a:lnTo>
                  <a:pt x="3458" y="75971"/>
                </a:lnTo>
                <a:lnTo>
                  <a:pt x="3458" y="65612"/>
                </a:lnTo>
                <a:lnTo>
                  <a:pt x="0" y="65612"/>
                </a:lnTo>
                <a:lnTo>
                  <a:pt x="0" y="41439"/>
                </a:lnTo>
                <a:lnTo>
                  <a:pt x="3458" y="41439"/>
                </a:lnTo>
                <a:lnTo>
                  <a:pt x="3458" y="31079"/>
                </a:lnTo>
                <a:close/>
                <a:moveTo>
                  <a:pt x="31118" y="82878"/>
                </a:moveTo>
                <a:lnTo>
                  <a:pt x="34575" y="82878"/>
                </a:lnTo>
                <a:lnTo>
                  <a:pt x="34575" y="86331"/>
                </a:lnTo>
                <a:lnTo>
                  <a:pt x="38033" y="86331"/>
                </a:lnTo>
                <a:lnTo>
                  <a:pt x="38033" y="89784"/>
                </a:lnTo>
                <a:lnTo>
                  <a:pt x="44948" y="89784"/>
                </a:lnTo>
                <a:lnTo>
                  <a:pt x="44948" y="93238"/>
                </a:lnTo>
                <a:lnTo>
                  <a:pt x="62235" y="93238"/>
                </a:lnTo>
                <a:lnTo>
                  <a:pt x="62235" y="89784"/>
                </a:lnTo>
                <a:lnTo>
                  <a:pt x="65693" y="89784"/>
                </a:lnTo>
                <a:lnTo>
                  <a:pt x="65693" y="86331"/>
                </a:lnTo>
                <a:lnTo>
                  <a:pt x="69151" y="86331"/>
                </a:lnTo>
                <a:lnTo>
                  <a:pt x="69151" y="82878"/>
                </a:lnTo>
                <a:lnTo>
                  <a:pt x="72608" y="82878"/>
                </a:lnTo>
                <a:lnTo>
                  <a:pt x="72608" y="75971"/>
                </a:lnTo>
                <a:lnTo>
                  <a:pt x="76066" y="75971"/>
                </a:lnTo>
                <a:lnTo>
                  <a:pt x="76066" y="37986"/>
                </a:lnTo>
                <a:lnTo>
                  <a:pt x="72608" y="37986"/>
                </a:lnTo>
                <a:lnTo>
                  <a:pt x="72608" y="27626"/>
                </a:lnTo>
                <a:lnTo>
                  <a:pt x="69151" y="27626"/>
                </a:lnTo>
                <a:lnTo>
                  <a:pt x="69151" y="20719"/>
                </a:lnTo>
                <a:lnTo>
                  <a:pt x="65693" y="20719"/>
                </a:lnTo>
                <a:lnTo>
                  <a:pt x="65693" y="17266"/>
                </a:lnTo>
                <a:lnTo>
                  <a:pt x="62235" y="17266"/>
                </a:lnTo>
                <a:lnTo>
                  <a:pt x="62235" y="13813"/>
                </a:lnTo>
                <a:lnTo>
                  <a:pt x="58778" y="13813"/>
                </a:lnTo>
                <a:lnTo>
                  <a:pt x="58778" y="10360"/>
                </a:lnTo>
                <a:lnTo>
                  <a:pt x="51863" y="10360"/>
                </a:lnTo>
                <a:lnTo>
                  <a:pt x="51863" y="6906"/>
                </a:lnTo>
                <a:lnTo>
                  <a:pt x="41490" y="6906"/>
                </a:lnTo>
                <a:lnTo>
                  <a:pt x="41490" y="10360"/>
                </a:lnTo>
                <a:lnTo>
                  <a:pt x="34575" y="10360"/>
                </a:lnTo>
                <a:lnTo>
                  <a:pt x="34575" y="13813"/>
                </a:lnTo>
                <a:lnTo>
                  <a:pt x="31118" y="13813"/>
                </a:lnTo>
                <a:lnTo>
                  <a:pt x="31118" y="17266"/>
                </a:lnTo>
                <a:lnTo>
                  <a:pt x="27660" y="17266"/>
                </a:lnTo>
                <a:lnTo>
                  <a:pt x="27660" y="20719"/>
                </a:lnTo>
                <a:lnTo>
                  <a:pt x="24203" y="20719"/>
                </a:lnTo>
                <a:lnTo>
                  <a:pt x="24203" y="34532"/>
                </a:lnTo>
                <a:lnTo>
                  <a:pt x="20745" y="34532"/>
                </a:lnTo>
                <a:lnTo>
                  <a:pt x="20745" y="55252"/>
                </a:lnTo>
                <a:lnTo>
                  <a:pt x="24203" y="55252"/>
                </a:lnTo>
                <a:lnTo>
                  <a:pt x="24203" y="69065"/>
                </a:lnTo>
                <a:lnTo>
                  <a:pt x="27660" y="69065"/>
                </a:lnTo>
                <a:lnTo>
                  <a:pt x="27660" y="75971"/>
                </a:lnTo>
                <a:lnTo>
                  <a:pt x="31118" y="75971"/>
                </a:lnTo>
                <a:lnTo>
                  <a:pt x="31118" y="8287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0556C181-747E-4BBF-BFD8-12DA512D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56" y="680023"/>
            <a:ext cx="110641" cy="103597"/>
          </a:xfrm>
          <a:custGeom xmlns:a="http://schemas.openxmlformats.org/drawingml/2006/main">
            <a:pathLst>
              <a:path w="110641" h="103597">
                <a:moveTo>
                  <a:pt x="17288" y="10360"/>
                </a:moveTo>
                <a:lnTo>
                  <a:pt x="13830" y="10360"/>
                </a:lnTo>
                <a:lnTo>
                  <a:pt x="13830" y="6906"/>
                </a:lnTo>
                <a:lnTo>
                  <a:pt x="0" y="6906"/>
                </a:lnTo>
                <a:lnTo>
                  <a:pt x="0" y="0"/>
                </a:lnTo>
                <a:lnTo>
                  <a:pt x="34575" y="0"/>
                </a:lnTo>
                <a:lnTo>
                  <a:pt x="34575" y="72518"/>
                </a:lnTo>
                <a:lnTo>
                  <a:pt x="38033" y="72518"/>
                </a:lnTo>
                <a:lnTo>
                  <a:pt x="38033" y="82878"/>
                </a:lnTo>
                <a:lnTo>
                  <a:pt x="41490" y="82878"/>
                </a:lnTo>
                <a:lnTo>
                  <a:pt x="41490" y="86331"/>
                </a:lnTo>
                <a:lnTo>
                  <a:pt x="62235" y="86331"/>
                </a:lnTo>
                <a:lnTo>
                  <a:pt x="62235" y="82878"/>
                </a:lnTo>
                <a:lnTo>
                  <a:pt x="65693" y="82878"/>
                </a:lnTo>
                <a:lnTo>
                  <a:pt x="65693" y="79425"/>
                </a:lnTo>
                <a:lnTo>
                  <a:pt x="72608" y="79425"/>
                </a:lnTo>
                <a:lnTo>
                  <a:pt x="72608" y="75971"/>
                </a:lnTo>
                <a:lnTo>
                  <a:pt x="76066" y="75971"/>
                </a:lnTo>
                <a:lnTo>
                  <a:pt x="76066" y="10360"/>
                </a:lnTo>
                <a:lnTo>
                  <a:pt x="72608" y="10360"/>
                </a:lnTo>
                <a:lnTo>
                  <a:pt x="72608" y="6906"/>
                </a:lnTo>
                <a:lnTo>
                  <a:pt x="62235" y="6906"/>
                </a:lnTo>
                <a:lnTo>
                  <a:pt x="62235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93353" y="0"/>
                </a:lnTo>
                <a:lnTo>
                  <a:pt x="93353" y="3453"/>
                </a:lnTo>
                <a:lnTo>
                  <a:pt x="96811" y="3453"/>
                </a:lnTo>
                <a:lnTo>
                  <a:pt x="96811" y="6906"/>
                </a:lnTo>
                <a:lnTo>
                  <a:pt x="93353" y="6906"/>
                </a:lnTo>
                <a:lnTo>
                  <a:pt x="93353" y="69065"/>
                </a:lnTo>
                <a:lnTo>
                  <a:pt x="96811" y="69065"/>
                </a:lnTo>
                <a:lnTo>
                  <a:pt x="96811" y="86331"/>
                </a:lnTo>
                <a:lnTo>
                  <a:pt x="110641" y="86331"/>
                </a:lnTo>
                <a:lnTo>
                  <a:pt x="110641" y="93238"/>
                </a:lnTo>
                <a:lnTo>
                  <a:pt x="100268" y="93238"/>
                </a:lnTo>
                <a:lnTo>
                  <a:pt x="100268" y="96691"/>
                </a:lnTo>
                <a:lnTo>
                  <a:pt x="89896" y="96691"/>
                </a:lnTo>
                <a:lnTo>
                  <a:pt x="89896" y="100144"/>
                </a:lnTo>
                <a:lnTo>
                  <a:pt x="82981" y="100144"/>
                </a:lnTo>
                <a:lnTo>
                  <a:pt x="82981" y="103597"/>
                </a:lnTo>
                <a:lnTo>
                  <a:pt x="79523" y="103597"/>
                </a:lnTo>
                <a:lnTo>
                  <a:pt x="79523" y="100144"/>
                </a:lnTo>
                <a:lnTo>
                  <a:pt x="76066" y="100144"/>
                </a:lnTo>
                <a:lnTo>
                  <a:pt x="76066" y="82878"/>
                </a:lnTo>
                <a:lnTo>
                  <a:pt x="72608" y="82878"/>
                </a:lnTo>
                <a:lnTo>
                  <a:pt x="72608" y="86331"/>
                </a:lnTo>
                <a:lnTo>
                  <a:pt x="69151" y="86331"/>
                </a:lnTo>
                <a:lnTo>
                  <a:pt x="69151" y="89784"/>
                </a:lnTo>
                <a:lnTo>
                  <a:pt x="65693" y="89784"/>
                </a:lnTo>
                <a:lnTo>
                  <a:pt x="65693" y="93238"/>
                </a:lnTo>
                <a:lnTo>
                  <a:pt x="62235" y="93238"/>
                </a:lnTo>
                <a:lnTo>
                  <a:pt x="62235" y="96691"/>
                </a:lnTo>
                <a:lnTo>
                  <a:pt x="58778" y="96691"/>
                </a:lnTo>
                <a:lnTo>
                  <a:pt x="58778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38033" y="103597"/>
                </a:lnTo>
                <a:lnTo>
                  <a:pt x="38033" y="100144"/>
                </a:lnTo>
                <a:lnTo>
                  <a:pt x="27660" y="100144"/>
                </a:lnTo>
                <a:lnTo>
                  <a:pt x="27660" y="96691"/>
                </a:lnTo>
                <a:lnTo>
                  <a:pt x="24203" y="96691"/>
                </a:lnTo>
                <a:lnTo>
                  <a:pt x="24203" y="93238"/>
                </a:lnTo>
                <a:lnTo>
                  <a:pt x="20745" y="93238"/>
                </a:lnTo>
                <a:lnTo>
                  <a:pt x="20745" y="86331"/>
                </a:lnTo>
                <a:lnTo>
                  <a:pt x="17288" y="86331"/>
                </a:lnTo>
                <a:lnTo>
                  <a:pt x="17288" y="103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0B4285B1-915D-47DD-ACCC-316B32AF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56" y="1481175"/>
            <a:ext cx="93353" cy="100144"/>
          </a:xfrm>
          <a:custGeom xmlns:a="http://schemas.openxmlformats.org/drawingml/2006/main">
            <a:pathLst>
              <a:path w="93353" h="100144">
                <a:moveTo>
                  <a:pt x="6915" y="13813"/>
                </a:moveTo>
                <a:lnTo>
                  <a:pt x="10373" y="13813"/>
                </a:lnTo>
                <a:lnTo>
                  <a:pt x="10373" y="10360"/>
                </a:lnTo>
                <a:lnTo>
                  <a:pt x="13830" y="10360"/>
                </a:lnTo>
                <a:lnTo>
                  <a:pt x="13830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62235" y="0"/>
                </a:lnTo>
                <a:lnTo>
                  <a:pt x="62235" y="3453"/>
                </a:lnTo>
                <a:lnTo>
                  <a:pt x="69151" y="3453"/>
                </a:lnTo>
                <a:lnTo>
                  <a:pt x="69151" y="6906"/>
                </a:lnTo>
                <a:lnTo>
                  <a:pt x="72608" y="6906"/>
                </a:lnTo>
                <a:lnTo>
                  <a:pt x="72608" y="13813"/>
                </a:lnTo>
                <a:lnTo>
                  <a:pt x="76066" y="13813"/>
                </a:lnTo>
                <a:lnTo>
                  <a:pt x="76066" y="82878"/>
                </a:lnTo>
                <a:lnTo>
                  <a:pt x="79523" y="82878"/>
                </a:lnTo>
                <a:lnTo>
                  <a:pt x="79523" y="86331"/>
                </a:lnTo>
                <a:lnTo>
                  <a:pt x="82981" y="86331"/>
                </a:lnTo>
                <a:lnTo>
                  <a:pt x="82981" y="82878"/>
                </a:lnTo>
                <a:lnTo>
                  <a:pt x="89896" y="82878"/>
                </a:lnTo>
                <a:lnTo>
                  <a:pt x="89896" y="79425"/>
                </a:lnTo>
                <a:lnTo>
                  <a:pt x="93353" y="79425"/>
                </a:lnTo>
                <a:lnTo>
                  <a:pt x="93353" y="86331"/>
                </a:lnTo>
                <a:lnTo>
                  <a:pt x="89896" y="86331"/>
                </a:lnTo>
                <a:lnTo>
                  <a:pt x="89896" y="89784"/>
                </a:lnTo>
                <a:lnTo>
                  <a:pt x="86438" y="89784"/>
                </a:lnTo>
                <a:lnTo>
                  <a:pt x="86438" y="93238"/>
                </a:lnTo>
                <a:lnTo>
                  <a:pt x="82981" y="93238"/>
                </a:lnTo>
                <a:lnTo>
                  <a:pt x="82981" y="96691"/>
                </a:lnTo>
                <a:lnTo>
                  <a:pt x="79523" y="96691"/>
                </a:lnTo>
                <a:lnTo>
                  <a:pt x="79523" y="100144"/>
                </a:lnTo>
                <a:lnTo>
                  <a:pt x="62235" y="100144"/>
                </a:lnTo>
                <a:lnTo>
                  <a:pt x="62235" y="96691"/>
                </a:lnTo>
                <a:lnTo>
                  <a:pt x="58778" y="96691"/>
                </a:lnTo>
                <a:lnTo>
                  <a:pt x="58778" y="89784"/>
                </a:lnTo>
                <a:lnTo>
                  <a:pt x="48405" y="89784"/>
                </a:lnTo>
                <a:lnTo>
                  <a:pt x="48405" y="93238"/>
                </a:lnTo>
                <a:lnTo>
                  <a:pt x="44948" y="93238"/>
                </a:lnTo>
                <a:lnTo>
                  <a:pt x="44948" y="96691"/>
                </a:lnTo>
                <a:lnTo>
                  <a:pt x="38033" y="96691"/>
                </a:lnTo>
                <a:lnTo>
                  <a:pt x="38033" y="100144"/>
                </a:lnTo>
                <a:lnTo>
                  <a:pt x="13830" y="100144"/>
                </a:lnTo>
                <a:lnTo>
                  <a:pt x="1383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6915" y="93238"/>
                </a:lnTo>
                <a:lnTo>
                  <a:pt x="6915" y="89784"/>
                </a:lnTo>
                <a:lnTo>
                  <a:pt x="3458" y="89784"/>
                </a:lnTo>
                <a:lnTo>
                  <a:pt x="3458" y="79425"/>
                </a:lnTo>
                <a:lnTo>
                  <a:pt x="0" y="79425"/>
                </a:lnTo>
                <a:lnTo>
                  <a:pt x="0" y="72518"/>
                </a:lnTo>
                <a:lnTo>
                  <a:pt x="3458" y="72518"/>
                </a:lnTo>
                <a:lnTo>
                  <a:pt x="3458" y="62158"/>
                </a:lnTo>
                <a:lnTo>
                  <a:pt x="6915" y="62158"/>
                </a:lnTo>
                <a:lnTo>
                  <a:pt x="6915" y="58705"/>
                </a:lnTo>
                <a:lnTo>
                  <a:pt x="10373" y="58705"/>
                </a:lnTo>
                <a:lnTo>
                  <a:pt x="10373" y="55252"/>
                </a:lnTo>
                <a:lnTo>
                  <a:pt x="13830" y="55252"/>
                </a:lnTo>
                <a:lnTo>
                  <a:pt x="13830" y="51799"/>
                </a:lnTo>
                <a:lnTo>
                  <a:pt x="20745" y="51799"/>
                </a:lnTo>
                <a:lnTo>
                  <a:pt x="20745" y="48345"/>
                </a:lnTo>
                <a:lnTo>
                  <a:pt x="24203" y="48345"/>
                </a:lnTo>
                <a:lnTo>
                  <a:pt x="24203" y="44892"/>
                </a:lnTo>
                <a:lnTo>
                  <a:pt x="34575" y="44892"/>
                </a:lnTo>
                <a:lnTo>
                  <a:pt x="34575" y="41439"/>
                </a:lnTo>
                <a:lnTo>
                  <a:pt x="41490" y="41439"/>
                </a:lnTo>
                <a:lnTo>
                  <a:pt x="41490" y="37986"/>
                </a:lnTo>
                <a:lnTo>
                  <a:pt x="51863" y="37986"/>
                </a:lnTo>
                <a:lnTo>
                  <a:pt x="51863" y="34532"/>
                </a:lnTo>
                <a:lnTo>
                  <a:pt x="55320" y="34532"/>
                </a:lnTo>
                <a:lnTo>
                  <a:pt x="55320" y="31079"/>
                </a:lnTo>
                <a:lnTo>
                  <a:pt x="58778" y="31079"/>
                </a:lnTo>
                <a:lnTo>
                  <a:pt x="58778" y="27626"/>
                </a:lnTo>
                <a:lnTo>
                  <a:pt x="55320" y="27626"/>
                </a:lnTo>
                <a:lnTo>
                  <a:pt x="55320" y="13813"/>
                </a:lnTo>
                <a:lnTo>
                  <a:pt x="51863" y="13813"/>
                </a:lnTo>
                <a:lnTo>
                  <a:pt x="51863" y="10360"/>
                </a:lnTo>
                <a:lnTo>
                  <a:pt x="48405" y="10360"/>
                </a:lnTo>
                <a:lnTo>
                  <a:pt x="48405" y="6906"/>
                </a:lnTo>
                <a:lnTo>
                  <a:pt x="31118" y="6906"/>
                </a:lnTo>
                <a:lnTo>
                  <a:pt x="31118" y="10360"/>
                </a:lnTo>
                <a:lnTo>
                  <a:pt x="27660" y="10360"/>
                </a:lnTo>
                <a:lnTo>
                  <a:pt x="27660" y="13813"/>
                </a:lnTo>
                <a:lnTo>
                  <a:pt x="24203" y="13813"/>
                </a:lnTo>
                <a:lnTo>
                  <a:pt x="24203" y="31079"/>
                </a:lnTo>
                <a:lnTo>
                  <a:pt x="20745" y="31079"/>
                </a:lnTo>
                <a:lnTo>
                  <a:pt x="20745" y="34532"/>
                </a:lnTo>
                <a:lnTo>
                  <a:pt x="10373" y="34532"/>
                </a:lnTo>
                <a:lnTo>
                  <a:pt x="10373" y="31079"/>
                </a:lnTo>
                <a:lnTo>
                  <a:pt x="6915" y="31079"/>
                </a:lnTo>
                <a:lnTo>
                  <a:pt x="6915" y="13813"/>
                </a:lnTo>
                <a:close/>
                <a:moveTo>
                  <a:pt x="24203" y="79425"/>
                </a:moveTo>
                <a:lnTo>
                  <a:pt x="24203" y="82878"/>
                </a:lnTo>
                <a:lnTo>
                  <a:pt x="27660" y="82878"/>
                </a:lnTo>
                <a:lnTo>
                  <a:pt x="27660" y="86331"/>
                </a:lnTo>
                <a:lnTo>
                  <a:pt x="44948" y="86331"/>
                </a:lnTo>
                <a:lnTo>
                  <a:pt x="44948" y="82878"/>
                </a:lnTo>
                <a:lnTo>
                  <a:pt x="51863" y="82878"/>
                </a:lnTo>
                <a:lnTo>
                  <a:pt x="51863" y="79425"/>
                </a:lnTo>
                <a:lnTo>
                  <a:pt x="55320" y="79425"/>
                </a:lnTo>
                <a:lnTo>
                  <a:pt x="55320" y="75971"/>
                </a:lnTo>
                <a:lnTo>
                  <a:pt x="58778" y="75971"/>
                </a:lnTo>
                <a:lnTo>
                  <a:pt x="58778" y="69065"/>
                </a:lnTo>
                <a:lnTo>
                  <a:pt x="55320" y="69065"/>
                </a:lnTo>
                <a:lnTo>
                  <a:pt x="55320" y="51799"/>
                </a:lnTo>
                <a:lnTo>
                  <a:pt x="58778" y="51799"/>
                </a:lnTo>
                <a:lnTo>
                  <a:pt x="58778" y="44892"/>
                </a:lnTo>
                <a:lnTo>
                  <a:pt x="44948" y="44892"/>
                </a:lnTo>
                <a:lnTo>
                  <a:pt x="44948" y="48345"/>
                </a:lnTo>
                <a:lnTo>
                  <a:pt x="38033" y="48345"/>
                </a:lnTo>
                <a:lnTo>
                  <a:pt x="38033" y="51799"/>
                </a:lnTo>
                <a:lnTo>
                  <a:pt x="31118" y="51799"/>
                </a:lnTo>
                <a:lnTo>
                  <a:pt x="31118" y="55252"/>
                </a:lnTo>
                <a:lnTo>
                  <a:pt x="27660" y="55252"/>
                </a:lnTo>
                <a:lnTo>
                  <a:pt x="27660" y="58705"/>
                </a:lnTo>
                <a:lnTo>
                  <a:pt x="24203" y="58705"/>
                </a:lnTo>
                <a:lnTo>
                  <a:pt x="24203" y="62158"/>
                </a:lnTo>
                <a:lnTo>
                  <a:pt x="20745" y="62158"/>
                </a:lnTo>
                <a:lnTo>
                  <a:pt x="20745" y="79425"/>
                </a:lnTo>
                <a:lnTo>
                  <a:pt x="24203" y="794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10A8F668-6897-4A3F-83D0-2BACAFF0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8" y="1747075"/>
            <a:ext cx="27660" cy="3453"/>
          </a:xfrm>
          <a:custGeom xmlns:a="http://schemas.openxmlformats.org/drawingml/2006/main">
            <a:pathLst>
              <a:path w="27660" h="3453">
                <a:moveTo>
                  <a:pt x="0" y="0"/>
                </a:moveTo>
                <a:lnTo>
                  <a:pt x="27660" y="0"/>
                </a:lnTo>
                <a:lnTo>
                  <a:pt x="27660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73F2C12A-DDBF-4A9C-A264-025AC278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04" y="148223"/>
            <a:ext cx="114098" cy="103597"/>
          </a:xfrm>
          <a:custGeom xmlns:a="http://schemas.openxmlformats.org/drawingml/2006/main">
            <a:pathLst>
              <a:path w="114098" h="103597">
                <a:moveTo>
                  <a:pt x="17288" y="10360"/>
                </a:moveTo>
                <a:lnTo>
                  <a:pt x="13830" y="10360"/>
                </a:lnTo>
                <a:lnTo>
                  <a:pt x="13830" y="6906"/>
                </a:lnTo>
                <a:lnTo>
                  <a:pt x="3458" y="6906"/>
                </a:lnTo>
                <a:lnTo>
                  <a:pt x="3458" y="3453"/>
                </a:lnTo>
                <a:lnTo>
                  <a:pt x="0" y="3453"/>
                </a:lnTo>
                <a:lnTo>
                  <a:pt x="0" y="0"/>
                </a:lnTo>
                <a:lnTo>
                  <a:pt x="38033" y="0"/>
                </a:lnTo>
                <a:lnTo>
                  <a:pt x="38033" y="79425"/>
                </a:lnTo>
                <a:lnTo>
                  <a:pt x="41490" y="79425"/>
                </a:lnTo>
                <a:lnTo>
                  <a:pt x="41490" y="82878"/>
                </a:lnTo>
                <a:lnTo>
                  <a:pt x="44948" y="82878"/>
                </a:lnTo>
                <a:lnTo>
                  <a:pt x="44948" y="86331"/>
                </a:lnTo>
                <a:lnTo>
                  <a:pt x="62235" y="86331"/>
                </a:lnTo>
                <a:lnTo>
                  <a:pt x="62235" y="82878"/>
                </a:lnTo>
                <a:lnTo>
                  <a:pt x="69151" y="82878"/>
                </a:lnTo>
                <a:lnTo>
                  <a:pt x="69151" y="79425"/>
                </a:lnTo>
                <a:lnTo>
                  <a:pt x="72608" y="79425"/>
                </a:lnTo>
                <a:lnTo>
                  <a:pt x="72608" y="75971"/>
                </a:lnTo>
                <a:lnTo>
                  <a:pt x="76066" y="75971"/>
                </a:lnTo>
                <a:lnTo>
                  <a:pt x="76066" y="10360"/>
                </a:lnTo>
                <a:lnTo>
                  <a:pt x="72608" y="10360"/>
                </a:lnTo>
                <a:lnTo>
                  <a:pt x="72608" y="6906"/>
                </a:lnTo>
                <a:lnTo>
                  <a:pt x="62235" y="6906"/>
                </a:lnTo>
                <a:lnTo>
                  <a:pt x="62235" y="0"/>
                </a:lnTo>
                <a:lnTo>
                  <a:pt x="96811" y="0"/>
                </a:lnTo>
                <a:lnTo>
                  <a:pt x="96811" y="82878"/>
                </a:lnTo>
                <a:lnTo>
                  <a:pt x="100268" y="82878"/>
                </a:lnTo>
                <a:lnTo>
                  <a:pt x="100268" y="86331"/>
                </a:lnTo>
                <a:lnTo>
                  <a:pt x="114098" y="86331"/>
                </a:lnTo>
                <a:lnTo>
                  <a:pt x="114098" y="89784"/>
                </a:lnTo>
                <a:lnTo>
                  <a:pt x="110641" y="89784"/>
                </a:lnTo>
                <a:lnTo>
                  <a:pt x="110641" y="93238"/>
                </a:lnTo>
                <a:lnTo>
                  <a:pt x="103726" y="93238"/>
                </a:lnTo>
                <a:lnTo>
                  <a:pt x="103726" y="96691"/>
                </a:lnTo>
                <a:lnTo>
                  <a:pt x="93353" y="96691"/>
                </a:lnTo>
                <a:lnTo>
                  <a:pt x="93353" y="100144"/>
                </a:lnTo>
                <a:lnTo>
                  <a:pt x="86438" y="100144"/>
                </a:lnTo>
                <a:lnTo>
                  <a:pt x="86438" y="103597"/>
                </a:lnTo>
                <a:lnTo>
                  <a:pt x="79523" y="103597"/>
                </a:lnTo>
                <a:lnTo>
                  <a:pt x="79523" y="100144"/>
                </a:lnTo>
                <a:lnTo>
                  <a:pt x="76066" y="100144"/>
                </a:lnTo>
                <a:lnTo>
                  <a:pt x="76066" y="86331"/>
                </a:lnTo>
                <a:lnTo>
                  <a:pt x="72608" y="86331"/>
                </a:lnTo>
                <a:lnTo>
                  <a:pt x="72608" y="89784"/>
                </a:lnTo>
                <a:lnTo>
                  <a:pt x="69151" y="89784"/>
                </a:lnTo>
                <a:lnTo>
                  <a:pt x="69151" y="93238"/>
                </a:lnTo>
                <a:lnTo>
                  <a:pt x="65693" y="93238"/>
                </a:lnTo>
                <a:lnTo>
                  <a:pt x="65693" y="96691"/>
                </a:lnTo>
                <a:lnTo>
                  <a:pt x="58778" y="96691"/>
                </a:lnTo>
                <a:lnTo>
                  <a:pt x="58778" y="100144"/>
                </a:lnTo>
                <a:lnTo>
                  <a:pt x="51863" y="100144"/>
                </a:lnTo>
                <a:lnTo>
                  <a:pt x="51863" y="103597"/>
                </a:lnTo>
                <a:lnTo>
                  <a:pt x="38033" y="103597"/>
                </a:lnTo>
                <a:lnTo>
                  <a:pt x="38033" y="100144"/>
                </a:lnTo>
                <a:lnTo>
                  <a:pt x="31118" y="100144"/>
                </a:lnTo>
                <a:lnTo>
                  <a:pt x="31118" y="96691"/>
                </a:lnTo>
                <a:lnTo>
                  <a:pt x="27660" y="96691"/>
                </a:lnTo>
                <a:lnTo>
                  <a:pt x="27660" y="93238"/>
                </a:lnTo>
                <a:lnTo>
                  <a:pt x="24203" y="93238"/>
                </a:lnTo>
                <a:lnTo>
                  <a:pt x="24203" y="89784"/>
                </a:lnTo>
                <a:lnTo>
                  <a:pt x="20745" y="89784"/>
                </a:lnTo>
                <a:lnTo>
                  <a:pt x="20745" y="79425"/>
                </a:lnTo>
                <a:lnTo>
                  <a:pt x="17288" y="79425"/>
                </a:lnTo>
                <a:lnTo>
                  <a:pt x="17288" y="103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F787D743-45C8-4D54-B806-81D40C9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54" y="648944"/>
            <a:ext cx="58778" cy="134677"/>
          </a:xfrm>
          <a:custGeom xmlns:a="http://schemas.openxmlformats.org/drawingml/2006/main">
            <a:pathLst>
              <a:path w="58778" h="134677">
                <a:moveTo>
                  <a:pt x="13830" y="37986"/>
                </a:moveTo>
                <a:lnTo>
                  <a:pt x="10373" y="37986"/>
                </a:lnTo>
                <a:lnTo>
                  <a:pt x="10373" y="41439"/>
                </a:lnTo>
                <a:lnTo>
                  <a:pt x="0" y="41439"/>
                </a:lnTo>
                <a:lnTo>
                  <a:pt x="0" y="34532"/>
                </a:lnTo>
                <a:lnTo>
                  <a:pt x="3458" y="34532"/>
                </a:lnTo>
                <a:lnTo>
                  <a:pt x="3458" y="31079"/>
                </a:lnTo>
                <a:lnTo>
                  <a:pt x="6915" y="31079"/>
                </a:lnTo>
                <a:lnTo>
                  <a:pt x="6915" y="27626"/>
                </a:lnTo>
                <a:lnTo>
                  <a:pt x="13830" y="27626"/>
                </a:lnTo>
                <a:lnTo>
                  <a:pt x="13830" y="24173"/>
                </a:lnTo>
                <a:lnTo>
                  <a:pt x="17288" y="24173"/>
                </a:lnTo>
                <a:lnTo>
                  <a:pt x="17288" y="17266"/>
                </a:lnTo>
                <a:lnTo>
                  <a:pt x="20745" y="17266"/>
                </a:lnTo>
                <a:lnTo>
                  <a:pt x="20745" y="13813"/>
                </a:lnTo>
                <a:lnTo>
                  <a:pt x="24203" y="13813"/>
                </a:lnTo>
                <a:lnTo>
                  <a:pt x="24203" y="6906"/>
                </a:lnTo>
                <a:lnTo>
                  <a:pt x="27660" y="6906"/>
                </a:lnTo>
                <a:lnTo>
                  <a:pt x="27660" y="0"/>
                </a:lnTo>
                <a:lnTo>
                  <a:pt x="34575" y="0"/>
                </a:lnTo>
                <a:lnTo>
                  <a:pt x="34575" y="31079"/>
                </a:lnTo>
                <a:lnTo>
                  <a:pt x="58778" y="31079"/>
                </a:lnTo>
                <a:lnTo>
                  <a:pt x="58778" y="37986"/>
                </a:lnTo>
                <a:lnTo>
                  <a:pt x="55320" y="37986"/>
                </a:lnTo>
                <a:lnTo>
                  <a:pt x="55320" y="41439"/>
                </a:lnTo>
                <a:lnTo>
                  <a:pt x="38033" y="41439"/>
                </a:lnTo>
                <a:lnTo>
                  <a:pt x="38033" y="37986"/>
                </a:lnTo>
                <a:lnTo>
                  <a:pt x="34575" y="37986"/>
                </a:lnTo>
                <a:lnTo>
                  <a:pt x="34575" y="113957"/>
                </a:lnTo>
                <a:lnTo>
                  <a:pt x="38033" y="113957"/>
                </a:lnTo>
                <a:lnTo>
                  <a:pt x="38033" y="117410"/>
                </a:lnTo>
                <a:lnTo>
                  <a:pt x="51863" y="117410"/>
                </a:lnTo>
                <a:lnTo>
                  <a:pt x="51863" y="110504"/>
                </a:lnTo>
                <a:lnTo>
                  <a:pt x="58778" y="110504"/>
                </a:lnTo>
                <a:lnTo>
                  <a:pt x="58778" y="117410"/>
                </a:lnTo>
                <a:lnTo>
                  <a:pt x="55320" y="117410"/>
                </a:lnTo>
                <a:lnTo>
                  <a:pt x="55320" y="124317"/>
                </a:lnTo>
                <a:lnTo>
                  <a:pt x="51863" y="124317"/>
                </a:lnTo>
                <a:lnTo>
                  <a:pt x="51863" y="127770"/>
                </a:lnTo>
                <a:lnTo>
                  <a:pt x="44948" y="127770"/>
                </a:lnTo>
                <a:lnTo>
                  <a:pt x="44948" y="131223"/>
                </a:lnTo>
                <a:lnTo>
                  <a:pt x="38033" y="131223"/>
                </a:lnTo>
                <a:lnTo>
                  <a:pt x="38033" y="134677"/>
                </a:lnTo>
                <a:lnTo>
                  <a:pt x="31118" y="134677"/>
                </a:lnTo>
                <a:lnTo>
                  <a:pt x="31118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20745" y="127770"/>
                </a:lnTo>
                <a:lnTo>
                  <a:pt x="20745" y="124317"/>
                </a:lnTo>
                <a:lnTo>
                  <a:pt x="17288" y="124317"/>
                </a:lnTo>
                <a:lnTo>
                  <a:pt x="17288" y="120864"/>
                </a:lnTo>
                <a:lnTo>
                  <a:pt x="13830" y="120864"/>
                </a:lnTo>
                <a:lnTo>
                  <a:pt x="13830" y="3798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133295B-9A72-4ABF-9188-C1077E9B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79" y="1211822"/>
            <a:ext cx="69151" cy="110504"/>
          </a:xfrm>
          <a:custGeom xmlns:a="http://schemas.openxmlformats.org/drawingml/2006/main">
            <a:pathLst>
              <a:path w="69151" h="110504">
                <a:moveTo>
                  <a:pt x="0" y="17266"/>
                </a:moveTo>
                <a:lnTo>
                  <a:pt x="3458" y="17266"/>
                </a:lnTo>
                <a:lnTo>
                  <a:pt x="3458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0373" y="6906"/>
                </a:lnTo>
                <a:lnTo>
                  <a:pt x="10373" y="3453"/>
                </a:lnTo>
                <a:lnTo>
                  <a:pt x="17288" y="3453"/>
                </a:lnTo>
                <a:lnTo>
                  <a:pt x="17288" y="0"/>
                </a:lnTo>
                <a:lnTo>
                  <a:pt x="41490" y="0"/>
                </a:lnTo>
                <a:lnTo>
                  <a:pt x="41490" y="3453"/>
                </a:lnTo>
                <a:lnTo>
                  <a:pt x="48405" y="3453"/>
                </a:lnTo>
                <a:lnTo>
                  <a:pt x="48405" y="6906"/>
                </a:lnTo>
                <a:lnTo>
                  <a:pt x="55320" y="6906"/>
                </a:lnTo>
                <a:lnTo>
                  <a:pt x="55320" y="0"/>
                </a:lnTo>
                <a:lnTo>
                  <a:pt x="62235" y="0"/>
                </a:lnTo>
                <a:lnTo>
                  <a:pt x="62235" y="20719"/>
                </a:lnTo>
                <a:lnTo>
                  <a:pt x="65693" y="20719"/>
                </a:lnTo>
                <a:lnTo>
                  <a:pt x="65693" y="34532"/>
                </a:lnTo>
                <a:lnTo>
                  <a:pt x="58778" y="34532"/>
                </a:lnTo>
                <a:lnTo>
                  <a:pt x="58778" y="31079"/>
                </a:lnTo>
                <a:lnTo>
                  <a:pt x="55320" y="31079"/>
                </a:lnTo>
                <a:lnTo>
                  <a:pt x="55320" y="24173"/>
                </a:lnTo>
                <a:lnTo>
                  <a:pt x="51863" y="24173"/>
                </a:lnTo>
                <a:lnTo>
                  <a:pt x="51863" y="17266"/>
                </a:lnTo>
                <a:lnTo>
                  <a:pt x="48405" y="17266"/>
                </a:lnTo>
                <a:lnTo>
                  <a:pt x="48405" y="13813"/>
                </a:lnTo>
                <a:lnTo>
                  <a:pt x="44948" y="13813"/>
                </a:lnTo>
                <a:lnTo>
                  <a:pt x="44948" y="10360"/>
                </a:lnTo>
                <a:lnTo>
                  <a:pt x="38033" y="10360"/>
                </a:lnTo>
                <a:lnTo>
                  <a:pt x="38033" y="6906"/>
                </a:lnTo>
                <a:lnTo>
                  <a:pt x="27660" y="6906"/>
                </a:lnTo>
                <a:lnTo>
                  <a:pt x="27660" y="10360"/>
                </a:lnTo>
                <a:lnTo>
                  <a:pt x="24203" y="10360"/>
                </a:lnTo>
                <a:lnTo>
                  <a:pt x="24203" y="13813"/>
                </a:lnTo>
                <a:lnTo>
                  <a:pt x="20745" y="13813"/>
                </a:lnTo>
                <a:lnTo>
                  <a:pt x="20745" y="17266"/>
                </a:lnTo>
                <a:lnTo>
                  <a:pt x="24203" y="17266"/>
                </a:lnTo>
                <a:lnTo>
                  <a:pt x="24203" y="24173"/>
                </a:lnTo>
                <a:lnTo>
                  <a:pt x="27660" y="24173"/>
                </a:lnTo>
                <a:lnTo>
                  <a:pt x="27660" y="27626"/>
                </a:lnTo>
                <a:lnTo>
                  <a:pt x="31118" y="27626"/>
                </a:lnTo>
                <a:lnTo>
                  <a:pt x="31118" y="31079"/>
                </a:lnTo>
                <a:lnTo>
                  <a:pt x="38033" y="31079"/>
                </a:lnTo>
                <a:lnTo>
                  <a:pt x="38033" y="34532"/>
                </a:lnTo>
                <a:lnTo>
                  <a:pt x="41490" y="34532"/>
                </a:lnTo>
                <a:lnTo>
                  <a:pt x="41490" y="37986"/>
                </a:lnTo>
                <a:lnTo>
                  <a:pt x="48405" y="37986"/>
                </a:lnTo>
                <a:lnTo>
                  <a:pt x="48405" y="41439"/>
                </a:lnTo>
                <a:lnTo>
                  <a:pt x="51863" y="41439"/>
                </a:lnTo>
                <a:lnTo>
                  <a:pt x="51863" y="44892"/>
                </a:lnTo>
                <a:lnTo>
                  <a:pt x="55320" y="44892"/>
                </a:lnTo>
                <a:lnTo>
                  <a:pt x="55320" y="48345"/>
                </a:lnTo>
                <a:lnTo>
                  <a:pt x="58778" y="48345"/>
                </a:lnTo>
                <a:lnTo>
                  <a:pt x="58778" y="51799"/>
                </a:lnTo>
                <a:lnTo>
                  <a:pt x="62235" y="51799"/>
                </a:lnTo>
                <a:lnTo>
                  <a:pt x="62235" y="55252"/>
                </a:lnTo>
                <a:lnTo>
                  <a:pt x="65693" y="55252"/>
                </a:lnTo>
                <a:lnTo>
                  <a:pt x="65693" y="62158"/>
                </a:lnTo>
                <a:lnTo>
                  <a:pt x="69151" y="62158"/>
                </a:lnTo>
                <a:lnTo>
                  <a:pt x="69151" y="89784"/>
                </a:lnTo>
                <a:lnTo>
                  <a:pt x="65693" y="89784"/>
                </a:lnTo>
                <a:lnTo>
                  <a:pt x="65693" y="93238"/>
                </a:lnTo>
                <a:lnTo>
                  <a:pt x="62235" y="93238"/>
                </a:lnTo>
                <a:lnTo>
                  <a:pt x="62235" y="100144"/>
                </a:lnTo>
                <a:lnTo>
                  <a:pt x="58778" y="100144"/>
                </a:lnTo>
                <a:lnTo>
                  <a:pt x="58778" y="103597"/>
                </a:lnTo>
                <a:lnTo>
                  <a:pt x="51863" y="103597"/>
                </a:lnTo>
                <a:lnTo>
                  <a:pt x="51863" y="107051"/>
                </a:lnTo>
                <a:lnTo>
                  <a:pt x="38033" y="107051"/>
                </a:lnTo>
                <a:lnTo>
                  <a:pt x="38033" y="110504"/>
                </a:lnTo>
                <a:lnTo>
                  <a:pt x="34575" y="110504"/>
                </a:lnTo>
                <a:lnTo>
                  <a:pt x="34575" y="107051"/>
                </a:lnTo>
                <a:lnTo>
                  <a:pt x="20745" y="107051"/>
                </a:lnTo>
                <a:lnTo>
                  <a:pt x="20745" y="103597"/>
                </a:lnTo>
                <a:lnTo>
                  <a:pt x="10373" y="103597"/>
                </a:lnTo>
                <a:lnTo>
                  <a:pt x="10373" y="107051"/>
                </a:lnTo>
                <a:lnTo>
                  <a:pt x="3458" y="107051"/>
                </a:lnTo>
                <a:lnTo>
                  <a:pt x="3458" y="100144"/>
                </a:lnTo>
                <a:lnTo>
                  <a:pt x="0" y="100144"/>
                </a:lnTo>
                <a:lnTo>
                  <a:pt x="0" y="72518"/>
                </a:lnTo>
                <a:lnTo>
                  <a:pt x="6915" y="72518"/>
                </a:lnTo>
                <a:lnTo>
                  <a:pt x="6915" y="79425"/>
                </a:lnTo>
                <a:lnTo>
                  <a:pt x="10373" y="79425"/>
                </a:lnTo>
                <a:lnTo>
                  <a:pt x="10373" y="86331"/>
                </a:lnTo>
                <a:lnTo>
                  <a:pt x="13830" y="86331"/>
                </a:lnTo>
                <a:lnTo>
                  <a:pt x="13830" y="89784"/>
                </a:lnTo>
                <a:lnTo>
                  <a:pt x="17288" y="89784"/>
                </a:lnTo>
                <a:lnTo>
                  <a:pt x="17288" y="93238"/>
                </a:lnTo>
                <a:lnTo>
                  <a:pt x="20745" y="93238"/>
                </a:lnTo>
                <a:lnTo>
                  <a:pt x="20745" y="96691"/>
                </a:lnTo>
                <a:lnTo>
                  <a:pt x="27660" y="96691"/>
                </a:lnTo>
                <a:lnTo>
                  <a:pt x="27660" y="100144"/>
                </a:lnTo>
                <a:lnTo>
                  <a:pt x="41490" y="100144"/>
                </a:lnTo>
                <a:lnTo>
                  <a:pt x="41490" y="96691"/>
                </a:lnTo>
                <a:lnTo>
                  <a:pt x="44948" y="96691"/>
                </a:lnTo>
                <a:lnTo>
                  <a:pt x="44948" y="82878"/>
                </a:lnTo>
                <a:lnTo>
                  <a:pt x="41490" y="82878"/>
                </a:lnTo>
                <a:lnTo>
                  <a:pt x="41490" y="79425"/>
                </a:lnTo>
                <a:lnTo>
                  <a:pt x="38033" y="79425"/>
                </a:lnTo>
                <a:lnTo>
                  <a:pt x="38033" y="75971"/>
                </a:lnTo>
                <a:lnTo>
                  <a:pt x="34575" y="75971"/>
                </a:lnTo>
                <a:lnTo>
                  <a:pt x="34575" y="72518"/>
                </a:lnTo>
                <a:lnTo>
                  <a:pt x="31118" y="72518"/>
                </a:lnTo>
                <a:lnTo>
                  <a:pt x="31118" y="69065"/>
                </a:lnTo>
                <a:lnTo>
                  <a:pt x="24203" y="69065"/>
                </a:lnTo>
                <a:lnTo>
                  <a:pt x="24203" y="65612"/>
                </a:lnTo>
                <a:lnTo>
                  <a:pt x="20745" y="65612"/>
                </a:lnTo>
                <a:lnTo>
                  <a:pt x="20745" y="62158"/>
                </a:lnTo>
                <a:lnTo>
                  <a:pt x="17288" y="62158"/>
                </a:lnTo>
                <a:lnTo>
                  <a:pt x="17288" y="58705"/>
                </a:lnTo>
                <a:lnTo>
                  <a:pt x="10373" y="58705"/>
                </a:lnTo>
                <a:lnTo>
                  <a:pt x="10373" y="55252"/>
                </a:lnTo>
                <a:lnTo>
                  <a:pt x="6915" y="55252"/>
                </a:lnTo>
                <a:lnTo>
                  <a:pt x="6915" y="51799"/>
                </a:lnTo>
                <a:lnTo>
                  <a:pt x="3458" y="51799"/>
                </a:lnTo>
                <a:lnTo>
                  <a:pt x="3458" y="44892"/>
                </a:lnTo>
                <a:lnTo>
                  <a:pt x="0" y="44892"/>
                </a:lnTo>
                <a:lnTo>
                  <a:pt x="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4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1F927F4D-CC54-40E5-9DEA-B76F459A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209" y="1450096"/>
            <a:ext cx="62235" cy="131223"/>
          </a:xfrm>
          <a:custGeom xmlns:a="http://schemas.openxmlformats.org/drawingml/2006/main">
            <a:pathLst>
              <a:path w="62235" h="131223">
                <a:moveTo>
                  <a:pt x="0" y="34532"/>
                </a:moveTo>
                <a:lnTo>
                  <a:pt x="3458" y="34532"/>
                </a:lnTo>
                <a:lnTo>
                  <a:pt x="3458" y="31079"/>
                </a:lnTo>
                <a:lnTo>
                  <a:pt x="10373" y="31079"/>
                </a:lnTo>
                <a:lnTo>
                  <a:pt x="10373" y="27626"/>
                </a:lnTo>
                <a:lnTo>
                  <a:pt x="13830" y="27626"/>
                </a:lnTo>
                <a:lnTo>
                  <a:pt x="13830" y="24173"/>
                </a:lnTo>
                <a:lnTo>
                  <a:pt x="17288" y="24173"/>
                </a:lnTo>
                <a:lnTo>
                  <a:pt x="17288" y="20719"/>
                </a:lnTo>
                <a:lnTo>
                  <a:pt x="20745" y="20719"/>
                </a:lnTo>
                <a:lnTo>
                  <a:pt x="20745" y="13813"/>
                </a:lnTo>
                <a:lnTo>
                  <a:pt x="24203" y="13813"/>
                </a:lnTo>
                <a:lnTo>
                  <a:pt x="24203" y="10360"/>
                </a:lnTo>
                <a:lnTo>
                  <a:pt x="27660" y="10360"/>
                </a:lnTo>
                <a:lnTo>
                  <a:pt x="27660" y="0"/>
                </a:lnTo>
                <a:lnTo>
                  <a:pt x="34575" y="0"/>
                </a:lnTo>
                <a:lnTo>
                  <a:pt x="34575" y="27626"/>
                </a:lnTo>
                <a:lnTo>
                  <a:pt x="38033" y="27626"/>
                </a:lnTo>
                <a:lnTo>
                  <a:pt x="38033" y="31079"/>
                </a:lnTo>
                <a:lnTo>
                  <a:pt x="58778" y="31079"/>
                </a:lnTo>
                <a:lnTo>
                  <a:pt x="58778" y="37986"/>
                </a:lnTo>
                <a:lnTo>
                  <a:pt x="38033" y="37986"/>
                </a:lnTo>
                <a:lnTo>
                  <a:pt x="38033" y="41439"/>
                </a:lnTo>
                <a:lnTo>
                  <a:pt x="34575" y="41439"/>
                </a:lnTo>
                <a:lnTo>
                  <a:pt x="34575" y="110504"/>
                </a:lnTo>
                <a:lnTo>
                  <a:pt x="38033" y="110504"/>
                </a:lnTo>
                <a:lnTo>
                  <a:pt x="38033" y="117410"/>
                </a:lnTo>
                <a:lnTo>
                  <a:pt x="51863" y="117410"/>
                </a:lnTo>
                <a:lnTo>
                  <a:pt x="51863" y="113957"/>
                </a:lnTo>
                <a:lnTo>
                  <a:pt x="55320" y="113957"/>
                </a:lnTo>
                <a:lnTo>
                  <a:pt x="55320" y="110504"/>
                </a:lnTo>
                <a:lnTo>
                  <a:pt x="62235" y="110504"/>
                </a:lnTo>
                <a:lnTo>
                  <a:pt x="62235" y="113957"/>
                </a:lnTo>
                <a:lnTo>
                  <a:pt x="58778" y="113957"/>
                </a:lnTo>
                <a:lnTo>
                  <a:pt x="58778" y="120864"/>
                </a:lnTo>
                <a:lnTo>
                  <a:pt x="55320" y="120864"/>
                </a:lnTo>
                <a:lnTo>
                  <a:pt x="55320" y="124317"/>
                </a:lnTo>
                <a:lnTo>
                  <a:pt x="51863" y="124317"/>
                </a:lnTo>
                <a:lnTo>
                  <a:pt x="51863" y="127770"/>
                </a:lnTo>
                <a:lnTo>
                  <a:pt x="48405" y="127770"/>
                </a:lnTo>
                <a:lnTo>
                  <a:pt x="48405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20745" y="127770"/>
                </a:lnTo>
                <a:lnTo>
                  <a:pt x="20745" y="124317"/>
                </a:lnTo>
                <a:lnTo>
                  <a:pt x="17288" y="124317"/>
                </a:lnTo>
                <a:lnTo>
                  <a:pt x="17288" y="41439"/>
                </a:lnTo>
                <a:lnTo>
                  <a:pt x="13830" y="41439"/>
                </a:lnTo>
                <a:lnTo>
                  <a:pt x="13830" y="37986"/>
                </a:lnTo>
                <a:lnTo>
                  <a:pt x="0" y="37986"/>
                </a:lnTo>
                <a:lnTo>
                  <a:pt x="0" y="3453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24810964-CA90-404D-B883-481D2298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34" y="1698730"/>
            <a:ext cx="44948" cy="51799"/>
          </a:xfrm>
          <a:custGeom xmlns:a="http://schemas.openxmlformats.org/drawingml/2006/main">
            <a:pathLst>
              <a:path w="44948" h="51799">
                <a:moveTo>
                  <a:pt x="10373" y="10360"/>
                </a:moveTo>
                <a:lnTo>
                  <a:pt x="6915" y="10360"/>
                </a:lnTo>
                <a:lnTo>
                  <a:pt x="6915" y="6906"/>
                </a:lnTo>
                <a:lnTo>
                  <a:pt x="0" y="6906"/>
                </a:lnTo>
                <a:lnTo>
                  <a:pt x="0" y="0"/>
                </a:lnTo>
                <a:lnTo>
                  <a:pt x="41490" y="0"/>
                </a:lnTo>
                <a:lnTo>
                  <a:pt x="41490" y="3453"/>
                </a:lnTo>
                <a:lnTo>
                  <a:pt x="44948" y="3453"/>
                </a:lnTo>
                <a:lnTo>
                  <a:pt x="44948" y="51799"/>
                </a:lnTo>
                <a:lnTo>
                  <a:pt x="10373" y="51799"/>
                </a:lnTo>
                <a:lnTo>
                  <a:pt x="10373" y="103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D04B122D-9457-4052-8E04-02309680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02" y="148223"/>
            <a:ext cx="76066" cy="103597"/>
          </a:xfrm>
          <a:custGeom xmlns:a="http://schemas.openxmlformats.org/drawingml/2006/main">
            <a:pathLst>
              <a:path w="76066" h="103597">
                <a:moveTo>
                  <a:pt x="38033" y="13813"/>
                </a:moveTo>
                <a:lnTo>
                  <a:pt x="41490" y="13813"/>
                </a:lnTo>
                <a:lnTo>
                  <a:pt x="41490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48405" y="6906"/>
                </a:lnTo>
                <a:lnTo>
                  <a:pt x="48405" y="3453"/>
                </a:lnTo>
                <a:lnTo>
                  <a:pt x="55320" y="3453"/>
                </a:lnTo>
                <a:lnTo>
                  <a:pt x="55320" y="0"/>
                </a:lnTo>
                <a:lnTo>
                  <a:pt x="65693" y="0"/>
                </a:lnTo>
                <a:lnTo>
                  <a:pt x="65693" y="3453"/>
                </a:lnTo>
                <a:lnTo>
                  <a:pt x="72608" y="3453"/>
                </a:lnTo>
                <a:lnTo>
                  <a:pt x="72608" y="10360"/>
                </a:lnTo>
                <a:lnTo>
                  <a:pt x="76066" y="10360"/>
                </a:lnTo>
                <a:lnTo>
                  <a:pt x="76066" y="17266"/>
                </a:lnTo>
                <a:lnTo>
                  <a:pt x="72608" y="17266"/>
                </a:lnTo>
                <a:lnTo>
                  <a:pt x="72608" y="20719"/>
                </a:lnTo>
                <a:lnTo>
                  <a:pt x="69151" y="20719"/>
                </a:lnTo>
                <a:lnTo>
                  <a:pt x="69151" y="24173"/>
                </a:lnTo>
                <a:lnTo>
                  <a:pt x="58778" y="24173"/>
                </a:lnTo>
                <a:lnTo>
                  <a:pt x="58778" y="20719"/>
                </a:lnTo>
                <a:lnTo>
                  <a:pt x="55320" y="20719"/>
                </a:lnTo>
                <a:lnTo>
                  <a:pt x="55320" y="17266"/>
                </a:lnTo>
                <a:lnTo>
                  <a:pt x="44948" y="17266"/>
                </a:lnTo>
                <a:lnTo>
                  <a:pt x="44948" y="20719"/>
                </a:lnTo>
                <a:lnTo>
                  <a:pt x="41490" y="20719"/>
                </a:lnTo>
                <a:lnTo>
                  <a:pt x="41490" y="24173"/>
                </a:lnTo>
                <a:lnTo>
                  <a:pt x="38033" y="24173"/>
                </a:lnTo>
                <a:lnTo>
                  <a:pt x="38033" y="31079"/>
                </a:lnTo>
                <a:lnTo>
                  <a:pt x="34575" y="31079"/>
                </a:lnTo>
                <a:lnTo>
                  <a:pt x="34575" y="86331"/>
                </a:lnTo>
                <a:lnTo>
                  <a:pt x="38033" y="86331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51863" y="96691"/>
                </a:lnTo>
                <a:lnTo>
                  <a:pt x="51863" y="103597"/>
                </a:lnTo>
                <a:lnTo>
                  <a:pt x="0" y="103597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7288" y="89784"/>
                </a:lnTo>
                <a:lnTo>
                  <a:pt x="17288" y="24173"/>
                </a:lnTo>
                <a:lnTo>
                  <a:pt x="13830" y="24173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6915" y="13813"/>
                </a:lnTo>
                <a:lnTo>
                  <a:pt x="6915" y="17266"/>
                </a:lnTo>
                <a:lnTo>
                  <a:pt x="0" y="17266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17266"/>
                </a:lnTo>
                <a:lnTo>
                  <a:pt x="38033" y="17266"/>
                </a:lnTo>
                <a:lnTo>
                  <a:pt x="38033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D195D1A-DB1E-4CCA-AFF0-76571496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77" y="414123"/>
            <a:ext cx="86438" cy="103597"/>
          </a:xfrm>
          <a:custGeom xmlns:a="http://schemas.openxmlformats.org/drawingml/2006/main">
            <a:pathLst>
              <a:path w="86438" h="103597">
                <a:moveTo>
                  <a:pt x="3458" y="31079"/>
                </a:moveTo>
                <a:lnTo>
                  <a:pt x="6915" y="31079"/>
                </a:lnTo>
                <a:lnTo>
                  <a:pt x="6915" y="24173"/>
                </a:lnTo>
                <a:lnTo>
                  <a:pt x="10373" y="24173"/>
                </a:lnTo>
                <a:lnTo>
                  <a:pt x="10373" y="17266"/>
                </a:lnTo>
                <a:lnTo>
                  <a:pt x="13830" y="17266"/>
                </a:lnTo>
                <a:lnTo>
                  <a:pt x="13830" y="13813"/>
                </a:lnTo>
                <a:lnTo>
                  <a:pt x="17288" y="13813"/>
                </a:lnTo>
                <a:lnTo>
                  <a:pt x="17288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7660" y="6906"/>
                </a:lnTo>
                <a:lnTo>
                  <a:pt x="27660" y="3453"/>
                </a:lnTo>
                <a:lnTo>
                  <a:pt x="34575" y="3453"/>
                </a:lnTo>
                <a:lnTo>
                  <a:pt x="34575" y="0"/>
                </a:lnTo>
                <a:lnTo>
                  <a:pt x="62235" y="0"/>
                </a:lnTo>
                <a:lnTo>
                  <a:pt x="62235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6066" y="6906"/>
                </a:lnTo>
                <a:lnTo>
                  <a:pt x="76066" y="10360"/>
                </a:lnTo>
                <a:lnTo>
                  <a:pt x="79523" y="10360"/>
                </a:lnTo>
                <a:lnTo>
                  <a:pt x="79523" y="13813"/>
                </a:lnTo>
                <a:lnTo>
                  <a:pt x="82981" y="13813"/>
                </a:lnTo>
                <a:lnTo>
                  <a:pt x="82981" y="31079"/>
                </a:lnTo>
                <a:lnTo>
                  <a:pt x="65693" y="31079"/>
                </a:lnTo>
                <a:lnTo>
                  <a:pt x="65693" y="27626"/>
                </a:lnTo>
                <a:lnTo>
                  <a:pt x="62235" y="27626"/>
                </a:lnTo>
                <a:lnTo>
                  <a:pt x="62235" y="20719"/>
                </a:lnTo>
                <a:lnTo>
                  <a:pt x="58778" y="20719"/>
                </a:lnTo>
                <a:lnTo>
                  <a:pt x="58778" y="13813"/>
                </a:lnTo>
                <a:lnTo>
                  <a:pt x="55320" y="13813"/>
                </a:lnTo>
                <a:lnTo>
                  <a:pt x="55320" y="10360"/>
                </a:lnTo>
                <a:lnTo>
                  <a:pt x="51863" y="10360"/>
                </a:lnTo>
                <a:lnTo>
                  <a:pt x="51863" y="6906"/>
                </a:lnTo>
                <a:lnTo>
                  <a:pt x="41490" y="6906"/>
                </a:lnTo>
                <a:lnTo>
                  <a:pt x="41490" y="10360"/>
                </a:lnTo>
                <a:lnTo>
                  <a:pt x="31118" y="10360"/>
                </a:lnTo>
                <a:lnTo>
                  <a:pt x="31118" y="13813"/>
                </a:lnTo>
                <a:lnTo>
                  <a:pt x="27660" y="13813"/>
                </a:lnTo>
                <a:lnTo>
                  <a:pt x="27660" y="20719"/>
                </a:lnTo>
                <a:lnTo>
                  <a:pt x="24203" y="20719"/>
                </a:lnTo>
                <a:lnTo>
                  <a:pt x="24203" y="27626"/>
                </a:lnTo>
                <a:lnTo>
                  <a:pt x="20745" y="27626"/>
                </a:lnTo>
                <a:lnTo>
                  <a:pt x="20745" y="55252"/>
                </a:lnTo>
                <a:lnTo>
                  <a:pt x="24203" y="55252"/>
                </a:lnTo>
                <a:lnTo>
                  <a:pt x="24203" y="65612"/>
                </a:lnTo>
                <a:lnTo>
                  <a:pt x="27660" y="65612"/>
                </a:lnTo>
                <a:lnTo>
                  <a:pt x="27660" y="72518"/>
                </a:lnTo>
                <a:lnTo>
                  <a:pt x="31118" y="72518"/>
                </a:lnTo>
                <a:lnTo>
                  <a:pt x="31118" y="75971"/>
                </a:lnTo>
                <a:lnTo>
                  <a:pt x="34575" y="75971"/>
                </a:lnTo>
                <a:lnTo>
                  <a:pt x="34575" y="79425"/>
                </a:lnTo>
                <a:lnTo>
                  <a:pt x="41490" y="79425"/>
                </a:lnTo>
                <a:lnTo>
                  <a:pt x="41490" y="82878"/>
                </a:lnTo>
                <a:lnTo>
                  <a:pt x="62235" y="82878"/>
                </a:lnTo>
                <a:lnTo>
                  <a:pt x="62235" y="79425"/>
                </a:lnTo>
                <a:lnTo>
                  <a:pt x="69151" y="79425"/>
                </a:lnTo>
                <a:lnTo>
                  <a:pt x="69151" y="75971"/>
                </a:lnTo>
                <a:lnTo>
                  <a:pt x="72608" y="75971"/>
                </a:lnTo>
                <a:lnTo>
                  <a:pt x="72608" y="72518"/>
                </a:lnTo>
                <a:lnTo>
                  <a:pt x="76066" y="72518"/>
                </a:lnTo>
                <a:lnTo>
                  <a:pt x="76066" y="69065"/>
                </a:lnTo>
                <a:lnTo>
                  <a:pt x="79523" y="69065"/>
                </a:lnTo>
                <a:lnTo>
                  <a:pt x="79523" y="62158"/>
                </a:lnTo>
                <a:lnTo>
                  <a:pt x="82981" y="62158"/>
                </a:lnTo>
                <a:lnTo>
                  <a:pt x="82981" y="58705"/>
                </a:lnTo>
                <a:lnTo>
                  <a:pt x="86438" y="58705"/>
                </a:lnTo>
                <a:lnTo>
                  <a:pt x="86438" y="69065"/>
                </a:lnTo>
                <a:lnTo>
                  <a:pt x="82981" y="69065"/>
                </a:lnTo>
                <a:lnTo>
                  <a:pt x="82981" y="79425"/>
                </a:lnTo>
                <a:lnTo>
                  <a:pt x="79523" y="79425"/>
                </a:lnTo>
                <a:lnTo>
                  <a:pt x="79523" y="82878"/>
                </a:lnTo>
                <a:lnTo>
                  <a:pt x="76066" y="82878"/>
                </a:lnTo>
                <a:lnTo>
                  <a:pt x="76066" y="89784"/>
                </a:lnTo>
                <a:lnTo>
                  <a:pt x="72608" y="89784"/>
                </a:lnTo>
                <a:lnTo>
                  <a:pt x="72608" y="93238"/>
                </a:lnTo>
                <a:lnTo>
                  <a:pt x="65693" y="93238"/>
                </a:lnTo>
                <a:lnTo>
                  <a:pt x="65693" y="96691"/>
                </a:lnTo>
                <a:lnTo>
                  <a:pt x="62235" y="96691"/>
                </a:lnTo>
                <a:lnTo>
                  <a:pt x="62235" y="100144"/>
                </a:lnTo>
                <a:lnTo>
                  <a:pt x="51863" y="100144"/>
                </a:lnTo>
                <a:lnTo>
                  <a:pt x="51863" y="103597"/>
                </a:lnTo>
                <a:lnTo>
                  <a:pt x="38033" y="103597"/>
                </a:lnTo>
                <a:lnTo>
                  <a:pt x="38033" y="100144"/>
                </a:lnTo>
                <a:lnTo>
                  <a:pt x="27660" y="100144"/>
                </a:lnTo>
                <a:lnTo>
                  <a:pt x="27660" y="96691"/>
                </a:lnTo>
                <a:lnTo>
                  <a:pt x="20745" y="96691"/>
                </a:lnTo>
                <a:lnTo>
                  <a:pt x="20745" y="93238"/>
                </a:lnTo>
                <a:lnTo>
                  <a:pt x="17288" y="93238"/>
                </a:lnTo>
                <a:lnTo>
                  <a:pt x="17288" y="89784"/>
                </a:lnTo>
                <a:lnTo>
                  <a:pt x="13830" y="89784"/>
                </a:lnTo>
                <a:lnTo>
                  <a:pt x="13830" y="86331"/>
                </a:lnTo>
                <a:lnTo>
                  <a:pt x="10373" y="86331"/>
                </a:lnTo>
                <a:lnTo>
                  <a:pt x="10373" y="79425"/>
                </a:lnTo>
                <a:lnTo>
                  <a:pt x="6915" y="79425"/>
                </a:lnTo>
                <a:lnTo>
                  <a:pt x="6915" y="72518"/>
                </a:lnTo>
                <a:lnTo>
                  <a:pt x="3458" y="72518"/>
                </a:lnTo>
                <a:lnTo>
                  <a:pt x="3458" y="58705"/>
                </a:lnTo>
                <a:lnTo>
                  <a:pt x="0" y="58705"/>
                </a:lnTo>
                <a:lnTo>
                  <a:pt x="0" y="41439"/>
                </a:lnTo>
                <a:lnTo>
                  <a:pt x="3458" y="41439"/>
                </a:lnTo>
                <a:lnTo>
                  <a:pt x="3458" y="3107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448671E1-AF20-4545-98AD-2C5A5AD3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20" y="894124"/>
            <a:ext cx="62235" cy="155396"/>
          </a:xfrm>
          <a:custGeom xmlns:a="http://schemas.openxmlformats.org/drawingml/2006/main">
            <a:pathLst>
              <a:path w="62235" h="155396">
                <a:moveTo>
                  <a:pt x="20745" y="13813"/>
                </a:moveTo>
                <a:lnTo>
                  <a:pt x="17288" y="13813"/>
                </a:lnTo>
                <a:lnTo>
                  <a:pt x="17288" y="10360"/>
                </a:lnTo>
                <a:lnTo>
                  <a:pt x="10373" y="10360"/>
                </a:lnTo>
                <a:lnTo>
                  <a:pt x="10373" y="6906"/>
                </a:lnTo>
                <a:lnTo>
                  <a:pt x="0" y="6906"/>
                </a:lnTo>
                <a:lnTo>
                  <a:pt x="0" y="3453"/>
                </a:lnTo>
                <a:lnTo>
                  <a:pt x="3458" y="3453"/>
                </a:lnTo>
                <a:lnTo>
                  <a:pt x="3458" y="0"/>
                </a:lnTo>
                <a:lnTo>
                  <a:pt x="10373" y="0"/>
                </a:lnTo>
                <a:lnTo>
                  <a:pt x="10373" y="3453"/>
                </a:lnTo>
                <a:lnTo>
                  <a:pt x="51863" y="3453"/>
                </a:lnTo>
                <a:lnTo>
                  <a:pt x="51863" y="0"/>
                </a:lnTo>
                <a:lnTo>
                  <a:pt x="62235" y="0"/>
                </a:lnTo>
                <a:lnTo>
                  <a:pt x="62235" y="6906"/>
                </a:lnTo>
                <a:lnTo>
                  <a:pt x="55320" y="6906"/>
                </a:lnTo>
                <a:lnTo>
                  <a:pt x="55320" y="10360"/>
                </a:lnTo>
                <a:lnTo>
                  <a:pt x="44948" y="10360"/>
                </a:lnTo>
                <a:lnTo>
                  <a:pt x="44948" y="131223"/>
                </a:lnTo>
                <a:lnTo>
                  <a:pt x="41490" y="131223"/>
                </a:lnTo>
                <a:lnTo>
                  <a:pt x="41490" y="138130"/>
                </a:lnTo>
                <a:lnTo>
                  <a:pt x="44948" y="138130"/>
                </a:lnTo>
                <a:lnTo>
                  <a:pt x="44948" y="145036"/>
                </a:lnTo>
                <a:lnTo>
                  <a:pt x="51863" y="145036"/>
                </a:lnTo>
                <a:lnTo>
                  <a:pt x="51863" y="148489"/>
                </a:lnTo>
                <a:lnTo>
                  <a:pt x="62235" y="148489"/>
                </a:lnTo>
                <a:lnTo>
                  <a:pt x="62235" y="155396"/>
                </a:lnTo>
                <a:lnTo>
                  <a:pt x="0" y="155396"/>
                </a:lnTo>
                <a:lnTo>
                  <a:pt x="0" y="148489"/>
                </a:lnTo>
                <a:lnTo>
                  <a:pt x="10373" y="148489"/>
                </a:lnTo>
                <a:lnTo>
                  <a:pt x="10373" y="145036"/>
                </a:lnTo>
                <a:lnTo>
                  <a:pt x="17288" y="145036"/>
                </a:lnTo>
                <a:lnTo>
                  <a:pt x="17288" y="141583"/>
                </a:lnTo>
                <a:lnTo>
                  <a:pt x="20745" y="141583"/>
                </a:lnTo>
                <a:lnTo>
                  <a:pt x="20745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CEB1C396-0822-434C-9BE7-8924A827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17" y="1211822"/>
            <a:ext cx="96811" cy="110504"/>
          </a:xfrm>
          <a:custGeom xmlns:a="http://schemas.openxmlformats.org/drawingml/2006/main">
            <a:pathLst>
              <a:path w="96811" h="110504">
                <a:moveTo>
                  <a:pt x="3458" y="20719"/>
                </a:moveTo>
                <a:lnTo>
                  <a:pt x="6915" y="20719"/>
                </a:lnTo>
                <a:lnTo>
                  <a:pt x="6915" y="13813"/>
                </a:lnTo>
                <a:lnTo>
                  <a:pt x="10373" y="13813"/>
                </a:lnTo>
                <a:lnTo>
                  <a:pt x="10373" y="10360"/>
                </a:lnTo>
                <a:lnTo>
                  <a:pt x="17288" y="10360"/>
                </a:lnTo>
                <a:lnTo>
                  <a:pt x="17288" y="6906"/>
                </a:lnTo>
                <a:lnTo>
                  <a:pt x="20745" y="6906"/>
                </a:lnTo>
                <a:lnTo>
                  <a:pt x="20745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65693" y="0"/>
                </a:lnTo>
                <a:lnTo>
                  <a:pt x="65693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6066" y="6906"/>
                </a:lnTo>
                <a:lnTo>
                  <a:pt x="76066" y="10360"/>
                </a:lnTo>
                <a:lnTo>
                  <a:pt x="79523" y="10360"/>
                </a:lnTo>
                <a:lnTo>
                  <a:pt x="79523" y="13813"/>
                </a:lnTo>
                <a:lnTo>
                  <a:pt x="82981" y="13813"/>
                </a:lnTo>
                <a:lnTo>
                  <a:pt x="82981" y="20719"/>
                </a:lnTo>
                <a:lnTo>
                  <a:pt x="86438" y="20719"/>
                </a:lnTo>
                <a:lnTo>
                  <a:pt x="86438" y="93238"/>
                </a:lnTo>
                <a:lnTo>
                  <a:pt x="96811" y="93238"/>
                </a:lnTo>
                <a:lnTo>
                  <a:pt x="96811" y="100144"/>
                </a:lnTo>
                <a:lnTo>
                  <a:pt x="93353" y="100144"/>
                </a:lnTo>
                <a:lnTo>
                  <a:pt x="93353" y="103597"/>
                </a:lnTo>
                <a:lnTo>
                  <a:pt x="86438" y="103597"/>
                </a:lnTo>
                <a:lnTo>
                  <a:pt x="86438" y="107051"/>
                </a:lnTo>
                <a:lnTo>
                  <a:pt x="76066" y="107051"/>
                </a:lnTo>
                <a:lnTo>
                  <a:pt x="76066" y="110504"/>
                </a:lnTo>
                <a:lnTo>
                  <a:pt x="72608" y="110504"/>
                </a:lnTo>
                <a:lnTo>
                  <a:pt x="72608" y="107051"/>
                </a:lnTo>
                <a:lnTo>
                  <a:pt x="62235" y="107051"/>
                </a:lnTo>
                <a:lnTo>
                  <a:pt x="62235" y="103597"/>
                </a:lnTo>
                <a:lnTo>
                  <a:pt x="58778" y="103597"/>
                </a:lnTo>
                <a:lnTo>
                  <a:pt x="58778" y="100144"/>
                </a:lnTo>
                <a:lnTo>
                  <a:pt x="55320" y="100144"/>
                </a:lnTo>
                <a:lnTo>
                  <a:pt x="55320" y="93238"/>
                </a:lnTo>
                <a:lnTo>
                  <a:pt x="51863" y="93238"/>
                </a:lnTo>
                <a:lnTo>
                  <a:pt x="51863" y="96691"/>
                </a:lnTo>
                <a:lnTo>
                  <a:pt x="44948" y="96691"/>
                </a:lnTo>
                <a:lnTo>
                  <a:pt x="44948" y="100144"/>
                </a:lnTo>
                <a:lnTo>
                  <a:pt x="41490" y="100144"/>
                </a:lnTo>
                <a:lnTo>
                  <a:pt x="41490" y="103597"/>
                </a:lnTo>
                <a:lnTo>
                  <a:pt x="34575" y="103597"/>
                </a:lnTo>
                <a:lnTo>
                  <a:pt x="34575" y="107051"/>
                </a:lnTo>
                <a:lnTo>
                  <a:pt x="24203" y="107051"/>
                </a:lnTo>
                <a:lnTo>
                  <a:pt x="24203" y="110504"/>
                </a:lnTo>
                <a:lnTo>
                  <a:pt x="20745" y="110504"/>
                </a:lnTo>
                <a:lnTo>
                  <a:pt x="20745" y="107051"/>
                </a:lnTo>
                <a:lnTo>
                  <a:pt x="10373" y="107051"/>
                </a:lnTo>
                <a:lnTo>
                  <a:pt x="10373" y="103597"/>
                </a:lnTo>
                <a:lnTo>
                  <a:pt x="6915" y="103597"/>
                </a:lnTo>
                <a:lnTo>
                  <a:pt x="6915" y="100144"/>
                </a:lnTo>
                <a:lnTo>
                  <a:pt x="3458" y="100144"/>
                </a:lnTo>
                <a:lnTo>
                  <a:pt x="3458" y="96691"/>
                </a:lnTo>
                <a:lnTo>
                  <a:pt x="0" y="96691"/>
                </a:lnTo>
                <a:lnTo>
                  <a:pt x="0" y="79425"/>
                </a:lnTo>
                <a:lnTo>
                  <a:pt x="3458" y="79425"/>
                </a:lnTo>
                <a:lnTo>
                  <a:pt x="3458" y="72518"/>
                </a:lnTo>
                <a:lnTo>
                  <a:pt x="6915" y="72518"/>
                </a:lnTo>
                <a:lnTo>
                  <a:pt x="6915" y="69065"/>
                </a:lnTo>
                <a:lnTo>
                  <a:pt x="10373" y="69065"/>
                </a:lnTo>
                <a:lnTo>
                  <a:pt x="10373" y="65612"/>
                </a:lnTo>
                <a:lnTo>
                  <a:pt x="13830" y="65612"/>
                </a:lnTo>
                <a:lnTo>
                  <a:pt x="13830" y="62158"/>
                </a:lnTo>
                <a:lnTo>
                  <a:pt x="17288" y="62158"/>
                </a:lnTo>
                <a:lnTo>
                  <a:pt x="17288" y="58705"/>
                </a:lnTo>
                <a:lnTo>
                  <a:pt x="24203" y="58705"/>
                </a:lnTo>
                <a:lnTo>
                  <a:pt x="24203" y="55252"/>
                </a:lnTo>
                <a:lnTo>
                  <a:pt x="31118" y="55252"/>
                </a:lnTo>
                <a:lnTo>
                  <a:pt x="31118" y="51799"/>
                </a:lnTo>
                <a:lnTo>
                  <a:pt x="34575" y="51799"/>
                </a:lnTo>
                <a:lnTo>
                  <a:pt x="34575" y="48345"/>
                </a:lnTo>
                <a:lnTo>
                  <a:pt x="41490" y="48345"/>
                </a:lnTo>
                <a:lnTo>
                  <a:pt x="41490" y="44892"/>
                </a:lnTo>
                <a:lnTo>
                  <a:pt x="48405" y="44892"/>
                </a:lnTo>
                <a:lnTo>
                  <a:pt x="48405" y="41439"/>
                </a:lnTo>
                <a:lnTo>
                  <a:pt x="55320" y="41439"/>
                </a:lnTo>
                <a:lnTo>
                  <a:pt x="55320" y="20719"/>
                </a:lnTo>
                <a:lnTo>
                  <a:pt x="51863" y="20719"/>
                </a:lnTo>
                <a:lnTo>
                  <a:pt x="51863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34575" y="6906"/>
                </a:lnTo>
                <a:lnTo>
                  <a:pt x="34575" y="10360"/>
                </a:lnTo>
                <a:lnTo>
                  <a:pt x="27660" y="10360"/>
                </a:lnTo>
                <a:lnTo>
                  <a:pt x="27660" y="20719"/>
                </a:lnTo>
                <a:lnTo>
                  <a:pt x="31118" y="20719"/>
                </a:lnTo>
                <a:lnTo>
                  <a:pt x="31118" y="24173"/>
                </a:lnTo>
                <a:lnTo>
                  <a:pt x="34575" y="24173"/>
                </a:lnTo>
                <a:lnTo>
                  <a:pt x="34575" y="37986"/>
                </a:lnTo>
                <a:lnTo>
                  <a:pt x="31118" y="37986"/>
                </a:lnTo>
                <a:lnTo>
                  <a:pt x="31118" y="41439"/>
                </a:lnTo>
                <a:lnTo>
                  <a:pt x="27660" y="41439"/>
                </a:lnTo>
                <a:lnTo>
                  <a:pt x="27660" y="44892"/>
                </a:lnTo>
                <a:lnTo>
                  <a:pt x="10373" y="44892"/>
                </a:lnTo>
                <a:lnTo>
                  <a:pt x="10373" y="41439"/>
                </a:lnTo>
                <a:lnTo>
                  <a:pt x="6915" y="41439"/>
                </a:lnTo>
                <a:lnTo>
                  <a:pt x="6915" y="37986"/>
                </a:lnTo>
                <a:lnTo>
                  <a:pt x="3458" y="37986"/>
                </a:lnTo>
                <a:lnTo>
                  <a:pt x="3458" y="20719"/>
                </a:lnTo>
                <a:close/>
                <a:moveTo>
                  <a:pt x="38033" y="93238"/>
                </a:moveTo>
                <a:lnTo>
                  <a:pt x="44948" y="93238"/>
                </a:lnTo>
                <a:lnTo>
                  <a:pt x="44948" y="89784"/>
                </a:lnTo>
                <a:lnTo>
                  <a:pt x="48405" y="89784"/>
                </a:lnTo>
                <a:lnTo>
                  <a:pt x="48405" y="86331"/>
                </a:lnTo>
                <a:lnTo>
                  <a:pt x="51863" y="86331"/>
                </a:lnTo>
                <a:lnTo>
                  <a:pt x="51863" y="82878"/>
                </a:lnTo>
                <a:lnTo>
                  <a:pt x="55320" y="82878"/>
                </a:lnTo>
                <a:lnTo>
                  <a:pt x="55320" y="51799"/>
                </a:lnTo>
                <a:lnTo>
                  <a:pt x="48405" y="51799"/>
                </a:lnTo>
                <a:lnTo>
                  <a:pt x="48405" y="55252"/>
                </a:lnTo>
                <a:lnTo>
                  <a:pt x="44948" y="55252"/>
                </a:lnTo>
                <a:lnTo>
                  <a:pt x="44948" y="58705"/>
                </a:lnTo>
                <a:lnTo>
                  <a:pt x="41490" y="58705"/>
                </a:lnTo>
                <a:lnTo>
                  <a:pt x="41490" y="62158"/>
                </a:lnTo>
                <a:lnTo>
                  <a:pt x="38033" y="62158"/>
                </a:lnTo>
                <a:lnTo>
                  <a:pt x="38033" y="69065"/>
                </a:lnTo>
                <a:lnTo>
                  <a:pt x="34575" y="69065"/>
                </a:lnTo>
                <a:lnTo>
                  <a:pt x="34575" y="75971"/>
                </a:lnTo>
                <a:lnTo>
                  <a:pt x="31118" y="75971"/>
                </a:lnTo>
                <a:lnTo>
                  <a:pt x="31118" y="86331"/>
                </a:lnTo>
                <a:lnTo>
                  <a:pt x="34575" y="86331"/>
                </a:lnTo>
                <a:lnTo>
                  <a:pt x="34575" y="89784"/>
                </a:lnTo>
                <a:lnTo>
                  <a:pt x="38033" y="89784"/>
                </a:lnTo>
                <a:lnTo>
                  <a:pt x="38033" y="9323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ADCA9DB-7376-4874-9F0C-44EB8A2F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80" y="1481175"/>
            <a:ext cx="48405" cy="103597"/>
          </a:xfrm>
          <a:custGeom xmlns:a="http://schemas.openxmlformats.org/drawingml/2006/main">
            <a:pathLst>
              <a:path w="48405" h="103597">
                <a:moveTo>
                  <a:pt x="0" y="17266"/>
                </a:moveTo>
                <a:lnTo>
                  <a:pt x="0" y="10360"/>
                </a:lnTo>
                <a:lnTo>
                  <a:pt x="3458" y="10360"/>
                </a:lnTo>
                <a:lnTo>
                  <a:pt x="3458" y="6906"/>
                </a:lnTo>
                <a:lnTo>
                  <a:pt x="10373" y="6906"/>
                </a:lnTo>
                <a:lnTo>
                  <a:pt x="10373" y="3453"/>
                </a:lnTo>
                <a:lnTo>
                  <a:pt x="20745" y="3453"/>
                </a:lnTo>
                <a:lnTo>
                  <a:pt x="20745" y="0"/>
                </a:lnTo>
                <a:lnTo>
                  <a:pt x="34575" y="0"/>
                </a:lnTo>
                <a:lnTo>
                  <a:pt x="34575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48405" y="96691"/>
                </a:lnTo>
                <a:lnTo>
                  <a:pt x="48405" y="100144"/>
                </a:lnTo>
                <a:lnTo>
                  <a:pt x="44948" y="100144"/>
                </a:lnTo>
                <a:lnTo>
                  <a:pt x="44948" y="103597"/>
                </a:lnTo>
                <a:lnTo>
                  <a:pt x="38033" y="103597"/>
                </a:lnTo>
                <a:lnTo>
                  <a:pt x="38033" y="100144"/>
                </a:lnTo>
                <a:lnTo>
                  <a:pt x="10373" y="100144"/>
                </a:lnTo>
                <a:lnTo>
                  <a:pt x="10373" y="103597"/>
                </a:lnTo>
                <a:lnTo>
                  <a:pt x="0" y="103597"/>
                </a:lnTo>
                <a:lnTo>
                  <a:pt x="0" y="96691"/>
                </a:lnTo>
                <a:lnTo>
                  <a:pt x="6915" y="96691"/>
                </a:lnTo>
                <a:lnTo>
                  <a:pt x="6915" y="93238"/>
                </a:lnTo>
                <a:lnTo>
                  <a:pt x="10373" y="93238"/>
                </a:lnTo>
                <a:lnTo>
                  <a:pt x="10373" y="89784"/>
                </a:lnTo>
                <a:lnTo>
                  <a:pt x="13830" y="89784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3458" y="13813"/>
                </a:lnTo>
                <a:lnTo>
                  <a:pt x="3458" y="17266"/>
                </a:lnTo>
                <a:lnTo>
                  <a:pt x="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BD49F86-D9AB-4997-9B9A-EEC2117F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42" y="1747075"/>
            <a:ext cx="38033" cy="3453"/>
          </a:xfrm>
          <a:custGeom xmlns:a="http://schemas.openxmlformats.org/drawingml/2006/main">
            <a:pathLst>
              <a:path w="38033" h="3453">
                <a:moveTo>
                  <a:pt x="38033" y="0"/>
                </a:moveTo>
                <a:lnTo>
                  <a:pt x="38033" y="3453"/>
                </a:lnTo>
                <a:lnTo>
                  <a:pt x="0" y="3453"/>
                </a:lnTo>
                <a:lnTo>
                  <a:pt x="0" y="0"/>
                </a:lnTo>
                <a:lnTo>
                  <a:pt x="3803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4A6BC4BC-8F94-4E20-B7CE-51932C4A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25" y="148223"/>
            <a:ext cx="86438" cy="103597"/>
          </a:xfrm>
          <a:custGeom xmlns:a="http://schemas.openxmlformats.org/drawingml/2006/main">
            <a:pathLst>
              <a:path w="86438" h="103597">
                <a:moveTo>
                  <a:pt x="10373" y="20719"/>
                </a:moveTo>
                <a:lnTo>
                  <a:pt x="10373" y="17266"/>
                </a:lnTo>
                <a:lnTo>
                  <a:pt x="13830" y="17266"/>
                </a:lnTo>
                <a:lnTo>
                  <a:pt x="13830" y="13813"/>
                </a:lnTo>
                <a:lnTo>
                  <a:pt x="17288" y="13813"/>
                </a:lnTo>
                <a:lnTo>
                  <a:pt x="17288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3453"/>
                </a:lnTo>
                <a:lnTo>
                  <a:pt x="34575" y="3453"/>
                </a:lnTo>
                <a:lnTo>
                  <a:pt x="34575" y="0"/>
                </a:lnTo>
                <a:lnTo>
                  <a:pt x="58778" y="0"/>
                </a:lnTo>
                <a:lnTo>
                  <a:pt x="58778" y="3453"/>
                </a:lnTo>
                <a:lnTo>
                  <a:pt x="69151" y="3453"/>
                </a:lnTo>
                <a:lnTo>
                  <a:pt x="69151" y="6906"/>
                </a:lnTo>
                <a:lnTo>
                  <a:pt x="72608" y="6906"/>
                </a:lnTo>
                <a:lnTo>
                  <a:pt x="72608" y="10360"/>
                </a:lnTo>
                <a:lnTo>
                  <a:pt x="76066" y="10360"/>
                </a:lnTo>
                <a:lnTo>
                  <a:pt x="76066" y="13813"/>
                </a:lnTo>
                <a:lnTo>
                  <a:pt x="79523" y="13813"/>
                </a:lnTo>
                <a:lnTo>
                  <a:pt x="79523" y="20719"/>
                </a:lnTo>
                <a:lnTo>
                  <a:pt x="82981" y="20719"/>
                </a:lnTo>
                <a:lnTo>
                  <a:pt x="82981" y="27626"/>
                </a:lnTo>
                <a:lnTo>
                  <a:pt x="86438" y="27626"/>
                </a:lnTo>
                <a:lnTo>
                  <a:pt x="86438" y="37986"/>
                </a:lnTo>
                <a:lnTo>
                  <a:pt x="17288" y="37986"/>
                </a:lnTo>
                <a:lnTo>
                  <a:pt x="17288" y="55252"/>
                </a:lnTo>
                <a:lnTo>
                  <a:pt x="20745" y="55252"/>
                </a:lnTo>
                <a:lnTo>
                  <a:pt x="20745" y="65612"/>
                </a:lnTo>
                <a:lnTo>
                  <a:pt x="24203" y="65612"/>
                </a:lnTo>
                <a:lnTo>
                  <a:pt x="24203" y="69065"/>
                </a:lnTo>
                <a:lnTo>
                  <a:pt x="27660" y="69065"/>
                </a:lnTo>
                <a:lnTo>
                  <a:pt x="27660" y="72518"/>
                </a:lnTo>
                <a:lnTo>
                  <a:pt x="31118" y="72518"/>
                </a:lnTo>
                <a:lnTo>
                  <a:pt x="31118" y="75971"/>
                </a:lnTo>
                <a:lnTo>
                  <a:pt x="34575" y="75971"/>
                </a:lnTo>
                <a:lnTo>
                  <a:pt x="34575" y="79425"/>
                </a:lnTo>
                <a:lnTo>
                  <a:pt x="41490" y="79425"/>
                </a:lnTo>
                <a:lnTo>
                  <a:pt x="41490" y="82878"/>
                </a:lnTo>
                <a:lnTo>
                  <a:pt x="65693" y="82878"/>
                </a:lnTo>
                <a:lnTo>
                  <a:pt x="65693" y="79425"/>
                </a:lnTo>
                <a:lnTo>
                  <a:pt x="72608" y="79425"/>
                </a:lnTo>
                <a:lnTo>
                  <a:pt x="72608" y="75971"/>
                </a:lnTo>
                <a:lnTo>
                  <a:pt x="76066" y="75971"/>
                </a:lnTo>
                <a:lnTo>
                  <a:pt x="76066" y="69065"/>
                </a:lnTo>
                <a:lnTo>
                  <a:pt x="79523" y="69065"/>
                </a:lnTo>
                <a:lnTo>
                  <a:pt x="79523" y="65612"/>
                </a:lnTo>
                <a:lnTo>
                  <a:pt x="86438" y="65612"/>
                </a:lnTo>
                <a:lnTo>
                  <a:pt x="86438" y="72518"/>
                </a:lnTo>
                <a:lnTo>
                  <a:pt x="82981" y="72518"/>
                </a:lnTo>
                <a:lnTo>
                  <a:pt x="82981" y="79425"/>
                </a:lnTo>
                <a:lnTo>
                  <a:pt x="79523" y="79425"/>
                </a:lnTo>
                <a:lnTo>
                  <a:pt x="79523" y="86331"/>
                </a:lnTo>
                <a:lnTo>
                  <a:pt x="76066" y="86331"/>
                </a:lnTo>
                <a:lnTo>
                  <a:pt x="76066" y="89784"/>
                </a:lnTo>
                <a:lnTo>
                  <a:pt x="72608" y="89784"/>
                </a:lnTo>
                <a:lnTo>
                  <a:pt x="72608" y="93238"/>
                </a:lnTo>
                <a:lnTo>
                  <a:pt x="69151" y="93238"/>
                </a:lnTo>
                <a:lnTo>
                  <a:pt x="69151" y="96691"/>
                </a:lnTo>
                <a:lnTo>
                  <a:pt x="62235" y="96691"/>
                </a:lnTo>
                <a:lnTo>
                  <a:pt x="62235" y="100144"/>
                </a:lnTo>
                <a:lnTo>
                  <a:pt x="55320" y="100144"/>
                </a:lnTo>
                <a:lnTo>
                  <a:pt x="55320" y="103597"/>
                </a:lnTo>
                <a:lnTo>
                  <a:pt x="34575" y="103597"/>
                </a:lnTo>
                <a:lnTo>
                  <a:pt x="34575" y="100144"/>
                </a:lnTo>
                <a:lnTo>
                  <a:pt x="24203" y="100144"/>
                </a:lnTo>
                <a:lnTo>
                  <a:pt x="24203" y="96691"/>
                </a:lnTo>
                <a:lnTo>
                  <a:pt x="20745" y="96691"/>
                </a:lnTo>
                <a:lnTo>
                  <a:pt x="20745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0373" y="89784"/>
                </a:lnTo>
                <a:lnTo>
                  <a:pt x="10373" y="82878"/>
                </a:lnTo>
                <a:lnTo>
                  <a:pt x="6915" y="82878"/>
                </a:lnTo>
                <a:lnTo>
                  <a:pt x="6915" y="75971"/>
                </a:lnTo>
                <a:lnTo>
                  <a:pt x="3458" y="75971"/>
                </a:lnTo>
                <a:lnTo>
                  <a:pt x="3458" y="69065"/>
                </a:lnTo>
                <a:lnTo>
                  <a:pt x="0" y="69065"/>
                </a:lnTo>
                <a:lnTo>
                  <a:pt x="0" y="37986"/>
                </a:lnTo>
                <a:lnTo>
                  <a:pt x="3458" y="37986"/>
                </a:lnTo>
                <a:lnTo>
                  <a:pt x="3458" y="27626"/>
                </a:lnTo>
                <a:lnTo>
                  <a:pt x="6915" y="27626"/>
                </a:lnTo>
                <a:lnTo>
                  <a:pt x="6915" y="20719"/>
                </a:lnTo>
                <a:lnTo>
                  <a:pt x="10373" y="20719"/>
                </a:lnTo>
                <a:close/>
                <a:moveTo>
                  <a:pt x="20745" y="24173"/>
                </a:moveTo>
                <a:lnTo>
                  <a:pt x="17288" y="24173"/>
                </a:lnTo>
                <a:lnTo>
                  <a:pt x="17288" y="31079"/>
                </a:lnTo>
                <a:lnTo>
                  <a:pt x="62235" y="31079"/>
                </a:lnTo>
                <a:lnTo>
                  <a:pt x="62235" y="24173"/>
                </a:lnTo>
                <a:lnTo>
                  <a:pt x="58778" y="24173"/>
                </a:lnTo>
                <a:lnTo>
                  <a:pt x="58778" y="17266"/>
                </a:lnTo>
                <a:lnTo>
                  <a:pt x="55320" y="17266"/>
                </a:lnTo>
                <a:lnTo>
                  <a:pt x="55320" y="13813"/>
                </a:lnTo>
                <a:lnTo>
                  <a:pt x="51863" y="13813"/>
                </a:lnTo>
                <a:lnTo>
                  <a:pt x="51863" y="10360"/>
                </a:lnTo>
                <a:lnTo>
                  <a:pt x="31118" y="10360"/>
                </a:lnTo>
                <a:lnTo>
                  <a:pt x="31118" y="13813"/>
                </a:lnTo>
                <a:lnTo>
                  <a:pt x="24203" y="13813"/>
                </a:lnTo>
                <a:lnTo>
                  <a:pt x="24203" y="17266"/>
                </a:lnTo>
                <a:lnTo>
                  <a:pt x="20745" y="17266"/>
                </a:lnTo>
                <a:lnTo>
                  <a:pt x="20745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15086DBA-C4F8-4051-9843-602DFEE3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745" y="414123"/>
            <a:ext cx="96811" cy="103597"/>
          </a:xfrm>
          <a:custGeom xmlns:a="http://schemas.openxmlformats.org/drawingml/2006/main">
            <a:pathLst>
              <a:path w="96811" h="103597">
                <a:moveTo>
                  <a:pt x="0" y="65612"/>
                </a:moveTo>
                <a:lnTo>
                  <a:pt x="0" y="37986"/>
                </a:lnTo>
                <a:lnTo>
                  <a:pt x="3458" y="37986"/>
                </a:lnTo>
                <a:lnTo>
                  <a:pt x="3458" y="27626"/>
                </a:lnTo>
                <a:lnTo>
                  <a:pt x="6915" y="27626"/>
                </a:lnTo>
                <a:lnTo>
                  <a:pt x="6915" y="24173"/>
                </a:lnTo>
                <a:lnTo>
                  <a:pt x="10373" y="24173"/>
                </a:lnTo>
                <a:lnTo>
                  <a:pt x="10373" y="17266"/>
                </a:lnTo>
                <a:lnTo>
                  <a:pt x="13830" y="17266"/>
                </a:lnTo>
                <a:lnTo>
                  <a:pt x="13830" y="13813"/>
                </a:lnTo>
                <a:lnTo>
                  <a:pt x="17288" y="13813"/>
                </a:lnTo>
                <a:lnTo>
                  <a:pt x="17288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7660" y="6906"/>
                </a:lnTo>
                <a:lnTo>
                  <a:pt x="27660" y="3453"/>
                </a:lnTo>
                <a:lnTo>
                  <a:pt x="34575" y="3453"/>
                </a:lnTo>
                <a:lnTo>
                  <a:pt x="34575" y="0"/>
                </a:lnTo>
                <a:lnTo>
                  <a:pt x="62235" y="0"/>
                </a:lnTo>
                <a:lnTo>
                  <a:pt x="62235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6066" y="6906"/>
                </a:lnTo>
                <a:lnTo>
                  <a:pt x="76066" y="10360"/>
                </a:lnTo>
                <a:lnTo>
                  <a:pt x="82981" y="10360"/>
                </a:lnTo>
                <a:lnTo>
                  <a:pt x="82981" y="13813"/>
                </a:lnTo>
                <a:lnTo>
                  <a:pt x="86438" y="13813"/>
                </a:lnTo>
                <a:lnTo>
                  <a:pt x="86438" y="20719"/>
                </a:lnTo>
                <a:lnTo>
                  <a:pt x="89896" y="20719"/>
                </a:lnTo>
                <a:lnTo>
                  <a:pt x="89896" y="24173"/>
                </a:lnTo>
                <a:lnTo>
                  <a:pt x="93353" y="24173"/>
                </a:lnTo>
                <a:lnTo>
                  <a:pt x="93353" y="31079"/>
                </a:lnTo>
                <a:lnTo>
                  <a:pt x="96811" y="31079"/>
                </a:lnTo>
                <a:lnTo>
                  <a:pt x="96811" y="65612"/>
                </a:lnTo>
                <a:lnTo>
                  <a:pt x="93353" y="65612"/>
                </a:lnTo>
                <a:lnTo>
                  <a:pt x="93353" y="75971"/>
                </a:lnTo>
                <a:lnTo>
                  <a:pt x="89896" y="75971"/>
                </a:lnTo>
                <a:lnTo>
                  <a:pt x="89896" y="79425"/>
                </a:lnTo>
                <a:lnTo>
                  <a:pt x="86438" y="79425"/>
                </a:lnTo>
                <a:lnTo>
                  <a:pt x="86438" y="86331"/>
                </a:lnTo>
                <a:lnTo>
                  <a:pt x="82981" y="86331"/>
                </a:lnTo>
                <a:lnTo>
                  <a:pt x="82981" y="89784"/>
                </a:lnTo>
                <a:lnTo>
                  <a:pt x="79523" y="89784"/>
                </a:lnTo>
                <a:lnTo>
                  <a:pt x="79523" y="93238"/>
                </a:lnTo>
                <a:lnTo>
                  <a:pt x="76066" y="93238"/>
                </a:lnTo>
                <a:lnTo>
                  <a:pt x="76066" y="96691"/>
                </a:lnTo>
                <a:lnTo>
                  <a:pt x="69151" y="96691"/>
                </a:lnTo>
                <a:lnTo>
                  <a:pt x="69151" y="100144"/>
                </a:lnTo>
                <a:lnTo>
                  <a:pt x="58778" y="100144"/>
                </a:lnTo>
                <a:lnTo>
                  <a:pt x="58778" y="103597"/>
                </a:lnTo>
                <a:lnTo>
                  <a:pt x="38033" y="103597"/>
                </a:lnTo>
                <a:lnTo>
                  <a:pt x="38033" y="100144"/>
                </a:lnTo>
                <a:lnTo>
                  <a:pt x="27660" y="100144"/>
                </a:lnTo>
                <a:lnTo>
                  <a:pt x="27660" y="96691"/>
                </a:lnTo>
                <a:lnTo>
                  <a:pt x="20745" y="96691"/>
                </a:lnTo>
                <a:lnTo>
                  <a:pt x="20745" y="93238"/>
                </a:lnTo>
                <a:lnTo>
                  <a:pt x="17288" y="93238"/>
                </a:lnTo>
                <a:lnTo>
                  <a:pt x="17288" y="89784"/>
                </a:lnTo>
                <a:lnTo>
                  <a:pt x="13830" y="89784"/>
                </a:lnTo>
                <a:lnTo>
                  <a:pt x="13830" y="86331"/>
                </a:lnTo>
                <a:lnTo>
                  <a:pt x="10373" y="86331"/>
                </a:lnTo>
                <a:lnTo>
                  <a:pt x="10373" y="82878"/>
                </a:lnTo>
                <a:lnTo>
                  <a:pt x="6915" y="82878"/>
                </a:lnTo>
                <a:lnTo>
                  <a:pt x="6915" y="75971"/>
                </a:lnTo>
                <a:lnTo>
                  <a:pt x="3458" y="75971"/>
                </a:lnTo>
                <a:lnTo>
                  <a:pt x="3458" y="65612"/>
                </a:lnTo>
                <a:lnTo>
                  <a:pt x="0" y="65612"/>
                </a:lnTo>
                <a:close/>
                <a:moveTo>
                  <a:pt x="20745" y="58705"/>
                </a:moveTo>
                <a:lnTo>
                  <a:pt x="24203" y="58705"/>
                </a:lnTo>
                <a:lnTo>
                  <a:pt x="24203" y="69065"/>
                </a:lnTo>
                <a:lnTo>
                  <a:pt x="27660" y="69065"/>
                </a:lnTo>
                <a:lnTo>
                  <a:pt x="27660" y="75971"/>
                </a:lnTo>
                <a:lnTo>
                  <a:pt x="31118" y="75971"/>
                </a:lnTo>
                <a:lnTo>
                  <a:pt x="31118" y="82878"/>
                </a:lnTo>
                <a:lnTo>
                  <a:pt x="34575" y="82878"/>
                </a:lnTo>
                <a:lnTo>
                  <a:pt x="34575" y="86331"/>
                </a:lnTo>
                <a:lnTo>
                  <a:pt x="38033" y="86331"/>
                </a:lnTo>
                <a:lnTo>
                  <a:pt x="38033" y="89784"/>
                </a:lnTo>
                <a:lnTo>
                  <a:pt x="44948" y="89784"/>
                </a:lnTo>
                <a:lnTo>
                  <a:pt x="44948" y="93238"/>
                </a:lnTo>
                <a:lnTo>
                  <a:pt x="62235" y="93238"/>
                </a:lnTo>
                <a:lnTo>
                  <a:pt x="62235" y="89784"/>
                </a:lnTo>
                <a:lnTo>
                  <a:pt x="65693" y="89784"/>
                </a:lnTo>
                <a:lnTo>
                  <a:pt x="65693" y="86331"/>
                </a:lnTo>
                <a:lnTo>
                  <a:pt x="69151" y="86331"/>
                </a:lnTo>
                <a:lnTo>
                  <a:pt x="69151" y="82878"/>
                </a:lnTo>
                <a:lnTo>
                  <a:pt x="72608" y="82878"/>
                </a:lnTo>
                <a:lnTo>
                  <a:pt x="72608" y="75971"/>
                </a:lnTo>
                <a:lnTo>
                  <a:pt x="76066" y="75971"/>
                </a:lnTo>
                <a:lnTo>
                  <a:pt x="76066" y="37986"/>
                </a:lnTo>
                <a:lnTo>
                  <a:pt x="72608" y="37986"/>
                </a:lnTo>
                <a:lnTo>
                  <a:pt x="72608" y="27626"/>
                </a:lnTo>
                <a:lnTo>
                  <a:pt x="69151" y="27626"/>
                </a:lnTo>
                <a:lnTo>
                  <a:pt x="69151" y="20719"/>
                </a:lnTo>
                <a:lnTo>
                  <a:pt x="65693" y="20719"/>
                </a:lnTo>
                <a:lnTo>
                  <a:pt x="65693" y="17266"/>
                </a:lnTo>
                <a:lnTo>
                  <a:pt x="62235" y="17266"/>
                </a:lnTo>
                <a:lnTo>
                  <a:pt x="62235" y="13813"/>
                </a:lnTo>
                <a:lnTo>
                  <a:pt x="58778" y="13813"/>
                </a:lnTo>
                <a:lnTo>
                  <a:pt x="58778" y="10360"/>
                </a:lnTo>
                <a:lnTo>
                  <a:pt x="51863" y="10360"/>
                </a:lnTo>
                <a:lnTo>
                  <a:pt x="51863" y="6906"/>
                </a:lnTo>
                <a:lnTo>
                  <a:pt x="41490" y="6906"/>
                </a:lnTo>
                <a:lnTo>
                  <a:pt x="41490" y="10360"/>
                </a:lnTo>
                <a:lnTo>
                  <a:pt x="34575" y="10360"/>
                </a:lnTo>
                <a:lnTo>
                  <a:pt x="34575" y="13813"/>
                </a:lnTo>
                <a:lnTo>
                  <a:pt x="27660" y="13813"/>
                </a:lnTo>
                <a:lnTo>
                  <a:pt x="27660" y="20719"/>
                </a:lnTo>
                <a:lnTo>
                  <a:pt x="24203" y="20719"/>
                </a:lnTo>
                <a:lnTo>
                  <a:pt x="24203" y="31079"/>
                </a:lnTo>
                <a:lnTo>
                  <a:pt x="20745" y="31079"/>
                </a:lnTo>
                <a:lnTo>
                  <a:pt x="20745" y="5870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5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46DE0980-856A-43B4-B53B-DBD552F4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288" y="624771"/>
            <a:ext cx="110641" cy="158849"/>
          </a:xfrm>
          <a:custGeom xmlns:a="http://schemas.openxmlformats.org/drawingml/2006/main">
            <a:pathLst>
              <a:path w="110641" h="158849">
                <a:moveTo>
                  <a:pt x="10373" y="17266"/>
                </a:moveTo>
                <a:lnTo>
                  <a:pt x="10373" y="13813"/>
                </a:lnTo>
                <a:lnTo>
                  <a:pt x="6915" y="13813"/>
                </a:lnTo>
                <a:lnTo>
                  <a:pt x="6915" y="17266"/>
                </a:lnTo>
                <a:lnTo>
                  <a:pt x="3458" y="17266"/>
                </a:lnTo>
                <a:lnTo>
                  <a:pt x="3458" y="13813"/>
                </a:lnTo>
                <a:lnTo>
                  <a:pt x="0" y="13813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3453"/>
                </a:lnTo>
                <a:lnTo>
                  <a:pt x="38033" y="3453"/>
                </a:lnTo>
                <a:lnTo>
                  <a:pt x="38033" y="6906"/>
                </a:lnTo>
                <a:lnTo>
                  <a:pt x="34575" y="6906"/>
                </a:lnTo>
                <a:lnTo>
                  <a:pt x="34575" y="72518"/>
                </a:lnTo>
                <a:lnTo>
                  <a:pt x="41490" y="72518"/>
                </a:lnTo>
                <a:lnTo>
                  <a:pt x="41490" y="69065"/>
                </a:lnTo>
                <a:lnTo>
                  <a:pt x="44948" y="69065"/>
                </a:lnTo>
                <a:lnTo>
                  <a:pt x="44948" y="65612"/>
                </a:lnTo>
                <a:lnTo>
                  <a:pt x="48405" y="65612"/>
                </a:lnTo>
                <a:lnTo>
                  <a:pt x="48405" y="62158"/>
                </a:lnTo>
                <a:lnTo>
                  <a:pt x="51863" y="62158"/>
                </a:lnTo>
                <a:lnTo>
                  <a:pt x="51863" y="58705"/>
                </a:lnTo>
                <a:lnTo>
                  <a:pt x="58778" y="58705"/>
                </a:lnTo>
                <a:lnTo>
                  <a:pt x="58778" y="55252"/>
                </a:lnTo>
                <a:lnTo>
                  <a:pt x="79523" y="55252"/>
                </a:lnTo>
                <a:lnTo>
                  <a:pt x="79523" y="58705"/>
                </a:lnTo>
                <a:lnTo>
                  <a:pt x="86438" y="58705"/>
                </a:lnTo>
                <a:lnTo>
                  <a:pt x="86438" y="65612"/>
                </a:lnTo>
                <a:lnTo>
                  <a:pt x="89896" y="65612"/>
                </a:lnTo>
                <a:lnTo>
                  <a:pt x="89896" y="69065"/>
                </a:lnTo>
                <a:lnTo>
                  <a:pt x="93353" y="69065"/>
                </a:lnTo>
                <a:lnTo>
                  <a:pt x="93353" y="138130"/>
                </a:lnTo>
                <a:lnTo>
                  <a:pt x="96811" y="138130"/>
                </a:lnTo>
                <a:lnTo>
                  <a:pt x="96811" y="148489"/>
                </a:lnTo>
                <a:lnTo>
                  <a:pt x="100268" y="148489"/>
                </a:lnTo>
                <a:lnTo>
                  <a:pt x="100268" y="151943"/>
                </a:lnTo>
                <a:lnTo>
                  <a:pt x="110641" y="151943"/>
                </a:lnTo>
                <a:lnTo>
                  <a:pt x="110641" y="155396"/>
                </a:lnTo>
                <a:lnTo>
                  <a:pt x="107183" y="155396"/>
                </a:lnTo>
                <a:lnTo>
                  <a:pt x="107183" y="158849"/>
                </a:lnTo>
                <a:lnTo>
                  <a:pt x="62235" y="158849"/>
                </a:lnTo>
                <a:lnTo>
                  <a:pt x="62235" y="155396"/>
                </a:lnTo>
                <a:lnTo>
                  <a:pt x="58778" y="155396"/>
                </a:lnTo>
                <a:lnTo>
                  <a:pt x="58778" y="151943"/>
                </a:lnTo>
                <a:lnTo>
                  <a:pt x="69151" y="151943"/>
                </a:lnTo>
                <a:lnTo>
                  <a:pt x="69151" y="148489"/>
                </a:lnTo>
                <a:lnTo>
                  <a:pt x="76066" y="148489"/>
                </a:lnTo>
                <a:lnTo>
                  <a:pt x="76066" y="79425"/>
                </a:lnTo>
                <a:lnTo>
                  <a:pt x="72608" y="79425"/>
                </a:lnTo>
                <a:lnTo>
                  <a:pt x="72608" y="72518"/>
                </a:lnTo>
                <a:lnTo>
                  <a:pt x="69151" y="72518"/>
                </a:lnTo>
                <a:lnTo>
                  <a:pt x="69151" y="69065"/>
                </a:lnTo>
                <a:lnTo>
                  <a:pt x="51863" y="69065"/>
                </a:lnTo>
                <a:lnTo>
                  <a:pt x="51863" y="72518"/>
                </a:lnTo>
                <a:lnTo>
                  <a:pt x="44948" y="72518"/>
                </a:lnTo>
                <a:lnTo>
                  <a:pt x="44948" y="75971"/>
                </a:lnTo>
                <a:lnTo>
                  <a:pt x="41490" y="75971"/>
                </a:lnTo>
                <a:lnTo>
                  <a:pt x="41490" y="79425"/>
                </a:lnTo>
                <a:lnTo>
                  <a:pt x="38033" y="79425"/>
                </a:lnTo>
                <a:lnTo>
                  <a:pt x="38033" y="82878"/>
                </a:lnTo>
                <a:lnTo>
                  <a:pt x="34575" y="82878"/>
                </a:lnTo>
                <a:lnTo>
                  <a:pt x="34575" y="145036"/>
                </a:lnTo>
                <a:lnTo>
                  <a:pt x="38033" y="145036"/>
                </a:lnTo>
                <a:lnTo>
                  <a:pt x="38033" y="148489"/>
                </a:lnTo>
                <a:lnTo>
                  <a:pt x="41490" y="148489"/>
                </a:lnTo>
                <a:lnTo>
                  <a:pt x="41490" y="151943"/>
                </a:lnTo>
                <a:lnTo>
                  <a:pt x="51863" y="151943"/>
                </a:lnTo>
                <a:lnTo>
                  <a:pt x="51863" y="158849"/>
                </a:lnTo>
                <a:lnTo>
                  <a:pt x="3458" y="158849"/>
                </a:lnTo>
                <a:lnTo>
                  <a:pt x="3458" y="155396"/>
                </a:lnTo>
                <a:lnTo>
                  <a:pt x="0" y="155396"/>
                </a:lnTo>
                <a:lnTo>
                  <a:pt x="0" y="151943"/>
                </a:lnTo>
                <a:lnTo>
                  <a:pt x="10373" y="151943"/>
                </a:lnTo>
                <a:lnTo>
                  <a:pt x="10373" y="148489"/>
                </a:lnTo>
                <a:lnTo>
                  <a:pt x="13830" y="148489"/>
                </a:lnTo>
                <a:lnTo>
                  <a:pt x="13830" y="145036"/>
                </a:lnTo>
                <a:lnTo>
                  <a:pt x="17288" y="145036"/>
                </a:lnTo>
                <a:lnTo>
                  <a:pt x="17288" y="20719"/>
                </a:lnTo>
                <a:lnTo>
                  <a:pt x="13830" y="20719"/>
                </a:lnTo>
                <a:lnTo>
                  <a:pt x="13830" y="17266"/>
                </a:lnTo>
                <a:lnTo>
                  <a:pt x="10373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25E485AC-4C33-4B7B-9085-BD68A5AA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10" y="648944"/>
            <a:ext cx="58778" cy="134677"/>
          </a:xfrm>
          <a:custGeom xmlns:a="http://schemas.openxmlformats.org/drawingml/2006/main">
            <a:pathLst>
              <a:path w="58778" h="134677">
                <a:moveTo>
                  <a:pt x="17288" y="24173"/>
                </a:moveTo>
                <a:lnTo>
                  <a:pt x="17288" y="17266"/>
                </a:lnTo>
                <a:lnTo>
                  <a:pt x="20745" y="17266"/>
                </a:lnTo>
                <a:lnTo>
                  <a:pt x="20745" y="13813"/>
                </a:lnTo>
                <a:lnTo>
                  <a:pt x="24203" y="13813"/>
                </a:lnTo>
                <a:lnTo>
                  <a:pt x="24203" y="6906"/>
                </a:lnTo>
                <a:lnTo>
                  <a:pt x="27660" y="6906"/>
                </a:lnTo>
                <a:lnTo>
                  <a:pt x="27660" y="0"/>
                </a:lnTo>
                <a:lnTo>
                  <a:pt x="34575" y="0"/>
                </a:lnTo>
                <a:lnTo>
                  <a:pt x="34575" y="31079"/>
                </a:lnTo>
                <a:lnTo>
                  <a:pt x="55320" y="31079"/>
                </a:lnTo>
                <a:lnTo>
                  <a:pt x="55320" y="41439"/>
                </a:lnTo>
                <a:lnTo>
                  <a:pt x="34575" y="41439"/>
                </a:lnTo>
                <a:lnTo>
                  <a:pt x="34575" y="117410"/>
                </a:lnTo>
                <a:lnTo>
                  <a:pt x="51863" y="117410"/>
                </a:lnTo>
                <a:lnTo>
                  <a:pt x="51863" y="113957"/>
                </a:lnTo>
                <a:lnTo>
                  <a:pt x="55320" y="113957"/>
                </a:lnTo>
                <a:lnTo>
                  <a:pt x="55320" y="110504"/>
                </a:lnTo>
                <a:lnTo>
                  <a:pt x="58778" y="110504"/>
                </a:lnTo>
                <a:lnTo>
                  <a:pt x="58778" y="117410"/>
                </a:lnTo>
                <a:lnTo>
                  <a:pt x="55320" y="117410"/>
                </a:lnTo>
                <a:lnTo>
                  <a:pt x="55320" y="120864"/>
                </a:lnTo>
                <a:lnTo>
                  <a:pt x="51863" y="120864"/>
                </a:lnTo>
                <a:lnTo>
                  <a:pt x="51863" y="127770"/>
                </a:lnTo>
                <a:lnTo>
                  <a:pt x="44948" y="127770"/>
                </a:lnTo>
                <a:lnTo>
                  <a:pt x="44948" y="131223"/>
                </a:lnTo>
                <a:lnTo>
                  <a:pt x="38033" y="131223"/>
                </a:lnTo>
                <a:lnTo>
                  <a:pt x="38033" y="134677"/>
                </a:lnTo>
                <a:lnTo>
                  <a:pt x="31118" y="134677"/>
                </a:lnTo>
                <a:lnTo>
                  <a:pt x="31118" y="131223"/>
                </a:lnTo>
                <a:lnTo>
                  <a:pt x="20745" y="131223"/>
                </a:lnTo>
                <a:lnTo>
                  <a:pt x="20745" y="127770"/>
                </a:lnTo>
                <a:lnTo>
                  <a:pt x="17288" y="127770"/>
                </a:lnTo>
                <a:lnTo>
                  <a:pt x="17288" y="120864"/>
                </a:lnTo>
                <a:lnTo>
                  <a:pt x="13830" y="120864"/>
                </a:lnTo>
                <a:lnTo>
                  <a:pt x="13830" y="41439"/>
                </a:lnTo>
                <a:lnTo>
                  <a:pt x="0" y="41439"/>
                </a:lnTo>
                <a:lnTo>
                  <a:pt x="0" y="34532"/>
                </a:lnTo>
                <a:lnTo>
                  <a:pt x="3458" y="34532"/>
                </a:lnTo>
                <a:lnTo>
                  <a:pt x="3458" y="31079"/>
                </a:lnTo>
                <a:lnTo>
                  <a:pt x="6915" y="31079"/>
                </a:lnTo>
                <a:lnTo>
                  <a:pt x="6915" y="27626"/>
                </a:lnTo>
                <a:lnTo>
                  <a:pt x="13830" y="27626"/>
                </a:lnTo>
                <a:lnTo>
                  <a:pt x="13830" y="24173"/>
                </a:lnTo>
                <a:lnTo>
                  <a:pt x="17288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F740B187-EA5D-4085-B171-C8776DD1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458" y="1211822"/>
            <a:ext cx="110641" cy="107051"/>
          </a:xfrm>
          <a:custGeom xmlns:a="http://schemas.openxmlformats.org/drawingml/2006/main">
            <a:pathLst>
              <a:path w="110641" h="107051">
                <a:moveTo>
                  <a:pt x="0" y="3453"/>
                </a:moveTo>
                <a:lnTo>
                  <a:pt x="41490" y="3453"/>
                </a:lnTo>
                <a:lnTo>
                  <a:pt x="41490" y="13813"/>
                </a:lnTo>
                <a:lnTo>
                  <a:pt x="44948" y="13813"/>
                </a:lnTo>
                <a:lnTo>
                  <a:pt x="44948" y="10360"/>
                </a:lnTo>
                <a:lnTo>
                  <a:pt x="48405" y="10360"/>
                </a:lnTo>
                <a:lnTo>
                  <a:pt x="48405" y="6906"/>
                </a:lnTo>
                <a:lnTo>
                  <a:pt x="51863" y="6906"/>
                </a:lnTo>
                <a:lnTo>
                  <a:pt x="51863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82981" y="0"/>
                </a:lnTo>
                <a:lnTo>
                  <a:pt x="82981" y="3453"/>
                </a:lnTo>
                <a:lnTo>
                  <a:pt x="89896" y="3453"/>
                </a:lnTo>
                <a:lnTo>
                  <a:pt x="89896" y="6906"/>
                </a:lnTo>
                <a:lnTo>
                  <a:pt x="93353" y="6906"/>
                </a:lnTo>
                <a:lnTo>
                  <a:pt x="93353" y="13813"/>
                </a:lnTo>
                <a:lnTo>
                  <a:pt x="96811" y="13813"/>
                </a:lnTo>
                <a:lnTo>
                  <a:pt x="96811" y="31079"/>
                </a:lnTo>
                <a:lnTo>
                  <a:pt x="100268" y="31079"/>
                </a:lnTo>
                <a:lnTo>
                  <a:pt x="100268" y="96691"/>
                </a:lnTo>
                <a:lnTo>
                  <a:pt x="103726" y="96691"/>
                </a:lnTo>
                <a:lnTo>
                  <a:pt x="103726" y="100144"/>
                </a:lnTo>
                <a:lnTo>
                  <a:pt x="110641" y="100144"/>
                </a:lnTo>
                <a:lnTo>
                  <a:pt x="110641" y="103597"/>
                </a:lnTo>
                <a:lnTo>
                  <a:pt x="107183" y="103597"/>
                </a:lnTo>
                <a:lnTo>
                  <a:pt x="107183" y="107051"/>
                </a:lnTo>
                <a:lnTo>
                  <a:pt x="100268" y="107051"/>
                </a:lnTo>
                <a:lnTo>
                  <a:pt x="100268" y="103597"/>
                </a:lnTo>
                <a:lnTo>
                  <a:pt x="69151" y="103597"/>
                </a:lnTo>
                <a:lnTo>
                  <a:pt x="69151" y="107051"/>
                </a:lnTo>
                <a:lnTo>
                  <a:pt x="58778" y="107051"/>
                </a:lnTo>
                <a:lnTo>
                  <a:pt x="58778" y="103597"/>
                </a:lnTo>
                <a:lnTo>
                  <a:pt x="55320" y="103597"/>
                </a:lnTo>
                <a:lnTo>
                  <a:pt x="55320" y="100144"/>
                </a:lnTo>
                <a:lnTo>
                  <a:pt x="62235" y="100144"/>
                </a:lnTo>
                <a:lnTo>
                  <a:pt x="62235" y="96691"/>
                </a:lnTo>
                <a:lnTo>
                  <a:pt x="65693" y="96691"/>
                </a:lnTo>
                <a:lnTo>
                  <a:pt x="65693" y="17266"/>
                </a:lnTo>
                <a:lnTo>
                  <a:pt x="62235" y="17266"/>
                </a:lnTo>
                <a:lnTo>
                  <a:pt x="62235" y="13813"/>
                </a:lnTo>
                <a:lnTo>
                  <a:pt x="55320" y="13813"/>
                </a:lnTo>
                <a:lnTo>
                  <a:pt x="55320" y="17266"/>
                </a:lnTo>
                <a:lnTo>
                  <a:pt x="48405" y="17266"/>
                </a:lnTo>
                <a:lnTo>
                  <a:pt x="48405" y="20719"/>
                </a:lnTo>
                <a:lnTo>
                  <a:pt x="44948" y="20719"/>
                </a:lnTo>
                <a:lnTo>
                  <a:pt x="44948" y="27626"/>
                </a:lnTo>
                <a:lnTo>
                  <a:pt x="41490" y="27626"/>
                </a:lnTo>
                <a:lnTo>
                  <a:pt x="41490" y="96691"/>
                </a:lnTo>
                <a:lnTo>
                  <a:pt x="44948" y="96691"/>
                </a:lnTo>
                <a:lnTo>
                  <a:pt x="44948" y="100144"/>
                </a:lnTo>
                <a:lnTo>
                  <a:pt x="51863" y="100144"/>
                </a:lnTo>
                <a:lnTo>
                  <a:pt x="51863" y="103597"/>
                </a:lnTo>
                <a:lnTo>
                  <a:pt x="48405" y="103597"/>
                </a:lnTo>
                <a:lnTo>
                  <a:pt x="48405" y="107051"/>
                </a:lnTo>
                <a:lnTo>
                  <a:pt x="41490" y="107051"/>
                </a:lnTo>
                <a:lnTo>
                  <a:pt x="41490" y="103597"/>
                </a:lnTo>
                <a:lnTo>
                  <a:pt x="10373" y="103597"/>
                </a:lnTo>
                <a:lnTo>
                  <a:pt x="10373" y="107051"/>
                </a:lnTo>
                <a:lnTo>
                  <a:pt x="0" y="107051"/>
                </a:lnTo>
                <a:lnTo>
                  <a:pt x="0" y="100144"/>
                </a:lnTo>
                <a:lnTo>
                  <a:pt x="3458" y="100144"/>
                </a:lnTo>
                <a:lnTo>
                  <a:pt x="3458" y="96691"/>
                </a:lnTo>
                <a:lnTo>
                  <a:pt x="6915" y="96691"/>
                </a:lnTo>
                <a:lnTo>
                  <a:pt x="6915" y="93238"/>
                </a:lnTo>
                <a:lnTo>
                  <a:pt x="10373" y="93238"/>
                </a:lnTo>
                <a:lnTo>
                  <a:pt x="10373" y="13813"/>
                </a:lnTo>
                <a:lnTo>
                  <a:pt x="6915" y="13813"/>
                </a:lnTo>
                <a:lnTo>
                  <a:pt x="6915" y="10360"/>
                </a:lnTo>
                <a:lnTo>
                  <a:pt x="3458" y="10360"/>
                </a:lnTo>
                <a:lnTo>
                  <a:pt x="3458" y="6906"/>
                </a:lnTo>
                <a:lnTo>
                  <a:pt x="0" y="6906"/>
                </a:lnTo>
                <a:lnTo>
                  <a:pt x="0" y="345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ECE9F27-364A-425B-B150-A5FC4A87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52" y="1422470"/>
            <a:ext cx="24203" cy="24173"/>
          </a:xfrm>
          <a:custGeom xmlns:a="http://schemas.openxmlformats.org/drawingml/2006/main">
            <a:pathLst>
              <a:path w="24203" h="24173">
                <a:moveTo>
                  <a:pt x="6915" y="24173"/>
                </a:moveTo>
                <a:lnTo>
                  <a:pt x="6915" y="20719"/>
                </a:lnTo>
                <a:lnTo>
                  <a:pt x="3458" y="20719"/>
                </a:lnTo>
                <a:lnTo>
                  <a:pt x="3458" y="13813"/>
                </a:lnTo>
                <a:lnTo>
                  <a:pt x="0" y="13813"/>
                </a:lnTo>
                <a:lnTo>
                  <a:pt x="0" y="10360"/>
                </a:lnTo>
                <a:lnTo>
                  <a:pt x="3458" y="10360"/>
                </a:lnTo>
                <a:lnTo>
                  <a:pt x="3458" y="3453"/>
                </a:lnTo>
                <a:lnTo>
                  <a:pt x="10373" y="3453"/>
                </a:lnTo>
                <a:lnTo>
                  <a:pt x="10373" y="0"/>
                </a:lnTo>
                <a:lnTo>
                  <a:pt x="17288" y="0"/>
                </a:lnTo>
                <a:lnTo>
                  <a:pt x="17288" y="3453"/>
                </a:lnTo>
                <a:lnTo>
                  <a:pt x="20745" y="3453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20719"/>
                </a:lnTo>
                <a:lnTo>
                  <a:pt x="17288" y="20719"/>
                </a:lnTo>
                <a:lnTo>
                  <a:pt x="17288" y="24173"/>
                </a:lnTo>
                <a:lnTo>
                  <a:pt x="6915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F9F7D143-A8B3-4DF1-8B00-1792A9FA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915" y="1481175"/>
            <a:ext cx="72608" cy="100144"/>
          </a:xfrm>
          <a:custGeom xmlns:a="http://schemas.openxmlformats.org/drawingml/2006/main">
            <a:pathLst>
              <a:path w="72608" h="100144">
                <a:moveTo>
                  <a:pt x="3458" y="13813"/>
                </a:moveTo>
                <a:lnTo>
                  <a:pt x="6915" y="13813"/>
                </a:lnTo>
                <a:lnTo>
                  <a:pt x="6915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17288" y="3453"/>
                </a:lnTo>
                <a:lnTo>
                  <a:pt x="17288" y="0"/>
                </a:lnTo>
                <a:lnTo>
                  <a:pt x="48405" y="0"/>
                </a:lnTo>
                <a:lnTo>
                  <a:pt x="48405" y="3453"/>
                </a:lnTo>
                <a:lnTo>
                  <a:pt x="55320" y="3453"/>
                </a:lnTo>
                <a:lnTo>
                  <a:pt x="55320" y="0"/>
                </a:lnTo>
                <a:lnTo>
                  <a:pt x="62235" y="0"/>
                </a:lnTo>
                <a:lnTo>
                  <a:pt x="62235" y="31079"/>
                </a:lnTo>
                <a:lnTo>
                  <a:pt x="58778" y="31079"/>
                </a:lnTo>
                <a:lnTo>
                  <a:pt x="58778" y="27626"/>
                </a:lnTo>
                <a:lnTo>
                  <a:pt x="55320" y="27626"/>
                </a:lnTo>
                <a:lnTo>
                  <a:pt x="55320" y="17266"/>
                </a:lnTo>
                <a:lnTo>
                  <a:pt x="51863" y="17266"/>
                </a:lnTo>
                <a:lnTo>
                  <a:pt x="51863" y="13813"/>
                </a:lnTo>
                <a:lnTo>
                  <a:pt x="48405" y="13813"/>
                </a:lnTo>
                <a:lnTo>
                  <a:pt x="48405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24203" y="6906"/>
                </a:lnTo>
                <a:lnTo>
                  <a:pt x="24203" y="10360"/>
                </a:lnTo>
                <a:lnTo>
                  <a:pt x="17288" y="10360"/>
                </a:lnTo>
                <a:lnTo>
                  <a:pt x="17288" y="17266"/>
                </a:lnTo>
                <a:lnTo>
                  <a:pt x="13830" y="17266"/>
                </a:lnTo>
                <a:lnTo>
                  <a:pt x="13830" y="20719"/>
                </a:lnTo>
                <a:lnTo>
                  <a:pt x="17288" y="20719"/>
                </a:lnTo>
                <a:lnTo>
                  <a:pt x="17288" y="27626"/>
                </a:lnTo>
                <a:lnTo>
                  <a:pt x="20745" y="27626"/>
                </a:lnTo>
                <a:lnTo>
                  <a:pt x="20745" y="31079"/>
                </a:lnTo>
                <a:lnTo>
                  <a:pt x="24203" y="31079"/>
                </a:lnTo>
                <a:lnTo>
                  <a:pt x="24203" y="34532"/>
                </a:lnTo>
                <a:lnTo>
                  <a:pt x="31118" y="34532"/>
                </a:lnTo>
                <a:lnTo>
                  <a:pt x="31118" y="37986"/>
                </a:lnTo>
                <a:lnTo>
                  <a:pt x="38033" y="37986"/>
                </a:lnTo>
                <a:lnTo>
                  <a:pt x="38033" y="41439"/>
                </a:lnTo>
                <a:lnTo>
                  <a:pt x="48405" y="41439"/>
                </a:lnTo>
                <a:lnTo>
                  <a:pt x="48405" y="44892"/>
                </a:lnTo>
                <a:lnTo>
                  <a:pt x="55320" y="44892"/>
                </a:lnTo>
                <a:lnTo>
                  <a:pt x="55320" y="48345"/>
                </a:lnTo>
                <a:lnTo>
                  <a:pt x="58778" y="48345"/>
                </a:lnTo>
                <a:lnTo>
                  <a:pt x="58778" y="51799"/>
                </a:lnTo>
                <a:lnTo>
                  <a:pt x="62235" y="51799"/>
                </a:lnTo>
                <a:lnTo>
                  <a:pt x="62235" y="55252"/>
                </a:lnTo>
                <a:lnTo>
                  <a:pt x="65693" y="55252"/>
                </a:lnTo>
                <a:lnTo>
                  <a:pt x="65693" y="58705"/>
                </a:lnTo>
                <a:lnTo>
                  <a:pt x="69151" y="58705"/>
                </a:lnTo>
                <a:lnTo>
                  <a:pt x="69151" y="69065"/>
                </a:lnTo>
                <a:lnTo>
                  <a:pt x="72608" y="69065"/>
                </a:lnTo>
                <a:lnTo>
                  <a:pt x="72608" y="75971"/>
                </a:lnTo>
                <a:lnTo>
                  <a:pt x="69151" y="75971"/>
                </a:lnTo>
                <a:lnTo>
                  <a:pt x="69151" y="86331"/>
                </a:lnTo>
                <a:lnTo>
                  <a:pt x="65693" y="86331"/>
                </a:lnTo>
                <a:lnTo>
                  <a:pt x="65693" y="89784"/>
                </a:lnTo>
                <a:lnTo>
                  <a:pt x="62235" y="89784"/>
                </a:lnTo>
                <a:lnTo>
                  <a:pt x="62235" y="93238"/>
                </a:lnTo>
                <a:lnTo>
                  <a:pt x="58778" y="93238"/>
                </a:lnTo>
                <a:lnTo>
                  <a:pt x="58778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3458" y="100144"/>
                </a:lnTo>
                <a:lnTo>
                  <a:pt x="3458" y="96691"/>
                </a:lnTo>
                <a:lnTo>
                  <a:pt x="0" y="96691"/>
                </a:lnTo>
                <a:lnTo>
                  <a:pt x="0" y="93238"/>
                </a:lnTo>
                <a:lnTo>
                  <a:pt x="3458" y="93238"/>
                </a:lnTo>
                <a:lnTo>
                  <a:pt x="3458" y="72518"/>
                </a:lnTo>
                <a:lnTo>
                  <a:pt x="0" y="72518"/>
                </a:lnTo>
                <a:lnTo>
                  <a:pt x="0" y="69065"/>
                </a:lnTo>
                <a:lnTo>
                  <a:pt x="3458" y="69065"/>
                </a:lnTo>
                <a:lnTo>
                  <a:pt x="3458" y="65612"/>
                </a:lnTo>
                <a:lnTo>
                  <a:pt x="6915" y="65612"/>
                </a:lnTo>
                <a:lnTo>
                  <a:pt x="6915" y="72518"/>
                </a:lnTo>
                <a:lnTo>
                  <a:pt x="10373" y="72518"/>
                </a:lnTo>
                <a:lnTo>
                  <a:pt x="10373" y="79425"/>
                </a:lnTo>
                <a:lnTo>
                  <a:pt x="13830" y="79425"/>
                </a:lnTo>
                <a:lnTo>
                  <a:pt x="13830" y="86331"/>
                </a:lnTo>
                <a:lnTo>
                  <a:pt x="20745" y="86331"/>
                </a:lnTo>
                <a:lnTo>
                  <a:pt x="20745" y="89784"/>
                </a:lnTo>
                <a:lnTo>
                  <a:pt x="24203" y="89784"/>
                </a:lnTo>
                <a:lnTo>
                  <a:pt x="24203" y="93238"/>
                </a:lnTo>
                <a:lnTo>
                  <a:pt x="44948" y="93238"/>
                </a:lnTo>
                <a:lnTo>
                  <a:pt x="44948" y="89784"/>
                </a:lnTo>
                <a:lnTo>
                  <a:pt x="51863" y="89784"/>
                </a:lnTo>
                <a:lnTo>
                  <a:pt x="51863" y="69065"/>
                </a:lnTo>
                <a:lnTo>
                  <a:pt x="48405" y="69065"/>
                </a:lnTo>
                <a:lnTo>
                  <a:pt x="48405" y="65612"/>
                </a:lnTo>
                <a:lnTo>
                  <a:pt x="41490" y="65612"/>
                </a:lnTo>
                <a:lnTo>
                  <a:pt x="41490" y="62158"/>
                </a:lnTo>
                <a:lnTo>
                  <a:pt x="34575" y="62158"/>
                </a:lnTo>
                <a:lnTo>
                  <a:pt x="34575" y="58705"/>
                </a:lnTo>
                <a:lnTo>
                  <a:pt x="27660" y="58705"/>
                </a:lnTo>
                <a:lnTo>
                  <a:pt x="27660" y="55252"/>
                </a:lnTo>
                <a:lnTo>
                  <a:pt x="20745" y="55252"/>
                </a:lnTo>
                <a:lnTo>
                  <a:pt x="20745" y="51799"/>
                </a:lnTo>
                <a:lnTo>
                  <a:pt x="17288" y="51799"/>
                </a:lnTo>
                <a:lnTo>
                  <a:pt x="17288" y="48345"/>
                </a:lnTo>
                <a:lnTo>
                  <a:pt x="10373" y="48345"/>
                </a:lnTo>
                <a:lnTo>
                  <a:pt x="10373" y="44892"/>
                </a:lnTo>
                <a:lnTo>
                  <a:pt x="6915" y="44892"/>
                </a:lnTo>
                <a:lnTo>
                  <a:pt x="6915" y="41439"/>
                </a:lnTo>
                <a:lnTo>
                  <a:pt x="3458" y="41439"/>
                </a:lnTo>
                <a:lnTo>
                  <a:pt x="3458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6C7F0DB-AB12-4969-BA2F-86A7A977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83" y="1747075"/>
            <a:ext cx="38033" cy="3453"/>
          </a:xfrm>
          <a:custGeom xmlns:a="http://schemas.openxmlformats.org/drawingml/2006/main">
            <a:pathLst>
              <a:path w="38033" h="3453">
                <a:moveTo>
                  <a:pt x="0" y="0"/>
                </a:moveTo>
                <a:lnTo>
                  <a:pt x="38033" y="0"/>
                </a:lnTo>
                <a:lnTo>
                  <a:pt x="38033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0F5E8EBD-71D1-470A-BA36-EBC7D5BE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14" y="148223"/>
            <a:ext cx="48405" cy="103597"/>
          </a:xfrm>
          <a:custGeom xmlns:a="http://schemas.openxmlformats.org/drawingml/2006/main">
            <a:pathLst>
              <a:path w="48405" h="103597">
                <a:moveTo>
                  <a:pt x="10373" y="13813"/>
                </a:moveTo>
                <a:lnTo>
                  <a:pt x="6915" y="13813"/>
                </a:lnTo>
                <a:lnTo>
                  <a:pt x="6915" y="17266"/>
                </a:lnTo>
                <a:lnTo>
                  <a:pt x="0" y="17266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93238"/>
                </a:lnTo>
                <a:lnTo>
                  <a:pt x="38033" y="93238"/>
                </a:lnTo>
                <a:lnTo>
                  <a:pt x="38033" y="96691"/>
                </a:lnTo>
                <a:lnTo>
                  <a:pt x="48405" y="96691"/>
                </a:lnTo>
                <a:lnTo>
                  <a:pt x="48405" y="103597"/>
                </a:lnTo>
                <a:lnTo>
                  <a:pt x="0" y="103597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7BA0014-E47C-4DBF-B757-81AB4919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91" y="945923"/>
            <a:ext cx="110641" cy="103597"/>
          </a:xfrm>
          <a:custGeom xmlns:a="http://schemas.openxmlformats.org/drawingml/2006/main">
            <a:pathLst>
              <a:path w="110641" h="103597">
                <a:moveTo>
                  <a:pt x="3458" y="13813"/>
                </a:moveTo>
                <a:lnTo>
                  <a:pt x="0" y="13813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17266"/>
                </a:lnTo>
                <a:lnTo>
                  <a:pt x="38033" y="17266"/>
                </a:lnTo>
                <a:lnTo>
                  <a:pt x="38033" y="13813"/>
                </a:lnTo>
                <a:lnTo>
                  <a:pt x="41490" y="13813"/>
                </a:lnTo>
                <a:lnTo>
                  <a:pt x="41490" y="10360"/>
                </a:lnTo>
                <a:lnTo>
                  <a:pt x="48405" y="10360"/>
                </a:lnTo>
                <a:lnTo>
                  <a:pt x="48405" y="6906"/>
                </a:lnTo>
                <a:lnTo>
                  <a:pt x="51863" y="6906"/>
                </a:lnTo>
                <a:lnTo>
                  <a:pt x="51863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79523" y="0"/>
                </a:lnTo>
                <a:lnTo>
                  <a:pt x="79523" y="3453"/>
                </a:lnTo>
                <a:lnTo>
                  <a:pt x="86438" y="3453"/>
                </a:lnTo>
                <a:lnTo>
                  <a:pt x="86438" y="6906"/>
                </a:lnTo>
                <a:lnTo>
                  <a:pt x="89896" y="6906"/>
                </a:lnTo>
                <a:lnTo>
                  <a:pt x="89896" y="13813"/>
                </a:lnTo>
                <a:lnTo>
                  <a:pt x="93353" y="13813"/>
                </a:lnTo>
                <a:lnTo>
                  <a:pt x="93353" y="24173"/>
                </a:lnTo>
                <a:lnTo>
                  <a:pt x="96811" y="24173"/>
                </a:lnTo>
                <a:lnTo>
                  <a:pt x="96811" y="93238"/>
                </a:lnTo>
                <a:lnTo>
                  <a:pt x="100268" y="93238"/>
                </a:lnTo>
                <a:lnTo>
                  <a:pt x="100268" y="96691"/>
                </a:lnTo>
                <a:lnTo>
                  <a:pt x="110641" y="96691"/>
                </a:lnTo>
                <a:lnTo>
                  <a:pt x="110641" y="100144"/>
                </a:lnTo>
                <a:lnTo>
                  <a:pt x="107183" y="100144"/>
                </a:lnTo>
                <a:lnTo>
                  <a:pt x="107183" y="103597"/>
                </a:lnTo>
                <a:lnTo>
                  <a:pt x="62235" y="103597"/>
                </a:lnTo>
                <a:lnTo>
                  <a:pt x="62235" y="100144"/>
                </a:lnTo>
                <a:lnTo>
                  <a:pt x="58778" y="100144"/>
                </a:lnTo>
                <a:lnTo>
                  <a:pt x="58778" y="96691"/>
                </a:lnTo>
                <a:lnTo>
                  <a:pt x="69151" y="96691"/>
                </a:lnTo>
                <a:lnTo>
                  <a:pt x="69151" y="93238"/>
                </a:lnTo>
                <a:lnTo>
                  <a:pt x="76066" y="93238"/>
                </a:lnTo>
                <a:lnTo>
                  <a:pt x="76066" y="24173"/>
                </a:lnTo>
                <a:lnTo>
                  <a:pt x="72608" y="24173"/>
                </a:lnTo>
                <a:lnTo>
                  <a:pt x="72608" y="17266"/>
                </a:lnTo>
                <a:lnTo>
                  <a:pt x="69151" y="17266"/>
                </a:lnTo>
                <a:lnTo>
                  <a:pt x="69151" y="13813"/>
                </a:lnTo>
                <a:lnTo>
                  <a:pt x="55320" y="13813"/>
                </a:lnTo>
                <a:lnTo>
                  <a:pt x="55320" y="17266"/>
                </a:lnTo>
                <a:lnTo>
                  <a:pt x="48405" y="17266"/>
                </a:lnTo>
                <a:lnTo>
                  <a:pt x="48405" y="20719"/>
                </a:lnTo>
                <a:lnTo>
                  <a:pt x="41490" y="20719"/>
                </a:lnTo>
                <a:lnTo>
                  <a:pt x="41490" y="24173"/>
                </a:lnTo>
                <a:lnTo>
                  <a:pt x="38033" y="24173"/>
                </a:lnTo>
                <a:lnTo>
                  <a:pt x="38033" y="27626"/>
                </a:lnTo>
                <a:lnTo>
                  <a:pt x="34575" y="27626"/>
                </a:lnTo>
                <a:lnTo>
                  <a:pt x="34575" y="86331"/>
                </a:lnTo>
                <a:lnTo>
                  <a:pt x="38033" y="86331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7288" y="89784"/>
                </a:lnTo>
                <a:lnTo>
                  <a:pt x="17288" y="20719"/>
                </a:lnTo>
                <a:lnTo>
                  <a:pt x="13830" y="20719"/>
                </a:lnTo>
                <a:lnTo>
                  <a:pt x="13830" y="13813"/>
                </a:lnTo>
                <a:lnTo>
                  <a:pt x="6915" y="13813"/>
                </a:lnTo>
                <a:lnTo>
                  <a:pt x="6915" y="17266"/>
                </a:lnTo>
                <a:lnTo>
                  <a:pt x="3458" y="17266"/>
                </a:lnTo>
                <a:lnTo>
                  <a:pt x="3458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530EA32-7EFA-4216-ACDE-DF04EEFD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203" y="1747075"/>
            <a:ext cx="31118" cy="3453"/>
          </a:xfrm>
          <a:custGeom xmlns:a="http://schemas.openxmlformats.org/drawingml/2006/main">
            <a:pathLst>
              <a:path w="31118" h="3453">
                <a:moveTo>
                  <a:pt x="31118" y="0"/>
                </a:moveTo>
                <a:lnTo>
                  <a:pt x="31118" y="3453"/>
                </a:lnTo>
                <a:lnTo>
                  <a:pt x="0" y="3453"/>
                </a:lnTo>
                <a:lnTo>
                  <a:pt x="0" y="0"/>
                </a:lnTo>
                <a:lnTo>
                  <a:pt x="31118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81B2DEB-AD68-4E06-9027-98B8D63B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438" y="1747075"/>
            <a:ext cx="31118" cy="3453"/>
          </a:xfrm>
          <a:custGeom xmlns:a="http://schemas.openxmlformats.org/drawingml/2006/main">
            <a:pathLst>
              <a:path w="31118" h="3453">
                <a:moveTo>
                  <a:pt x="0" y="0"/>
                </a:moveTo>
                <a:lnTo>
                  <a:pt x="31118" y="0"/>
                </a:lnTo>
                <a:lnTo>
                  <a:pt x="31118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6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266F8274-9A14-47BD-9247-88AEF7C2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386" y="92971"/>
            <a:ext cx="24203" cy="20719"/>
          </a:xfrm>
          <a:custGeom xmlns:a="http://schemas.openxmlformats.org/drawingml/2006/main">
            <a:pathLst>
              <a:path w="24203" h="20719">
                <a:moveTo>
                  <a:pt x="3458" y="17266"/>
                </a:moveTo>
                <a:lnTo>
                  <a:pt x="3458" y="13813"/>
                </a:lnTo>
                <a:lnTo>
                  <a:pt x="0" y="13813"/>
                </a:lnTo>
                <a:lnTo>
                  <a:pt x="0" y="10360"/>
                </a:lnTo>
                <a:lnTo>
                  <a:pt x="3458" y="10360"/>
                </a:lnTo>
                <a:lnTo>
                  <a:pt x="3458" y="3453"/>
                </a:lnTo>
                <a:lnTo>
                  <a:pt x="6915" y="3453"/>
                </a:lnTo>
                <a:lnTo>
                  <a:pt x="6915" y="0"/>
                </a:lnTo>
                <a:lnTo>
                  <a:pt x="20745" y="0"/>
                </a:lnTo>
                <a:lnTo>
                  <a:pt x="20745" y="3453"/>
                </a:lnTo>
                <a:lnTo>
                  <a:pt x="24203" y="3453"/>
                </a:lnTo>
                <a:lnTo>
                  <a:pt x="24203" y="17266"/>
                </a:lnTo>
                <a:lnTo>
                  <a:pt x="20745" y="17266"/>
                </a:lnTo>
                <a:lnTo>
                  <a:pt x="20745" y="20719"/>
                </a:lnTo>
                <a:lnTo>
                  <a:pt x="6915" y="20719"/>
                </a:lnTo>
                <a:lnTo>
                  <a:pt x="6915" y="17266"/>
                </a:lnTo>
                <a:lnTo>
                  <a:pt x="3458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7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D324AC0C-C868-46F8-AE05-0C78BC79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471" y="414123"/>
            <a:ext cx="103726" cy="151943"/>
          </a:xfrm>
          <a:custGeom xmlns:a="http://schemas.openxmlformats.org/drawingml/2006/main">
            <a:pathLst>
              <a:path w="103726" h="151943">
                <a:moveTo>
                  <a:pt x="13830" y="17266"/>
                </a:moveTo>
                <a:lnTo>
                  <a:pt x="0" y="17266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7660" y="3453"/>
                </a:lnTo>
                <a:lnTo>
                  <a:pt x="27660" y="0"/>
                </a:lnTo>
                <a:lnTo>
                  <a:pt x="34575" y="0"/>
                </a:lnTo>
                <a:lnTo>
                  <a:pt x="34575" y="17266"/>
                </a:lnTo>
                <a:lnTo>
                  <a:pt x="41490" y="17266"/>
                </a:lnTo>
                <a:lnTo>
                  <a:pt x="41490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51863" y="6906"/>
                </a:lnTo>
                <a:lnTo>
                  <a:pt x="51863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79523" y="0"/>
                </a:lnTo>
                <a:lnTo>
                  <a:pt x="79523" y="3453"/>
                </a:lnTo>
                <a:lnTo>
                  <a:pt x="86438" y="3453"/>
                </a:lnTo>
                <a:lnTo>
                  <a:pt x="86438" y="6906"/>
                </a:lnTo>
                <a:lnTo>
                  <a:pt x="89896" y="6906"/>
                </a:lnTo>
                <a:lnTo>
                  <a:pt x="89896" y="10360"/>
                </a:lnTo>
                <a:lnTo>
                  <a:pt x="93353" y="10360"/>
                </a:lnTo>
                <a:lnTo>
                  <a:pt x="93353" y="13813"/>
                </a:lnTo>
                <a:lnTo>
                  <a:pt x="96811" y="13813"/>
                </a:lnTo>
                <a:lnTo>
                  <a:pt x="96811" y="20719"/>
                </a:lnTo>
                <a:lnTo>
                  <a:pt x="100268" y="20719"/>
                </a:lnTo>
                <a:lnTo>
                  <a:pt x="100268" y="27626"/>
                </a:lnTo>
                <a:lnTo>
                  <a:pt x="103726" y="27626"/>
                </a:lnTo>
                <a:lnTo>
                  <a:pt x="103726" y="69065"/>
                </a:lnTo>
                <a:lnTo>
                  <a:pt x="100268" y="69065"/>
                </a:lnTo>
                <a:lnTo>
                  <a:pt x="100268" y="75971"/>
                </a:lnTo>
                <a:lnTo>
                  <a:pt x="96811" y="75971"/>
                </a:lnTo>
                <a:lnTo>
                  <a:pt x="96811" y="82878"/>
                </a:lnTo>
                <a:lnTo>
                  <a:pt x="93353" y="82878"/>
                </a:lnTo>
                <a:lnTo>
                  <a:pt x="93353" y="86331"/>
                </a:lnTo>
                <a:lnTo>
                  <a:pt x="89896" y="86331"/>
                </a:lnTo>
                <a:lnTo>
                  <a:pt x="89896" y="89784"/>
                </a:lnTo>
                <a:lnTo>
                  <a:pt x="86438" y="89784"/>
                </a:lnTo>
                <a:lnTo>
                  <a:pt x="86438" y="93238"/>
                </a:lnTo>
                <a:lnTo>
                  <a:pt x="82981" y="93238"/>
                </a:lnTo>
                <a:lnTo>
                  <a:pt x="82981" y="96691"/>
                </a:lnTo>
                <a:lnTo>
                  <a:pt x="79523" y="96691"/>
                </a:lnTo>
                <a:lnTo>
                  <a:pt x="79523" y="100144"/>
                </a:lnTo>
                <a:lnTo>
                  <a:pt x="69151" y="100144"/>
                </a:lnTo>
                <a:lnTo>
                  <a:pt x="69151" y="103597"/>
                </a:lnTo>
                <a:lnTo>
                  <a:pt x="48405" y="103597"/>
                </a:lnTo>
                <a:lnTo>
                  <a:pt x="48405" y="100144"/>
                </a:lnTo>
                <a:lnTo>
                  <a:pt x="41490" y="100144"/>
                </a:lnTo>
                <a:lnTo>
                  <a:pt x="41490" y="96691"/>
                </a:lnTo>
                <a:lnTo>
                  <a:pt x="34575" y="96691"/>
                </a:lnTo>
                <a:lnTo>
                  <a:pt x="34575" y="138130"/>
                </a:lnTo>
                <a:lnTo>
                  <a:pt x="38033" y="138130"/>
                </a:lnTo>
                <a:lnTo>
                  <a:pt x="38033" y="141583"/>
                </a:lnTo>
                <a:lnTo>
                  <a:pt x="41490" y="141583"/>
                </a:lnTo>
                <a:lnTo>
                  <a:pt x="41490" y="145036"/>
                </a:lnTo>
                <a:lnTo>
                  <a:pt x="51863" y="145036"/>
                </a:lnTo>
                <a:lnTo>
                  <a:pt x="51863" y="151943"/>
                </a:lnTo>
                <a:lnTo>
                  <a:pt x="0" y="151943"/>
                </a:lnTo>
                <a:lnTo>
                  <a:pt x="0" y="145036"/>
                </a:lnTo>
                <a:lnTo>
                  <a:pt x="13830" y="145036"/>
                </a:lnTo>
                <a:lnTo>
                  <a:pt x="13830" y="138130"/>
                </a:lnTo>
                <a:lnTo>
                  <a:pt x="17288" y="138130"/>
                </a:lnTo>
                <a:lnTo>
                  <a:pt x="17288" y="20719"/>
                </a:lnTo>
                <a:lnTo>
                  <a:pt x="13830" y="20719"/>
                </a:lnTo>
                <a:lnTo>
                  <a:pt x="13830" y="17266"/>
                </a:lnTo>
                <a:close/>
                <a:moveTo>
                  <a:pt x="41490" y="89784"/>
                </a:moveTo>
                <a:lnTo>
                  <a:pt x="48405" y="89784"/>
                </a:lnTo>
                <a:lnTo>
                  <a:pt x="48405" y="93238"/>
                </a:lnTo>
                <a:lnTo>
                  <a:pt x="69151" y="93238"/>
                </a:lnTo>
                <a:lnTo>
                  <a:pt x="69151" y="89784"/>
                </a:lnTo>
                <a:lnTo>
                  <a:pt x="72608" y="89784"/>
                </a:lnTo>
                <a:lnTo>
                  <a:pt x="72608" y="86331"/>
                </a:lnTo>
                <a:lnTo>
                  <a:pt x="76066" y="86331"/>
                </a:lnTo>
                <a:lnTo>
                  <a:pt x="76066" y="82878"/>
                </a:lnTo>
                <a:lnTo>
                  <a:pt x="79523" y="82878"/>
                </a:lnTo>
                <a:lnTo>
                  <a:pt x="79523" y="75971"/>
                </a:lnTo>
                <a:lnTo>
                  <a:pt x="82981" y="75971"/>
                </a:lnTo>
                <a:lnTo>
                  <a:pt x="82981" y="37986"/>
                </a:lnTo>
                <a:lnTo>
                  <a:pt x="79523" y="37986"/>
                </a:lnTo>
                <a:lnTo>
                  <a:pt x="79523" y="31079"/>
                </a:lnTo>
                <a:lnTo>
                  <a:pt x="76066" y="31079"/>
                </a:lnTo>
                <a:lnTo>
                  <a:pt x="76066" y="24173"/>
                </a:lnTo>
                <a:lnTo>
                  <a:pt x="72608" y="24173"/>
                </a:lnTo>
                <a:lnTo>
                  <a:pt x="72608" y="20719"/>
                </a:lnTo>
                <a:lnTo>
                  <a:pt x="69151" y="20719"/>
                </a:lnTo>
                <a:lnTo>
                  <a:pt x="69151" y="17266"/>
                </a:lnTo>
                <a:lnTo>
                  <a:pt x="48405" y="17266"/>
                </a:lnTo>
                <a:lnTo>
                  <a:pt x="48405" y="20719"/>
                </a:lnTo>
                <a:lnTo>
                  <a:pt x="44948" y="20719"/>
                </a:lnTo>
                <a:lnTo>
                  <a:pt x="44948" y="24173"/>
                </a:lnTo>
                <a:lnTo>
                  <a:pt x="41490" y="24173"/>
                </a:lnTo>
                <a:lnTo>
                  <a:pt x="41490" y="27626"/>
                </a:lnTo>
                <a:lnTo>
                  <a:pt x="38033" y="27626"/>
                </a:lnTo>
                <a:lnTo>
                  <a:pt x="38033" y="31079"/>
                </a:lnTo>
                <a:lnTo>
                  <a:pt x="34575" y="31079"/>
                </a:lnTo>
                <a:lnTo>
                  <a:pt x="34575" y="79425"/>
                </a:lnTo>
                <a:lnTo>
                  <a:pt x="38033" y="79425"/>
                </a:lnTo>
                <a:lnTo>
                  <a:pt x="38033" y="86331"/>
                </a:lnTo>
                <a:lnTo>
                  <a:pt x="41490" y="86331"/>
                </a:lnTo>
                <a:lnTo>
                  <a:pt x="41490" y="89784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7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45C6AA0-A3FD-4F81-9C9F-CB629645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844" y="680023"/>
            <a:ext cx="86438" cy="103597"/>
          </a:xfrm>
          <a:custGeom xmlns:a="http://schemas.openxmlformats.org/drawingml/2006/main">
            <a:pathLst>
              <a:path w="86438" h="103597">
                <a:moveTo>
                  <a:pt x="10373" y="13813"/>
                </a:moveTo>
                <a:lnTo>
                  <a:pt x="13830" y="13813"/>
                </a:lnTo>
                <a:lnTo>
                  <a:pt x="13830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62235" y="0"/>
                </a:lnTo>
                <a:lnTo>
                  <a:pt x="62235" y="3453"/>
                </a:lnTo>
                <a:lnTo>
                  <a:pt x="69151" y="3453"/>
                </a:lnTo>
                <a:lnTo>
                  <a:pt x="69151" y="6906"/>
                </a:lnTo>
                <a:lnTo>
                  <a:pt x="72608" y="6906"/>
                </a:lnTo>
                <a:lnTo>
                  <a:pt x="72608" y="10360"/>
                </a:lnTo>
                <a:lnTo>
                  <a:pt x="76066" y="10360"/>
                </a:lnTo>
                <a:lnTo>
                  <a:pt x="76066" y="13813"/>
                </a:lnTo>
                <a:lnTo>
                  <a:pt x="79523" y="13813"/>
                </a:lnTo>
                <a:lnTo>
                  <a:pt x="79523" y="17266"/>
                </a:lnTo>
                <a:lnTo>
                  <a:pt x="82981" y="17266"/>
                </a:lnTo>
                <a:lnTo>
                  <a:pt x="82981" y="24173"/>
                </a:lnTo>
                <a:lnTo>
                  <a:pt x="86438" y="24173"/>
                </a:lnTo>
                <a:lnTo>
                  <a:pt x="86438" y="37986"/>
                </a:lnTo>
                <a:lnTo>
                  <a:pt x="17288" y="37986"/>
                </a:lnTo>
                <a:lnTo>
                  <a:pt x="17288" y="55252"/>
                </a:lnTo>
                <a:lnTo>
                  <a:pt x="20745" y="55252"/>
                </a:lnTo>
                <a:lnTo>
                  <a:pt x="20745" y="65612"/>
                </a:lnTo>
                <a:lnTo>
                  <a:pt x="24203" y="65612"/>
                </a:lnTo>
                <a:lnTo>
                  <a:pt x="24203" y="69065"/>
                </a:lnTo>
                <a:lnTo>
                  <a:pt x="27660" y="69065"/>
                </a:lnTo>
                <a:lnTo>
                  <a:pt x="27660" y="72518"/>
                </a:lnTo>
                <a:lnTo>
                  <a:pt x="31118" y="72518"/>
                </a:lnTo>
                <a:lnTo>
                  <a:pt x="31118" y="75971"/>
                </a:lnTo>
                <a:lnTo>
                  <a:pt x="34575" y="75971"/>
                </a:lnTo>
                <a:lnTo>
                  <a:pt x="34575" y="79425"/>
                </a:lnTo>
                <a:lnTo>
                  <a:pt x="41490" y="79425"/>
                </a:lnTo>
                <a:lnTo>
                  <a:pt x="41490" y="82878"/>
                </a:lnTo>
                <a:lnTo>
                  <a:pt x="65693" y="82878"/>
                </a:lnTo>
                <a:lnTo>
                  <a:pt x="65693" y="79425"/>
                </a:lnTo>
                <a:lnTo>
                  <a:pt x="72608" y="79425"/>
                </a:lnTo>
                <a:lnTo>
                  <a:pt x="72608" y="75971"/>
                </a:lnTo>
                <a:lnTo>
                  <a:pt x="76066" y="75971"/>
                </a:lnTo>
                <a:lnTo>
                  <a:pt x="76066" y="69065"/>
                </a:lnTo>
                <a:lnTo>
                  <a:pt x="79523" y="69065"/>
                </a:lnTo>
                <a:lnTo>
                  <a:pt x="79523" y="65612"/>
                </a:lnTo>
                <a:lnTo>
                  <a:pt x="86438" y="65612"/>
                </a:lnTo>
                <a:lnTo>
                  <a:pt x="86438" y="72518"/>
                </a:lnTo>
                <a:lnTo>
                  <a:pt x="82981" y="72518"/>
                </a:lnTo>
                <a:lnTo>
                  <a:pt x="82981" y="79425"/>
                </a:lnTo>
                <a:lnTo>
                  <a:pt x="79523" y="79425"/>
                </a:lnTo>
                <a:lnTo>
                  <a:pt x="79523" y="82878"/>
                </a:lnTo>
                <a:lnTo>
                  <a:pt x="76066" y="82878"/>
                </a:lnTo>
                <a:lnTo>
                  <a:pt x="76066" y="89784"/>
                </a:lnTo>
                <a:lnTo>
                  <a:pt x="72608" y="89784"/>
                </a:lnTo>
                <a:lnTo>
                  <a:pt x="72608" y="93238"/>
                </a:lnTo>
                <a:lnTo>
                  <a:pt x="69151" y="93238"/>
                </a:lnTo>
                <a:lnTo>
                  <a:pt x="69151" y="96691"/>
                </a:lnTo>
                <a:lnTo>
                  <a:pt x="62235" y="96691"/>
                </a:lnTo>
                <a:lnTo>
                  <a:pt x="62235" y="100144"/>
                </a:lnTo>
                <a:lnTo>
                  <a:pt x="51863" y="100144"/>
                </a:lnTo>
                <a:lnTo>
                  <a:pt x="51863" y="103597"/>
                </a:lnTo>
                <a:lnTo>
                  <a:pt x="38033" y="103597"/>
                </a:lnTo>
                <a:lnTo>
                  <a:pt x="38033" y="100144"/>
                </a:lnTo>
                <a:lnTo>
                  <a:pt x="27660" y="100144"/>
                </a:lnTo>
                <a:lnTo>
                  <a:pt x="27660" y="96691"/>
                </a:lnTo>
                <a:lnTo>
                  <a:pt x="20745" y="96691"/>
                </a:lnTo>
                <a:lnTo>
                  <a:pt x="20745" y="93238"/>
                </a:lnTo>
                <a:lnTo>
                  <a:pt x="17288" y="93238"/>
                </a:lnTo>
                <a:lnTo>
                  <a:pt x="17288" y="89784"/>
                </a:lnTo>
                <a:lnTo>
                  <a:pt x="13830" y="89784"/>
                </a:lnTo>
                <a:lnTo>
                  <a:pt x="13830" y="86331"/>
                </a:lnTo>
                <a:lnTo>
                  <a:pt x="10373" y="86331"/>
                </a:lnTo>
                <a:lnTo>
                  <a:pt x="10373" y="82878"/>
                </a:lnTo>
                <a:lnTo>
                  <a:pt x="6915" y="82878"/>
                </a:lnTo>
                <a:lnTo>
                  <a:pt x="6915" y="75971"/>
                </a:lnTo>
                <a:lnTo>
                  <a:pt x="3458" y="75971"/>
                </a:lnTo>
                <a:lnTo>
                  <a:pt x="3458" y="69065"/>
                </a:lnTo>
                <a:lnTo>
                  <a:pt x="0" y="69065"/>
                </a:lnTo>
                <a:lnTo>
                  <a:pt x="0" y="34532"/>
                </a:lnTo>
                <a:lnTo>
                  <a:pt x="3458" y="34532"/>
                </a:lnTo>
                <a:lnTo>
                  <a:pt x="3458" y="24173"/>
                </a:lnTo>
                <a:lnTo>
                  <a:pt x="6915" y="24173"/>
                </a:lnTo>
                <a:lnTo>
                  <a:pt x="6915" y="20719"/>
                </a:lnTo>
                <a:lnTo>
                  <a:pt x="10373" y="20719"/>
                </a:lnTo>
                <a:lnTo>
                  <a:pt x="10373" y="13813"/>
                </a:lnTo>
                <a:close/>
                <a:moveTo>
                  <a:pt x="17288" y="24173"/>
                </a:moveTo>
                <a:lnTo>
                  <a:pt x="17288" y="31079"/>
                </a:lnTo>
                <a:lnTo>
                  <a:pt x="62235" y="31079"/>
                </a:lnTo>
                <a:lnTo>
                  <a:pt x="62235" y="20719"/>
                </a:lnTo>
                <a:lnTo>
                  <a:pt x="58778" y="20719"/>
                </a:lnTo>
                <a:lnTo>
                  <a:pt x="58778" y="17266"/>
                </a:lnTo>
                <a:lnTo>
                  <a:pt x="55320" y="17266"/>
                </a:lnTo>
                <a:lnTo>
                  <a:pt x="55320" y="13813"/>
                </a:lnTo>
                <a:lnTo>
                  <a:pt x="51863" y="13813"/>
                </a:lnTo>
                <a:lnTo>
                  <a:pt x="51863" y="10360"/>
                </a:lnTo>
                <a:lnTo>
                  <a:pt x="27660" y="10360"/>
                </a:lnTo>
                <a:lnTo>
                  <a:pt x="27660" y="13813"/>
                </a:lnTo>
                <a:lnTo>
                  <a:pt x="24203" y="13813"/>
                </a:lnTo>
                <a:lnTo>
                  <a:pt x="24203" y="17266"/>
                </a:lnTo>
                <a:lnTo>
                  <a:pt x="20745" y="17266"/>
                </a:lnTo>
                <a:lnTo>
                  <a:pt x="20745" y="24173"/>
                </a:lnTo>
                <a:lnTo>
                  <a:pt x="17288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7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816CA85A-717D-4902-94E0-3C7862E6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47" y="945923"/>
            <a:ext cx="96811" cy="103597"/>
          </a:xfrm>
          <a:custGeom xmlns:a="http://schemas.openxmlformats.org/drawingml/2006/main">
            <a:pathLst>
              <a:path w="96811" h="103597">
                <a:moveTo>
                  <a:pt x="6915" y="20719"/>
                </a:moveTo>
                <a:lnTo>
                  <a:pt x="10373" y="20719"/>
                </a:lnTo>
                <a:lnTo>
                  <a:pt x="10373" y="17266"/>
                </a:lnTo>
                <a:lnTo>
                  <a:pt x="13830" y="17266"/>
                </a:lnTo>
                <a:lnTo>
                  <a:pt x="13830" y="13813"/>
                </a:lnTo>
                <a:lnTo>
                  <a:pt x="17288" y="13813"/>
                </a:lnTo>
                <a:lnTo>
                  <a:pt x="17288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3453"/>
                </a:lnTo>
                <a:lnTo>
                  <a:pt x="34575" y="3453"/>
                </a:lnTo>
                <a:lnTo>
                  <a:pt x="34575" y="0"/>
                </a:lnTo>
                <a:lnTo>
                  <a:pt x="65693" y="0"/>
                </a:lnTo>
                <a:lnTo>
                  <a:pt x="65693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9523" y="6906"/>
                </a:lnTo>
                <a:lnTo>
                  <a:pt x="79523" y="10360"/>
                </a:lnTo>
                <a:lnTo>
                  <a:pt x="82981" y="10360"/>
                </a:lnTo>
                <a:lnTo>
                  <a:pt x="82981" y="13813"/>
                </a:lnTo>
                <a:lnTo>
                  <a:pt x="86438" y="13813"/>
                </a:lnTo>
                <a:lnTo>
                  <a:pt x="86438" y="20719"/>
                </a:lnTo>
                <a:lnTo>
                  <a:pt x="89896" y="20719"/>
                </a:lnTo>
                <a:lnTo>
                  <a:pt x="89896" y="24173"/>
                </a:lnTo>
                <a:lnTo>
                  <a:pt x="93353" y="24173"/>
                </a:lnTo>
                <a:lnTo>
                  <a:pt x="93353" y="31079"/>
                </a:lnTo>
                <a:lnTo>
                  <a:pt x="96811" y="31079"/>
                </a:lnTo>
                <a:lnTo>
                  <a:pt x="96811" y="65612"/>
                </a:lnTo>
                <a:lnTo>
                  <a:pt x="93353" y="65612"/>
                </a:lnTo>
                <a:lnTo>
                  <a:pt x="93353" y="72518"/>
                </a:lnTo>
                <a:lnTo>
                  <a:pt x="89896" y="72518"/>
                </a:lnTo>
                <a:lnTo>
                  <a:pt x="89896" y="79425"/>
                </a:lnTo>
                <a:lnTo>
                  <a:pt x="86438" y="79425"/>
                </a:lnTo>
                <a:lnTo>
                  <a:pt x="86438" y="86331"/>
                </a:lnTo>
                <a:lnTo>
                  <a:pt x="82981" y="86331"/>
                </a:lnTo>
                <a:lnTo>
                  <a:pt x="82981" y="89784"/>
                </a:lnTo>
                <a:lnTo>
                  <a:pt x="79523" y="89784"/>
                </a:lnTo>
                <a:lnTo>
                  <a:pt x="79523" y="93238"/>
                </a:lnTo>
                <a:lnTo>
                  <a:pt x="72608" y="93238"/>
                </a:lnTo>
                <a:lnTo>
                  <a:pt x="72608" y="96691"/>
                </a:lnTo>
                <a:lnTo>
                  <a:pt x="65693" y="96691"/>
                </a:lnTo>
                <a:lnTo>
                  <a:pt x="65693" y="100144"/>
                </a:lnTo>
                <a:lnTo>
                  <a:pt x="51863" y="100144"/>
                </a:lnTo>
                <a:lnTo>
                  <a:pt x="51863" y="103597"/>
                </a:lnTo>
                <a:lnTo>
                  <a:pt x="41490" y="103597"/>
                </a:lnTo>
                <a:lnTo>
                  <a:pt x="41490" y="100144"/>
                </a:lnTo>
                <a:lnTo>
                  <a:pt x="27660" y="100144"/>
                </a:lnTo>
                <a:lnTo>
                  <a:pt x="27660" y="96691"/>
                </a:lnTo>
                <a:lnTo>
                  <a:pt x="20745" y="96691"/>
                </a:lnTo>
                <a:lnTo>
                  <a:pt x="20745" y="93238"/>
                </a:lnTo>
                <a:lnTo>
                  <a:pt x="17288" y="93238"/>
                </a:lnTo>
                <a:lnTo>
                  <a:pt x="17288" y="89784"/>
                </a:lnTo>
                <a:lnTo>
                  <a:pt x="13830" y="89784"/>
                </a:lnTo>
                <a:lnTo>
                  <a:pt x="13830" y="86331"/>
                </a:lnTo>
                <a:lnTo>
                  <a:pt x="10373" y="86331"/>
                </a:lnTo>
                <a:lnTo>
                  <a:pt x="10373" y="82878"/>
                </a:lnTo>
                <a:lnTo>
                  <a:pt x="6915" y="82878"/>
                </a:lnTo>
                <a:lnTo>
                  <a:pt x="6915" y="75971"/>
                </a:lnTo>
                <a:lnTo>
                  <a:pt x="3458" y="75971"/>
                </a:lnTo>
                <a:lnTo>
                  <a:pt x="3458" y="69065"/>
                </a:lnTo>
                <a:lnTo>
                  <a:pt x="0" y="69065"/>
                </a:lnTo>
                <a:lnTo>
                  <a:pt x="0" y="37986"/>
                </a:lnTo>
                <a:lnTo>
                  <a:pt x="3458" y="37986"/>
                </a:lnTo>
                <a:lnTo>
                  <a:pt x="3458" y="27626"/>
                </a:lnTo>
                <a:lnTo>
                  <a:pt x="6915" y="27626"/>
                </a:lnTo>
                <a:lnTo>
                  <a:pt x="6915" y="20719"/>
                </a:lnTo>
                <a:close/>
                <a:moveTo>
                  <a:pt x="38033" y="86331"/>
                </a:moveTo>
                <a:lnTo>
                  <a:pt x="38033" y="89784"/>
                </a:lnTo>
                <a:lnTo>
                  <a:pt x="44948" y="89784"/>
                </a:lnTo>
                <a:lnTo>
                  <a:pt x="44948" y="93238"/>
                </a:lnTo>
                <a:lnTo>
                  <a:pt x="58778" y="93238"/>
                </a:lnTo>
                <a:lnTo>
                  <a:pt x="58778" y="89784"/>
                </a:lnTo>
                <a:lnTo>
                  <a:pt x="65693" y="89784"/>
                </a:lnTo>
                <a:lnTo>
                  <a:pt x="65693" y="86331"/>
                </a:lnTo>
                <a:lnTo>
                  <a:pt x="69151" y="86331"/>
                </a:lnTo>
                <a:lnTo>
                  <a:pt x="69151" y="82878"/>
                </a:lnTo>
                <a:lnTo>
                  <a:pt x="72608" y="82878"/>
                </a:lnTo>
                <a:lnTo>
                  <a:pt x="72608" y="72518"/>
                </a:lnTo>
                <a:lnTo>
                  <a:pt x="76066" y="72518"/>
                </a:lnTo>
                <a:lnTo>
                  <a:pt x="76066" y="37986"/>
                </a:lnTo>
                <a:lnTo>
                  <a:pt x="72608" y="37986"/>
                </a:lnTo>
                <a:lnTo>
                  <a:pt x="72608" y="27626"/>
                </a:lnTo>
                <a:lnTo>
                  <a:pt x="69151" y="27626"/>
                </a:lnTo>
                <a:lnTo>
                  <a:pt x="69151" y="20719"/>
                </a:lnTo>
                <a:lnTo>
                  <a:pt x="65693" y="20719"/>
                </a:lnTo>
                <a:lnTo>
                  <a:pt x="65693" y="17266"/>
                </a:lnTo>
                <a:lnTo>
                  <a:pt x="62235" y="17266"/>
                </a:lnTo>
                <a:lnTo>
                  <a:pt x="62235" y="13813"/>
                </a:lnTo>
                <a:lnTo>
                  <a:pt x="58778" y="13813"/>
                </a:lnTo>
                <a:lnTo>
                  <a:pt x="58778" y="10360"/>
                </a:lnTo>
                <a:lnTo>
                  <a:pt x="51863" y="10360"/>
                </a:lnTo>
                <a:lnTo>
                  <a:pt x="51863" y="6906"/>
                </a:lnTo>
                <a:lnTo>
                  <a:pt x="38033" y="6906"/>
                </a:lnTo>
                <a:lnTo>
                  <a:pt x="38033" y="10360"/>
                </a:lnTo>
                <a:lnTo>
                  <a:pt x="31118" y="10360"/>
                </a:lnTo>
                <a:lnTo>
                  <a:pt x="31118" y="13813"/>
                </a:lnTo>
                <a:lnTo>
                  <a:pt x="27660" y="13813"/>
                </a:lnTo>
                <a:lnTo>
                  <a:pt x="27660" y="20719"/>
                </a:lnTo>
                <a:lnTo>
                  <a:pt x="24203" y="20719"/>
                </a:lnTo>
                <a:lnTo>
                  <a:pt x="24203" y="31079"/>
                </a:lnTo>
                <a:lnTo>
                  <a:pt x="20745" y="31079"/>
                </a:lnTo>
                <a:lnTo>
                  <a:pt x="20745" y="55252"/>
                </a:lnTo>
                <a:lnTo>
                  <a:pt x="24203" y="55252"/>
                </a:lnTo>
                <a:lnTo>
                  <a:pt x="24203" y="69065"/>
                </a:lnTo>
                <a:lnTo>
                  <a:pt x="27660" y="69065"/>
                </a:lnTo>
                <a:lnTo>
                  <a:pt x="27660" y="75971"/>
                </a:lnTo>
                <a:lnTo>
                  <a:pt x="31118" y="75971"/>
                </a:lnTo>
                <a:lnTo>
                  <a:pt x="31118" y="82878"/>
                </a:lnTo>
                <a:lnTo>
                  <a:pt x="34575" y="82878"/>
                </a:lnTo>
                <a:lnTo>
                  <a:pt x="34575" y="86331"/>
                </a:lnTo>
                <a:lnTo>
                  <a:pt x="38033" y="8633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7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F14533DE-A8FB-41D9-9DA3-03087776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471" y="1163477"/>
            <a:ext cx="114098" cy="158849"/>
          </a:xfrm>
          <a:custGeom xmlns:a="http://schemas.openxmlformats.org/drawingml/2006/main">
            <a:pathLst>
              <a:path w="114098" h="158849">
                <a:moveTo>
                  <a:pt x="10373" y="65612"/>
                </a:moveTo>
                <a:lnTo>
                  <a:pt x="13830" y="65612"/>
                </a:lnTo>
                <a:lnTo>
                  <a:pt x="13830" y="62158"/>
                </a:lnTo>
                <a:lnTo>
                  <a:pt x="17288" y="62158"/>
                </a:lnTo>
                <a:lnTo>
                  <a:pt x="17288" y="58705"/>
                </a:lnTo>
                <a:lnTo>
                  <a:pt x="20745" y="58705"/>
                </a:lnTo>
                <a:lnTo>
                  <a:pt x="20745" y="55252"/>
                </a:lnTo>
                <a:lnTo>
                  <a:pt x="24203" y="55252"/>
                </a:lnTo>
                <a:lnTo>
                  <a:pt x="24203" y="51799"/>
                </a:lnTo>
                <a:lnTo>
                  <a:pt x="31118" y="51799"/>
                </a:lnTo>
                <a:lnTo>
                  <a:pt x="31118" y="48345"/>
                </a:lnTo>
                <a:lnTo>
                  <a:pt x="55320" y="48345"/>
                </a:lnTo>
                <a:lnTo>
                  <a:pt x="55320" y="51799"/>
                </a:lnTo>
                <a:lnTo>
                  <a:pt x="62235" y="51799"/>
                </a:lnTo>
                <a:lnTo>
                  <a:pt x="62235" y="55252"/>
                </a:lnTo>
                <a:lnTo>
                  <a:pt x="65693" y="55252"/>
                </a:lnTo>
                <a:lnTo>
                  <a:pt x="65693" y="58705"/>
                </a:lnTo>
                <a:lnTo>
                  <a:pt x="69151" y="58705"/>
                </a:lnTo>
                <a:lnTo>
                  <a:pt x="69151" y="10360"/>
                </a:lnTo>
                <a:lnTo>
                  <a:pt x="62235" y="10360"/>
                </a:lnTo>
                <a:lnTo>
                  <a:pt x="62235" y="6906"/>
                </a:lnTo>
                <a:lnTo>
                  <a:pt x="55320" y="6906"/>
                </a:lnTo>
                <a:lnTo>
                  <a:pt x="55320" y="0"/>
                </a:lnTo>
                <a:lnTo>
                  <a:pt x="96811" y="0"/>
                </a:lnTo>
                <a:lnTo>
                  <a:pt x="96811" y="3453"/>
                </a:lnTo>
                <a:lnTo>
                  <a:pt x="100268" y="3453"/>
                </a:lnTo>
                <a:lnTo>
                  <a:pt x="100268" y="141583"/>
                </a:lnTo>
                <a:lnTo>
                  <a:pt x="103726" y="141583"/>
                </a:lnTo>
                <a:lnTo>
                  <a:pt x="103726" y="145036"/>
                </a:lnTo>
                <a:lnTo>
                  <a:pt x="114098" y="145036"/>
                </a:lnTo>
                <a:lnTo>
                  <a:pt x="114098" y="148489"/>
                </a:lnTo>
                <a:lnTo>
                  <a:pt x="110641" y="148489"/>
                </a:lnTo>
                <a:lnTo>
                  <a:pt x="110641" y="151943"/>
                </a:lnTo>
                <a:lnTo>
                  <a:pt x="89896" y="151943"/>
                </a:lnTo>
                <a:lnTo>
                  <a:pt x="89896" y="155396"/>
                </a:lnTo>
                <a:lnTo>
                  <a:pt x="69151" y="155396"/>
                </a:lnTo>
                <a:lnTo>
                  <a:pt x="69151" y="145036"/>
                </a:lnTo>
                <a:lnTo>
                  <a:pt x="65693" y="145036"/>
                </a:lnTo>
                <a:lnTo>
                  <a:pt x="65693" y="148489"/>
                </a:lnTo>
                <a:lnTo>
                  <a:pt x="62235" y="148489"/>
                </a:lnTo>
                <a:lnTo>
                  <a:pt x="62235" y="151943"/>
                </a:lnTo>
                <a:lnTo>
                  <a:pt x="55320" y="151943"/>
                </a:lnTo>
                <a:lnTo>
                  <a:pt x="55320" y="155396"/>
                </a:lnTo>
                <a:lnTo>
                  <a:pt x="44948" y="155396"/>
                </a:lnTo>
                <a:lnTo>
                  <a:pt x="44948" y="158849"/>
                </a:lnTo>
                <a:lnTo>
                  <a:pt x="38033" y="158849"/>
                </a:lnTo>
                <a:lnTo>
                  <a:pt x="38033" y="155396"/>
                </a:lnTo>
                <a:lnTo>
                  <a:pt x="27660" y="155396"/>
                </a:lnTo>
                <a:lnTo>
                  <a:pt x="27660" y="151943"/>
                </a:lnTo>
                <a:lnTo>
                  <a:pt x="20745" y="151943"/>
                </a:lnTo>
                <a:lnTo>
                  <a:pt x="20745" y="148489"/>
                </a:lnTo>
                <a:lnTo>
                  <a:pt x="17288" y="148489"/>
                </a:lnTo>
                <a:lnTo>
                  <a:pt x="17288" y="145036"/>
                </a:lnTo>
                <a:lnTo>
                  <a:pt x="13830" y="145036"/>
                </a:lnTo>
                <a:lnTo>
                  <a:pt x="13830" y="141583"/>
                </a:lnTo>
                <a:lnTo>
                  <a:pt x="10373" y="141583"/>
                </a:lnTo>
                <a:lnTo>
                  <a:pt x="10373" y="134677"/>
                </a:lnTo>
                <a:lnTo>
                  <a:pt x="6915" y="134677"/>
                </a:lnTo>
                <a:lnTo>
                  <a:pt x="6915" y="127770"/>
                </a:lnTo>
                <a:lnTo>
                  <a:pt x="3458" y="127770"/>
                </a:lnTo>
                <a:lnTo>
                  <a:pt x="3458" y="113957"/>
                </a:lnTo>
                <a:lnTo>
                  <a:pt x="0" y="113957"/>
                </a:lnTo>
                <a:lnTo>
                  <a:pt x="0" y="93238"/>
                </a:lnTo>
                <a:lnTo>
                  <a:pt x="3458" y="93238"/>
                </a:lnTo>
                <a:lnTo>
                  <a:pt x="3458" y="79425"/>
                </a:lnTo>
                <a:lnTo>
                  <a:pt x="6915" y="79425"/>
                </a:lnTo>
                <a:lnTo>
                  <a:pt x="6915" y="72518"/>
                </a:lnTo>
                <a:lnTo>
                  <a:pt x="10373" y="72518"/>
                </a:lnTo>
                <a:lnTo>
                  <a:pt x="10373" y="65612"/>
                </a:lnTo>
                <a:close/>
                <a:moveTo>
                  <a:pt x="41490" y="138130"/>
                </a:moveTo>
                <a:lnTo>
                  <a:pt x="44948" y="138130"/>
                </a:lnTo>
                <a:lnTo>
                  <a:pt x="44948" y="141583"/>
                </a:lnTo>
                <a:lnTo>
                  <a:pt x="58778" y="141583"/>
                </a:lnTo>
                <a:lnTo>
                  <a:pt x="58778" y="138130"/>
                </a:lnTo>
                <a:lnTo>
                  <a:pt x="62235" y="138130"/>
                </a:lnTo>
                <a:lnTo>
                  <a:pt x="62235" y="134677"/>
                </a:lnTo>
                <a:lnTo>
                  <a:pt x="65693" y="134677"/>
                </a:lnTo>
                <a:lnTo>
                  <a:pt x="65693" y="127770"/>
                </a:lnTo>
                <a:lnTo>
                  <a:pt x="69151" y="127770"/>
                </a:lnTo>
                <a:lnTo>
                  <a:pt x="69151" y="72518"/>
                </a:lnTo>
                <a:lnTo>
                  <a:pt x="65693" y="72518"/>
                </a:lnTo>
                <a:lnTo>
                  <a:pt x="65693" y="65612"/>
                </a:lnTo>
                <a:lnTo>
                  <a:pt x="62235" y="65612"/>
                </a:lnTo>
                <a:lnTo>
                  <a:pt x="62235" y="62158"/>
                </a:lnTo>
                <a:lnTo>
                  <a:pt x="58778" y="62158"/>
                </a:lnTo>
                <a:lnTo>
                  <a:pt x="58778" y="58705"/>
                </a:lnTo>
                <a:lnTo>
                  <a:pt x="55320" y="58705"/>
                </a:lnTo>
                <a:lnTo>
                  <a:pt x="55320" y="55252"/>
                </a:lnTo>
                <a:lnTo>
                  <a:pt x="44948" y="55252"/>
                </a:lnTo>
                <a:lnTo>
                  <a:pt x="44948" y="58705"/>
                </a:lnTo>
                <a:lnTo>
                  <a:pt x="41490" y="58705"/>
                </a:lnTo>
                <a:lnTo>
                  <a:pt x="41490" y="62158"/>
                </a:lnTo>
                <a:lnTo>
                  <a:pt x="38033" y="62158"/>
                </a:lnTo>
                <a:lnTo>
                  <a:pt x="38033" y="75971"/>
                </a:lnTo>
                <a:lnTo>
                  <a:pt x="34575" y="75971"/>
                </a:lnTo>
                <a:lnTo>
                  <a:pt x="34575" y="120864"/>
                </a:lnTo>
                <a:lnTo>
                  <a:pt x="38033" y="120864"/>
                </a:lnTo>
                <a:lnTo>
                  <a:pt x="38033" y="131223"/>
                </a:lnTo>
                <a:lnTo>
                  <a:pt x="41490" y="131223"/>
                </a:lnTo>
                <a:lnTo>
                  <a:pt x="41490" y="13813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7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965C18A-5815-4A8B-B6F4-636598BC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01" y="1422470"/>
            <a:ext cx="107183" cy="158849"/>
          </a:xfrm>
          <a:custGeom xmlns:a="http://schemas.openxmlformats.org/drawingml/2006/main">
            <a:pathLst>
              <a:path w="107183" h="158849">
                <a:moveTo>
                  <a:pt x="13830" y="17266"/>
                </a:moveTo>
                <a:lnTo>
                  <a:pt x="0" y="17266"/>
                </a:lnTo>
                <a:lnTo>
                  <a:pt x="0" y="13813"/>
                </a:lnTo>
                <a:lnTo>
                  <a:pt x="3458" y="13813"/>
                </a:lnTo>
                <a:lnTo>
                  <a:pt x="3458" y="10360"/>
                </a:lnTo>
                <a:lnTo>
                  <a:pt x="13830" y="10360"/>
                </a:lnTo>
                <a:lnTo>
                  <a:pt x="13830" y="6906"/>
                </a:lnTo>
                <a:lnTo>
                  <a:pt x="20745" y="6906"/>
                </a:lnTo>
                <a:lnTo>
                  <a:pt x="20745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34575" y="0"/>
                </a:lnTo>
                <a:lnTo>
                  <a:pt x="34575" y="3453"/>
                </a:lnTo>
                <a:lnTo>
                  <a:pt x="38033" y="3453"/>
                </a:lnTo>
                <a:lnTo>
                  <a:pt x="38033" y="10360"/>
                </a:lnTo>
                <a:lnTo>
                  <a:pt x="34575" y="10360"/>
                </a:lnTo>
                <a:lnTo>
                  <a:pt x="34575" y="72518"/>
                </a:lnTo>
                <a:lnTo>
                  <a:pt x="41490" y="72518"/>
                </a:lnTo>
                <a:lnTo>
                  <a:pt x="41490" y="69065"/>
                </a:lnTo>
                <a:lnTo>
                  <a:pt x="44948" y="69065"/>
                </a:lnTo>
                <a:lnTo>
                  <a:pt x="44948" y="65612"/>
                </a:lnTo>
                <a:lnTo>
                  <a:pt x="48405" y="65612"/>
                </a:lnTo>
                <a:lnTo>
                  <a:pt x="48405" y="62158"/>
                </a:lnTo>
                <a:lnTo>
                  <a:pt x="55320" y="62158"/>
                </a:lnTo>
                <a:lnTo>
                  <a:pt x="55320" y="58705"/>
                </a:lnTo>
                <a:lnTo>
                  <a:pt x="79523" y="58705"/>
                </a:lnTo>
                <a:lnTo>
                  <a:pt x="79523" y="62158"/>
                </a:lnTo>
                <a:lnTo>
                  <a:pt x="86438" y="62158"/>
                </a:lnTo>
                <a:lnTo>
                  <a:pt x="86438" y="65612"/>
                </a:lnTo>
                <a:lnTo>
                  <a:pt x="89896" y="65612"/>
                </a:lnTo>
                <a:lnTo>
                  <a:pt x="89896" y="69065"/>
                </a:lnTo>
                <a:lnTo>
                  <a:pt x="93353" y="69065"/>
                </a:lnTo>
                <a:lnTo>
                  <a:pt x="93353" y="72518"/>
                </a:lnTo>
                <a:lnTo>
                  <a:pt x="96811" y="72518"/>
                </a:lnTo>
                <a:lnTo>
                  <a:pt x="96811" y="75971"/>
                </a:lnTo>
                <a:lnTo>
                  <a:pt x="100268" y="75971"/>
                </a:lnTo>
                <a:lnTo>
                  <a:pt x="100268" y="82878"/>
                </a:lnTo>
                <a:lnTo>
                  <a:pt x="103726" y="82878"/>
                </a:lnTo>
                <a:lnTo>
                  <a:pt x="103726" y="93238"/>
                </a:lnTo>
                <a:lnTo>
                  <a:pt x="107183" y="93238"/>
                </a:lnTo>
                <a:lnTo>
                  <a:pt x="107183" y="117410"/>
                </a:lnTo>
                <a:lnTo>
                  <a:pt x="103726" y="117410"/>
                </a:lnTo>
                <a:lnTo>
                  <a:pt x="103726" y="127770"/>
                </a:lnTo>
                <a:lnTo>
                  <a:pt x="100268" y="127770"/>
                </a:lnTo>
                <a:lnTo>
                  <a:pt x="100268" y="134677"/>
                </a:lnTo>
                <a:lnTo>
                  <a:pt x="96811" y="134677"/>
                </a:lnTo>
                <a:lnTo>
                  <a:pt x="96811" y="138130"/>
                </a:lnTo>
                <a:lnTo>
                  <a:pt x="93353" y="138130"/>
                </a:lnTo>
                <a:lnTo>
                  <a:pt x="93353" y="141583"/>
                </a:lnTo>
                <a:lnTo>
                  <a:pt x="89896" y="141583"/>
                </a:lnTo>
                <a:lnTo>
                  <a:pt x="89896" y="145036"/>
                </a:lnTo>
                <a:lnTo>
                  <a:pt x="86438" y="145036"/>
                </a:lnTo>
                <a:lnTo>
                  <a:pt x="86438" y="148489"/>
                </a:lnTo>
                <a:lnTo>
                  <a:pt x="82981" y="148489"/>
                </a:lnTo>
                <a:lnTo>
                  <a:pt x="82981" y="151943"/>
                </a:lnTo>
                <a:lnTo>
                  <a:pt x="79523" y="151943"/>
                </a:lnTo>
                <a:lnTo>
                  <a:pt x="79523" y="155396"/>
                </a:lnTo>
                <a:lnTo>
                  <a:pt x="72608" y="155396"/>
                </a:lnTo>
                <a:lnTo>
                  <a:pt x="72608" y="158849"/>
                </a:lnTo>
                <a:lnTo>
                  <a:pt x="34575" y="158849"/>
                </a:lnTo>
                <a:lnTo>
                  <a:pt x="34575" y="155396"/>
                </a:lnTo>
                <a:lnTo>
                  <a:pt x="27660" y="155396"/>
                </a:lnTo>
                <a:lnTo>
                  <a:pt x="27660" y="151943"/>
                </a:lnTo>
                <a:lnTo>
                  <a:pt x="20745" y="151943"/>
                </a:lnTo>
                <a:lnTo>
                  <a:pt x="20745" y="148489"/>
                </a:lnTo>
                <a:lnTo>
                  <a:pt x="17288" y="148489"/>
                </a:lnTo>
                <a:lnTo>
                  <a:pt x="17288" y="20719"/>
                </a:lnTo>
                <a:lnTo>
                  <a:pt x="13830" y="20719"/>
                </a:lnTo>
                <a:lnTo>
                  <a:pt x="13830" y="17266"/>
                </a:lnTo>
                <a:close/>
                <a:moveTo>
                  <a:pt x="34575" y="138130"/>
                </a:moveTo>
                <a:lnTo>
                  <a:pt x="38033" y="138130"/>
                </a:lnTo>
                <a:lnTo>
                  <a:pt x="38033" y="145036"/>
                </a:lnTo>
                <a:lnTo>
                  <a:pt x="44948" y="145036"/>
                </a:lnTo>
                <a:lnTo>
                  <a:pt x="44948" y="148489"/>
                </a:lnTo>
                <a:lnTo>
                  <a:pt x="51863" y="148489"/>
                </a:lnTo>
                <a:lnTo>
                  <a:pt x="51863" y="151943"/>
                </a:lnTo>
                <a:lnTo>
                  <a:pt x="65693" y="151943"/>
                </a:lnTo>
                <a:lnTo>
                  <a:pt x="65693" y="148489"/>
                </a:lnTo>
                <a:lnTo>
                  <a:pt x="72608" y="148489"/>
                </a:lnTo>
                <a:lnTo>
                  <a:pt x="72608" y="145036"/>
                </a:lnTo>
                <a:lnTo>
                  <a:pt x="76066" y="145036"/>
                </a:lnTo>
                <a:lnTo>
                  <a:pt x="76066" y="141583"/>
                </a:lnTo>
                <a:lnTo>
                  <a:pt x="79523" y="141583"/>
                </a:lnTo>
                <a:lnTo>
                  <a:pt x="79523" y="134677"/>
                </a:lnTo>
                <a:lnTo>
                  <a:pt x="82981" y="134677"/>
                </a:lnTo>
                <a:lnTo>
                  <a:pt x="82981" y="124317"/>
                </a:lnTo>
                <a:lnTo>
                  <a:pt x="86438" y="124317"/>
                </a:lnTo>
                <a:lnTo>
                  <a:pt x="86438" y="100144"/>
                </a:lnTo>
                <a:lnTo>
                  <a:pt x="82981" y="100144"/>
                </a:lnTo>
                <a:lnTo>
                  <a:pt x="82981" y="89784"/>
                </a:lnTo>
                <a:lnTo>
                  <a:pt x="79523" y="89784"/>
                </a:lnTo>
                <a:lnTo>
                  <a:pt x="79523" y="82878"/>
                </a:lnTo>
                <a:lnTo>
                  <a:pt x="76066" y="82878"/>
                </a:lnTo>
                <a:lnTo>
                  <a:pt x="76066" y="79425"/>
                </a:lnTo>
                <a:lnTo>
                  <a:pt x="69151" y="79425"/>
                </a:lnTo>
                <a:lnTo>
                  <a:pt x="69151" y="75971"/>
                </a:lnTo>
                <a:lnTo>
                  <a:pt x="44948" y="75971"/>
                </a:lnTo>
                <a:lnTo>
                  <a:pt x="44948" y="79425"/>
                </a:lnTo>
                <a:lnTo>
                  <a:pt x="41490" y="79425"/>
                </a:lnTo>
                <a:lnTo>
                  <a:pt x="41490" y="82878"/>
                </a:lnTo>
                <a:lnTo>
                  <a:pt x="38033" y="82878"/>
                </a:lnTo>
                <a:lnTo>
                  <a:pt x="38033" y="86331"/>
                </a:lnTo>
                <a:lnTo>
                  <a:pt x="34575" y="86331"/>
                </a:lnTo>
                <a:lnTo>
                  <a:pt x="34575" y="13813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7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3AB9B6C-A3BA-446A-AE05-5AC251CD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792" y="92971"/>
            <a:ext cx="93353" cy="158849"/>
          </a:xfrm>
          <a:custGeom xmlns:a="http://schemas.openxmlformats.org/drawingml/2006/main">
            <a:pathLst>
              <a:path w="93353" h="158849">
                <a:moveTo>
                  <a:pt x="27660" y="17266"/>
                </a:moveTo>
                <a:lnTo>
                  <a:pt x="31118" y="17266"/>
                </a:lnTo>
                <a:lnTo>
                  <a:pt x="31118" y="13813"/>
                </a:lnTo>
                <a:lnTo>
                  <a:pt x="34575" y="13813"/>
                </a:lnTo>
                <a:lnTo>
                  <a:pt x="34575" y="10360"/>
                </a:lnTo>
                <a:lnTo>
                  <a:pt x="38033" y="10360"/>
                </a:lnTo>
                <a:lnTo>
                  <a:pt x="38033" y="6906"/>
                </a:lnTo>
                <a:lnTo>
                  <a:pt x="41490" y="6906"/>
                </a:lnTo>
                <a:lnTo>
                  <a:pt x="41490" y="3453"/>
                </a:lnTo>
                <a:lnTo>
                  <a:pt x="48405" y="3453"/>
                </a:lnTo>
                <a:lnTo>
                  <a:pt x="48405" y="0"/>
                </a:lnTo>
                <a:lnTo>
                  <a:pt x="76066" y="0"/>
                </a:lnTo>
                <a:lnTo>
                  <a:pt x="76066" y="3453"/>
                </a:lnTo>
                <a:lnTo>
                  <a:pt x="82981" y="3453"/>
                </a:lnTo>
                <a:lnTo>
                  <a:pt x="82981" y="6906"/>
                </a:lnTo>
                <a:lnTo>
                  <a:pt x="86438" y="6906"/>
                </a:lnTo>
                <a:lnTo>
                  <a:pt x="86438" y="10360"/>
                </a:lnTo>
                <a:lnTo>
                  <a:pt x="89896" y="10360"/>
                </a:lnTo>
                <a:lnTo>
                  <a:pt x="89896" y="17266"/>
                </a:lnTo>
                <a:lnTo>
                  <a:pt x="93353" y="17266"/>
                </a:lnTo>
                <a:lnTo>
                  <a:pt x="93353" y="20719"/>
                </a:lnTo>
                <a:lnTo>
                  <a:pt x="89896" y="20719"/>
                </a:lnTo>
                <a:lnTo>
                  <a:pt x="89896" y="27626"/>
                </a:lnTo>
                <a:lnTo>
                  <a:pt x="76066" y="27626"/>
                </a:lnTo>
                <a:lnTo>
                  <a:pt x="76066" y="24173"/>
                </a:lnTo>
                <a:lnTo>
                  <a:pt x="72608" y="24173"/>
                </a:lnTo>
                <a:lnTo>
                  <a:pt x="72608" y="20719"/>
                </a:lnTo>
                <a:lnTo>
                  <a:pt x="69151" y="20719"/>
                </a:lnTo>
                <a:lnTo>
                  <a:pt x="69151" y="17266"/>
                </a:lnTo>
                <a:lnTo>
                  <a:pt x="65693" y="17266"/>
                </a:lnTo>
                <a:lnTo>
                  <a:pt x="65693" y="13813"/>
                </a:lnTo>
                <a:lnTo>
                  <a:pt x="62235" y="13813"/>
                </a:lnTo>
                <a:lnTo>
                  <a:pt x="62235" y="10360"/>
                </a:lnTo>
                <a:lnTo>
                  <a:pt x="58778" y="10360"/>
                </a:lnTo>
                <a:lnTo>
                  <a:pt x="58778" y="6906"/>
                </a:lnTo>
                <a:lnTo>
                  <a:pt x="55320" y="6906"/>
                </a:lnTo>
                <a:lnTo>
                  <a:pt x="55320" y="10360"/>
                </a:lnTo>
                <a:lnTo>
                  <a:pt x="44948" y="10360"/>
                </a:lnTo>
                <a:lnTo>
                  <a:pt x="44948" y="17266"/>
                </a:lnTo>
                <a:lnTo>
                  <a:pt x="41490" y="17266"/>
                </a:lnTo>
                <a:lnTo>
                  <a:pt x="41490" y="55252"/>
                </a:lnTo>
                <a:lnTo>
                  <a:pt x="65693" y="55252"/>
                </a:lnTo>
                <a:lnTo>
                  <a:pt x="65693" y="65612"/>
                </a:lnTo>
                <a:lnTo>
                  <a:pt x="41490" y="65612"/>
                </a:lnTo>
                <a:lnTo>
                  <a:pt x="41490" y="148489"/>
                </a:lnTo>
                <a:lnTo>
                  <a:pt x="48405" y="148489"/>
                </a:lnTo>
                <a:lnTo>
                  <a:pt x="48405" y="151943"/>
                </a:lnTo>
                <a:lnTo>
                  <a:pt x="62235" y="151943"/>
                </a:lnTo>
                <a:lnTo>
                  <a:pt x="62235" y="158849"/>
                </a:lnTo>
                <a:lnTo>
                  <a:pt x="3458" y="158849"/>
                </a:lnTo>
                <a:lnTo>
                  <a:pt x="3458" y="151943"/>
                </a:lnTo>
                <a:lnTo>
                  <a:pt x="13830" y="151943"/>
                </a:lnTo>
                <a:lnTo>
                  <a:pt x="13830" y="148489"/>
                </a:lnTo>
                <a:lnTo>
                  <a:pt x="17288" y="148489"/>
                </a:lnTo>
                <a:lnTo>
                  <a:pt x="17288" y="145036"/>
                </a:lnTo>
                <a:lnTo>
                  <a:pt x="20745" y="145036"/>
                </a:lnTo>
                <a:lnTo>
                  <a:pt x="20745" y="65612"/>
                </a:lnTo>
                <a:lnTo>
                  <a:pt x="3458" y="65612"/>
                </a:lnTo>
                <a:lnTo>
                  <a:pt x="3458" y="62158"/>
                </a:lnTo>
                <a:lnTo>
                  <a:pt x="0" y="62158"/>
                </a:lnTo>
                <a:lnTo>
                  <a:pt x="0" y="58705"/>
                </a:lnTo>
                <a:lnTo>
                  <a:pt x="3458" y="58705"/>
                </a:lnTo>
                <a:lnTo>
                  <a:pt x="3458" y="55252"/>
                </a:lnTo>
                <a:lnTo>
                  <a:pt x="20745" y="55252"/>
                </a:lnTo>
                <a:lnTo>
                  <a:pt x="20745" y="34532"/>
                </a:lnTo>
                <a:lnTo>
                  <a:pt x="24203" y="34532"/>
                </a:lnTo>
                <a:lnTo>
                  <a:pt x="24203" y="24173"/>
                </a:lnTo>
                <a:lnTo>
                  <a:pt x="27660" y="24173"/>
                </a:lnTo>
                <a:lnTo>
                  <a:pt x="2766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7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937434EA-815A-4392-9F84-9E481ED1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112" y="414123"/>
            <a:ext cx="110641" cy="151943"/>
          </a:xfrm>
          <a:custGeom xmlns:a="http://schemas.openxmlformats.org/drawingml/2006/main">
            <a:pathLst>
              <a:path w="110641" h="151943">
                <a:moveTo>
                  <a:pt x="17288" y="20719"/>
                </a:moveTo>
                <a:lnTo>
                  <a:pt x="17288" y="17266"/>
                </a:lnTo>
                <a:lnTo>
                  <a:pt x="13830" y="17266"/>
                </a:lnTo>
                <a:lnTo>
                  <a:pt x="13830" y="10360"/>
                </a:lnTo>
                <a:lnTo>
                  <a:pt x="10373" y="10360"/>
                </a:lnTo>
                <a:lnTo>
                  <a:pt x="10373" y="6906"/>
                </a:lnTo>
                <a:lnTo>
                  <a:pt x="3458" y="6906"/>
                </a:lnTo>
                <a:lnTo>
                  <a:pt x="3458" y="3453"/>
                </a:lnTo>
                <a:lnTo>
                  <a:pt x="0" y="3453"/>
                </a:lnTo>
                <a:lnTo>
                  <a:pt x="0" y="0"/>
                </a:lnTo>
                <a:lnTo>
                  <a:pt x="48405" y="0"/>
                </a:lnTo>
                <a:lnTo>
                  <a:pt x="48405" y="6906"/>
                </a:lnTo>
                <a:lnTo>
                  <a:pt x="38033" y="6906"/>
                </a:lnTo>
                <a:lnTo>
                  <a:pt x="38033" y="20719"/>
                </a:lnTo>
                <a:lnTo>
                  <a:pt x="41490" y="20719"/>
                </a:lnTo>
                <a:lnTo>
                  <a:pt x="41490" y="27626"/>
                </a:lnTo>
                <a:lnTo>
                  <a:pt x="44948" y="27626"/>
                </a:lnTo>
                <a:lnTo>
                  <a:pt x="44948" y="37986"/>
                </a:lnTo>
                <a:lnTo>
                  <a:pt x="48405" y="37986"/>
                </a:lnTo>
                <a:lnTo>
                  <a:pt x="48405" y="44892"/>
                </a:lnTo>
                <a:lnTo>
                  <a:pt x="51863" y="44892"/>
                </a:lnTo>
                <a:lnTo>
                  <a:pt x="51863" y="51799"/>
                </a:lnTo>
                <a:lnTo>
                  <a:pt x="55320" y="51799"/>
                </a:lnTo>
                <a:lnTo>
                  <a:pt x="55320" y="58705"/>
                </a:lnTo>
                <a:lnTo>
                  <a:pt x="58778" y="58705"/>
                </a:lnTo>
                <a:lnTo>
                  <a:pt x="58778" y="65612"/>
                </a:lnTo>
                <a:lnTo>
                  <a:pt x="62235" y="65612"/>
                </a:lnTo>
                <a:lnTo>
                  <a:pt x="62235" y="72518"/>
                </a:lnTo>
                <a:lnTo>
                  <a:pt x="65693" y="72518"/>
                </a:lnTo>
                <a:lnTo>
                  <a:pt x="65693" y="65612"/>
                </a:lnTo>
                <a:lnTo>
                  <a:pt x="69151" y="65612"/>
                </a:lnTo>
                <a:lnTo>
                  <a:pt x="69151" y="58705"/>
                </a:lnTo>
                <a:lnTo>
                  <a:pt x="72608" y="58705"/>
                </a:lnTo>
                <a:lnTo>
                  <a:pt x="72608" y="48345"/>
                </a:lnTo>
                <a:lnTo>
                  <a:pt x="76066" y="48345"/>
                </a:lnTo>
                <a:lnTo>
                  <a:pt x="76066" y="41439"/>
                </a:lnTo>
                <a:lnTo>
                  <a:pt x="79523" y="41439"/>
                </a:lnTo>
                <a:lnTo>
                  <a:pt x="79523" y="31079"/>
                </a:lnTo>
                <a:lnTo>
                  <a:pt x="82981" y="31079"/>
                </a:lnTo>
                <a:lnTo>
                  <a:pt x="82981" y="24173"/>
                </a:lnTo>
                <a:lnTo>
                  <a:pt x="86438" y="24173"/>
                </a:lnTo>
                <a:lnTo>
                  <a:pt x="86438" y="13813"/>
                </a:lnTo>
                <a:lnTo>
                  <a:pt x="89896" y="13813"/>
                </a:lnTo>
                <a:lnTo>
                  <a:pt x="89896" y="10360"/>
                </a:lnTo>
                <a:lnTo>
                  <a:pt x="86438" y="10360"/>
                </a:lnTo>
                <a:lnTo>
                  <a:pt x="86438" y="6906"/>
                </a:lnTo>
                <a:lnTo>
                  <a:pt x="79523" y="6906"/>
                </a:lnTo>
                <a:lnTo>
                  <a:pt x="79523" y="0"/>
                </a:lnTo>
                <a:lnTo>
                  <a:pt x="110641" y="0"/>
                </a:lnTo>
                <a:lnTo>
                  <a:pt x="110641" y="6906"/>
                </a:lnTo>
                <a:lnTo>
                  <a:pt x="103726" y="6906"/>
                </a:lnTo>
                <a:lnTo>
                  <a:pt x="103726" y="10360"/>
                </a:lnTo>
                <a:lnTo>
                  <a:pt x="100268" y="10360"/>
                </a:lnTo>
                <a:lnTo>
                  <a:pt x="100268" y="17266"/>
                </a:lnTo>
                <a:lnTo>
                  <a:pt x="96811" y="17266"/>
                </a:lnTo>
                <a:lnTo>
                  <a:pt x="96811" y="24173"/>
                </a:lnTo>
                <a:lnTo>
                  <a:pt x="93353" y="24173"/>
                </a:lnTo>
                <a:lnTo>
                  <a:pt x="93353" y="34532"/>
                </a:lnTo>
                <a:lnTo>
                  <a:pt x="89896" y="34532"/>
                </a:lnTo>
                <a:lnTo>
                  <a:pt x="89896" y="41439"/>
                </a:lnTo>
                <a:lnTo>
                  <a:pt x="86438" y="41439"/>
                </a:lnTo>
                <a:lnTo>
                  <a:pt x="86438" y="51799"/>
                </a:lnTo>
                <a:lnTo>
                  <a:pt x="82981" y="51799"/>
                </a:lnTo>
                <a:lnTo>
                  <a:pt x="82981" y="58705"/>
                </a:lnTo>
                <a:lnTo>
                  <a:pt x="79523" y="58705"/>
                </a:lnTo>
                <a:lnTo>
                  <a:pt x="79523" y="69065"/>
                </a:lnTo>
                <a:lnTo>
                  <a:pt x="76066" y="69065"/>
                </a:lnTo>
                <a:lnTo>
                  <a:pt x="76066" y="75971"/>
                </a:lnTo>
                <a:lnTo>
                  <a:pt x="72608" y="75971"/>
                </a:lnTo>
                <a:lnTo>
                  <a:pt x="72608" y="86331"/>
                </a:lnTo>
                <a:lnTo>
                  <a:pt x="69151" y="86331"/>
                </a:lnTo>
                <a:lnTo>
                  <a:pt x="69151" y="93238"/>
                </a:lnTo>
                <a:lnTo>
                  <a:pt x="65693" y="93238"/>
                </a:lnTo>
                <a:lnTo>
                  <a:pt x="65693" y="103597"/>
                </a:lnTo>
                <a:lnTo>
                  <a:pt x="62235" y="103597"/>
                </a:lnTo>
                <a:lnTo>
                  <a:pt x="62235" y="110504"/>
                </a:lnTo>
                <a:lnTo>
                  <a:pt x="58778" y="110504"/>
                </a:lnTo>
                <a:lnTo>
                  <a:pt x="58778" y="120864"/>
                </a:lnTo>
                <a:lnTo>
                  <a:pt x="55320" y="120864"/>
                </a:lnTo>
                <a:lnTo>
                  <a:pt x="55320" y="127770"/>
                </a:lnTo>
                <a:lnTo>
                  <a:pt x="51863" y="127770"/>
                </a:lnTo>
                <a:lnTo>
                  <a:pt x="51863" y="134677"/>
                </a:lnTo>
                <a:lnTo>
                  <a:pt x="48405" y="134677"/>
                </a:lnTo>
                <a:lnTo>
                  <a:pt x="48405" y="138130"/>
                </a:lnTo>
                <a:lnTo>
                  <a:pt x="44948" y="138130"/>
                </a:lnTo>
                <a:lnTo>
                  <a:pt x="44948" y="141583"/>
                </a:lnTo>
                <a:lnTo>
                  <a:pt x="41490" y="141583"/>
                </a:lnTo>
                <a:lnTo>
                  <a:pt x="41490" y="145036"/>
                </a:lnTo>
                <a:lnTo>
                  <a:pt x="38033" y="145036"/>
                </a:lnTo>
                <a:lnTo>
                  <a:pt x="38033" y="148489"/>
                </a:lnTo>
                <a:lnTo>
                  <a:pt x="31118" y="148489"/>
                </a:lnTo>
                <a:lnTo>
                  <a:pt x="31118" y="151943"/>
                </a:lnTo>
                <a:lnTo>
                  <a:pt x="13830" y="151943"/>
                </a:lnTo>
                <a:lnTo>
                  <a:pt x="13830" y="148489"/>
                </a:lnTo>
                <a:lnTo>
                  <a:pt x="10373" y="148489"/>
                </a:lnTo>
                <a:lnTo>
                  <a:pt x="10373" y="145036"/>
                </a:lnTo>
                <a:lnTo>
                  <a:pt x="6915" y="145036"/>
                </a:lnTo>
                <a:lnTo>
                  <a:pt x="6915" y="131223"/>
                </a:lnTo>
                <a:lnTo>
                  <a:pt x="10373" y="131223"/>
                </a:lnTo>
                <a:lnTo>
                  <a:pt x="10373" y="127770"/>
                </a:lnTo>
                <a:lnTo>
                  <a:pt x="27660" y="127770"/>
                </a:lnTo>
                <a:lnTo>
                  <a:pt x="27660" y="131223"/>
                </a:lnTo>
                <a:lnTo>
                  <a:pt x="38033" y="131223"/>
                </a:lnTo>
                <a:lnTo>
                  <a:pt x="38033" y="127770"/>
                </a:lnTo>
                <a:lnTo>
                  <a:pt x="41490" y="127770"/>
                </a:lnTo>
                <a:lnTo>
                  <a:pt x="41490" y="124317"/>
                </a:lnTo>
                <a:lnTo>
                  <a:pt x="44948" y="124317"/>
                </a:lnTo>
                <a:lnTo>
                  <a:pt x="44948" y="120864"/>
                </a:lnTo>
                <a:lnTo>
                  <a:pt x="48405" y="120864"/>
                </a:lnTo>
                <a:lnTo>
                  <a:pt x="48405" y="110504"/>
                </a:lnTo>
                <a:lnTo>
                  <a:pt x="51863" y="110504"/>
                </a:lnTo>
                <a:lnTo>
                  <a:pt x="51863" y="103597"/>
                </a:lnTo>
                <a:lnTo>
                  <a:pt x="55320" y="103597"/>
                </a:lnTo>
                <a:lnTo>
                  <a:pt x="55320" y="93238"/>
                </a:lnTo>
                <a:lnTo>
                  <a:pt x="51863" y="93238"/>
                </a:lnTo>
                <a:lnTo>
                  <a:pt x="51863" y="86331"/>
                </a:lnTo>
                <a:lnTo>
                  <a:pt x="48405" y="86331"/>
                </a:lnTo>
                <a:lnTo>
                  <a:pt x="48405" y="79425"/>
                </a:lnTo>
                <a:lnTo>
                  <a:pt x="44948" y="79425"/>
                </a:lnTo>
                <a:lnTo>
                  <a:pt x="44948" y="72518"/>
                </a:lnTo>
                <a:lnTo>
                  <a:pt x="41490" y="72518"/>
                </a:lnTo>
                <a:lnTo>
                  <a:pt x="41490" y="65612"/>
                </a:lnTo>
                <a:lnTo>
                  <a:pt x="38033" y="65612"/>
                </a:lnTo>
                <a:lnTo>
                  <a:pt x="38033" y="58705"/>
                </a:lnTo>
                <a:lnTo>
                  <a:pt x="34575" y="58705"/>
                </a:lnTo>
                <a:lnTo>
                  <a:pt x="34575" y="51799"/>
                </a:lnTo>
                <a:lnTo>
                  <a:pt x="31118" y="51799"/>
                </a:lnTo>
                <a:lnTo>
                  <a:pt x="31118" y="44892"/>
                </a:lnTo>
                <a:lnTo>
                  <a:pt x="27660" y="44892"/>
                </a:lnTo>
                <a:lnTo>
                  <a:pt x="27660" y="34532"/>
                </a:lnTo>
                <a:lnTo>
                  <a:pt x="24203" y="34532"/>
                </a:lnTo>
                <a:lnTo>
                  <a:pt x="24203" y="27626"/>
                </a:lnTo>
                <a:lnTo>
                  <a:pt x="20745" y="27626"/>
                </a:lnTo>
                <a:lnTo>
                  <a:pt x="20745" y="20719"/>
                </a:lnTo>
                <a:lnTo>
                  <a:pt x="17288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7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4D631ECE-4FBA-4741-B994-BC228AB8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230" y="914843"/>
            <a:ext cx="58778" cy="134677"/>
          </a:xfrm>
          <a:custGeom xmlns:a="http://schemas.openxmlformats.org/drawingml/2006/main">
            <a:pathLst>
              <a:path w="58778" h="134677">
                <a:moveTo>
                  <a:pt x="10373" y="37986"/>
                </a:moveTo>
                <a:lnTo>
                  <a:pt x="6915" y="37986"/>
                </a:lnTo>
                <a:lnTo>
                  <a:pt x="6915" y="41439"/>
                </a:lnTo>
                <a:lnTo>
                  <a:pt x="0" y="41439"/>
                </a:lnTo>
                <a:lnTo>
                  <a:pt x="0" y="34532"/>
                </a:lnTo>
                <a:lnTo>
                  <a:pt x="3458" y="34532"/>
                </a:lnTo>
                <a:lnTo>
                  <a:pt x="3458" y="31079"/>
                </a:lnTo>
                <a:lnTo>
                  <a:pt x="6915" y="31079"/>
                </a:lnTo>
                <a:lnTo>
                  <a:pt x="6915" y="27626"/>
                </a:lnTo>
                <a:lnTo>
                  <a:pt x="10373" y="27626"/>
                </a:lnTo>
                <a:lnTo>
                  <a:pt x="10373" y="24173"/>
                </a:lnTo>
                <a:lnTo>
                  <a:pt x="13830" y="24173"/>
                </a:lnTo>
                <a:lnTo>
                  <a:pt x="13830" y="20719"/>
                </a:lnTo>
                <a:lnTo>
                  <a:pt x="17288" y="20719"/>
                </a:lnTo>
                <a:lnTo>
                  <a:pt x="17288" y="17266"/>
                </a:lnTo>
                <a:lnTo>
                  <a:pt x="20745" y="17266"/>
                </a:lnTo>
                <a:lnTo>
                  <a:pt x="20745" y="13813"/>
                </a:lnTo>
                <a:lnTo>
                  <a:pt x="24203" y="13813"/>
                </a:lnTo>
                <a:lnTo>
                  <a:pt x="24203" y="6906"/>
                </a:lnTo>
                <a:lnTo>
                  <a:pt x="27660" y="6906"/>
                </a:lnTo>
                <a:lnTo>
                  <a:pt x="27660" y="0"/>
                </a:lnTo>
                <a:lnTo>
                  <a:pt x="34575" y="0"/>
                </a:lnTo>
                <a:lnTo>
                  <a:pt x="34575" y="31079"/>
                </a:lnTo>
                <a:lnTo>
                  <a:pt x="55320" y="31079"/>
                </a:lnTo>
                <a:lnTo>
                  <a:pt x="55320" y="37986"/>
                </a:lnTo>
                <a:lnTo>
                  <a:pt x="34575" y="37986"/>
                </a:lnTo>
                <a:lnTo>
                  <a:pt x="34575" y="113957"/>
                </a:lnTo>
                <a:lnTo>
                  <a:pt x="38033" y="113957"/>
                </a:lnTo>
                <a:lnTo>
                  <a:pt x="38033" y="117410"/>
                </a:lnTo>
                <a:lnTo>
                  <a:pt x="51863" y="117410"/>
                </a:lnTo>
                <a:lnTo>
                  <a:pt x="51863" y="110504"/>
                </a:lnTo>
                <a:lnTo>
                  <a:pt x="58778" y="110504"/>
                </a:lnTo>
                <a:lnTo>
                  <a:pt x="58778" y="117410"/>
                </a:lnTo>
                <a:lnTo>
                  <a:pt x="55320" y="117410"/>
                </a:lnTo>
                <a:lnTo>
                  <a:pt x="55320" y="120864"/>
                </a:lnTo>
                <a:lnTo>
                  <a:pt x="51863" y="120864"/>
                </a:lnTo>
                <a:lnTo>
                  <a:pt x="51863" y="124317"/>
                </a:lnTo>
                <a:lnTo>
                  <a:pt x="48405" y="124317"/>
                </a:lnTo>
                <a:lnTo>
                  <a:pt x="48405" y="127770"/>
                </a:lnTo>
                <a:lnTo>
                  <a:pt x="44948" y="127770"/>
                </a:lnTo>
                <a:lnTo>
                  <a:pt x="44948" y="131223"/>
                </a:lnTo>
                <a:lnTo>
                  <a:pt x="38033" y="131223"/>
                </a:lnTo>
                <a:lnTo>
                  <a:pt x="38033" y="134677"/>
                </a:lnTo>
                <a:lnTo>
                  <a:pt x="31118" y="134677"/>
                </a:lnTo>
                <a:lnTo>
                  <a:pt x="31118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17288" y="127770"/>
                </a:lnTo>
                <a:lnTo>
                  <a:pt x="17288" y="120864"/>
                </a:lnTo>
                <a:lnTo>
                  <a:pt x="13830" y="120864"/>
                </a:lnTo>
                <a:lnTo>
                  <a:pt x="13830" y="41439"/>
                </a:lnTo>
                <a:lnTo>
                  <a:pt x="10373" y="41439"/>
                </a:lnTo>
                <a:lnTo>
                  <a:pt x="10373" y="3798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7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5E297F0A-C80B-4BE8-892B-011820CE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315" y="1481175"/>
            <a:ext cx="89896" cy="100144"/>
          </a:xfrm>
          <a:custGeom xmlns:a="http://schemas.openxmlformats.org/drawingml/2006/main">
            <a:pathLst>
              <a:path w="89896" h="100144">
                <a:moveTo>
                  <a:pt x="6915" y="31079"/>
                </a:moveTo>
                <a:lnTo>
                  <a:pt x="3458" y="31079"/>
                </a:lnTo>
                <a:lnTo>
                  <a:pt x="3458" y="13813"/>
                </a:lnTo>
                <a:lnTo>
                  <a:pt x="6915" y="13813"/>
                </a:lnTo>
                <a:lnTo>
                  <a:pt x="6915" y="10360"/>
                </a:lnTo>
                <a:lnTo>
                  <a:pt x="10373" y="10360"/>
                </a:lnTo>
                <a:lnTo>
                  <a:pt x="10373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0745" y="3453"/>
                </a:lnTo>
                <a:lnTo>
                  <a:pt x="20745" y="0"/>
                </a:lnTo>
                <a:lnTo>
                  <a:pt x="58778" y="0"/>
                </a:lnTo>
                <a:lnTo>
                  <a:pt x="58778" y="3453"/>
                </a:lnTo>
                <a:lnTo>
                  <a:pt x="65693" y="3453"/>
                </a:lnTo>
                <a:lnTo>
                  <a:pt x="65693" y="6906"/>
                </a:lnTo>
                <a:lnTo>
                  <a:pt x="69151" y="6906"/>
                </a:lnTo>
                <a:lnTo>
                  <a:pt x="69151" y="13813"/>
                </a:lnTo>
                <a:lnTo>
                  <a:pt x="72608" y="13813"/>
                </a:lnTo>
                <a:lnTo>
                  <a:pt x="72608" y="82878"/>
                </a:lnTo>
                <a:lnTo>
                  <a:pt x="76066" y="82878"/>
                </a:lnTo>
                <a:lnTo>
                  <a:pt x="76066" y="86331"/>
                </a:lnTo>
                <a:lnTo>
                  <a:pt x="82981" y="86331"/>
                </a:lnTo>
                <a:lnTo>
                  <a:pt x="82981" y="82878"/>
                </a:lnTo>
                <a:lnTo>
                  <a:pt x="86438" y="82878"/>
                </a:lnTo>
                <a:lnTo>
                  <a:pt x="86438" y="79425"/>
                </a:lnTo>
                <a:lnTo>
                  <a:pt x="89896" y="79425"/>
                </a:lnTo>
                <a:lnTo>
                  <a:pt x="89896" y="89784"/>
                </a:lnTo>
                <a:lnTo>
                  <a:pt x="86438" y="89784"/>
                </a:lnTo>
                <a:lnTo>
                  <a:pt x="86438" y="93238"/>
                </a:lnTo>
                <a:lnTo>
                  <a:pt x="82981" y="93238"/>
                </a:lnTo>
                <a:lnTo>
                  <a:pt x="82981" y="96691"/>
                </a:lnTo>
                <a:lnTo>
                  <a:pt x="76066" y="96691"/>
                </a:lnTo>
                <a:lnTo>
                  <a:pt x="76066" y="100144"/>
                </a:lnTo>
                <a:lnTo>
                  <a:pt x="58778" y="100144"/>
                </a:lnTo>
                <a:lnTo>
                  <a:pt x="58778" y="96691"/>
                </a:lnTo>
                <a:lnTo>
                  <a:pt x="55320" y="96691"/>
                </a:lnTo>
                <a:lnTo>
                  <a:pt x="55320" y="86331"/>
                </a:lnTo>
                <a:lnTo>
                  <a:pt x="51863" y="86331"/>
                </a:lnTo>
                <a:lnTo>
                  <a:pt x="51863" y="89784"/>
                </a:lnTo>
                <a:lnTo>
                  <a:pt x="48405" y="89784"/>
                </a:lnTo>
                <a:lnTo>
                  <a:pt x="48405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38033" y="96691"/>
                </a:lnTo>
                <a:lnTo>
                  <a:pt x="38033" y="100144"/>
                </a:lnTo>
                <a:lnTo>
                  <a:pt x="10373" y="100144"/>
                </a:lnTo>
                <a:lnTo>
                  <a:pt x="10373" y="96691"/>
                </a:lnTo>
                <a:lnTo>
                  <a:pt x="6915" y="96691"/>
                </a:lnTo>
                <a:lnTo>
                  <a:pt x="6915" y="93238"/>
                </a:lnTo>
                <a:lnTo>
                  <a:pt x="3458" y="93238"/>
                </a:lnTo>
                <a:lnTo>
                  <a:pt x="3458" y="89784"/>
                </a:lnTo>
                <a:lnTo>
                  <a:pt x="0" y="89784"/>
                </a:lnTo>
                <a:lnTo>
                  <a:pt x="0" y="65612"/>
                </a:lnTo>
                <a:lnTo>
                  <a:pt x="3458" y="65612"/>
                </a:lnTo>
                <a:lnTo>
                  <a:pt x="3458" y="58705"/>
                </a:lnTo>
                <a:lnTo>
                  <a:pt x="6915" y="58705"/>
                </a:lnTo>
                <a:lnTo>
                  <a:pt x="6915" y="55252"/>
                </a:lnTo>
                <a:lnTo>
                  <a:pt x="10373" y="55252"/>
                </a:lnTo>
                <a:lnTo>
                  <a:pt x="10373" y="51799"/>
                </a:lnTo>
                <a:lnTo>
                  <a:pt x="17288" y="51799"/>
                </a:lnTo>
                <a:lnTo>
                  <a:pt x="17288" y="48345"/>
                </a:lnTo>
                <a:lnTo>
                  <a:pt x="24203" y="48345"/>
                </a:lnTo>
                <a:lnTo>
                  <a:pt x="24203" y="44892"/>
                </a:lnTo>
                <a:lnTo>
                  <a:pt x="31118" y="44892"/>
                </a:lnTo>
                <a:lnTo>
                  <a:pt x="31118" y="41439"/>
                </a:lnTo>
                <a:lnTo>
                  <a:pt x="38033" y="41439"/>
                </a:lnTo>
                <a:lnTo>
                  <a:pt x="38033" y="37986"/>
                </a:lnTo>
                <a:lnTo>
                  <a:pt x="48405" y="37986"/>
                </a:lnTo>
                <a:lnTo>
                  <a:pt x="48405" y="34532"/>
                </a:lnTo>
                <a:lnTo>
                  <a:pt x="55320" y="34532"/>
                </a:lnTo>
                <a:lnTo>
                  <a:pt x="55320" y="20719"/>
                </a:lnTo>
                <a:lnTo>
                  <a:pt x="51863" y="20719"/>
                </a:lnTo>
                <a:lnTo>
                  <a:pt x="51863" y="13813"/>
                </a:lnTo>
                <a:lnTo>
                  <a:pt x="48405" y="13813"/>
                </a:lnTo>
                <a:lnTo>
                  <a:pt x="48405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27660" y="6906"/>
                </a:lnTo>
                <a:lnTo>
                  <a:pt x="27660" y="10360"/>
                </a:lnTo>
                <a:lnTo>
                  <a:pt x="24203" y="10360"/>
                </a:lnTo>
                <a:lnTo>
                  <a:pt x="24203" y="17266"/>
                </a:lnTo>
                <a:lnTo>
                  <a:pt x="20745" y="17266"/>
                </a:lnTo>
                <a:lnTo>
                  <a:pt x="20745" y="31079"/>
                </a:lnTo>
                <a:lnTo>
                  <a:pt x="17288" y="31079"/>
                </a:lnTo>
                <a:lnTo>
                  <a:pt x="17288" y="34532"/>
                </a:lnTo>
                <a:lnTo>
                  <a:pt x="6915" y="34532"/>
                </a:lnTo>
                <a:lnTo>
                  <a:pt x="6915" y="31079"/>
                </a:lnTo>
                <a:close/>
                <a:moveTo>
                  <a:pt x="20745" y="75971"/>
                </a:moveTo>
                <a:lnTo>
                  <a:pt x="20745" y="82878"/>
                </a:lnTo>
                <a:lnTo>
                  <a:pt x="24203" y="82878"/>
                </a:lnTo>
                <a:lnTo>
                  <a:pt x="24203" y="86331"/>
                </a:lnTo>
                <a:lnTo>
                  <a:pt x="41490" y="86331"/>
                </a:lnTo>
                <a:lnTo>
                  <a:pt x="41490" y="82878"/>
                </a:lnTo>
                <a:lnTo>
                  <a:pt x="48405" y="82878"/>
                </a:lnTo>
                <a:lnTo>
                  <a:pt x="48405" y="79425"/>
                </a:lnTo>
                <a:lnTo>
                  <a:pt x="51863" y="79425"/>
                </a:lnTo>
                <a:lnTo>
                  <a:pt x="51863" y="75971"/>
                </a:lnTo>
                <a:lnTo>
                  <a:pt x="55320" y="75971"/>
                </a:lnTo>
                <a:lnTo>
                  <a:pt x="55320" y="44892"/>
                </a:lnTo>
                <a:lnTo>
                  <a:pt x="44948" y="44892"/>
                </a:lnTo>
                <a:lnTo>
                  <a:pt x="44948" y="48345"/>
                </a:lnTo>
                <a:lnTo>
                  <a:pt x="34575" y="48345"/>
                </a:lnTo>
                <a:lnTo>
                  <a:pt x="34575" y="51799"/>
                </a:lnTo>
                <a:lnTo>
                  <a:pt x="27660" y="51799"/>
                </a:lnTo>
                <a:lnTo>
                  <a:pt x="27660" y="55252"/>
                </a:lnTo>
                <a:lnTo>
                  <a:pt x="24203" y="55252"/>
                </a:lnTo>
                <a:lnTo>
                  <a:pt x="24203" y="58705"/>
                </a:lnTo>
                <a:lnTo>
                  <a:pt x="20745" y="58705"/>
                </a:lnTo>
                <a:lnTo>
                  <a:pt x="20745" y="65612"/>
                </a:lnTo>
                <a:lnTo>
                  <a:pt x="17288" y="65612"/>
                </a:lnTo>
                <a:lnTo>
                  <a:pt x="17288" y="75971"/>
                </a:lnTo>
                <a:lnTo>
                  <a:pt x="20745" y="7597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7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1164FA9-A754-4606-8840-1AA7D8F3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792" y="1747075"/>
            <a:ext cx="41490" cy="3453"/>
          </a:xfrm>
          <a:custGeom xmlns:a="http://schemas.openxmlformats.org/drawingml/2006/main">
            <a:pathLst>
              <a:path w="41490" h="3453">
                <a:moveTo>
                  <a:pt x="41490" y="0"/>
                </a:moveTo>
                <a:lnTo>
                  <a:pt x="41490" y="3453"/>
                </a:lnTo>
                <a:lnTo>
                  <a:pt x="0" y="3453"/>
                </a:lnTo>
                <a:lnTo>
                  <a:pt x="0" y="0"/>
                </a:lnTo>
                <a:lnTo>
                  <a:pt x="4149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C32EA1F-882B-49B2-99E3-4C009719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263" y="117144"/>
            <a:ext cx="58778" cy="134677"/>
          </a:xfrm>
          <a:custGeom xmlns:a="http://schemas.openxmlformats.org/drawingml/2006/main">
            <a:pathLst>
              <a:path w="58778" h="134677">
                <a:moveTo>
                  <a:pt x="17288" y="20719"/>
                </a:moveTo>
                <a:lnTo>
                  <a:pt x="20745" y="20719"/>
                </a:lnTo>
                <a:lnTo>
                  <a:pt x="20745" y="17266"/>
                </a:lnTo>
                <a:lnTo>
                  <a:pt x="24203" y="17266"/>
                </a:lnTo>
                <a:lnTo>
                  <a:pt x="24203" y="10360"/>
                </a:lnTo>
                <a:lnTo>
                  <a:pt x="27660" y="10360"/>
                </a:lnTo>
                <a:lnTo>
                  <a:pt x="27660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34575" y="0"/>
                </a:lnTo>
                <a:lnTo>
                  <a:pt x="34575" y="31079"/>
                </a:lnTo>
                <a:lnTo>
                  <a:pt x="58778" y="31079"/>
                </a:lnTo>
                <a:lnTo>
                  <a:pt x="58778" y="41439"/>
                </a:lnTo>
                <a:lnTo>
                  <a:pt x="34575" y="41439"/>
                </a:lnTo>
                <a:lnTo>
                  <a:pt x="34575" y="113957"/>
                </a:lnTo>
                <a:lnTo>
                  <a:pt x="38033" y="113957"/>
                </a:lnTo>
                <a:lnTo>
                  <a:pt x="38033" y="117410"/>
                </a:lnTo>
                <a:lnTo>
                  <a:pt x="51863" y="117410"/>
                </a:lnTo>
                <a:lnTo>
                  <a:pt x="51863" y="113957"/>
                </a:lnTo>
                <a:lnTo>
                  <a:pt x="55320" y="113957"/>
                </a:lnTo>
                <a:lnTo>
                  <a:pt x="55320" y="110504"/>
                </a:lnTo>
                <a:lnTo>
                  <a:pt x="58778" y="110504"/>
                </a:lnTo>
                <a:lnTo>
                  <a:pt x="58778" y="120864"/>
                </a:lnTo>
                <a:lnTo>
                  <a:pt x="55320" y="120864"/>
                </a:lnTo>
                <a:lnTo>
                  <a:pt x="55320" y="124317"/>
                </a:lnTo>
                <a:lnTo>
                  <a:pt x="51863" y="124317"/>
                </a:lnTo>
                <a:lnTo>
                  <a:pt x="51863" y="127770"/>
                </a:lnTo>
                <a:lnTo>
                  <a:pt x="48405" y="127770"/>
                </a:lnTo>
                <a:lnTo>
                  <a:pt x="48405" y="131223"/>
                </a:lnTo>
                <a:lnTo>
                  <a:pt x="41490" y="131223"/>
                </a:lnTo>
                <a:lnTo>
                  <a:pt x="41490" y="134677"/>
                </a:lnTo>
                <a:lnTo>
                  <a:pt x="31118" y="134677"/>
                </a:lnTo>
                <a:lnTo>
                  <a:pt x="31118" y="131223"/>
                </a:lnTo>
                <a:lnTo>
                  <a:pt x="24203" y="131223"/>
                </a:lnTo>
                <a:lnTo>
                  <a:pt x="24203" y="127770"/>
                </a:lnTo>
                <a:lnTo>
                  <a:pt x="20745" y="127770"/>
                </a:lnTo>
                <a:lnTo>
                  <a:pt x="20745" y="124317"/>
                </a:lnTo>
                <a:lnTo>
                  <a:pt x="17288" y="124317"/>
                </a:lnTo>
                <a:lnTo>
                  <a:pt x="17288" y="41439"/>
                </a:lnTo>
                <a:lnTo>
                  <a:pt x="0" y="41439"/>
                </a:lnTo>
                <a:lnTo>
                  <a:pt x="0" y="34532"/>
                </a:lnTo>
                <a:lnTo>
                  <a:pt x="6915" y="34532"/>
                </a:lnTo>
                <a:lnTo>
                  <a:pt x="6915" y="31079"/>
                </a:lnTo>
                <a:lnTo>
                  <a:pt x="10373" y="31079"/>
                </a:lnTo>
                <a:lnTo>
                  <a:pt x="10373" y="27626"/>
                </a:lnTo>
                <a:lnTo>
                  <a:pt x="13830" y="27626"/>
                </a:lnTo>
                <a:lnTo>
                  <a:pt x="13830" y="24173"/>
                </a:lnTo>
                <a:lnTo>
                  <a:pt x="17288" y="24173"/>
                </a:lnTo>
                <a:lnTo>
                  <a:pt x="17288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093A8C1-923B-4D9D-B12C-EA6E8FFD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975" y="680023"/>
            <a:ext cx="100268" cy="103597"/>
          </a:xfrm>
          <a:custGeom xmlns:a="http://schemas.openxmlformats.org/drawingml/2006/main">
            <a:pathLst>
              <a:path w="100268" h="103597">
                <a:moveTo>
                  <a:pt x="13830" y="13813"/>
                </a:moveTo>
                <a:lnTo>
                  <a:pt x="17288" y="13813"/>
                </a:lnTo>
                <a:lnTo>
                  <a:pt x="17288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7660" y="6906"/>
                </a:lnTo>
                <a:lnTo>
                  <a:pt x="27660" y="3453"/>
                </a:lnTo>
                <a:lnTo>
                  <a:pt x="34575" y="3453"/>
                </a:lnTo>
                <a:lnTo>
                  <a:pt x="34575" y="0"/>
                </a:lnTo>
                <a:lnTo>
                  <a:pt x="65693" y="0"/>
                </a:lnTo>
                <a:lnTo>
                  <a:pt x="65693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9523" y="6906"/>
                </a:lnTo>
                <a:lnTo>
                  <a:pt x="79523" y="10360"/>
                </a:lnTo>
                <a:lnTo>
                  <a:pt x="82981" y="10360"/>
                </a:lnTo>
                <a:lnTo>
                  <a:pt x="82981" y="13813"/>
                </a:lnTo>
                <a:lnTo>
                  <a:pt x="86438" y="13813"/>
                </a:lnTo>
                <a:lnTo>
                  <a:pt x="86438" y="17266"/>
                </a:lnTo>
                <a:lnTo>
                  <a:pt x="89896" y="17266"/>
                </a:lnTo>
                <a:lnTo>
                  <a:pt x="89896" y="24173"/>
                </a:lnTo>
                <a:lnTo>
                  <a:pt x="93353" y="24173"/>
                </a:lnTo>
                <a:lnTo>
                  <a:pt x="93353" y="31079"/>
                </a:lnTo>
                <a:lnTo>
                  <a:pt x="96811" y="31079"/>
                </a:lnTo>
                <a:lnTo>
                  <a:pt x="96811" y="41439"/>
                </a:lnTo>
                <a:lnTo>
                  <a:pt x="100268" y="41439"/>
                </a:lnTo>
                <a:lnTo>
                  <a:pt x="100268" y="55252"/>
                </a:lnTo>
                <a:lnTo>
                  <a:pt x="96811" y="55252"/>
                </a:lnTo>
                <a:lnTo>
                  <a:pt x="96811" y="69065"/>
                </a:lnTo>
                <a:lnTo>
                  <a:pt x="93353" y="69065"/>
                </a:lnTo>
                <a:lnTo>
                  <a:pt x="93353" y="75971"/>
                </a:lnTo>
                <a:lnTo>
                  <a:pt x="89896" y="75971"/>
                </a:lnTo>
                <a:lnTo>
                  <a:pt x="89896" y="82878"/>
                </a:lnTo>
                <a:lnTo>
                  <a:pt x="86438" y="82878"/>
                </a:lnTo>
                <a:lnTo>
                  <a:pt x="86438" y="86331"/>
                </a:lnTo>
                <a:lnTo>
                  <a:pt x="82981" y="86331"/>
                </a:lnTo>
                <a:lnTo>
                  <a:pt x="82981" y="89784"/>
                </a:lnTo>
                <a:lnTo>
                  <a:pt x="79523" y="89784"/>
                </a:lnTo>
                <a:lnTo>
                  <a:pt x="79523" y="93238"/>
                </a:lnTo>
                <a:lnTo>
                  <a:pt x="76066" y="93238"/>
                </a:lnTo>
                <a:lnTo>
                  <a:pt x="76066" y="96691"/>
                </a:lnTo>
                <a:lnTo>
                  <a:pt x="69151" y="96691"/>
                </a:lnTo>
                <a:lnTo>
                  <a:pt x="69151" y="100144"/>
                </a:lnTo>
                <a:lnTo>
                  <a:pt x="58778" y="100144"/>
                </a:lnTo>
                <a:lnTo>
                  <a:pt x="58778" y="103597"/>
                </a:lnTo>
                <a:lnTo>
                  <a:pt x="41490" y="103597"/>
                </a:lnTo>
                <a:lnTo>
                  <a:pt x="41490" y="100144"/>
                </a:lnTo>
                <a:lnTo>
                  <a:pt x="27660" y="100144"/>
                </a:lnTo>
                <a:lnTo>
                  <a:pt x="27660" y="96691"/>
                </a:lnTo>
                <a:lnTo>
                  <a:pt x="24203" y="96691"/>
                </a:lnTo>
                <a:lnTo>
                  <a:pt x="24203" y="93238"/>
                </a:lnTo>
                <a:lnTo>
                  <a:pt x="17288" y="93238"/>
                </a:lnTo>
                <a:lnTo>
                  <a:pt x="17288" y="89784"/>
                </a:lnTo>
                <a:lnTo>
                  <a:pt x="13830" y="89784"/>
                </a:lnTo>
                <a:lnTo>
                  <a:pt x="13830" y="82878"/>
                </a:lnTo>
                <a:lnTo>
                  <a:pt x="10373" y="82878"/>
                </a:lnTo>
                <a:lnTo>
                  <a:pt x="10373" y="79425"/>
                </a:lnTo>
                <a:lnTo>
                  <a:pt x="6915" y="79425"/>
                </a:lnTo>
                <a:lnTo>
                  <a:pt x="6915" y="72518"/>
                </a:lnTo>
                <a:lnTo>
                  <a:pt x="3458" y="72518"/>
                </a:lnTo>
                <a:lnTo>
                  <a:pt x="3458" y="58705"/>
                </a:lnTo>
                <a:lnTo>
                  <a:pt x="0" y="58705"/>
                </a:lnTo>
                <a:lnTo>
                  <a:pt x="0" y="44892"/>
                </a:lnTo>
                <a:lnTo>
                  <a:pt x="3458" y="44892"/>
                </a:lnTo>
                <a:lnTo>
                  <a:pt x="3458" y="31079"/>
                </a:lnTo>
                <a:lnTo>
                  <a:pt x="6915" y="31079"/>
                </a:lnTo>
                <a:lnTo>
                  <a:pt x="6915" y="24173"/>
                </a:lnTo>
                <a:lnTo>
                  <a:pt x="10373" y="24173"/>
                </a:lnTo>
                <a:lnTo>
                  <a:pt x="10373" y="20719"/>
                </a:lnTo>
                <a:lnTo>
                  <a:pt x="13830" y="20719"/>
                </a:lnTo>
                <a:lnTo>
                  <a:pt x="13830" y="13813"/>
                </a:lnTo>
                <a:close/>
                <a:moveTo>
                  <a:pt x="38033" y="86331"/>
                </a:moveTo>
                <a:lnTo>
                  <a:pt x="38033" y="89784"/>
                </a:lnTo>
                <a:lnTo>
                  <a:pt x="44948" y="89784"/>
                </a:lnTo>
                <a:lnTo>
                  <a:pt x="44948" y="93238"/>
                </a:lnTo>
                <a:lnTo>
                  <a:pt x="62235" y="93238"/>
                </a:lnTo>
                <a:lnTo>
                  <a:pt x="62235" y="89784"/>
                </a:lnTo>
                <a:lnTo>
                  <a:pt x="69151" y="89784"/>
                </a:lnTo>
                <a:lnTo>
                  <a:pt x="69151" y="86331"/>
                </a:lnTo>
                <a:lnTo>
                  <a:pt x="72608" y="86331"/>
                </a:lnTo>
                <a:lnTo>
                  <a:pt x="72608" y="79425"/>
                </a:lnTo>
                <a:lnTo>
                  <a:pt x="76066" y="79425"/>
                </a:lnTo>
                <a:lnTo>
                  <a:pt x="76066" y="34532"/>
                </a:lnTo>
                <a:lnTo>
                  <a:pt x="72608" y="34532"/>
                </a:lnTo>
                <a:lnTo>
                  <a:pt x="72608" y="24173"/>
                </a:lnTo>
                <a:lnTo>
                  <a:pt x="69151" y="24173"/>
                </a:lnTo>
                <a:lnTo>
                  <a:pt x="69151" y="20719"/>
                </a:lnTo>
                <a:lnTo>
                  <a:pt x="65693" y="20719"/>
                </a:lnTo>
                <a:lnTo>
                  <a:pt x="65693" y="13813"/>
                </a:lnTo>
                <a:lnTo>
                  <a:pt x="58778" y="13813"/>
                </a:lnTo>
                <a:lnTo>
                  <a:pt x="58778" y="10360"/>
                </a:lnTo>
                <a:lnTo>
                  <a:pt x="51863" y="10360"/>
                </a:lnTo>
                <a:lnTo>
                  <a:pt x="51863" y="6906"/>
                </a:lnTo>
                <a:lnTo>
                  <a:pt x="41490" y="6906"/>
                </a:lnTo>
                <a:lnTo>
                  <a:pt x="41490" y="10360"/>
                </a:lnTo>
                <a:lnTo>
                  <a:pt x="34575" y="10360"/>
                </a:lnTo>
                <a:lnTo>
                  <a:pt x="34575" y="13813"/>
                </a:lnTo>
                <a:lnTo>
                  <a:pt x="31118" y="13813"/>
                </a:lnTo>
                <a:lnTo>
                  <a:pt x="31118" y="17266"/>
                </a:lnTo>
                <a:lnTo>
                  <a:pt x="27660" y="17266"/>
                </a:lnTo>
                <a:lnTo>
                  <a:pt x="27660" y="24173"/>
                </a:lnTo>
                <a:lnTo>
                  <a:pt x="24203" y="24173"/>
                </a:lnTo>
                <a:lnTo>
                  <a:pt x="24203" y="65612"/>
                </a:lnTo>
                <a:lnTo>
                  <a:pt x="27660" y="65612"/>
                </a:lnTo>
                <a:lnTo>
                  <a:pt x="27660" y="75971"/>
                </a:lnTo>
                <a:lnTo>
                  <a:pt x="31118" y="75971"/>
                </a:lnTo>
                <a:lnTo>
                  <a:pt x="31118" y="79425"/>
                </a:lnTo>
                <a:lnTo>
                  <a:pt x="34575" y="79425"/>
                </a:lnTo>
                <a:lnTo>
                  <a:pt x="34575" y="86331"/>
                </a:lnTo>
                <a:lnTo>
                  <a:pt x="38033" y="8633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C2C7E368-7489-4095-AD61-B08AC030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53" y="890671"/>
            <a:ext cx="24203" cy="20719"/>
          </a:xfrm>
          <a:custGeom xmlns:a="http://schemas.openxmlformats.org/drawingml/2006/main">
            <a:pathLst>
              <a:path w="24203" h="20719">
                <a:moveTo>
                  <a:pt x="24203" y="13813"/>
                </a:moveTo>
                <a:lnTo>
                  <a:pt x="20745" y="13813"/>
                </a:lnTo>
                <a:lnTo>
                  <a:pt x="20745" y="17266"/>
                </a:lnTo>
                <a:lnTo>
                  <a:pt x="17288" y="17266"/>
                </a:lnTo>
                <a:lnTo>
                  <a:pt x="17288" y="20719"/>
                </a:lnTo>
                <a:lnTo>
                  <a:pt x="3458" y="20719"/>
                </a:lnTo>
                <a:lnTo>
                  <a:pt x="3458" y="17266"/>
                </a:lnTo>
                <a:lnTo>
                  <a:pt x="0" y="17266"/>
                </a:lnTo>
                <a:lnTo>
                  <a:pt x="0" y="3453"/>
                </a:lnTo>
                <a:lnTo>
                  <a:pt x="3458" y="3453"/>
                </a:lnTo>
                <a:lnTo>
                  <a:pt x="3458" y="0"/>
                </a:lnTo>
                <a:lnTo>
                  <a:pt x="20745" y="0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93C3E7AF-25CF-4CB6-B8DA-41C4369F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923" y="945923"/>
            <a:ext cx="48405" cy="103597"/>
          </a:xfrm>
          <a:custGeom xmlns:a="http://schemas.openxmlformats.org/drawingml/2006/main">
            <a:pathLst>
              <a:path w="48405" h="103597">
                <a:moveTo>
                  <a:pt x="13830" y="17266"/>
                </a:moveTo>
                <a:lnTo>
                  <a:pt x="10373" y="17266"/>
                </a:lnTo>
                <a:lnTo>
                  <a:pt x="10373" y="13813"/>
                </a:lnTo>
                <a:lnTo>
                  <a:pt x="6915" y="13813"/>
                </a:lnTo>
                <a:lnTo>
                  <a:pt x="6915" y="17266"/>
                </a:lnTo>
                <a:lnTo>
                  <a:pt x="0" y="17266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89784"/>
                </a:lnTo>
                <a:lnTo>
                  <a:pt x="38033" y="89784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48405" y="96691"/>
                </a:lnTo>
                <a:lnTo>
                  <a:pt x="48405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86331"/>
                </a:lnTo>
                <a:lnTo>
                  <a:pt x="17288" y="86331"/>
                </a:lnTo>
                <a:lnTo>
                  <a:pt x="17288" y="27626"/>
                </a:lnTo>
                <a:lnTo>
                  <a:pt x="13830" y="27626"/>
                </a:lnTo>
                <a:lnTo>
                  <a:pt x="1383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E23BF9B9-9087-4319-9C95-0E5962DE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78" y="1160024"/>
            <a:ext cx="34575" cy="34532"/>
          </a:xfrm>
          <a:custGeom xmlns:a="http://schemas.openxmlformats.org/drawingml/2006/main">
            <a:pathLst>
              <a:path w="34575" h="34532">
                <a:moveTo>
                  <a:pt x="3458" y="24173"/>
                </a:moveTo>
                <a:lnTo>
                  <a:pt x="0" y="24173"/>
                </a:lnTo>
                <a:lnTo>
                  <a:pt x="0" y="13813"/>
                </a:lnTo>
                <a:lnTo>
                  <a:pt x="3458" y="13813"/>
                </a:lnTo>
                <a:lnTo>
                  <a:pt x="3458" y="6906"/>
                </a:lnTo>
                <a:lnTo>
                  <a:pt x="6915" y="6906"/>
                </a:lnTo>
                <a:lnTo>
                  <a:pt x="6915" y="3453"/>
                </a:lnTo>
                <a:lnTo>
                  <a:pt x="17288" y="3453"/>
                </a:lnTo>
                <a:lnTo>
                  <a:pt x="17288" y="0"/>
                </a:lnTo>
                <a:lnTo>
                  <a:pt x="20745" y="0"/>
                </a:lnTo>
                <a:lnTo>
                  <a:pt x="20745" y="3453"/>
                </a:lnTo>
                <a:lnTo>
                  <a:pt x="27660" y="3453"/>
                </a:lnTo>
                <a:lnTo>
                  <a:pt x="27660" y="6906"/>
                </a:lnTo>
                <a:lnTo>
                  <a:pt x="31118" y="6906"/>
                </a:lnTo>
                <a:lnTo>
                  <a:pt x="31118" y="10360"/>
                </a:lnTo>
                <a:lnTo>
                  <a:pt x="34575" y="10360"/>
                </a:lnTo>
                <a:lnTo>
                  <a:pt x="34575" y="27626"/>
                </a:lnTo>
                <a:lnTo>
                  <a:pt x="31118" y="27626"/>
                </a:lnTo>
                <a:lnTo>
                  <a:pt x="31118" y="31079"/>
                </a:lnTo>
                <a:lnTo>
                  <a:pt x="27660" y="31079"/>
                </a:lnTo>
                <a:lnTo>
                  <a:pt x="27660" y="34532"/>
                </a:lnTo>
                <a:lnTo>
                  <a:pt x="10373" y="34532"/>
                </a:lnTo>
                <a:lnTo>
                  <a:pt x="10373" y="31079"/>
                </a:lnTo>
                <a:lnTo>
                  <a:pt x="6915" y="31079"/>
                </a:lnTo>
                <a:lnTo>
                  <a:pt x="6915" y="27626"/>
                </a:lnTo>
                <a:lnTo>
                  <a:pt x="3458" y="27626"/>
                </a:lnTo>
                <a:lnTo>
                  <a:pt x="3458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D214AB2A-6189-4177-B541-B22FF0BB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805" y="1215276"/>
            <a:ext cx="55320" cy="103597"/>
          </a:xfrm>
          <a:custGeom xmlns:a="http://schemas.openxmlformats.org/drawingml/2006/main">
            <a:pathLst>
              <a:path w="55320" h="103597">
                <a:moveTo>
                  <a:pt x="13830" y="13813"/>
                </a:moveTo>
                <a:lnTo>
                  <a:pt x="10373" y="13813"/>
                </a:lnTo>
                <a:lnTo>
                  <a:pt x="10373" y="6906"/>
                </a:lnTo>
                <a:lnTo>
                  <a:pt x="6915" y="6906"/>
                </a:lnTo>
                <a:lnTo>
                  <a:pt x="6915" y="3453"/>
                </a:lnTo>
                <a:lnTo>
                  <a:pt x="0" y="3453"/>
                </a:lnTo>
                <a:lnTo>
                  <a:pt x="0" y="0"/>
                </a:lnTo>
                <a:lnTo>
                  <a:pt x="44948" y="0"/>
                </a:lnTo>
                <a:lnTo>
                  <a:pt x="44948" y="93238"/>
                </a:lnTo>
                <a:lnTo>
                  <a:pt x="48405" y="93238"/>
                </a:lnTo>
                <a:lnTo>
                  <a:pt x="48405" y="96691"/>
                </a:lnTo>
                <a:lnTo>
                  <a:pt x="55320" y="96691"/>
                </a:lnTo>
                <a:lnTo>
                  <a:pt x="55320" y="103597"/>
                </a:lnTo>
                <a:lnTo>
                  <a:pt x="44948" y="103597"/>
                </a:lnTo>
                <a:lnTo>
                  <a:pt x="44948" y="100144"/>
                </a:lnTo>
                <a:lnTo>
                  <a:pt x="13830" y="100144"/>
                </a:lnTo>
                <a:lnTo>
                  <a:pt x="13830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6915" y="96691"/>
                </a:lnTo>
                <a:lnTo>
                  <a:pt x="6915" y="93238"/>
                </a:lnTo>
                <a:lnTo>
                  <a:pt x="10373" y="93238"/>
                </a:lnTo>
                <a:lnTo>
                  <a:pt x="10373" y="89784"/>
                </a:lnTo>
                <a:lnTo>
                  <a:pt x="13830" y="89784"/>
                </a:lnTo>
                <a:lnTo>
                  <a:pt x="13830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F087911F-16F9-465B-AFA6-7212A204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923" y="1747075"/>
            <a:ext cx="31118" cy="3453"/>
          </a:xfrm>
          <a:custGeom xmlns:a="http://schemas.openxmlformats.org/drawingml/2006/main">
            <a:pathLst>
              <a:path w="31118" h="3453">
                <a:moveTo>
                  <a:pt x="0" y="0"/>
                </a:moveTo>
                <a:lnTo>
                  <a:pt x="31118" y="0"/>
                </a:lnTo>
                <a:lnTo>
                  <a:pt x="31118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5EDF83B3-A557-4D3F-9EA0-B9399EA9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315" y="1747075"/>
            <a:ext cx="48405" cy="3453"/>
          </a:xfrm>
          <a:custGeom xmlns:a="http://schemas.openxmlformats.org/drawingml/2006/main">
            <a:pathLst>
              <a:path w="48405" h="3453">
                <a:moveTo>
                  <a:pt x="48405" y="0"/>
                </a:moveTo>
                <a:lnTo>
                  <a:pt x="48405" y="3453"/>
                </a:lnTo>
                <a:lnTo>
                  <a:pt x="0" y="3453"/>
                </a:lnTo>
                <a:lnTo>
                  <a:pt x="0" y="0"/>
                </a:lnTo>
                <a:lnTo>
                  <a:pt x="4840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1A9EC9A1-884D-4758-B721-995D70C3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98" y="92971"/>
            <a:ext cx="110641" cy="158849"/>
          </a:xfrm>
          <a:custGeom xmlns:a="http://schemas.openxmlformats.org/drawingml/2006/main">
            <a:pathLst>
              <a:path w="110641" h="158849">
                <a:moveTo>
                  <a:pt x="13830" y="24173"/>
                </a:moveTo>
                <a:lnTo>
                  <a:pt x="13830" y="17266"/>
                </a:lnTo>
                <a:lnTo>
                  <a:pt x="0" y="17266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72518"/>
                </a:lnTo>
                <a:lnTo>
                  <a:pt x="41490" y="72518"/>
                </a:lnTo>
                <a:lnTo>
                  <a:pt x="41490" y="69065"/>
                </a:lnTo>
                <a:lnTo>
                  <a:pt x="44948" y="69065"/>
                </a:lnTo>
                <a:lnTo>
                  <a:pt x="44948" y="65612"/>
                </a:lnTo>
                <a:lnTo>
                  <a:pt x="48405" y="65612"/>
                </a:lnTo>
                <a:lnTo>
                  <a:pt x="48405" y="62158"/>
                </a:lnTo>
                <a:lnTo>
                  <a:pt x="51863" y="62158"/>
                </a:lnTo>
                <a:lnTo>
                  <a:pt x="51863" y="58705"/>
                </a:lnTo>
                <a:lnTo>
                  <a:pt x="58778" y="58705"/>
                </a:lnTo>
                <a:lnTo>
                  <a:pt x="58778" y="55252"/>
                </a:lnTo>
                <a:lnTo>
                  <a:pt x="79523" y="55252"/>
                </a:lnTo>
                <a:lnTo>
                  <a:pt x="79523" y="58705"/>
                </a:lnTo>
                <a:lnTo>
                  <a:pt x="82981" y="58705"/>
                </a:lnTo>
                <a:lnTo>
                  <a:pt x="82981" y="62158"/>
                </a:lnTo>
                <a:lnTo>
                  <a:pt x="86438" y="62158"/>
                </a:lnTo>
                <a:lnTo>
                  <a:pt x="86438" y="65612"/>
                </a:lnTo>
                <a:lnTo>
                  <a:pt x="89896" y="65612"/>
                </a:lnTo>
                <a:lnTo>
                  <a:pt x="89896" y="72518"/>
                </a:lnTo>
                <a:lnTo>
                  <a:pt x="93353" y="72518"/>
                </a:lnTo>
                <a:lnTo>
                  <a:pt x="93353" y="138130"/>
                </a:lnTo>
                <a:lnTo>
                  <a:pt x="96811" y="138130"/>
                </a:lnTo>
                <a:lnTo>
                  <a:pt x="96811" y="148489"/>
                </a:lnTo>
                <a:lnTo>
                  <a:pt x="100268" y="148489"/>
                </a:lnTo>
                <a:lnTo>
                  <a:pt x="100268" y="151943"/>
                </a:lnTo>
                <a:lnTo>
                  <a:pt x="110641" y="151943"/>
                </a:lnTo>
                <a:lnTo>
                  <a:pt x="110641" y="155396"/>
                </a:lnTo>
                <a:lnTo>
                  <a:pt x="107183" y="155396"/>
                </a:lnTo>
                <a:lnTo>
                  <a:pt x="107183" y="158849"/>
                </a:lnTo>
                <a:lnTo>
                  <a:pt x="58778" y="158849"/>
                </a:lnTo>
                <a:lnTo>
                  <a:pt x="58778" y="151943"/>
                </a:lnTo>
                <a:lnTo>
                  <a:pt x="72608" y="151943"/>
                </a:lnTo>
                <a:lnTo>
                  <a:pt x="72608" y="145036"/>
                </a:lnTo>
                <a:lnTo>
                  <a:pt x="76066" y="145036"/>
                </a:lnTo>
                <a:lnTo>
                  <a:pt x="76066" y="82878"/>
                </a:lnTo>
                <a:lnTo>
                  <a:pt x="72608" y="82878"/>
                </a:lnTo>
                <a:lnTo>
                  <a:pt x="72608" y="75971"/>
                </a:lnTo>
                <a:lnTo>
                  <a:pt x="69151" y="75971"/>
                </a:lnTo>
                <a:lnTo>
                  <a:pt x="69151" y="72518"/>
                </a:lnTo>
                <a:lnTo>
                  <a:pt x="65693" y="72518"/>
                </a:lnTo>
                <a:lnTo>
                  <a:pt x="65693" y="69065"/>
                </a:lnTo>
                <a:lnTo>
                  <a:pt x="51863" y="69065"/>
                </a:lnTo>
                <a:lnTo>
                  <a:pt x="51863" y="72518"/>
                </a:lnTo>
                <a:lnTo>
                  <a:pt x="44948" y="72518"/>
                </a:lnTo>
                <a:lnTo>
                  <a:pt x="44948" y="75971"/>
                </a:lnTo>
                <a:lnTo>
                  <a:pt x="41490" y="75971"/>
                </a:lnTo>
                <a:lnTo>
                  <a:pt x="41490" y="79425"/>
                </a:lnTo>
                <a:lnTo>
                  <a:pt x="38033" y="79425"/>
                </a:lnTo>
                <a:lnTo>
                  <a:pt x="38033" y="82878"/>
                </a:lnTo>
                <a:lnTo>
                  <a:pt x="34575" y="82878"/>
                </a:lnTo>
                <a:lnTo>
                  <a:pt x="34575" y="145036"/>
                </a:lnTo>
                <a:lnTo>
                  <a:pt x="38033" y="145036"/>
                </a:lnTo>
                <a:lnTo>
                  <a:pt x="38033" y="148489"/>
                </a:lnTo>
                <a:lnTo>
                  <a:pt x="41490" y="148489"/>
                </a:lnTo>
                <a:lnTo>
                  <a:pt x="41490" y="151943"/>
                </a:lnTo>
                <a:lnTo>
                  <a:pt x="51863" y="151943"/>
                </a:lnTo>
                <a:lnTo>
                  <a:pt x="51863" y="158849"/>
                </a:lnTo>
                <a:lnTo>
                  <a:pt x="3458" y="158849"/>
                </a:lnTo>
                <a:lnTo>
                  <a:pt x="3458" y="155396"/>
                </a:lnTo>
                <a:lnTo>
                  <a:pt x="0" y="155396"/>
                </a:lnTo>
                <a:lnTo>
                  <a:pt x="0" y="151943"/>
                </a:lnTo>
                <a:lnTo>
                  <a:pt x="10373" y="151943"/>
                </a:lnTo>
                <a:lnTo>
                  <a:pt x="10373" y="148489"/>
                </a:lnTo>
                <a:lnTo>
                  <a:pt x="13830" y="148489"/>
                </a:lnTo>
                <a:lnTo>
                  <a:pt x="13830" y="145036"/>
                </a:lnTo>
                <a:lnTo>
                  <a:pt x="17288" y="145036"/>
                </a:lnTo>
                <a:lnTo>
                  <a:pt x="17288" y="24173"/>
                </a:lnTo>
                <a:lnTo>
                  <a:pt x="13830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8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0A6F35F3-1F31-442E-9C1C-5257A891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158" y="680023"/>
            <a:ext cx="110641" cy="103597"/>
          </a:xfrm>
          <a:custGeom xmlns:a="http://schemas.openxmlformats.org/drawingml/2006/main">
            <a:pathLst>
              <a:path w="110641" h="103597">
                <a:moveTo>
                  <a:pt x="0" y="10360"/>
                </a:moveTo>
                <a:lnTo>
                  <a:pt x="6915" y="10360"/>
                </a:lnTo>
                <a:lnTo>
                  <a:pt x="6915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17266"/>
                </a:lnTo>
                <a:lnTo>
                  <a:pt x="38033" y="17266"/>
                </a:lnTo>
                <a:lnTo>
                  <a:pt x="38033" y="13813"/>
                </a:lnTo>
                <a:lnTo>
                  <a:pt x="41490" y="13813"/>
                </a:lnTo>
                <a:lnTo>
                  <a:pt x="41490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51863" y="6906"/>
                </a:lnTo>
                <a:lnTo>
                  <a:pt x="51863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79523" y="0"/>
                </a:lnTo>
                <a:lnTo>
                  <a:pt x="79523" y="3453"/>
                </a:lnTo>
                <a:lnTo>
                  <a:pt x="82981" y="3453"/>
                </a:lnTo>
                <a:lnTo>
                  <a:pt x="82981" y="6906"/>
                </a:lnTo>
                <a:lnTo>
                  <a:pt x="86438" y="6906"/>
                </a:lnTo>
                <a:lnTo>
                  <a:pt x="86438" y="10360"/>
                </a:lnTo>
                <a:lnTo>
                  <a:pt x="89896" y="10360"/>
                </a:lnTo>
                <a:lnTo>
                  <a:pt x="89896" y="17266"/>
                </a:lnTo>
                <a:lnTo>
                  <a:pt x="93353" y="17266"/>
                </a:lnTo>
                <a:lnTo>
                  <a:pt x="93353" y="86331"/>
                </a:lnTo>
                <a:lnTo>
                  <a:pt x="96811" y="86331"/>
                </a:lnTo>
                <a:lnTo>
                  <a:pt x="96811" y="93238"/>
                </a:lnTo>
                <a:lnTo>
                  <a:pt x="100268" y="93238"/>
                </a:lnTo>
                <a:lnTo>
                  <a:pt x="100268" y="96691"/>
                </a:lnTo>
                <a:lnTo>
                  <a:pt x="110641" y="96691"/>
                </a:lnTo>
                <a:lnTo>
                  <a:pt x="110641" y="100144"/>
                </a:lnTo>
                <a:lnTo>
                  <a:pt x="107183" y="100144"/>
                </a:lnTo>
                <a:lnTo>
                  <a:pt x="107183" y="103597"/>
                </a:lnTo>
                <a:lnTo>
                  <a:pt x="62235" y="103597"/>
                </a:lnTo>
                <a:lnTo>
                  <a:pt x="62235" y="100144"/>
                </a:lnTo>
                <a:lnTo>
                  <a:pt x="58778" y="100144"/>
                </a:lnTo>
                <a:lnTo>
                  <a:pt x="58778" y="96691"/>
                </a:lnTo>
                <a:lnTo>
                  <a:pt x="69151" y="96691"/>
                </a:lnTo>
                <a:lnTo>
                  <a:pt x="69151" y="93238"/>
                </a:lnTo>
                <a:lnTo>
                  <a:pt x="72608" y="93238"/>
                </a:lnTo>
                <a:lnTo>
                  <a:pt x="72608" y="89784"/>
                </a:lnTo>
                <a:lnTo>
                  <a:pt x="76066" y="89784"/>
                </a:lnTo>
                <a:lnTo>
                  <a:pt x="76066" y="31079"/>
                </a:lnTo>
                <a:lnTo>
                  <a:pt x="72608" y="31079"/>
                </a:lnTo>
                <a:lnTo>
                  <a:pt x="72608" y="20719"/>
                </a:lnTo>
                <a:lnTo>
                  <a:pt x="69151" y="20719"/>
                </a:lnTo>
                <a:lnTo>
                  <a:pt x="69151" y="17266"/>
                </a:lnTo>
                <a:lnTo>
                  <a:pt x="65693" y="17266"/>
                </a:lnTo>
                <a:lnTo>
                  <a:pt x="65693" y="13813"/>
                </a:lnTo>
                <a:lnTo>
                  <a:pt x="55320" y="13813"/>
                </a:lnTo>
                <a:lnTo>
                  <a:pt x="55320" y="17266"/>
                </a:lnTo>
                <a:lnTo>
                  <a:pt x="44948" y="17266"/>
                </a:lnTo>
                <a:lnTo>
                  <a:pt x="44948" y="20719"/>
                </a:lnTo>
                <a:lnTo>
                  <a:pt x="41490" y="20719"/>
                </a:lnTo>
                <a:lnTo>
                  <a:pt x="41490" y="24173"/>
                </a:lnTo>
                <a:lnTo>
                  <a:pt x="38033" y="24173"/>
                </a:lnTo>
                <a:lnTo>
                  <a:pt x="38033" y="27626"/>
                </a:lnTo>
                <a:lnTo>
                  <a:pt x="34575" y="27626"/>
                </a:lnTo>
                <a:lnTo>
                  <a:pt x="34575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0" y="103597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82878"/>
                </a:lnTo>
                <a:lnTo>
                  <a:pt x="17288" y="82878"/>
                </a:lnTo>
                <a:lnTo>
                  <a:pt x="17288" y="31079"/>
                </a:lnTo>
                <a:lnTo>
                  <a:pt x="13830" y="31079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6915" y="13813"/>
                </a:lnTo>
                <a:lnTo>
                  <a:pt x="6915" y="17266"/>
                </a:lnTo>
                <a:lnTo>
                  <a:pt x="0" y="17266"/>
                </a:lnTo>
                <a:lnTo>
                  <a:pt x="0" y="103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FD68D613-8F5E-43F8-ACF2-E5236D15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158" y="945923"/>
            <a:ext cx="82981" cy="103597"/>
          </a:xfrm>
          <a:custGeom xmlns:a="http://schemas.openxmlformats.org/drawingml/2006/main">
            <a:pathLst>
              <a:path w="82981" h="103597">
                <a:moveTo>
                  <a:pt x="0" y="31079"/>
                </a:moveTo>
                <a:lnTo>
                  <a:pt x="3458" y="31079"/>
                </a:lnTo>
                <a:lnTo>
                  <a:pt x="3458" y="24173"/>
                </a:lnTo>
                <a:lnTo>
                  <a:pt x="6915" y="24173"/>
                </a:lnTo>
                <a:lnTo>
                  <a:pt x="6915" y="20719"/>
                </a:lnTo>
                <a:lnTo>
                  <a:pt x="10373" y="20719"/>
                </a:lnTo>
                <a:lnTo>
                  <a:pt x="10373" y="13813"/>
                </a:lnTo>
                <a:lnTo>
                  <a:pt x="13830" y="13813"/>
                </a:lnTo>
                <a:lnTo>
                  <a:pt x="13830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62235" y="0"/>
                </a:lnTo>
                <a:lnTo>
                  <a:pt x="62235" y="3453"/>
                </a:lnTo>
                <a:lnTo>
                  <a:pt x="69151" y="3453"/>
                </a:lnTo>
                <a:lnTo>
                  <a:pt x="69151" y="6906"/>
                </a:lnTo>
                <a:lnTo>
                  <a:pt x="72608" y="6906"/>
                </a:lnTo>
                <a:lnTo>
                  <a:pt x="72608" y="10360"/>
                </a:lnTo>
                <a:lnTo>
                  <a:pt x="76066" y="10360"/>
                </a:lnTo>
                <a:lnTo>
                  <a:pt x="76066" y="13813"/>
                </a:lnTo>
                <a:lnTo>
                  <a:pt x="79523" y="13813"/>
                </a:lnTo>
                <a:lnTo>
                  <a:pt x="79523" y="17266"/>
                </a:lnTo>
                <a:lnTo>
                  <a:pt x="82981" y="17266"/>
                </a:lnTo>
                <a:lnTo>
                  <a:pt x="82981" y="27626"/>
                </a:lnTo>
                <a:lnTo>
                  <a:pt x="79523" y="27626"/>
                </a:lnTo>
                <a:lnTo>
                  <a:pt x="79523" y="31079"/>
                </a:lnTo>
                <a:lnTo>
                  <a:pt x="62235" y="31079"/>
                </a:lnTo>
                <a:lnTo>
                  <a:pt x="62235" y="27626"/>
                </a:lnTo>
                <a:lnTo>
                  <a:pt x="58778" y="27626"/>
                </a:lnTo>
                <a:lnTo>
                  <a:pt x="58778" y="13813"/>
                </a:lnTo>
                <a:lnTo>
                  <a:pt x="55320" y="13813"/>
                </a:lnTo>
                <a:lnTo>
                  <a:pt x="55320" y="10360"/>
                </a:lnTo>
                <a:lnTo>
                  <a:pt x="51863" y="10360"/>
                </a:lnTo>
                <a:lnTo>
                  <a:pt x="51863" y="6906"/>
                </a:lnTo>
                <a:lnTo>
                  <a:pt x="38033" y="6906"/>
                </a:lnTo>
                <a:lnTo>
                  <a:pt x="38033" y="10360"/>
                </a:lnTo>
                <a:lnTo>
                  <a:pt x="31118" y="10360"/>
                </a:lnTo>
                <a:lnTo>
                  <a:pt x="31118" y="13813"/>
                </a:lnTo>
                <a:lnTo>
                  <a:pt x="27660" y="13813"/>
                </a:lnTo>
                <a:lnTo>
                  <a:pt x="27660" y="17266"/>
                </a:lnTo>
                <a:lnTo>
                  <a:pt x="24203" y="17266"/>
                </a:lnTo>
                <a:lnTo>
                  <a:pt x="24203" y="20719"/>
                </a:lnTo>
                <a:lnTo>
                  <a:pt x="20745" y="20719"/>
                </a:lnTo>
                <a:lnTo>
                  <a:pt x="20745" y="31079"/>
                </a:lnTo>
                <a:lnTo>
                  <a:pt x="17288" y="31079"/>
                </a:lnTo>
                <a:lnTo>
                  <a:pt x="17288" y="51799"/>
                </a:lnTo>
                <a:lnTo>
                  <a:pt x="20745" y="51799"/>
                </a:lnTo>
                <a:lnTo>
                  <a:pt x="20745" y="62158"/>
                </a:lnTo>
                <a:lnTo>
                  <a:pt x="24203" y="62158"/>
                </a:lnTo>
                <a:lnTo>
                  <a:pt x="24203" y="69065"/>
                </a:lnTo>
                <a:lnTo>
                  <a:pt x="27660" y="69065"/>
                </a:lnTo>
                <a:lnTo>
                  <a:pt x="27660" y="75971"/>
                </a:lnTo>
                <a:lnTo>
                  <a:pt x="34575" y="75971"/>
                </a:lnTo>
                <a:lnTo>
                  <a:pt x="34575" y="79425"/>
                </a:lnTo>
                <a:lnTo>
                  <a:pt x="38033" y="79425"/>
                </a:lnTo>
                <a:lnTo>
                  <a:pt x="38033" y="82878"/>
                </a:lnTo>
                <a:lnTo>
                  <a:pt x="58778" y="82878"/>
                </a:lnTo>
                <a:lnTo>
                  <a:pt x="58778" y="79425"/>
                </a:lnTo>
                <a:lnTo>
                  <a:pt x="65693" y="79425"/>
                </a:lnTo>
                <a:lnTo>
                  <a:pt x="65693" y="75971"/>
                </a:lnTo>
                <a:lnTo>
                  <a:pt x="72608" y="75971"/>
                </a:lnTo>
                <a:lnTo>
                  <a:pt x="72608" y="69065"/>
                </a:lnTo>
                <a:lnTo>
                  <a:pt x="76066" y="69065"/>
                </a:lnTo>
                <a:lnTo>
                  <a:pt x="76066" y="62158"/>
                </a:lnTo>
                <a:lnTo>
                  <a:pt x="79523" y="62158"/>
                </a:lnTo>
                <a:lnTo>
                  <a:pt x="79523" y="58705"/>
                </a:lnTo>
                <a:lnTo>
                  <a:pt x="82981" y="58705"/>
                </a:lnTo>
                <a:lnTo>
                  <a:pt x="82981" y="72518"/>
                </a:lnTo>
                <a:lnTo>
                  <a:pt x="79523" y="72518"/>
                </a:lnTo>
                <a:lnTo>
                  <a:pt x="79523" y="79425"/>
                </a:lnTo>
                <a:lnTo>
                  <a:pt x="76066" y="79425"/>
                </a:lnTo>
                <a:lnTo>
                  <a:pt x="76066" y="86331"/>
                </a:lnTo>
                <a:lnTo>
                  <a:pt x="72608" y="86331"/>
                </a:lnTo>
                <a:lnTo>
                  <a:pt x="72608" y="89784"/>
                </a:lnTo>
                <a:lnTo>
                  <a:pt x="69151" y="89784"/>
                </a:lnTo>
                <a:lnTo>
                  <a:pt x="69151" y="93238"/>
                </a:lnTo>
                <a:lnTo>
                  <a:pt x="62235" y="93238"/>
                </a:lnTo>
                <a:lnTo>
                  <a:pt x="62235" y="96691"/>
                </a:lnTo>
                <a:lnTo>
                  <a:pt x="58778" y="96691"/>
                </a:lnTo>
                <a:lnTo>
                  <a:pt x="58778" y="100144"/>
                </a:lnTo>
                <a:lnTo>
                  <a:pt x="44948" y="100144"/>
                </a:lnTo>
                <a:lnTo>
                  <a:pt x="44948" y="103597"/>
                </a:lnTo>
                <a:lnTo>
                  <a:pt x="38033" y="103597"/>
                </a:lnTo>
                <a:lnTo>
                  <a:pt x="38033" y="100144"/>
                </a:lnTo>
                <a:lnTo>
                  <a:pt x="24203" y="100144"/>
                </a:lnTo>
                <a:lnTo>
                  <a:pt x="24203" y="96691"/>
                </a:lnTo>
                <a:lnTo>
                  <a:pt x="20745" y="96691"/>
                </a:lnTo>
                <a:lnTo>
                  <a:pt x="20745" y="93238"/>
                </a:lnTo>
                <a:lnTo>
                  <a:pt x="17288" y="93238"/>
                </a:lnTo>
                <a:lnTo>
                  <a:pt x="17288" y="89784"/>
                </a:lnTo>
                <a:lnTo>
                  <a:pt x="10373" y="89784"/>
                </a:lnTo>
                <a:lnTo>
                  <a:pt x="10373" y="82878"/>
                </a:lnTo>
                <a:lnTo>
                  <a:pt x="6915" y="82878"/>
                </a:lnTo>
                <a:lnTo>
                  <a:pt x="6915" y="79425"/>
                </a:lnTo>
                <a:lnTo>
                  <a:pt x="3458" y="79425"/>
                </a:lnTo>
                <a:lnTo>
                  <a:pt x="3458" y="69065"/>
                </a:lnTo>
                <a:lnTo>
                  <a:pt x="0" y="69065"/>
                </a:lnTo>
                <a:lnTo>
                  <a:pt x="0" y="3107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01A6F73-EFD6-4E9F-89D3-7F3D8A36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98" y="1211822"/>
            <a:ext cx="72608" cy="110504"/>
          </a:xfrm>
          <a:custGeom xmlns:a="http://schemas.openxmlformats.org/drawingml/2006/main">
            <a:pathLst>
              <a:path w="72608" h="110504">
                <a:moveTo>
                  <a:pt x="3458" y="13813"/>
                </a:moveTo>
                <a:lnTo>
                  <a:pt x="6915" y="13813"/>
                </a:lnTo>
                <a:lnTo>
                  <a:pt x="6915" y="10360"/>
                </a:lnTo>
                <a:lnTo>
                  <a:pt x="10373" y="10360"/>
                </a:lnTo>
                <a:lnTo>
                  <a:pt x="10373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17288" y="3453"/>
                </a:lnTo>
                <a:lnTo>
                  <a:pt x="17288" y="0"/>
                </a:lnTo>
                <a:lnTo>
                  <a:pt x="44948" y="0"/>
                </a:lnTo>
                <a:lnTo>
                  <a:pt x="44948" y="3453"/>
                </a:lnTo>
                <a:lnTo>
                  <a:pt x="51863" y="3453"/>
                </a:lnTo>
                <a:lnTo>
                  <a:pt x="51863" y="6906"/>
                </a:lnTo>
                <a:lnTo>
                  <a:pt x="55320" y="6906"/>
                </a:lnTo>
                <a:lnTo>
                  <a:pt x="55320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65693" y="0"/>
                </a:lnTo>
                <a:lnTo>
                  <a:pt x="65693" y="34532"/>
                </a:lnTo>
                <a:lnTo>
                  <a:pt x="62235" y="34532"/>
                </a:lnTo>
                <a:lnTo>
                  <a:pt x="62235" y="31079"/>
                </a:lnTo>
                <a:lnTo>
                  <a:pt x="58778" y="31079"/>
                </a:lnTo>
                <a:lnTo>
                  <a:pt x="58778" y="24173"/>
                </a:lnTo>
                <a:lnTo>
                  <a:pt x="55320" y="24173"/>
                </a:lnTo>
                <a:lnTo>
                  <a:pt x="55320" y="20719"/>
                </a:lnTo>
                <a:lnTo>
                  <a:pt x="51863" y="20719"/>
                </a:lnTo>
                <a:lnTo>
                  <a:pt x="51863" y="13813"/>
                </a:lnTo>
                <a:lnTo>
                  <a:pt x="48405" y="13813"/>
                </a:lnTo>
                <a:lnTo>
                  <a:pt x="48405" y="10360"/>
                </a:lnTo>
                <a:lnTo>
                  <a:pt x="41490" y="10360"/>
                </a:lnTo>
                <a:lnTo>
                  <a:pt x="41490" y="6906"/>
                </a:lnTo>
                <a:lnTo>
                  <a:pt x="31118" y="6906"/>
                </a:lnTo>
                <a:lnTo>
                  <a:pt x="31118" y="10360"/>
                </a:lnTo>
                <a:lnTo>
                  <a:pt x="27660" y="10360"/>
                </a:lnTo>
                <a:lnTo>
                  <a:pt x="27660" y="13813"/>
                </a:lnTo>
                <a:lnTo>
                  <a:pt x="24203" y="13813"/>
                </a:lnTo>
                <a:lnTo>
                  <a:pt x="24203" y="20719"/>
                </a:lnTo>
                <a:lnTo>
                  <a:pt x="27660" y="20719"/>
                </a:lnTo>
                <a:lnTo>
                  <a:pt x="27660" y="24173"/>
                </a:lnTo>
                <a:lnTo>
                  <a:pt x="31118" y="24173"/>
                </a:lnTo>
                <a:lnTo>
                  <a:pt x="31118" y="27626"/>
                </a:lnTo>
                <a:lnTo>
                  <a:pt x="34575" y="27626"/>
                </a:lnTo>
                <a:lnTo>
                  <a:pt x="34575" y="31079"/>
                </a:lnTo>
                <a:lnTo>
                  <a:pt x="38033" y="31079"/>
                </a:lnTo>
                <a:lnTo>
                  <a:pt x="38033" y="34532"/>
                </a:lnTo>
                <a:lnTo>
                  <a:pt x="44948" y="34532"/>
                </a:lnTo>
                <a:lnTo>
                  <a:pt x="44948" y="37986"/>
                </a:lnTo>
                <a:lnTo>
                  <a:pt x="48405" y="37986"/>
                </a:lnTo>
                <a:lnTo>
                  <a:pt x="48405" y="41439"/>
                </a:lnTo>
                <a:lnTo>
                  <a:pt x="55320" y="41439"/>
                </a:lnTo>
                <a:lnTo>
                  <a:pt x="55320" y="44892"/>
                </a:lnTo>
                <a:lnTo>
                  <a:pt x="58778" y="44892"/>
                </a:lnTo>
                <a:lnTo>
                  <a:pt x="58778" y="48345"/>
                </a:lnTo>
                <a:lnTo>
                  <a:pt x="62235" y="48345"/>
                </a:lnTo>
                <a:lnTo>
                  <a:pt x="62235" y="51799"/>
                </a:lnTo>
                <a:lnTo>
                  <a:pt x="65693" y="51799"/>
                </a:lnTo>
                <a:lnTo>
                  <a:pt x="65693" y="58705"/>
                </a:lnTo>
                <a:lnTo>
                  <a:pt x="69151" y="58705"/>
                </a:lnTo>
                <a:lnTo>
                  <a:pt x="69151" y="65612"/>
                </a:lnTo>
                <a:lnTo>
                  <a:pt x="72608" y="65612"/>
                </a:lnTo>
                <a:lnTo>
                  <a:pt x="72608" y="86331"/>
                </a:lnTo>
                <a:lnTo>
                  <a:pt x="69151" y="86331"/>
                </a:lnTo>
                <a:lnTo>
                  <a:pt x="69151" y="93238"/>
                </a:lnTo>
                <a:lnTo>
                  <a:pt x="65693" y="93238"/>
                </a:lnTo>
                <a:lnTo>
                  <a:pt x="65693" y="96691"/>
                </a:lnTo>
                <a:lnTo>
                  <a:pt x="62235" y="96691"/>
                </a:lnTo>
                <a:lnTo>
                  <a:pt x="62235" y="100144"/>
                </a:lnTo>
                <a:lnTo>
                  <a:pt x="58778" y="100144"/>
                </a:lnTo>
                <a:lnTo>
                  <a:pt x="58778" y="103597"/>
                </a:lnTo>
                <a:lnTo>
                  <a:pt x="55320" y="103597"/>
                </a:lnTo>
                <a:lnTo>
                  <a:pt x="55320" y="107051"/>
                </a:lnTo>
                <a:lnTo>
                  <a:pt x="41490" y="107051"/>
                </a:lnTo>
                <a:lnTo>
                  <a:pt x="41490" y="110504"/>
                </a:lnTo>
                <a:lnTo>
                  <a:pt x="38033" y="110504"/>
                </a:lnTo>
                <a:lnTo>
                  <a:pt x="38033" y="107051"/>
                </a:lnTo>
                <a:lnTo>
                  <a:pt x="24203" y="107051"/>
                </a:lnTo>
                <a:lnTo>
                  <a:pt x="24203" y="103597"/>
                </a:lnTo>
                <a:lnTo>
                  <a:pt x="10373" y="103597"/>
                </a:lnTo>
                <a:lnTo>
                  <a:pt x="10373" y="107051"/>
                </a:lnTo>
                <a:lnTo>
                  <a:pt x="3458" y="107051"/>
                </a:lnTo>
                <a:lnTo>
                  <a:pt x="3458" y="72518"/>
                </a:lnTo>
                <a:lnTo>
                  <a:pt x="6915" y="72518"/>
                </a:lnTo>
                <a:lnTo>
                  <a:pt x="6915" y="75971"/>
                </a:lnTo>
                <a:lnTo>
                  <a:pt x="10373" y="75971"/>
                </a:lnTo>
                <a:lnTo>
                  <a:pt x="10373" y="82878"/>
                </a:lnTo>
                <a:lnTo>
                  <a:pt x="13830" y="82878"/>
                </a:lnTo>
                <a:lnTo>
                  <a:pt x="13830" y="89784"/>
                </a:lnTo>
                <a:lnTo>
                  <a:pt x="17288" y="89784"/>
                </a:lnTo>
                <a:lnTo>
                  <a:pt x="17288" y="93238"/>
                </a:lnTo>
                <a:lnTo>
                  <a:pt x="24203" y="93238"/>
                </a:lnTo>
                <a:lnTo>
                  <a:pt x="24203" y="96691"/>
                </a:lnTo>
                <a:lnTo>
                  <a:pt x="27660" y="96691"/>
                </a:lnTo>
                <a:lnTo>
                  <a:pt x="27660" y="100144"/>
                </a:lnTo>
                <a:lnTo>
                  <a:pt x="41490" y="100144"/>
                </a:lnTo>
                <a:lnTo>
                  <a:pt x="41490" y="96691"/>
                </a:lnTo>
                <a:lnTo>
                  <a:pt x="44948" y="96691"/>
                </a:lnTo>
                <a:lnTo>
                  <a:pt x="44948" y="93238"/>
                </a:lnTo>
                <a:lnTo>
                  <a:pt x="48405" y="93238"/>
                </a:lnTo>
                <a:lnTo>
                  <a:pt x="48405" y="86331"/>
                </a:lnTo>
                <a:lnTo>
                  <a:pt x="44948" y="86331"/>
                </a:lnTo>
                <a:lnTo>
                  <a:pt x="44948" y="79425"/>
                </a:lnTo>
                <a:lnTo>
                  <a:pt x="41490" y="79425"/>
                </a:lnTo>
                <a:lnTo>
                  <a:pt x="41490" y="75971"/>
                </a:lnTo>
                <a:lnTo>
                  <a:pt x="38033" y="75971"/>
                </a:lnTo>
                <a:lnTo>
                  <a:pt x="38033" y="72518"/>
                </a:lnTo>
                <a:lnTo>
                  <a:pt x="31118" y="72518"/>
                </a:lnTo>
                <a:lnTo>
                  <a:pt x="31118" y="69065"/>
                </a:lnTo>
                <a:lnTo>
                  <a:pt x="27660" y="69065"/>
                </a:lnTo>
                <a:lnTo>
                  <a:pt x="27660" y="65612"/>
                </a:lnTo>
                <a:lnTo>
                  <a:pt x="20745" y="65612"/>
                </a:lnTo>
                <a:lnTo>
                  <a:pt x="20745" y="62158"/>
                </a:lnTo>
                <a:lnTo>
                  <a:pt x="17288" y="62158"/>
                </a:lnTo>
                <a:lnTo>
                  <a:pt x="17288" y="58705"/>
                </a:lnTo>
                <a:lnTo>
                  <a:pt x="13830" y="58705"/>
                </a:lnTo>
                <a:lnTo>
                  <a:pt x="13830" y="55252"/>
                </a:lnTo>
                <a:lnTo>
                  <a:pt x="10373" y="55252"/>
                </a:lnTo>
                <a:lnTo>
                  <a:pt x="10373" y="51799"/>
                </a:lnTo>
                <a:lnTo>
                  <a:pt x="6915" y="51799"/>
                </a:lnTo>
                <a:lnTo>
                  <a:pt x="6915" y="48345"/>
                </a:lnTo>
                <a:lnTo>
                  <a:pt x="3458" y="48345"/>
                </a:lnTo>
                <a:lnTo>
                  <a:pt x="3458" y="37986"/>
                </a:lnTo>
                <a:lnTo>
                  <a:pt x="0" y="37986"/>
                </a:lnTo>
                <a:lnTo>
                  <a:pt x="0" y="24173"/>
                </a:lnTo>
                <a:lnTo>
                  <a:pt x="3458" y="24173"/>
                </a:lnTo>
                <a:lnTo>
                  <a:pt x="3458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0FC0BF18-B39B-4538-84AA-D7913E5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583" y="1481175"/>
            <a:ext cx="69151" cy="100144"/>
          </a:xfrm>
          <a:custGeom xmlns:a="http://schemas.openxmlformats.org/drawingml/2006/main">
            <a:pathLst>
              <a:path w="69151" h="100144">
                <a:moveTo>
                  <a:pt x="0" y="17266"/>
                </a:moveTo>
                <a:lnTo>
                  <a:pt x="3458" y="17266"/>
                </a:lnTo>
                <a:lnTo>
                  <a:pt x="3458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0373" y="6906"/>
                </a:lnTo>
                <a:lnTo>
                  <a:pt x="10373" y="3453"/>
                </a:lnTo>
                <a:lnTo>
                  <a:pt x="17288" y="3453"/>
                </a:lnTo>
                <a:lnTo>
                  <a:pt x="17288" y="0"/>
                </a:lnTo>
                <a:lnTo>
                  <a:pt x="48405" y="0"/>
                </a:lnTo>
                <a:lnTo>
                  <a:pt x="48405" y="3453"/>
                </a:lnTo>
                <a:lnTo>
                  <a:pt x="55320" y="3453"/>
                </a:lnTo>
                <a:lnTo>
                  <a:pt x="55320" y="0"/>
                </a:lnTo>
                <a:lnTo>
                  <a:pt x="62235" y="0"/>
                </a:lnTo>
                <a:lnTo>
                  <a:pt x="62235" y="31079"/>
                </a:lnTo>
                <a:lnTo>
                  <a:pt x="55320" y="31079"/>
                </a:lnTo>
                <a:lnTo>
                  <a:pt x="55320" y="20719"/>
                </a:lnTo>
                <a:lnTo>
                  <a:pt x="51863" y="20719"/>
                </a:lnTo>
                <a:lnTo>
                  <a:pt x="51863" y="13813"/>
                </a:lnTo>
                <a:lnTo>
                  <a:pt x="48405" y="13813"/>
                </a:lnTo>
                <a:lnTo>
                  <a:pt x="48405" y="10360"/>
                </a:lnTo>
                <a:lnTo>
                  <a:pt x="41490" y="10360"/>
                </a:lnTo>
                <a:lnTo>
                  <a:pt x="41490" y="6906"/>
                </a:lnTo>
                <a:lnTo>
                  <a:pt x="20745" y="6906"/>
                </a:lnTo>
                <a:lnTo>
                  <a:pt x="20745" y="10360"/>
                </a:lnTo>
                <a:lnTo>
                  <a:pt x="17288" y="10360"/>
                </a:lnTo>
                <a:lnTo>
                  <a:pt x="17288" y="13813"/>
                </a:lnTo>
                <a:lnTo>
                  <a:pt x="13830" y="13813"/>
                </a:lnTo>
                <a:lnTo>
                  <a:pt x="13830" y="24173"/>
                </a:lnTo>
                <a:lnTo>
                  <a:pt x="17288" y="24173"/>
                </a:lnTo>
                <a:lnTo>
                  <a:pt x="17288" y="27626"/>
                </a:lnTo>
                <a:lnTo>
                  <a:pt x="20745" y="27626"/>
                </a:lnTo>
                <a:lnTo>
                  <a:pt x="20745" y="31079"/>
                </a:lnTo>
                <a:lnTo>
                  <a:pt x="24203" y="31079"/>
                </a:lnTo>
                <a:lnTo>
                  <a:pt x="24203" y="34532"/>
                </a:lnTo>
                <a:lnTo>
                  <a:pt x="31118" y="34532"/>
                </a:lnTo>
                <a:lnTo>
                  <a:pt x="31118" y="37986"/>
                </a:lnTo>
                <a:lnTo>
                  <a:pt x="38033" y="37986"/>
                </a:lnTo>
                <a:lnTo>
                  <a:pt x="38033" y="41439"/>
                </a:lnTo>
                <a:lnTo>
                  <a:pt x="44948" y="41439"/>
                </a:lnTo>
                <a:lnTo>
                  <a:pt x="44948" y="44892"/>
                </a:lnTo>
                <a:lnTo>
                  <a:pt x="51863" y="44892"/>
                </a:lnTo>
                <a:lnTo>
                  <a:pt x="51863" y="48345"/>
                </a:lnTo>
                <a:lnTo>
                  <a:pt x="58778" y="48345"/>
                </a:lnTo>
                <a:lnTo>
                  <a:pt x="58778" y="51799"/>
                </a:lnTo>
                <a:lnTo>
                  <a:pt x="62235" y="51799"/>
                </a:lnTo>
                <a:lnTo>
                  <a:pt x="62235" y="55252"/>
                </a:lnTo>
                <a:lnTo>
                  <a:pt x="65693" y="55252"/>
                </a:lnTo>
                <a:lnTo>
                  <a:pt x="65693" y="62158"/>
                </a:lnTo>
                <a:lnTo>
                  <a:pt x="69151" y="62158"/>
                </a:lnTo>
                <a:lnTo>
                  <a:pt x="69151" y="82878"/>
                </a:lnTo>
                <a:lnTo>
                  <a:pt x="65693" y="82878"/>
                </a:lnTo>
                <a:lnTo>
                  <a:pt x="65693" y="89784"/>
                </a:lnTo>
                <a:lnTo>
                  <a:pt x="62235" y="89784"/>
                </a:lnTo>
                <a:lnTo>
                  <a:pt x="62235" y="93238"/>
                </a:lnTo>
                <a:lnTo>
                  <a:pt x="55320" y="93238"/>
                </a:lnTo>
                <a:lnTo>
                  <a:pt x="55320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0" y="100144"/>
                </a:lnTo>
                <a:lnTo>
                  <a:pt x="0" y="65612"/>
                </a:lnTo>
                <a:lnTo>
                  <a:pt x="3458" y="65612"/>
                </a:lnTo>
                <a:lnTo>
                  <a:pt x="3458" y="69065"/>
                </a:lnTo>
                <a:lnTo>
                  <a:pt x="6915" y="69065"/>
                </a:lnTo>
                <a:lnTo>
                  <a:pt x="6915" y="75971"/>
                </a:lnTo>
                <a:lnTo>
                  <a:pt x="10373" y="75971"/>
                </a:lnTo>
                <a:lnTo>
                  <a:pt x="10373" y="82878"/>
                </a:lnTo>
                <a:lnTo>
                  <a:pt x="13830" y="82878"/>
                </a:lnTo>
                <a:lnTo>
                  <a:pt x="13830" y="86331"/>
                </a:lnTo>
                <a:lnTo>
                  <a:pt x="17288" y="86331"/>
                </a:lnTo>
                <a:lnTo>
                  <a:pt x="17288" y="89784"/>
                </a:lnTo>
                <a:lnTo>
                  <a:pt x="24203" y="89784"/>
                </a:lnTo>
                <a:lnTo>
                  <a:pt x="24203" y="93238"/>
                </a:lnTo>
                <a:lnTo>
                  <a:pt x="44948" y="93238"/>
                </a:lnTo>
                <a:lnTo>
                  <a:pt x="44948" y="89784"/>
                </a:lnTo>
                <a:lnTo>
                  <a:pt x="48405" y="89784"/>
                </a:lnTo>
                <a:lnTo>
                  <a:pt x="48405" y="86331"/>
                </a:lnTo>
                <a:lnTo>
                  <a:pt x="51863" y="86331"/>
                </a:lnTo>
                <a:lnTo>
                  <a:pt x="51863" y="72518"/>
                </a:lnTo>
                <a:lnTo>
                  <a:pt x="48405" y="72518"/>
                </a:lnTo>
                <a:lnTo>
                  <a:pt x="48405" y="69065"/>
                </a:lnTo>
                <a:lnTo>
                  <a:pt x="44948" y="69065"/>
                </a:lnTo>
                <a:lnTo>
                  <a:pt x="44948" y="65612"/>
                </a:lnTo>
                <a:lnTo>
                  <a:pt x="41490" y="65612"/>
                </a:lnTo>
                <a:lnTo>
                  <a:pt x="41490" y="62158"/>
                </a:lnTo>
                <a:lnTo>
                  <a:pt x="34575" y="62158"/>
                </a:lnTo>
                <a:lnTo>
                  <a:pt x="34575" y="58705"/>
                </a:lnTo>
                <a:lnTo>
                  <a:pt x="27660" y="58705"/>
                </a:lnTo>
                <a:lnTo>
                  <a:pt x="27660" y="55252"/>
                </a:lnTo>
                <a:lnTo>
                  <a:pt x="20745" y="55252"/>
                </a:lnTo>
                <a:lnTo>
                  <a:pt x="20745" y="51799"/>
                </a:lnTo>
                <a:lnTo>
                  <a:pt x="13830" y="51799"/>
                </a:lnTo>
                <a:lnTo>
                  <a:pt x="13830" y="48345"/>
                </a:lnTo>
                <a:lnTo>
                  <a:pt x="10373" y="48345"/>
                </a:lnTo>
                <a:lnTo>
                  <a:pt x="10373" y="44892"/>
                </a:lnTo>
                <a:lnTo>
                  <a:pt x="6915" y="44892"/>
                </a:lnTo>
                <a:lnTo>
                  <a:pt x="6915" y="41439"/>
                </a:lnTo>
                <a:lnTo>
                  <a:pt x="3458" y="41439"/>
                </a:lnTo>
                <a:lnTo>
                  <a:pt x="3458" y="37986"/>
                </a:lnTo>
                <a:lnTo>
                  <a:pt x="0" y="37986"/>
                </a:lnTo>
                <a:lnTo>
                  <a:pt x="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1119F0C2-F4E4-4620-AAA0-6CC37FDD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73" y="1747075"/>
            <a:ext cx="38033" cy="3453"/>
          </a:xfrm>
          <a:custGeom xmlns:a="http://schemas.openxmlformats.org/drawingml/2006/main">
            <a:pathLst>
              <a:path w="38033" h="3453">
                <a:moveTo>
                  <a:pt x="38033" y="0"/>
                </a:moveTo>
                <a:lnTo>
                  <a:pt x="38033" y="3453"/>
                </a:lnTo>
                <a:lnTo>
                  <a:pt x="0" y="3453"/>
                </a:lnTo>
                <a:lnTo>
                  <a:pt x="0" y="0"/>
                </a:lnTo>
                <a:lnTo>
                  <a:pt x="3803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287F8990-B9F0-4B6C-AE05-C2850738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054" y="148223"/>
            <a:ext cx="86438" cy="103597"/>
          </a:xfrm>
          <a:custGeom xmlns:a="http://schemas.openxmlformats.org/drawingml/2006/main">
            <a:pathLst>
              <a:path w="86438" h="103597">
                <a:moveTo>
                  <a:pt x="0" y="34532"/>
                </a:moveTo>
                <a:lnTo>
                  <a:pt x="3458" y="34532"/>
                </a:lnTo>
                <a:lnTo>
                  <a:pt x="3458" y="24173"/>
                </a:lnTo>
                <a:lnTo>
                  <a:pt x="6915" y="24173"/>
                </a:lnTo>
                <a:lnTo>
                  <a:pt x="6915" y="20719"/>
                </a:lnTo>
                <a:lnTo>
                  <a:pt x="10373" y="20719"/>
                </a:lnTo>
                <a:lnTo>
                  <a:pt x="10373" y="13813"/>
                </a:lnTo>
                <a:lnTo>
                  <a:pt x="13830" y="13813"/>
                </a:lnTo>
                <a:lnTo>
                  <a:pt x="13830" y="10360"/>
                </a:lnTo>
                <a:lnTo>
                  <a:pt x="20745" y="10360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3453"/>
                </a:lnTo>
                <a:lnTo>
                  <a:pt x="34575" y="3453"/>
                </a:lnTo>
                <a:lnTo>
                  <a:pt x="34575" y="0"/>
                </a:lnTo>
                <a:lnTo>
                  <a:pt x="58778" y="0"/>
                </a:lnTo>
                <a:lnTo>
                  <a:pt x="58778" y="3453"/>
                </a:lnTo>
                <a:lnTo>
                  <a:pt x="69151" y="3453"/>
                </a:lnTo>
                <a:lnTo>
                  <a:pt x="69151" y="6906"/>
                </a:lnTo>
                <a:lnTo>
                  <a:pt x="72608" y="6906"/>
                </a:lnTo>
                <a:lnTo>
                  <a:pt x="72608" y="10360"/>
                </a:lnTo>
                <a:lnTo>
                  <a:pt x="76066" y="10360"/>
                </a:lnTo>
                <a:lnTo>
                  <a:pt x="76066" y="13813"/>
                </a:lnTo>
                <a:lnTo>
                  <a:pt x="79523" y="13813"/>
                </a:lnTo>
                <a:lnTo>
                  <a:pt x="79523" y="17266"/>
                </a:lnTo>
                <a:lnTo>
                  <a:pt x="82981" y="17266"/>
                </a:lnTo>
                <a:lnTo>
                  <a:pt x="82981" y="27626"/>
                </a:lnTo>
                <a:lnTo>
                  <a:pt x="86438" y="27626"/>
                </a:lnTo>
                <a:lnTo>
                  <a:pt x="86438" y="37986"/>
                </a:lnTo>
                <a:lnTo>
                  <a:pt x="17288" y="37986"/>
                </a:lnTo>
                <a:lnTo>
                  <a:pt x="17288" y="55252"/>
                </a:lnTo>
                <a:lnTo>
                  <a:pt x="20745" y="55252"/>
                </a:lnTo>
                <a:lnTo>
                  <a:pt x="20745" y="65612"/>
                </a:lnTo>
                <a:lnTo>
                  <a:pt x="24203" y="65612"/>
                </a:lnTo>
                <a:lnTo>
                  <a:pt x="24203" y="69065"/>
                </a:lnTo>
                <a:lnTo>
                  <a:pt x="27660" y="69065"/>
                </a:lnTo>
                <a:lnTo>
                  <a:pt x="27660" y="75971"/>
                </a:lnTo>
                <a:lnTo>
                  <a:pt x="34575" y="75971"/>
                </a:lnTo>
                <a:lnTo>
                  <a:pt x="34575" y="79425"/>
                </a:lnTo>
                <a:lnTo>
                  <a:pt x="41490" y="79425"/>
                </a:lnTo>
                <a:lnTo>
                  <a:pt x="41490" y="82878"/>
                </a:lnTo>
                <a:lnTo>
                  <a:pt x="65693" y="82878"/>
                </a:lnTo>
                <a:lnTo>
                  <a:pt x="65693" y="79425"/>
                </a:lnTo>
                <a:lnTo>
                  <a:pt x="72608" y="79425"/>
                </a:lnTo>
                <a:lnTo>
                  <a:pt x="72608" y="75971"/>
                </a:lnTo>
                <a:lnTo>
                  <a:pt x="76066" y="75971"/>
                </a:lnTo>
                <a:lnTo>
                  <a:pt x="76066" y="69065"/>
                </a:lnTo>
                <a:lnTo>
                  <a:pt x="79523" y="69065"/>
                </a:lnTo>
                <a:lnTo>
                  <a:pt x="79523" y="65612"/>
                </a:lnTo>
                <a:lnTo>
                  <a:pt x="86438" y="65612"/>
                </a:lnTo>
                <a:lnTo>
                  <a:pt x="86438" y="72518"/>
                </a:lnTo>
                <a:lnTo>
                  <a:pt x="82981" y="72518"/>
                </a:lnTo>
                <a:lnTo>
                  <a:pt x="82981" y="79425"/>
                </a:lnTo>
                <a:lnTo>
                  <a:pt x="79523" y="79425"/>
                </a:lnTo>
                <a:lnTo>
                  <a:pt x="79523" y="86331"/>
                </a:lnTo>
                <a:lnTo>
                  <a:pt x="76066" y="86331"/>
                </a:lnTo>
                <a:lnTo>
                  <a:pt x="76066" y="89784"/>
                </a:lnTo>
                <a:lnTo>
                  <a:pt x="72608" y="89784"/>
                </a:lnTo>
                <a:lnTo>
                  <a:pt x="72608" y="93238"/>
                </a:lnTo>
                <a:lnTo>
                  <a:pt x="69151" y="93238"/>
                </a:lnTo>
                <a:lnTo>
                  <a:pt x="69151" y="96691"/>
                </a:lnTo>
                <a:lnTo>
                  <a:pt x="62235" y="96691"/>
                </a:lnTo>
                <a:lnTo>
                  <a:pt x="62235" y="100144"/>
                </a:lnTo>
                <a:lnTo>
                  <a:pt x="55320" y="100144"/>
                </a:lnTo>
                <a:lnTo>
                  <a:pt x="55320" y="103597"/>
                </a:lnTo>
                <a:lnTo>
                  <a:pt x="34575" y="103597"/>
                </a:lnTo>
                <a:lnTo>
                  <a:pt x="34575" y="100144"/>
                </a:lnTo>
                <a:lnTo>
                  <a:pt x="24203" y="100144"/>
                </a:lnTo>
                <a:lnTo>
                  <a:pt x="24203" y="96691"/>
                </a:lnTo>
                <a:lnTo>
                  <a:pt x="20745" y="96691"/>
                </a:lnTo>
                <a:lnTo>
                  <a:pt x="20745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0373" y="89784"/>
                </a:lnTo>
                <a:lnTo>
                  <a:pt x="10373" y="82878"/>
                </a:lnTo>
                <a:lnTo>
                  <a:pt x="6915" y="82878"/>
                </a:lnTo>
                <a:lnTo>
                  <a:pt x="6915" y="79425"/>
                </a:lnTo>
                <a:lnTo>
                  <a:pt x="3458" y="79425"/>
                </a:lnTo>
                <a:lnTo>
                  <a:pt x="3458" y="69065"/>
                </a:lnTo>
                <a:lnTo>
                  <a:pt x="0" y="69065"/>
                </a:lnTo>
                <a:lnTo>
                  <a:pt x="0" y="34532"/>
                </a:lnTo>
                <a:close/>
                <a:moveTo>
                  <a:pt x="55320" y="17266"/>
                </a:moveTo>
                <a:lnTo>
                  <a:pt x="55320" y="13813"/>
                </a:lnTo>
                <a:lnTo>
                  <a:pt x="51863" y="13813"/>
                </a:lnTo>
                <a:lnTo>
                  <a:pt x="51863" y="10360"/>
                </a:lnTo>
                <a:lnTo>
                  <a:pt x="27660" y="10360"/>
                </a:lnTo>
                <a:lnTo>
                  <a:pt x="27660" y="13813"/>
                </a:lnTo>
                <a:lnTo>
                  <a:pt x="24203" y="13813"/>
                </a:lnTo>
                <a:lnTo>
                  <a:pt x="24203" y="17266"/>
                </a:lnTo>
                <a:lnTo>
                  <a:pt x="20745" y="17266"/>
                </a:lnTo>
                <a:lnTo>
                  <a:pt x="20745" y="24173"/>
                </a:lnTo>
                <a:lnTo>
                  <a:pt x="17288" y="24173"/>
                </a:lnTo>
                <a:lnTo>
                  <a:pt x="17288" y="31079"/>
                </a:lnTo>
                <a:lnTo>
                  <a:pt x="62235" y="31079"/>
                </a:lnTo>
                <a:lnTo>
                  <a:pt x="62235" y="24173"/>
                </a:lnTo>
                <a:lnTo>
                  <a:pt x="58778" y="24173"/>
                </a:lnTo>
                <a:lnTo>
                  <a:pt x="58778" y="17266"/>
                </a:lnTo>
                <a:lnTo>
                  <a:pt x="5532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E60DB53F-C1A2-4ABF-A5EE-7865F6CE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988" y="365778"/>
            <a:ext cx="62235" cy="151943"/>
          </a:xfrm>
          <a:custGeom xmlns:a="http://schemas.openxmlformats.org/drawingml/2006/main">
            <a:pathLst>
              <a:path w="62235" h="151943">
                <a:moveTo>
                  <a:pt x="20745" y="13813"/>
                </a:moveTo>
                <a:lnTo>
                  <a:pt x="17288" y="13813"/>
                </a:lnTo>
                <a:lnTo>
                  <a:pt x="17288" y="6906"/>
                </a:lnTo>
                <a:lnTo>
                  <a:pt x="6915" y="6906"/>
                </a:lnTo>
                <a:lnTo>
                  <a:pt x="6915" y="3453"/>
                </a:lnTo>
                <a:lnTo>
                  <a:pt x="0" y="3453"/>
                </a:lnTo>
                <a:lnTo>
                  <a:pt x="0" y="0"/>
                </a:lnTo>
                <a:lnTo>
                  <a:pt x="62235" y="0"/>
                </a:lnTo>
                <a:lnTo>
                  <a:pt x="62235" y="3453"/>
                </a:lnTo>
                <a:lnTo>
                  <a:pt x="55320" y="3453"/>
                </a:lnTo>
                <a:lnTo>
                  <a:pt x="55320" y="6906"/>
                </a:lnTo>
                <a:lnTo>
                  <a:pt x="44948" y="6906"/>
                </a:lnTo>
                <a:lnTo>
                  <a:pt x="44948" y="13813"/>
                </a:lnTo>
                <a:lnTo>
                  <a:pt x="41490" y="13813"/>
                </a:lnTo>
                <a:lnTo>
                  <a:pt x="41490" y="138130"/>
                </a:lnTo>
                <a:lnTo>
                  <a:pt x="44948" y="138130"/>
                </a:lnTo>
                <a:lnTo>
                  <a:pt x="44948" y="141583"/>
                </a:lnTo>
                <a:lnTo>
                  <a:pt x="51863" y="141583"/>
                </a:lnTo>
                <a:lnTo>
                  <a:pt x="51863" y="145036"/>
                </a:lnTo>
                <a:lnTo>
                  <a:pt x="62235" y="145036"/>
                </a:lnTo>
                <a:lnTo>
                  <a:pt x="62235" y="151943"/>
                </a:lnTo>
                <a:lnTo>
                  <a:pt x="0" y="151943"/>
                </a:lnTo>
                <a:lnTo>
                  <a:pt x="0" y="145036"/>
                </a:lnTo>
                <a:lnTo>
                  <a:pt x="13830" y="145036"/>
                </a:lnTo>
                <a:lnTo>
                  <a:pt x="13830" y="141583"/>
                </a:lnTo>
                <a:lnTo>
                  <a:pt x="17288" y="141583"/>
                </a:lnTo>
                <a:lnTo>
                  <a:pt x="17288" y="134677"/>
                </a:lnTo>
                <a:lnTo>
                  <a:pt x="20745" y="134677"/>
                </a:lnTo>
                <a:lnTo>
                  <a:pt x="20745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2267D92-D029-4C62-BE5B-23A591BA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139" y="414123"/>
            <a:ext cx="110641" cy="103597"/>
          </a:xfrm>
          <a:custGeom xmlns:a="http://schemas.openxmlformats.org/drawingml/2006/main">
            <a:pathLst>
              <a:path w="110641" h="103597">
                <a:moveTo>
                  <a:pt x="13830" y="17266"/>
                </a:moveTo>
                <a:lnTo>
                  <a:pt x="10373" y="17266"/>
                </a:lnTo>
                <a:lnTo>
                  <a:pt x="10373" y="13813"/>
                </a:lnTo>
                <a:lnTo>
                  <a:pt x="6915" y="13813"/>
                </a:lnTo>
                <a:lnTo>
                  <a:pt x="6915" y="17266"/>
                </a:lnTo>
                <a:lnTo>
                  <a:pt x="3458" y="17266"/>
                </a:lnTo>
                <a:lnTo>
                  <a:pt x="3458" y="13813"/>
                </a:lnTo>
                <a:lnTo>
                  <a:pt x="0" y="13813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7660" y="3453"/>
                </a:lnTo>
                <a:lnTo>
                  <a:pt x="27660" y="0"/>
                </a:lnTo>
                <a:lnTo>
                  <a:pt x="34575" y="0"/>
                </a:lnTo>
                <a:lnTo>
                  <a:pt x="34575" y="17266"/>
                </a:lnTo>
                <a:lnTo>
                  <a:pt x="41490" y="17266"/>
                </a:lnTo>
                <a:lnTo>
                  <a:pt x="41490" y="13813"/>
                </a:lnTo>
                <a:lnTo>
                  <a:pt x="44948" y="13813"/>
                </a:lnTo>
                <a:lnTo>
                  <a:pt x="44948" y="10360"/>
                </a:lnTo>
                <a:lnTo>
                  <a:pt x="48405" y="10360"/>
                </a:lnTo>
                <a:lnTo>
                  <a:pt x="48405" y="6906"/>
                </a:lnTo>
                <a:lnTo>
                  <a:pt x="51863" y="6906"/>
                </a:lnTo>
                <a:lnTo>
                  <a:pt x="51863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79523" y="0"/>
                </a:lnTo>
                <a:lnTo>
                  <a:pt x="79523" y="3453"/>
                </a:lnTo>
                <a:lnTo>
                  <a:pt x="82981" y="3453"/>
                </a:lnTo>
                <a:lnTo>
                  <a:pt x="82981" y="6906"/>
                </a:lnTo>
                <a:lnTo>
                  <a:pt x="86438" y="6906"/>
                </a:lnTo>
                <a:lnTo>
                  <a:pt x="86438" y="10360"/>
                </a:lnTo>
                <a:lnTo>
                  <a:pt x="89896" y="10360"/>
                </a:lnTo>
                <a:lnTo>
                  <a:pt x="89896" y="13813"/>
                </a:lnTo>
                <a:lnTo>
                  <a:pt x="93353" y="13813"/>
                </a:lnTo>
                <a:lnTo>
                  <a:pt x="93353" y="27626"/>
                </a:lnTo>
                <a:lnTo>
                  <a:pt x="96811" y="27626"/>
                </a:lnTo>
                <a:lnTo>
                  <a:pt x="96811" y="93238"/>
                </a:lnTo>
                <a:lnTo>
                  <a:pt x="100268" y="93238"/>
                </a:lnTo>
                <a:lnTo>
                  <a:pt x="100268" y="96691"/>
                </a:lnTo>
                <a:lnTo>
                  <a:pt x="110641" y="96691"/>
                </a:lnTo>
                <a:lnTo>
                  <a:pt x="110641" y="103597"/>
                </a:lnTo>
                <a:lnTo>
                  <a:pt x="62235" y="103597"/>
                </a:lnTo>
                <a:lnTo>
                  <a:pt x="62235" y="100144"/>
                </a:lnTo>
                <a:lnTo>
                  <a:pt x="58778" y="100144"/>
                </a:lnTo>
                <a:lnTo>
                  <a:pt x="58778" y="96691"/>
                </a:lnTo>
                <a:lnTo>
                  <a:pt x="72608" y="96691"/>
                </a:lnTo>
                <a:lnTo>
                  <a:pt x="72608" y="93238"/>
                </a:lnTo>
                <a:lnTo>
                  <a:pt x="76066" y="93238"/>
                </a:lnTo>
                <a:lnTo>
                  <a:pt x="76066" y="24173"/>
                </a:lnTo>
                <a:lnTo>
                  <a:pt x="72608" y="24173"/>
                </a:lnTo>
                <a:lnTo>
                  <a:pt x="72608" y="17266"/>
                </a:lnTo>
                <a:lnTo>
                  <a:pt x="65693" y="17266"/>
                </a:lnTo>
                <a:lnTo>
                  <a:pt x="65693" y="13813"/>
                </a:lnTo>
                <a:lnTo>
                  <a:pt x="55320" y="13813"/>
                </a:lnTo>
                <a:lnTo>
                  <a:pt x="55320" y="17266"/>
                </a:lnTo>
                <a:lnTo>
                  <a:pt x="48405" y="17266"/>
                </a:lnTo>
                <a:lnTo>
                  <a:pt x="48405" y="20719"/>
                </a:lnTo>
                <a:lnTo>
                  <a:pt x="41490" y="20719"/>
                </a:lnTo>
                <a:lnTo>
                  <a:pt x="41490" y="24173"/>
                </a:lnTo>
                <a:lnTo>
                  <a:pt x="38033" y="24173"/>
                </a:lnTo>
                <a:lnTo>
                  <a:pt x="38033" y="31079"/>
                </a:lnTo>
                <a:lnTo>
                  <a:pt x="34575" y="31079"/>
                </a:lnTo>
                <a:lnTo>
                  <a:pt x="34575" y="82878"/>
                </a:lnTo>
                <a:lnTo>
                  <a:pt x="38033" y="82878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51863" y="96691"/>
                </a:lnTo>
                <a:lnTo>
                  <a:pt x="51863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7288" y="89784"/>
                </a:lnTo>
                <a:lnTo>
                  <a:pt x="17288" y="24173"/>
                </a:lnTo>
                <a:lnTo>
                  <a:pt x="13830" y="24173"/>
                </a:lnTo>
                <a:lnTo>
                  <a:pt x="1383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38B86D15-FC86-4158-979C-A62822C1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79" y="1163477"/>
            <a:ext cx="55320" cy="155396"/>
          </a:xfrm>
          <a:custGeom xmlns:a="http://schemas.openxmlformats.org/drawingml/2006/main">
            <a:pathLst>
              <a:path w="55320" h="155396">
                <a:moveTo>
                  <a:pt x="10373" y="10360"/>
                </a:moveTo>
                <a:lnTo>
                  <a:pt x="6915" y="10360"/>
                </a:lnTo>
                <a:lnTo>
                  <a:pt x="6915" y="6906"/>
                </a:lnTo>
                <a:lnTo>
                  <a:pt x="0" y="6906"/>
                </a:lnTo>
                <a:lnTo>
                  <a:pt x="0" y="0"/>
                </a:lnTo>
                <a:lnTo>
                  <a:pt x="41490" y="0"/>
                </a:lnTo>
                <a:lnTo>
                  <a:pt x="41490" y="3453"/>
                </a:lnTo>
                <a:lnTo>
                  <a:pt x="44948" y="3453"/>
                </a:lnTo>
                <a:lnTo>
                  <a:pt x="44948" y="145036"/>
                </a:lnTo>
                <a:lnTo>
                  <a:pt x="48405" y="145036"/>
                </a:lnTo>
                <a:lnTo>
                  <a:pt x="48405" y="148489"/>
                </a:lnTo>
                <a:lnTo>
                  <a:pt x="55320" y="148489"/>
                </a:lnTo>
                <a:lnTo>
                  <a:pt x="55320" y="155396"/>
                </a:lnTo>
                <a:lnTo>
                  <a:pt x="44948" y="155396"/>
                </a:lnTo>
                <a:lnTo>
                  <a:pt x="44948" y="151943"/>
                </a:lnTo>
                <a:lnTo>
                  <a:pt x="13830" y="151943"/>
                </a:lnTo>
                <a:lnTo>
                  <a:pt x="13830" y="155396"/>
                </a:lnTo>
                <a:lnTo>
                  <a:pt x="3458" y="155396"/>
                </a:lnTo>
                <a:lnTo>
                  <a:pt x="3458" y="151943"/>
                </a:lnTo>
                <a:lnTo>
                  <a:pt x="0" y="151943"/>
                </a:lnTo>
                <a:lnTo>
                  <a:pt x="0" y="148489"/>
                </a:lnTo>
                <a:lnTo>
                  <a:pt x="6915" y="148489"/>
                </a:lnTo>
                <a:lnTo>
                  <a:pt x="6915" y="145036"/>
                </a:lnTo>
                <a:lnTo>
                  <a:pt x="10373" y="145036"/>
                </a:lnTo>
                <a:lnTo>
                  <a:pt x="10373" y="103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C856174B-2000-4B6B-B65F-4689D491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394" y="1422470"/>
            <a:ext cx="24203" cy="24173"/>
          </a:xfrm>
          <a:custGeom xmlns:a="http://schemas.openxmlformats.org/drawingml/2006/main">
            <a:pathLst>
              <a:path w="24203" h="24173">
                <a:moveTo>
                  <a:pt x="6915" y="24173"/>
                </a:moveTo>
                <a:lnTo>
                  <a:pt x="6915" y="20719"/>
                </a:lnTo>
                <a:lnTo>
                  <a:pt x="3458" y="20719"/>
                </a:lnTo>
                <a:lnTo>
                  <a:pt x="3458" y="17266"/>
                </a:lnTo>
                <a:lnTo>
                  <a:pt x="0" y="17266"/>
                </a:lnTo>
                <a:lnTo>
                  <a:pt x="0" y="6906"/>
                </a:lnTo>
                <a:lnTo>
                  <a:pt x="3458" y="6906"/>
                </a:lnTo>
                <a:lnTo>
                  <a:pt x="3458" y="3453"/>
                </a:lnTo>
                <a:lnTo>
                  <a:pt x="10373" y="3453"/>
                </a:lnTo>
                <a:lnTo>
                  <a:pt x="10373" y="0"/>
                </a:lnTo>
                <a:lnTo>
                  <a:pt x="13830" y="0"/>
                </a:lnTo>
                <a:lnTo>
                  <a:pt x="13830" y="3453"/>
                </a:lnTo>
                <a:lnTo>
                  <a:pt x="20745" y="3453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17266"/>
                </a:lnTo>
                <a:lnTo>
                  <a:pt x="20745" y="17266"/>
                </a:lnTo>
                <a:lnTo>
                  <a:pt x="20745" y="20719"/>
                </a:lnTo>
                <a:lnTo>
                  <a:pt x="17288" y="20719"/>
                </a:lnTo>
                <a:lnTo>
                  <a:pt x="17288" y="24173"/>
                </a:lnTo>
                <a:lnTo>
                  <a:pt x="6915" y="241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29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C50B052B-D624-4190-98B5-3EE7718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564" y="1481175"/>
            <a:ext cx="51863" cy="103597"/>
          </a:xfrm>
          <a:custGeom xmlns:a="http://schemas.openxmlformats.org/drawingml/2006/main">
            <a:pathLst>
              <a:path w="51863" h="103597">
                <a:moveTo>
                  <a:pt x="13830" y="13813"/>
                </a:moveTo>
                <a:lnTo>
                  <a:pt x="0" y="13813"/>
                </a:lnTo>
                <a:lnTo>
                  <a:pt x="0" y="10360"/>
                </a:lnTo>
                <a:lnTo>
                  <a:pt x="3458" y="10360"/>
                </a:lnTo>
                <a:lnTo>
                  <a:pt x="3458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3453"/>
                </a:lnTo>
                <a:lnTo>
                  <a:pt x="38033" y="3453"/>
                </a:lnTo>
                <a:lnTo>
                  <a:pt x="38033" y="6906"/>
                </a:lnTo>
                <a:lnTo>
                  <a:pt x="34575" y="6906"/>
                </a:lnTo>
                <a:lnTo>
                  <a:pt x="34575" y="86331"/>
                </a:lnTo>
                <a:lnTo>
                  <a:pt x="38033" y="86331"/>
                </a:lnTo>
                <a:lnTo>
                  <a:pt x="38033" y="93238"/>
                </a:lnTo>
                <a:lnTo>
                  <a:pt x="44948" y="93238"/>
                </a:lnTo>
                <a:lnTo>
                  <a:pt x="44948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41490" y="103597"/>
                </a:lnTo>
                <a:lnTo>
                  <a:pt x="41490" y="100144"/>
                </a:lnTo>
                <a:lnTo>
                  <a:pt x="10373" y="100144"/>
                </a:lnTo>
                <a:lnTo>
                  <a:pt x="10373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6915" y="96691"/>
                </a:lnTo>
                <a:lnTo>
                  <a:pt x="6915" y="93238"/>
                </a:lnTo>
                <a:lnTo>
                  <a:pt x="13830" y="93238"/>
                </a:lnTo>
                <a:lnTo>
                  <a:pt x="13830" y="86331"/>
                </a:lnTo>
                <a:lnTo>
                  <a:pt x="17288" y="86331"/>
                </a:lnTo>
                <a:lnTo>
                  <a:pt x="17288" y="27626"/>
                </a:lnTo>
                <a:lnTo>
                  <a:pt x="13830" y="27626"/>
                </a:lnTo>
                <a:lnTo>
                  <a:pt x="13830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0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C052FC39-6119-448A-9DE0-FDE34330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714" y="624771"/>
            <a:ext cx="48405" cy="158849"/>
          </a:xfrm>
          <a:custGeom xmlns:a="http://schemas.openxmlformats.org/drawingml/2006/main">
            <a:pathLst>
              <a:path w="48405" h="158849">
                <a:moveTo>
                  <a:pt x="3458" y="17266"/>
                </a:moveTo>
                <a:lnTo>
                  <a:pt x="0" y="17266"/>
                </a:lnTo>
                <a:lnTo>
                  <a:pt x="0" y="10360"/>
                </a:lnTo>
                <a:lnTo>
                  <a:pt x="3458" y="10360"/>
                </a:lnTo>
                <a:lnTo>
                  <a:pt x="3458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0745" y="3453"/>
                </a:lnTo>
                <a:lnTo>
                  <a:pt x="20745" y="0"/>
                </a:lnTo>
                <a:lnTo>
                  <a:pt x="34575" y="0"/>
                </a:lnTo>
                <a:lnTo>
                  <a:pt x="34575" y="148489"/>
                </a:lnTo>
                <a:lnTo>
                  <a:pt x="38033" y="148489"/>
                </a:lnTo>
                <a:lnTo>
                  <a:pt x="38033" y="151943"/>
                </a:lnTo>
                <a:lnTo>
                  <a:pt x="48405" y="151943"/>
                </a:lnTo>
                <a:lnTo>
                  <a:pt x="48405" y="158849"/>
                </a:lnTo>
                <a:lnTo>
                  <a:pt x="3458" y="158849"/>
                </a:lnTo>
                <a:lnTo>
                  <a:pt x="3458" y="155396"/>
                </a:lnTo>
                <a:lnTo>
                  <a:pt x="0" y="155396"/>
                </a:lnTo>
                <a:lnTo>
                  <a:pt x="0" y="151943"/>
                </a:lnTo>
                <a:lnTo>
                  <a:pt x="10373" y="151943"/>
                </a:lnTo>
                <a:lnTo>
                  <a:pt x="10373" y="148489"/>
                </a:lnTo>
                <a:lnTo>
                  <a:pt x="13830" y="148489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3458" y="13813"/>
                </a:lnTo>
                <a:lnTo>
                  <a:pt x="3458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0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F680A31F-F8B0-41F0-9E6D-2E6D6610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27" y="945923"/>
            <a:ext cx="82981" cy="103597"/>
          </a:xfrm>
          <a:custGeom xmlns:a="http://schemas.openxmlformats.org/drawingml/2006/main">
            <a:pathLst>
              <a:path w="82981" h="103597">
                <a:moveTo>
                  <a:pt x="72608" y="6906"/>
                </a:moveTo>
                <a:lnTo>
                  <a:pt x="72608" y="10360"/>
                </a:lnTo>
                <a:lnTo>
                  <a:pt x="76066" y="10360"/>
                </a:lnTo>
                <a:lnTo>
                  <a:pt x="76066" y="13813"/>
                </a:lnTo>
                <a:lnTo>
                  <a:pt x="79523" y="13813"/>
                </a:lnTo>
                <a:lnTo>
                  <a:pt x="79523" y="20719"/>
                </a:lnTo>
                <a:lnTo>
                  <a:pt x="82981" y="20719"/>
                </a:lnTo>
                <a:lnTo>
                  <a:pt x="82981" y="37986"/>
                </a:lnTo>
                <a:lnTo>
                  <a:pt x="13830" y="37986"/>
                </a:lnTo>
                <a:lnTo>
                  <a:pt x="13830" y="44892"/>
                </a:lnTo>
                <a:lnTo>
                  <a:pt x="17288" y="44892"/>
                </a:lnTo>
                <a:lnTo>
                  <a:pt x="17288" y="62158"/>
                </a:lnTo>
                <a:lnTo>
                  <a:pt x="20745" y="62158"/>
                </a:lnTo>
                <a:lnTo>
                  <a:pt x="20745" y="65612"/>
                </a:lnTo>
                <a:lnTo>
                  <a:pt x="24203" y="65612"/>
                </a:lnTo>
                <a:lnTo>
                  <a:pt x="24203" y="72518"/>
                </a:lnTo>
                <a:lnTo>
                  <a:pt x="27660" y="72518"/>
                </a:lnTo>
                <a:lnTo>
                  <a:pt x="27660" y="75971"/>
                </a:lnTo>
                <a:lnTo>
                  <a:pt x="34575" y="75971"/>
                </a:lnTo>
                <a:lnTo>
                  <a:pt x="34575" y="79425"/>
                </a:lnTo>
                <a:lnTo>
                  <a:pt x="41490" y="79425"/>
                </a:lnTo>
                <a:lnTo>
                  <a:pt x="41490" y="82878"/>
                </a:lnTo>
                <a:lnTo>
                  <a:pt x="62235" y="82878"/>
                </a:lnTo>
                <a:lnTo>
                  <a:pt x="62235" y="79425"/>
                </a:lnTo>
                <a:lnTo>
                  <a:pt x="69151" y="79425"/>
                </a:lnTo>
                <a:lnTo>
                  <a:pt x="69151" y="75971"/>
                </a:lnTo>
                <a:lnTo>
                  <a:pt x="72608" y="75971"/>
                </a:lnTo>
                <a:lnTo>
                  <a:pt x="72608" y="72518"/>
                </a:lnTo>
                <a:lnTo>
                  <a:pt x="76066" y="72518"/>
                </a:lnTo>
                <a:lnTo>
                  <a:pt x="76066" y="65612"/>
                </a:lnTo>
                <a:lnTo>
                  <a:pt x="79523" y="65612"/>
                </a:lnTo>
                <a:lnTo>
                  <a:pt x="79523" y="62158"/>
                </a:lnTo>
                <a:lnTo>
                  <a:pt x="82981" y="62158"/>
                </a:lnTo>
                <a:lnTo>
                  <a:pt x="82981" y="75971"/>
                </a:lnTo>
                <a:lnTo>
                  <a:pt x="79523" y="75971"/>
                </a:lnTo>
                <a:lnTo>
                  <a:pt x="79523" y="82878"/>
                </a:lnTo>
                <a:lnTo>
                  <a:pt x="76066" y="82878"/>
                </a:lnTo>
                <a:lnTo>
                  <a:pt x="76066" y="86331"/>
                </a:lnTo>
                <a:lnTo>
                  <a:pt x="72608" y="86331"/>
                </a:lnTo>
                <a:lnTo>
                  <a:pt x="72608" y="89784"/>
                </a:lnTo>
                <a:lnTo>
                  <a:pt x="69151" y="89784"/>
                </a:lnTo>
                <a:lnTo>
                  <a:pt x="69151" y="93238"/>
                </a:lnTo>
                <a:lnTo>
                  <a:pt x="65693" y="93238"/>
                </a:lnTo>
                <a:lnTo>
                  <a:pt x="65693" y="96691"/>
                </a:lnTo>
                <a:lnTo>
                  <a:pt x="58778" y="96691"/>
                </a:lnTo>
                <a:lnTo>
                  <a:pt x="58778" y="100144"/>
                </a:lnTo>
                <a:lnTo>
                  <a:pt x="48405" y="100144"/>
                </a:lnTo>
                <a:lnTo>
                  <a:pt x="48405" y="103597"/>
                </a:lnTo>
                <a:lnTo>
                  <a:pt x="38033" y="103597"/>
                </a:lnTo>
                <a:lnTo>
                  <a:pt x="38033" y="100144"/>
                </a:lnTo>
                <a:lnTo>
                  <a:pt x="24203" y="100144"/>
                </a:lnTo>
                <a:lnTo>
                  <a:pt x="24203" y="96691"/>
                </a:lnTo>
                <a:lnTo>
                  <a:pt x="20745" y="96691"/>
                </a:lnTo>
                <a:lnTo>
                  <a:pt x="20745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0373" y="89784"/>
                </a:lnTo>
                <a:lnTo>
                  <a:pt x="10373" y="86331"/>
                </a:lnTo>
                <a:lnTo>
                  <a:pt x="6915" y="86331"/>
                </a:lnTo>
                <a:lnTo>
                  <a:pt x="6915" y="79425"/>
                </a:lnTo>
                <a:lnTo>
                  <a:pt x="3458" y="79425"/>
                </a:lnTo>
                <a:lnTo>
                  <a:pt x="3458" y="72518"/>
                </a:lnTo>
                <a:lnTo>
                  <a:pt x="0" y="72518"/>
                </a:lnTo>
                <a:lnTo>
                  <a:pt x="0" y="27626"/>
                </a:lnTo>
                <a:lnTo>
                  <a:pt x="3458" y="27626"/>
                </a:lnTo>
                <a:lnTo>
                  <a:pt x="3458" y="20719"/>
                </a:lnTo>
                <a:lnTo>
                  <a:pt x="6915" y="20719"/>
                </a:lnTo>
                <a:lnTo>
                  <a:pt x="6915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13830" y="13813"/>
                </a:lnTo>
                <a:lnTo>
                  <a:pt x="13830" y="10360"/>
                </a:lnTo>
                <a:lnTo>
                  <a:pt x="17288" y="10360"/>
                </a:lnTo>
                <a:lnTo>
                  <a:pt x="17288" y="6906"/>
                </a:lnTo>
                <a:lnTo>
                  <a:pt x="20745" y="6906"/>
                </a:lnTo>
                <a:lnTo>
                  <a:pt x="20745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58778" y="0"/>
                </a:lnTo>
                <a:lnTo>
                  <a:pt x="58778" y="3453"/>
                </a:lnTo>
                <a:lnTo>
                  <a:pt x="65693" y="3453"/>
                </a:lnTo>
                <a:lnTo>
                  <a:pt x="65693" y="6906"/>
                </a:lnTo>
                <a:lnTo>
                  <a:pt x="72608" y="6906"/>
                </a:lnTo>
                <a:close/>
                <a:moveTo>
                  <a:pt x="58778" y="17266"/>
                </a:moveTo>
                <a:lnTo>
                  <a:pt x="55320" y="17266"/>
                </a:lnTo>
                <a:lnTo>
                  <a:pt x="55320" y="13813"/>
                </a:lnTo>
                <a:lnTo>
                  <a:pt x="51863" y="13813"/>
                </a:lnTo>
                <a:lnTo>
                  <a:pt x="51863" y="10360"/>
                </a:lnTo>
                <a:lnTo>
                  <a:pt x="41490" y="10360"/>
                </a:lnTo>
                <a:lnTo>
                  <a:pt x="41490" y="6906"/>
                </a:lnTo>
                <a:lnTo>
                  <a:pt x="38033" y="6906"/>
                </a:lnTo>
                <a:lnTo>
                  <a:pt x="38033" y="10360"/>
                </a:lnTo>
                <a:lnTo>
                  <a:pt x="27660" y="10360"/>
                </a:lnTo>
                <a:lnTo>
                  <a:pt x="27660" y="13813"/>
                </a:lnTo>
                <a:lnTo>
                  <a:pt x="20745" y="13813"/>
                </a:lnTo>
                <a:lnTo>
                  <a:pt x="20745" y="20719"/>
                </a:lnTo>
                <a:lnTo>
                  <a:pt x="17288" y="20719"/>
                </a:lnTo>
                <a:lnTo>
                  <a:pt x="17288" y="31079"/>
                </a:lnTo>
                <a:lnTo>
                  <a:pt x="58778" y="31079"/>
                </a:lnTo>
                <a:lnTo>
                  <a:pt x="58778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0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72A0986-560F-4893-9D85-E9BC809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172" y="1211822"/>
            <a:ext cx="100268" cy="110504"/>
          </a:xfrm>
          <a:custGeom xmlns:a="http://schemas.openxmlformats.org/drawingml/2006/main">
            <a:pathLst>
              <a:path w="100268" h="110504">
                <a:moveTo>
                  <a:pt x="6915" y="24173"/>
                </a:moveTo>
                <a:lnTo>
                  <a:pt x="6915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13830" y="13813"/>
                </a:lnTo>
                <a:lnTo>
                  <a:pt x="13830" y="10360"/>
                </a:lnTo>
                <a:lnTo>
                  <a:pt x="17288" y="10360"/>
                </a:lnTo>
                <a:lnTo>
                  <a:pt x="17288" y="6906"/>
                </a:lnTo>
                <a:lnTo>
                  <a:pt x="24203" y="6906"/>
                </a:lnTo>
                <a:lnTo>
                  <a:pt x="24203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69151" y="0"/>
                </a:lnTo>
                <a:lnTo>
                  <a:pt x="69151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9523" y="6906"/>
                </a:lnTo>
                <a:lnTo>
                  <a:pt x="79523" y="10360"/>
                </a:lnTo>
                <a:lnTo>
                  <a:pt x="82981" y="10360"/>
                </a:lnTo>
                <a:lnTo>
                  <a:pt x="82981" y="17266"/>
                </a:lnTo>
                <a:lnTo>
                  <a:pt x="86438" y="17266"/>
                </a:lnTo>
                <a:lnTo>
                  <a:pt x="86438" y="89784"/>
                </a:lnTo>
                <a:lnTo>
                  <a:pt x="89896" y="89784"/>
                </a:lnTo>
                <a:lnTo>
                  <a:pt x="89896" y="93238"/>
                </a:lnTo>
                <a:lnTo>
                  <a:pt x="100268" y="93238"/>
                </a:lnTo>
                <a:lnTo>
                  <a:pt x="100268" y="96691"/>
                </a:lnTo>
                <a:lnTo>
                  <a:pt x="96811" y="96691"/>
                </a:lnTo>
                <a:lnTo>
                  <a:pt x="96811" y="100144"/>
                </a:lnTo>
                <a:lnTo>
                  <a:pt x="93353" y="100144"/>
                </a:lnTo>
                <a:lnTo>
                  <a:pt x="93353" y="103597"/>
                </a:lnTo>
                <a:lnTo>
                  <a:pt x="89896" y="103597"/>
                </a:lnTo>
                <a:lnTo>
                  <a:pt x="89896" y="107051"/>
                </a:lnTo>
                <a:lnTo>
                  <a:pt x="76066" y="107051"/>
                </a:lnTo>
                <a:lnTo>
                  <a:pt x="76066" y="110504"/>
                </a:lnTo>
                <a:lnTo>
                  <a:pt x="72608" y="110504"/>
                </a:lnTo>
                <a:lnTo>
                  <a:pt x="72608" y="107051"/>
                </a:lnTo>
                <a:lnTo>
                  <a:pt x="62235" y="107051"/>
                </a:lnTo>
                <a:lnTo>
                  <a:pt x="62235" y="103597"/>
                </a:lnTo>
                <a:lnTo>
                  <a:pt x="58778" y="103597"/>
                </a:lnTo>
                <a:lnTo>
                  <a:pt x="58778" y="96691"/>
                </a:lnTo>
                <a:lnTo>
                  <a:pt x="55320" y="96691"/>
                </a:lnTo>
                <a:lnTo>
                  <a:pt x="55320" y="93238"/>
                </a:lnTo>
                <a:lnTo>
                  <a:pt x="51863" y="93238"/>
                </a:lnTo>
                <a:lnTo>
                  <a:pt x="51863" y="96691"/>
                </a:lnTo>
                <a:lnTo>
                  <a:pt x="48405" y="96691"/>
                </a:lnTo>
                <a:lnTo>
                  <a:pt x="48405" y="100144"/>
                </a:lnTo>
                <a:lnTo>
                  <a:pt x="41490" y="100144"/>
                </a:lnTo>
                <a:lnTo>
                  <a:pt x="41490" y="103597"/>
                </a:lnTo>
                <a:lnTo>
                  <a:pt x="38033" y="103597"/>
                </a:lnTo>
                <a:lnTo>
                  <a:pt x="38033" y="107051"/>
                </a:lnTo>
                <a:lnTo>
                  <a:pt x="24203" y="107051"/>
                </a:lnTo>
                <a:lnTo>
                  <a:pt x="24203" y="110504"/>
                </a:lnTo>
                <a:lnTo>
                  <a:pt x="20745" y="110504"/>
                </a:lnTo>
                <a:lnTo>
                  <a:pt x="20745" y="107051"/>
                </a:lnTo>
                <a:lnTo>
                  <a:pt x="10373" y="107051"/>
                </a:lnTo>
                <a:lnTo>
                  <a:pt x="10373" y="103597"/>
                </a:lnTo>
                <a:lnTo>
                  <a:pt x="6915" y="103597"/>
                </a:lnTo>
                <a:lnTo>
                  <a:pt x="6915" y="100144"/>
                </a:lnTo>
                <a:lnTo>
                  <a:pt x="3458" y="100144"/>
                </a:lnTo>
                <a:lnTo>
                  <a:pt x="3458" y="93238"/>
                </a:lnTo>
                <a:lnTo>
                  <a:pt x="0" y="93238"/>
                </a:lnTo>
                <a:lnTo>
                  <a:pt x="0" y="82878"/>
                </a:lnTo>
                <a:lnTo>
                  <a:pt x="3458" y="82878"/>
                </a:lnTo>
                <a:lnTo>
                  <a:pt x="3458" y="75971"/>
                </a:lnTo>
                <a:lnTo>
                  <a:pt x="6915" y="75971"/>
                </a:lnTo>
                <a:lnTo>
                  <a:pt x="6915" y="69065"/>
                </a:lnTo>
                <a:lnTo>
                  <a:pt x="10373" y="69065"/>
                </a:lnTo>
                <a:lnTo>
                  <a:pt x="10373" y="65612"/>
                </a:lnTo>
                <a:lnTo>
                  <a:pt x="13830" y="65612"/>
                </a:lnTo>
                <a:lnTo>
                  <a:pt x="13830" y="62158"/>
                </a:lnTo>
                <a:lnTo>
                  <a:pt x="20745" y="62158"/>
                </a:lnTo>
                <a:lnTo>
                  <a:pt x="20745" y="58705"/>
                </a:lnTo>
                <a:lnTo>
                  <a:pt x="24203" y="58705"/>
                </a:lnTo>
                <a:lnTo>
                  <a:pt x="24203" y="55252"/>
                </a:lnTo>
                <a:lnTo>
                  <a:pt x="31118" y="55252"/>
                </a:lnTo>
                <a:lnTo>
                  <a:pt x="31118" y="51799"/>
                </a:lnTo>
                <a:lnTo>
                  <a:pt x="38033" y="51799"/>
                </a:lnTo>
                <a:lnTo>
                  <a:pt x="38033" y="48345"/>
                </a:lnTo>
                <a:lnTo>
                  <a:pt x="44948" y="48345"/>
                </a:lnTo>
                <a:lnTo>
                  <a:pt x="44948" y="44892"/>
                </a:lnTo>
                <a:lnTo>
                  <a:pt x="51863" y="44892"/>
                </a:lnTo>
                <a:lnTo>
                  <a:pt x="51863" y="41439"/>
                </a:lnTo>
                <a:lnTo>
                  <a:pt x="55320" y="41439"/>
                </a:lnTo>
                <a:lnTo>
                  <a:pt x="55320" y="13813"/>
                </a:lnTo>
                <a:lnTo>
                  <a:pt x="51863" y="13813"/>
                </a:lnTo>
                <a:lnTo>
                  <a:pt x="51863" y="10360"/>
                </a:lnTo>
                <a:lnTo>
                  <a:pt x="48405" y="10360"/>
                </a:lnTo>
                <a:lnTo>
                  <a:pt x="48405" y="6906"/>
                </a:lnTo>
                <a:lnTo>
                  <a:pt x="34575" y="6906"/>
                </a:lnTo>
                <a:lnTo>
                  <a:pt x="34575" y="10360"/>
                </a:lnTo>
                <a:lnTo>
                  <a:pt x="31118" y="10360"/>
                </a:lnTo>
                <a:lnTo>
                  <a:pt x="31118" y="13813"/>
                </a:lnTo>
                <a:lnTo>
                  <a:pt x="27660" y="13813"/>
                </a:lnTo>
                <a:lnTo>
                  <a:pt x="27660" y="17266"/>
                </a:lnTo>
                <a:lnTo>
                  <a:pt x="31118" y="17266"/>
                </a:lnTo>
                <a:lnTo>
                  <a:pt x="31118" y="24173"/>
                </a:lnTo>
                <a:lnTo>
                  <a:pt x="34575" y="24173"/>
                </a:lnTo>
                <a:lnTo>
                  <a:pt x="34575" y="41439"/>
                </a:lnTo>
                <a:lnTo>
                  <a:pt x="27660" y="41439"/>
                </a:lnTo>
                <a:lnTo>
                  <a:pt x="27660" y="44892"/>
                </a:lnTo>
                <a:lnTo>
                  <a:pt x="10373" y="44892"/>
                </a:lnTo>
                <a:lnTo>
                  <a:pt x="10373" y="41439"/>
                </a:lnTo>
                <a:lnTo>
                  <a:pt x="6915" y="41439"/>
                </a:lnTo>
                <a:lnTo>
                  <a:pt x="6915" y="37986"/>
                </a:lnTo>
                <a:lnTo>
                  <a:pt x="3458" y="37986"/>
                </a:lnTo>
                <a:lnTo>
                  <a:pt x="3458" y="24173"/>
                </a:lnTo>
                <a:lnTo>
                  <a:pt x="6915" y="24173"/>
                </a:lnTo>
                <a:close/>
                <a:moveTo>
                  <a:pt x="34575" y="82878"/>
                </a:moveTo>
                <a:lnTo>
                  <a:pt x="34575" y="89784"/>
                </a:lnTo>
                <a:lnTo>
                  <a:pt x="38033" y="89784"/>
                </a:lnTo>
                <a:lnTo>
                  <a:pt x="38033" y="93238"/>
                </a:lnTo>
                <a:lnTo>
                  <a:pt x="48405" y="93238"/>
                </a:lnTo>
                <a:lnTo>
                  <a:pt x="48405" y="89784"/>
                </a:lnTo>
                <a:lnTo>
                  <a:pt x="51863" y="89784"/>
                </a:lnTo>
                <a:lnTo>
                  <a:pt x="51863" y="86331"/>
                </a:lnTo>
                <a:lnTo>
                  <a:pt x="55320" y="86331"/>
                </a:lnTo>
                <a:lnTo>
                  <a:pt x="55320" y="51799"/>
                </a:lnTo>
                <a:lnTo>
                  <a:pt x="51863" y="51799"/>
                </a:lnTo>
                <a:lnTo>
                  <a:pt x="51863" y="55252"/>
                </a:lnTo>
                <a:lnTo>
                  <a:pt x="48405" y="55252"/>
                </a:lnTo>
                <a:lnTo>
                  <a:pt x="48405" y="58705"/>
                </a:lnTo>
                <a:lnTo>
                  <a:pt x="44948" y="58705"/>
                </a:lnTo>
                <a:lnTo>
                  <a:pt x="44948" y="62158"/>
                </a:lnTo>
                <a:lnTo>
                  <a:pt x="41490" y="62158"/>
                </a:lnTo>
                <a:lnTo>
                  <a:pt x="41490" y="65612"/>
                </a:lnTo>
                <a:lnTo>
                  <a:pt x="38033" y="65612"/>
                </a:lnTo>
                <a:lnTo>
                  <a:pt x="38033" y="69065"/>
                </a:lnTo>
                <a:lnTo>
                  <a:pt x="34575" y="69065"/>
                </a:lnTo>
                <a:lnTo>
                  <a:pt x="34575" y="79425"/>
                </a:lnTo>
                <a:lnTo>
                  <a:pt x="31118" y="79425"/>
                </a:lnTo>
                <a:lnTo>
                  <a:pt x="31118" y="82878"/>
                </a:lnTo>
                <a:lnTo>
                  <a:pt x="34575" y="8287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0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93B3012E-56C1-4307-BBE0-EAA0B162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799" y="1481175"/>
            <a:ext cx="82981" cy="100144"/>
          </a:xfrm>
          <a:custGeom xmlns:a="http://schemas.openxmlformats.org/drawingml/2006/main">
            <a:pathLst>
              <a:path w="82981" h="100144">
                <a:moveTo>
                  <a:pt x="6915" y="20719"/>
                </a:moveTo>
                <a:lnTo>
                  <a:pt x="10373" y="20719"/>
                </a:lnTo>
                <a:lnTo>
                  <a:pt x="10373" y="13813"/>
                </a:lnTo>
                <a:lnTo>
                  <a:pt x="13830" y="13813"/>
                </a:lnTo>
                <a:lnTo>
                  <a:pt x="13830" y="10360"/>
                </a:lnTo>
                <a:lnTo>
                  <a:pt x="17288" y="10360"/>
                </a:lnTo>
                <a:lnTo>
                  <a:pt x="17288" y="6906"/>
                </a:lnTo>
                <a:lnTo>
                  <a:pt x="24203" y="6906"/>
                </a:lnTo>
                <a:lnTo>
                  <a:pt x="24203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65693" y="0"/>
                </a:lnTo>
                <a:lnTo>
                  <a:pt x="65693" y="3453"/>
                </a:lnTo>
                <a:lnTo>
                  <a:pt x="69151" y="3453"/>
                </a:lnTo>
                <a:lnTo>
                  <a:pt x="69151" y="6906"/>
                </a:lnTo>
                <a:lnTo>
                  <a:pt x="76066" y="6906"/>
                </a:lnTo>
                <a:lnTo>
                  <a:pt x="76066" y="10360"/>
                </a:lnTo>
                <a:lnTo>
                  <a:pt x="79523" y="10360"/>
                </a:lnTo>
                <a:lnTo>
                  <a:pt x="79523" y="17266"/>
                </a:lnTo>
                <a:lnTo>
                  <a:pt x="82981" y="17266"/>
                </a:lnTo>
                <a:lnTo>
                  <a:pt x="82981" y="27626"/>
                </a:lnTo>
                <a:lnTo>
                  <a:pt x="79523" y="27626"/>
                </a:lnTo>
                <a:lnTo>
                  <a:pt x="79523" y="31079"/>
                </a:lnTo>
                <a:lnTo>
                  <a:pt x="62235" y="31079"/>
                </a:lnTo>
                <a:lnTo>
                  <a:pt x="62235" y="24173"/>
                </a:lnTo>
                <a:lnTo>
                  <a:pt x="58778" y="24173"/>
                </a:lnTo>
                <a:lnTo>
                  <a:pt x="58778" y="13813"/>
                </a:lnTo>
                <a:lnTo>
                  <a:pt x="55320" y="13813"/>
                </a:lnTo>
                <a:lnTo>
                  <a:pt x="55320" y="10360"/>
                </a:lnTo>
                <a:lnTo>
                  <a:pt x="51863" y="10360"/>
                </a:lnTo>
                <a:lnTo>
                  <a:pt x="51863" y="6906"/>
                </a:lnTo>
                <a:lnTo>
                  <a:pt x="34575" y="6906"/>
                </a:lnTo>
                <a:lnTo>
                  <a:pt x="34575" y="10360"/>
                </a:lnTo>
                <a:lnTo>
                  <a:pt x="31118" y="10360"/>
                </a:lnTo>
                <a:lnTo>
                  <a:pt x="31118" y="13813"/>
                </a:lnTo>
                <a:lnTo>
                  <a:pt x="27660" y="13813"/>
                </a:lnTo>
                <a:lnTo>
                  <a:pt x="27660" y="17266"/>
                </a:lnTo>
                <a:lnTo>
                  <a:pt x="24203" y="17266"/>
                </a:lnTo>
                <a:lnTo>
                  <a:pt x="24203" y="20719"/>
                </a:lnTo>
                <a:lnTo>
                  <a:pt x="20745" y="20719"/>
                </a:lnTo>
                <a:lnTo>
                  <a:pt x="20745" y="34532"/>
                </a:lnTo>
                <a:lnTo>
                  <a:pt x="17288" y="34532"/>
                </a:lnTo>
                <a:lnTo>
                  <a:pt x="17288" y="48345"/>
                </a:lnTo>
                <a:lnTo>
                  <a:pt x="20745" y="48345"/>
                </a:lnTo>
                <a:lnTo>
                  <a:pt x="20745" y="62158"/>
                </a:lnTo>
                <a:lnTo>
                  <a:pt x="24203" y="62158"/>
                </a:lnTo>
                <a:lnTo>
                  <a:pt x="24203" y="69065"/>
                </a:lnTo>
                <a:lnTo>
                  <a:pt x="27660" y="69065"/>
                </a:lnTo>
                <a:lnTo>
                  <a:pt x="27660" y="72518"/>
                </a:lnTo>
                <a:lnTo>
                  <a:pt x="31118" y="72518"/>
                </a:lnTo>
                <a:lnTo>
                  <a:pt x="31118" y="75971"/>
                </a:lnTo>
                <a:lnTo>
                  <a:pt x="34575" y="75971"/>
                </a:lnTo>
                <a:lnTo>
                  <a:pt x="34575" y="79425"/>
                </a:lnTo>
                <a:lnTo>
                  <a:pt x="41490" y="79425"/>
                </a:lnTo>
                <a:lnTo>
                  <a:pt x="41490" y="82878"/>
                </a:lnTo>
                <a:lnTo>
                  <a:pt x="58778" y="82878"/>
                </a:lnTo>
                <a:lnTo>
                  <a:pt x="58778" y="79425"/>
                </a:lnTo>
                <a:lnTo>
                  <a:pt x="65693" y="79425"/>
                </a:lnTo>
                <a:lnTo>
                  <a:pt x="65693" y="75971"/>
                </a:lnTo>
                <a:lnTo>
                  <a:pt x="72608" y="75971"/>
                </a:lnTo>
                <a:lnTo>
                  <a:pt x="72608" y="69065"/>
                </a:lnTo>
                <a:lnTo>
                  <a:pt x="76066" y="69065"/>
                </a:lnTo>
                <a:lnTo>
                  <a:pt x="76066" y="65612"/>
                </a:lnTo>
                <a:lnTo>
                  <a:pt x="79523" y="65612"/>
                </a:lnTo>
                <a:lnTo>
                  <a:pt x="79523" y="58705"/>
                </a:lnTo>
                <a:lnTo>
                  <a:pt x="82981" y="58705"/>
                </a:lnTo>
                <a:lnTo>
                  <a:pt x="82981" y="72518"/>
                </a:lnTo>
                <a:lnTo>
                  <a:pt x="79523" y="72518"/>
                </a:lnTo>
                <a:lnTo>
                  <a:pt x="79523" y="79425"/>
                </a:lnTo>
                <a:lnTo>
                  <a:pt x="76066" y="79425"/>
                </a:lnTo>
                <a:lnTo>
                  <a:pt x="76066" y="86331"/>
                </a:lnTo>
                <a:lnTo>
                  <a:pt x="72608" y="86331"/>
                </a:lnTo>
                <a:lnTo>
                  <a:pt x="72608" y="89784"/>
                </a:lnTo>
                <a:lnTo>
                  <a:pt x="69151" y="89784"/>
                </a:lnTo>
                <a:lnTo>
                  <a:pt x="69151" y="93238"/>
                </a:lnTo>
                <a:lnTo>
                  <a:pt x="62235" y="93238"/>
                </a:lnTo>
                <a:lnTo>
                  <a:pt x="62235" y="96691"/>
                </a:lnTo>
                <a:lnTo>
                  <a:pt x="58778" y="96691"/>
                </a:lnTo>
                <a:lnTo>
                  <a:pt x="58778" y="100144"/>
                </a:lnTo>
                <a:lnTo>
                  <a:pt x="27660" y="100144"/>
                </a:lnTo>
                <a:lnTo>
                  <a:pt x="27660" y="96691"/>
                </a:lnTo>
                <a:lnTo>
                  <a:pt x="20745" y="96691"/>
                </a:lnTo>
                <a:lnTo>
                  <a:pt x="20745" y="93238"/>
                </a:lnTo>
                <a:lnTo>
                  <a:pt x="17288" y="93238"/>
                </a:lnTo>
                <a:lnTo>
                  <a:pt x="17288" y="89784"/>
                </a:lnTo>
                <a:lnTo>
                  <a:pt x="13830" y="89784"/>
                </a:lnTo>
                <a:lnTo>
                  <a:pt x="13830" y="86331"/>
                </a:lnTo>
                <a:lnTo>
                  <a:pt x="10373" y="86331"/>
                </a:lnTo>
                <a:lnTo>
                  <a:pt x="10373" y="82878"/>
                </a:lnTo>
                <a:lnTo>
                  <a:pt x="6915" y="82878"/>
                </a:lnTo>
                <a:lnTo>
                  <a:pt x="6915" y="75971"/>
                </a:lnTo>
                <a:lnTo>
                  <a:pt x="3458" y="75971"/>
                </a:lnTo>
                <a:lnTo>
                  <a:pt x="3458" y="69065"/>
                </a:lnTo>
                <a:lnTo>
                  <a:pt x="0" y="69065"/>
                </a:lnTo>
                <a:lnTo>
                  <a:pt x="0" y="31079"/>
                </a:lnTo>
                <a:lnTo>
                  <a:pt x="3458" y="31079"/>
                </a:lnTo>
                <a:lnTo>
                  <a:pt x="3458" y="24173"/>
                </a:lnTo>
                <a:lnTo>
                  <a:pt x="6915" y="24173"/>
                </a:lnTo>
                <a:lnTo>
                  <a:pt x="6915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0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3DC7921-29A6-4AC3-BBFC-D5D31A4F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917" y="1691823"/>
            <a:ext cx="34575" cy="58705"/>
          </a:xfrm>
          <a:custGeom xmlns:a="http://schemas.openxmlformats.org/drawingml/2006/main">
            <a:pathLst>
              <a:path w="34575" h="58705">
                <a:moveTo>
                  <a:pt x="13830" y="20719"/>
                </a:moveTo>
                <a:lnTo>
                  <a:pt x="10373" y="20719"/>
                </a:lnTo>
                <a:lnTo>
                  <a:pt x="10373" y="17266"/>
                </a:lnTo>
                <a:lnTo>
                  <a:pt x="0" y="17266"/>
                </a:lnTo>
                <a:lnTo>
                  <a:pt x="0" y="10360"/>
                </a:lnTo>
                <a:lnTo>
                  <a:pt x="10373" y="10360"/>
                </a:lnTo>
                <a:lnTo>
                  <a:pt x="10373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7660" y="3453"/>
                </a:lnTo>
                <a:lnTo>
                  <a:pt x="27660" y="0"/>
                </a:lnTo>
                <a:lnTo>
                  <a:pt x="31118" y="0"/>
                </a:lnTo>
                <a:lnTo>
                  <a:pt x="31118" y="3453"/>
                </a:lnTo>
                <a:lnTo>
                  <a:pt x="34575" y="3453"/>
                </a:lnTo>
                <a:lnTo>
                  <a:pt x="34575" y="58705"/>
                </a:lnTo>
                <a:lnTo>
                  <a:pt x="13830" y="58705"/>
                </a:lnTo>
                <a:lnTo>
                  <a:pt x="13830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0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AE885F8-402C-4D42-82E9-86C4CBB6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407" y="148223"/>
            <a:ext cx="107183" cy="151943"/>
          </a:xfrm>
          <a:custGeom xmlns:a="http://schemas.openxmlformats.org/drawingml/2006/main">
            <a:pathLst>
              <a:path w="107183" h="151943">
                <a:moveTo>
                  <a:pt x="13830" y="20719"/>
                </a:moveTo>
                <a:lnTo>
                  <a:pt x="13830" y="13813"/>
                </a:lnTo>
                <a:lnTo>
                  <a:pt x="10373" y="13813"/>
                </a:lnTo>
                <a:lnTo>
                  <a:pt x="10373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0" y="6906"/>
                </a:lnTo>
                <a:lnTo>
                  <a:pt x="0" y="0"/>
                </a:lnTo>
                <a:lnTo>
                  <a:pt x="44948" y="0"/>
                </a:lnTo>
                <a:lnTo>
                  <a:pt x="44948" y="6906"/>
                </a:lnTo>
                <a:lnTo>
                  <a:pt x="34575" y="6906"/>
                </a:lnTo>
                <a:lnTo>
                  <a:pt x="34575" y="20719"/>
                </a:lnTo>
                <a:lnTo>
                  <a:pt x="38033" y="20719"/>
                </a:lnTo>
                <a:lnTo>
                  <a:pt x="38033" y="27626"/>
                </a:lnTo>
                <a:lnTo>
                  <a:pt x="41490" y="27626"/>
                </a:lnTo>
                <a:lnTo>
                  <a:pt x="41490" y="37986"/>
                </a:lnTo>
                <a:lnTo>
                  <a:pt x="44948" y="37986"/>
                </a:lnTo>
                <a:lnTo>
                  <a:pt x="44948" y="44892"/>
                </a:lnTo>
                <a:lnTo>
                  <a:pt x="48405" y="44892"/>
                </a:lnTo>
                <a:lnTo>
                  <a:pt x="48405" y="51799"/>
                </a:lnTo>
                <a:lnTo>
                  <a:pt x="51863" y="51799"/>
                </a:lnTo>
                <a:lnTo>
                  <a:pt x="51863" y="58705"/>
                </a:lnTo>
                <a:lnTo>
                  <a:pt x="55320" y="58705"/>
                </a:lnTo>
                <a:lnTo>
                  <a:pt x="55320" y="65612"/>
                </a:lnTo>
                <a:lnTo>
                  <a:pt x="58778" y="65612"/>
                </a:lnTo>
                <a:lnTo>
                  <a:pt x="58778" y="72518"/>
                </a:lnTo>
                <a:lnTo>
                  <a:pt x="62235" y="72518"/>
                </a:lnTo>
                <a:lnTo>
                  <a:pt x="62235" y="69065"/>
                </a:lnTo>
                <a:lnTo>
                  <a:pt x="65693" y="69065"/>
                </a:lnTo>
                <a:lnTo>
                  <a:pt x="65693" y="58705"/>
                </a:lnTo>
                <a:lnTo>
                  <a:pt x="69151" y="58705"/>
                </a:lnTo>
                <a:lnTo>
                  <a:pt x="69151" y="51799"/>
                </a:lnTo>
                <a:lnTo>
                  <a:pt x="72608" y="51799"/>
                </a:lnTo>
                <a:lnTo>
                  <a:pt x="72608" y="41439"/>
                </a:lnTo>
                <a:lnTo>
                  <a:pt x="76066" y="41439"/>
                </a:lnTo>
                <a:lnTo>
                  <a:pt x="76066" y="34532"/>
                </a:lnTo>
                <a:lnTo>
                  <a:pt x="79523" y="34532"/>
                </a:lnTo>
                <a:lnTo>
                  <a:pt x="79523" y="24173"/>
                </a:lnTo>
                <a:lnTo>
                  <a:pt x="82981" y="24173"/>
                </a:lnTo>
                <a:lnTo>
                  <a:pt x="82981" y="13813"/>
                </a:lnTo>
                <a:lnTo>
                  <a:pt x="86438" y="13813"/>
                </a:lnTo>
                <a:lnTo>
                  <a:pt x="86438" y="10360"/>
                </a:lnTo>
                <a:lnTo>
                  <a:pt x="82981" y="10360"/>
                </a:lnTo>
                <a:lnTo>
                  <a:pt x="82981" y="6906"/>
                </a:lnTo>
                <a:lnTo>
                  <a:pt x="76066" y="6906"/>
                </a:lnTo>
                <a:lnTo>
                  <a:pt x="76066" y="0"/>
                </a:lnTo>
                <a:lnTo>
                  <a:pt x="107183" y="0"/>
                </a:lnTo>
                <a:lnTo>
                  <a:pt x="107183" y="6906"/>
                </a:lnTo>
                <a:lnTo>
                  <a:pt x="100268" y="6906"/>
                </a:lnTo>
                <a:lnTo>
                  <a:pt x="100268" y="10360"/>
                </a:lnTo>
                <a:lnTo>
                  <a:pt x="96811" y="10360"/>
                </a:lnTo>
                <a:lnTo>
                  <a:pt x="96811" y="17266"/>
                </a:lnTo>
                <a:lnTo>
                  <a:pt x="93353" y="17266"/>
                </a:lnTo>
                <a:lnTo>
                  <a:pt x="93353" y="27626"/>
                </a:lnTo>
                <a:lnTo>
                  <a:pt x="89896" y="27626"/>
                </a:lnTo>
                <a:lnTo>
                  <a:pt x="89896" y="34532"/>
                </a:lnTo>
                <a:lnTo>
                  <a:pt x="86438" y="34532"/>
                </a:lnTo>
                <a:lnTo>
                  <a:pt x="86438" y="44892"/>
                </a:lnTo>
                <a:lnTo>
                  <a:pt x="82981" y="44892"/>
                </a:lnTo>
                <a:lnTo>
                  <a:pt x="82981" y="51799"/>
                </a:lnTo>
                <a:lnTo>
                  <a:pt x="79523" y="51799"/>
                </a:lnTo>
                <a:lnTo>
                  <a:pt x="79523" y="62158"/>
                </a:lnTo>
                <a:lnTo>
                  <a:pt x="76066" y="62158"/>
                </a:lnTo>
                <a:lnTo>
                  <a:pt x="76066" y="69065"/>
                </a:lnTo>
                <a:lnTo>
                  <a:pt x="72608" y="69065"/>
                </a:lnTo>
                <a:lnTo>
                  <a:pt x="72608" y="79425"/>
                </a:lnTo>
                <a:lnTo>
                  <a:pt x="69151" y="79425"/>
                </a:lnTo>
                <a:lnTo>
                  <a:pt x="69151" y="86331"/>
                </a:lnTo>
                <a:lnTo>
                  <a:pt x="65693" y="86331"/>
                </a:lnTo>
                <a:lnTo>
                  <a:pt x="65693" y="93238"/>
                </a:lnTo>
                <a:lnTo>
                  <a:pt x="62235" y="93238"/>
                </a:lnTo>
                <a:lnTo>
                  <a:pt x="62235" y="103597"/>
                </a:lnTo>
                <a:lnTo>
                  <a:pt x="58778" y="103597"/>
                </a:lnTo>
                <a:lnTo>
                  <a:pt x="58778" y="110504"/>
                </a:lnTo>
                <a:lnTo>
                  <a:pt x="55320" y="110504"/>
                </a:lnTo>
                <a:lnTo>
                  <a:pt x="55320" y="120864"/>
                </a:lnTo>
                <a:lnTo>
                  <a:pt x="51863" y="120864"/>
                </a:lnTo>
                <a:lnTo>
                  <a:pt x="51863" y="127770"/>
                </a:lnTo>
                <a:lnTo>
                  <a:pt x="48405" y="127770"/>
                </a:lnTo>
                <a:lnTo>
                  <a:pt x="48405" y="134677"/>
                </a:lnTo>
                <a:lnTo>
                  <a:pt x="44948" y="134677"/>
                </a:lnTo>
                <a:lnTo>
                  <a:pt x="44948" y="138130"/>
                </a:lnTo>
                <a:lnTo>
                  <a:pt x="41490" y="138130"/>
                </a:lnTo>
                <a:lnTo>
                  <a:pt x="41490" y="141583"/>
                </a:lnTo>
                <a:lnTo>
                  <a:pt x="38033" y="141583"/>
                </a:lnTo>
                <a:lnTo>
                  <a:pt x="38033" y="145036"/>
                </a:lnTo>
                <a:lnTo>
                  <a:pt x="34575" y="145036"/>
                </a:lnTo>
                <a:lnTo>
                  <a:pt x="34575" y="148489"/>
                </a:lnTo>
                <a:lnTo>
                  <a:pt x="27660" y="148489"/>
                </a:lnTo>
                <a:lnTo>
                  <a:pt x="27660" y="151943"/>
                </a:lnTo>
                <a:lnTo>
                  <a:pt x="10373" y="151943"/>
                </a:lnTo>
                <a:lnTo>
                  <a:pt x="10373" y="148489"/>
                </a:lnTo>
                <a:lnTo>
                  <a:pt x="6915" y="148489"/>
                </a:lnTo>
                <a:lnTo>
                  <a:pt x="6915" y="145036"/>
                </a:lnTo>
                <a:lnTo>
                  <a:pt x="3458" y="145036"/>
                </a:lnTo>
                <a:lnTo>
                  <a:pt x="3458" y="134677"/>
                </a:lnTo>
                <a:lnTo>
                  <a:pt x="6915" y="134677"/>
                </a:lnTo>
                <a:lnTo>
                  <a:pt x="6915" y="131223"/>
                </a:lnTo>
                <a:lnTo>
                  <a:pt x="10373" y="131223"/>
                </a:lnTo>
                <a:lnTo>
                  <a:pt x="10373" y="127770"/>
                </a:lnTo>
                <a:lnTo>
                  <a:pt x="24203" y="127770"/>
                </a:lnTo>
                <a:lnTo>
                  <a:pt x="24203" y="131223"/>
                </a:lnTo>
                <a:lnTo>
                  <a:pt x="34575" y="131223"/>
                </a:lnTo>
                <a:lnTo>
                  <a:pt x="34575" y="127770"/>
                </a:lnTo>
                <a:lnTo>
                  <a:pt x="38033" y="127770"/>
                </a:lnTo>
                <a:lnTo>
                  <a:pt x="38033" y="124317"/>
                </a:lnTo>
                <a:lnTo>
                  <a:pt x="41490" y="124317"/>
                </a:lnTo>
                <a:lnTo>
                  <a:pt x="41490" y="120864"/>
                </a:lnTo>
                <a:lnTo>
                  <a:pt x="44948" y="120864"/>
                </a:lnTo>
                <a:lnTo>
                  <a:pt x="44948" y="110504"/>
                </a:lnTo>
                <a:lnTo>
                  <a:pt x="48405" y="110504"/>
                </a:lnTo>
                <a:lnTo>
                  <a:pt x="48405" y="103597"/>
                </a:lnTo>
                <a:lnTo>
                  <a:pt x="51863" y="103597"/>
                </a:lnTo>
                <a:lnTo>
                  <a:pt x="51863" y="93238"/>
                </a:lnTo>
                <a:lnTo>
                  <a:pt x="48405" y="93238"/>
                </a:lnTo>
                <a:lnTo>
                  <a:pt x="48405" y="86331"/>
                </a:lnTo>
                <a:lnTo>
                  <a:pt x="44948" y="86331"/>
                </a:lnTo>
                <a:lnTo>
                  <a:pt x="44948" y="79425"/>
                </a:lnTo>
                <a:lnTo>
                  <a:pt x="41490" y="79425"/>
                </a:lnTo>
                <a:lnTo>
                  <a:pt x="41490" y="72518"/>
                </a:lnTo>
                <a:lnTo>
                  <a:pt x="38033" y="72518"/>
                </a:lnTo>
                <a:lnTo>
                  <a:pt x="38033" y="65612"/>
                </a:lnTo>
                <a:lnTo>
                  <a:pt x="34575" y="65612"/>
                </a:lnTo>
                <a:lnTo>
                  <a:pt x="34575" y="58705"/>
                </a:lnTo>
                <a:lnTo>
                  <a:pt x="31118" y="58705"/>
                </a:lnTo>
                <a:lnTo>
                  <a:pt x="31118" y="48345"/>
                </a:lnTo>
                <a:lnTo>
                  <a:pt x="27660" y="48345"/>
                </a:lnTo>
                <a:lnTo>
                  <a:pt x="27660" y="41439"/>
                </a:lnTo>
                <a:lnTo>
                  <a:pt x="24203" y="41439"/>
                </a:lnTo>
                <a:lnTo>
                  <a:pt x="24203" y="34532"/>
                </a:lnTo>
                <a:lnTo>
                  <a:pt x="20745" y="34532"/>
                </a:lnTo>
                <a:lnTo>
                  <a:pt x="20745" y="27626"/>
                </a:lnTo>
                <a:lnTo>
                  <a:pt x="17288" y="27626"/>
                </a:lnTo>
                <a:lnTo>
                  <a:pt x="17288" y="20719"/>
                </a:lnTo>
                <a:lnTo>
                  <a:pt x="13830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0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B5DFF48-E7CA-4F18-B7DE-47F215FF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035" y="680023"/>
            <a:ext cx="110641" cy="151943"/>
          </a:xfrm>
          <a:custGeom xmlns:a="http://schemas.openxmlformats.org/drawingml/2006/main">
            <a:pathLst>
              <a:path w="110641" h="151943">
                <a:moveTo>
                  <a:pt x="13830" y="20719"/>
                </a:moveTo>
                <a:lnTo>
                  <a:pt x="13830" y="13813"/>
                </a:lnTo>
                <a:lnTo>
                  <a:pt x="10373" y="13813"/>
                </a:lnTo>
                <a:lnTo>
                  <a:pt x="10373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0" y="6906"/>
                </a:lnTo>
                <a:lnTo>
                  <a:pt x="0" y="0"/>
                </a:lnTo>
                <a:lnTo>
                  <a:pt x="48405" y="0"/>
                </a:lnTo>
                <a:lnTo>
                  <a:pt x="48405" y="3453"/>
                </a:lnTo>
                <a:lnTo>
                  <a:pt x="44948" y="3453"/>
                </a:lnTo>
                <a:lnTo>
                  <a:pt x="44948" y="6906"/>
                </a:lnTo>
                <a:lnTo>
                  <a:pt x="34575" y="6906"/>
                </a:lnTo>
                <a:lnTo>
                  <a:pt x="34575" y="20719"/>
                </a:lnTo>
                <a:lnTo>
                  <a:pt x="38033" y="20719"/>
                </a:lnTo>
                <a:lnTo>
                  <a:pt x="38033" y="27626"/>
                </a:lnTo>
                <a:lnTo>
                  <a:pt x="41490" y="27626"/>
                </a:lnTo>
                <a:lnTo>
                  <a:pt x="41490" y="34532"/>
                </a:lnTo>
                <a:lnTo>
                  <a:pt x="44948" y="34532"/>
                </a:lnTo>
                <a:lnTo>
                  <a:pt x="44948" y="41439"/>
                </a:lnTo>
                <a:lnTo>
                  <a:pt x="48405" y="41439"/>
                </a:lnTo>
                <a:lnTo>
                  <a:pt x="48405" y="48345"/>
                </a:lnTo>
                <a:lnTo>
                  <a:pt x="51863" y="48345"/>
                </a:lnTo>
                <a:lnTo>
                  <a:pt x="51863" y="55252"/>
                </a:lnTo>
                <a:lnTo>
                  <a:pt x="55320" y="55252"/>
                </a:lnTo>
                <a:lnTo>
                  <a:pt x="55320" y="62158"/>
                </a:lnTo>
                <a:lnTo>
                  <a:pt x="58778" y="62158"/>
                </a:lnTo>
                <a:lnTo>
                  <a:pt x="58778" y="69065"/>
                </a:lnTo>
                <a:lnTo>
                  <a:pt x="65693" y="69065"/>
                </a:lnTo>
                <a:lnTo>
                  <a:pt x="65693" y="62158"/>
                </a:lnTo>
                <a:lnTo>
                  <a:pt x="69151" y="62158"/>
                </a:lnTo>
                <a:lnTo>
                  <a:pt x="69151" y="51799"/>
                </a:lnTo>
                <a:lnTo>
                  <a:pt x="72608" y="51799"/>
                </a:lnTo>
                <a:lnTo>
                  <a:pt x="72608" y="44892"/>
                </a:lnTo>
                <a:lnTo>
                  <a:pt x="76066" y="44892"/>
                </a:lnTo>
                <a:lnTo>
                  <a:pt x="76066" y="34532"/>
                </a:lnTo>
                <a:lnTo>
                  <a:pt x="79523" y="34532"/>
                </a:lnTo>
                <a:lnTo>
                  <a:pt x="79523" y="27626"/>
                </a:lnTo>
                <a:lnTo>
                  <a:pt x="82981" y="27626"/>
                </a:lnTo>
                <a:lnTo>
                  <a:pt x="82981" y="17266"/>
                </a:lnTo>
                <a:lnTo>
                  <a:pt x="86438" y="17266"/>
                </a:lnTo>
                <a:lnTo>
                  <a:pt x="86438" y="6906"/>
                </a:lnTo>
                <a:lnTo>
                  <a:pt x="76066" y="6906"/>
                </a:lnTo>
                <a:lnTo>
                  <a:pt x="76066" y="0"/>
                </a:lnTo>
                <a:lnTo>
                  <a:pt x="110641" y="0"/>
                </a:lnTo>
                <a:lnTo>
                  <a:pt x="110641" y="3453"/>
                </a:lnTo>
                <a:lnTo>
                  <a:pt x="107183" y="3453"/>
                </a:lnTo>
                <a:lnTo>
                  <a:pt x="107183" y="6906"/>
                </a:lnTo>
                <a:lnTo>
                  <a:pt x="100268" y="6906"/>
                </a:lnTo>
                <a:lnTo>
                  <a:pt x="100268" y="10360"/>
                </a:lnTo>
                <a:lnTo>
                  <a:pt x="96811" y="10360"/>
                </a:lnTo>
                <a:lnTo>
                  <a:pt x="96811" y="20719"/>
                </a:lnTo>
                <a:lnTo>
                  <a:pt x="93353" y="20719"/>
                </a:lnTo>
                <a:lnTo>
                  <a:pt x="93353" y="27626"/>
                </a:lnTo>
                <a:lnTo>
                  <a:pt x="89896" y="27626"/>
                </a:lnTo>
                <a:lnTo>
                  <a:pt x="89896" y="37986"/>
                </a:lnTo>
                <a:lnTo>
                  <a:pt x="86438" y="37986"/>
                </a:lnTo>
                <a:lnTo>
                  <a:pt x="86438" y="44892"/>
                </a:lnTo>
                <a:lnTo>
                  <a:pt x="82981" y="44892"/>
                </a:lnTo>
                <a:lnTo>
                  <a:pt x="82981" y="51799"/>
                </a:lnTo>
                <a:lnTo>
                  <a:pt x="79523" y="51799"/>
                </a:lnTo>
                <a:lnTo>
                  <a:pt x="79523" y="62158"/>
                </a:lnTo>
                <a:lnTo>
                  <a:pt x="76066" y="62158"/>
                </a:lnTo>
                <a:lnTo>
                  <a:pt x="76066" y="69065"/>
                </a:lnTo>
                <a:lnTo>
                  <a:pt x="72608" y="69065"/>
                </a:lnTo>
                <a:lnTo>
                  <a:pt x="72608" y="79425"/>
                </a:lnTo>
                <a:lnTo>
                  <a:pt x="69151" y="79425"/>
                </a:lnTo>
                <a:lnTo>
                  <a:pt x="69151" y="86331"/>
                </a:lnTo>
                <a:lnTo>
                  <a:pt x="65693" y="86331"/>
                </a:lnTo>
                <a:lnTo>
                  <a:pt x="65693" y="96691"/>
                </a:lnTo>
                <a:lnTo>
                  <a:pt x="62235" y="96691"/>
                </a:lnTo>
                <a:lnTo>
                  <a:pt x="62235" y="103597"/>
                </a:lnTo>
                <a:lnTo>
                  <a:pt x="58778" y="103597"/>
                </a:lnTo>
                <a:lnTo>
                  <a:pt x="58778" y="113957"/>
                </a:lnTo>
                <a:lnTo>
                  <a:pt x="55320" y="113957"/>
                </a:lnTo>
                <a:lnTo>
                  <a:pt x="55320" y="120864"/>
                </a:lnTo>
                <a:lnTo>
                  <a:pt x="51863" y="120864"/>
                </a:lnTo>
                <a:lnTo>
                  <a:pt x="51863" y="127770"/>
                </a:lnTo>
                <a:lnTo>
                  <a:pt x="48405" y="127770"/>
                </a:lnTo>
                <a:lnTo>
                  <a:pt x="48405" y="134677"/>
                </a:lnTo>
                <a:lnTo>
                  <a:pt x="44948" y="134677"/>
                </a:lnTo>
                <a:lnTo>
                  <a:pt x="44948" y="138130"/>
                </a:lnTo>
                <a:lnTo>
                  <a:pt x="41490" y="138130"/>
                </a:lnTo>
                <a:lnTo>
                  <a:pt x="41490" y="141583"/>
                </a:lnTo>
                <a:lnTo>
                  <a:pt x="38033" y="141583"/>
                </a:lnTo>
                <a:lnTo>
                  <a:pt x="38033" y="145036"/>
                </a:lnTo>
                <a:lnTo>
                  <a:pt x="34575" y="145036"/>
                </a:lnTo>
                <a:lnTo>
                  <a:pt x="34575" y="148489"/>
                </a:lnTo>
                <a:lnTo>
                  <a:pt x="27660" y="148489"/>
                </a:lnTo>
                <a:lnTo>
                  <a:pt x="27660" y="151943"/>
                </a:lnTo>
                <a:lnTo>
                  <a:pt x="13830" y="151943"/>
                </a:lnTo>
                <a:lnTo>
                  <a:pt x="13830" y="148489"/>
                </a:lnTo>
                <a:lnTo>
                  <a:pt x="6915" y="148489"/>
                </a:lnTo>
                <a:lnTo>
                  <a:pt x="6915" y="141583"/>
                </a:lnTo>
                <a:lnTo>
                  <a:pt x="3458" y="141583"/>
                </a:lnTo>
                <a:lnTo>
                  <a:pt x="3458" y="134677"/>
                </a:lnTo>
                <a:lnTo>
                  <a:pt x="6915" y="134677"/>
                </a:lnTo>
                <a:lnTo>
                  <a:pt x="6915" y="131223"/>
                </a:lnTo>
                <a:lnTo>
                  <a:pt x="10373" y="131223"/>
                </a:lnTo>
                <a:lnTo>
                  <a:pt x="10373" y="127770"/>
                </a:lnTo>
                <a:lnTo>
                  <a:pt x="24203" y="127770"/>
                </a:lnTo>
                <a:lnTo>
                  <a:pt x="24203" y="131223"/>
                </a:lnTo>
                <a:lnTo>
                  <a:pt x="38033" y="131223"/>
                </a:lnTo>
                <a:lnTo>
                  <a:pt x="38033" y="127770"/>
                </a:lnTo>
                <a:lnTo>
                  <a:pt x="41490" y="127770"/>
                </a:lnTo>
                <a:lnTo>
                  <a:pt x="41490" y="120864"/>
                </a:lnTo>
                <a:lnTo>
                  <a:pt x="44948" y="120864"/>
                </a:lnTo>
                <a:lnTo>
                  <a:pt x="44948" y="113957"/>
                </a:lnTo>
                <a:lnTo>
                  <a:pt x="48405" y="113957"/>
                </a:lnTo>
                <a:lnTo>
                  <a:pt x="48405" y="103597"/>
                </a:lnTo>
                <a:lnTo>
                  <a:pt x="51863" y="103597"/>
                </a:lnTo>
                <a:lnTo>
                  <a:pt x="51863" y="93238"/>
                </a:lnTo>
                <a:lnTo>
                  <a:pt x="48405" y="93238"/>
                </a:lnTo>
                <a:lnTo>
                  <a:pt x="48405" y="86331"/>
                </a:lnTo>
                <a:lnTo>
                  <a:pt x="44948" y="86331"/>
                </a:lnTo>
                <a:lnTo>
                  <a:pt x="44948" y="75971"/>
                </a:lnTo>
                <a:lnTo>
                  <a:pt x="41490" y="75971"/>
                </a:lnTo>
                <a:lnTo>
                  <a:pt x="41490" y="69065"/>
                </a:lnTo>
                <a:lnTo>
                  <a:pt x="38033" y="69065"/>
                </a:lnTo>
                <a:lnTo>
                  <a:pt x="38033" y="62158"/>
                </a:lnTo>
                <a:lnTo>
                  <a:pt x="34575" y="62158"/>
                </a:lnTo>
                <a:lnTo>
                  <a:pt x="34575" y="55252"/>
                </a:lnTo>
                <a:lnTo>
                  <a:pt x="31118" y="55252"/>
                </a:lnTo>
                <a:lnTo>
                  <a:pt x="31118" y="48345"/>
                </a:lnTo>
                <a:lnTo>
                  <a:pt x="27660" y="48345"/>
                </a:lnTo>
                <a:lnTo>
                  <a:pt x="27660" y="41439"/>
                </a:lnTo>
                <a:lnTo>
                  <a:pt x="24203" y="41439"/>
                </a:lnTo>
                <a:lnTo>
                  <a:pt x="24203" y="34532"/>
                </a:lnTo>
                <a:lnTo>
                  <a:pt x="20745" y="34532"/>
                </a:lnTo>
                <a:lnTo>
                  <a:pt x="20745" y="27626"/>
                </a:lnTo>
                <a:lnTo>
                  <a:pt x="17288" y="27626"/>
                </a:lnTo>
                <a:lnTo>
                  <a:pt x="17288" y="20719"/>
                </a:lnTo>
                <a:lnTo>
                  <a:pt x="13830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0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6670B0D5-3C19-49EC-92CF-3A86DD95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37" y="890671"/>
            <a:ext cx="103726" cy="158849"/>
          </a:xfrm>
          <a:custGeom xmlns:a="http://schemas.openxmlformats.org/drawingml/2006/main">
            <a:pathLst>
              <a:path w="103726" h="158849">
                <a:moveTo>
                  <a:pt x="10373" y="72518"/>
                </a:moveTo>
                <a:lnTo>
                  <a:pt x="13830" y="72518"/>
                </a:lnTo>
                <a:lnTo>
                  <a:pt x="13830" y="69065"/>
                </a:lnTo>
                <a:lnTo>
                  <a:pt x="17288" y="69065"/>
                </a:lnTo>
                <a:lnTo>
                  <a:pt x="17288" y="65612"/>
                </a:lnTo>
                <a:lnTo>
                  <a:pt x="20745" y="65612"/>
                </a:lnTo>
                <a:lnTo>
                  <a:pt x="20745" y="62158"/>
                </a:lnTo>
                <a:lnTo>
                  <a:pt x="27660" y="62158"/>
                </a:lnTo>
                <a:lnTo>
                  <a:pt x="27660" y="58705"/>
                </a:lnTo>
                <a:lnTo>
                  <a:pt x="34575" y="58705"/>
                </a:lnTo>
                <a:lnTo>
                  <a:pt x="34575" y="55252"/>
                </a:lnTo>
                <a:lnTo>
                  <a:pt x="62235" y="55252"/>
                </a:lnTo>
                <a:lnTo>
                  <a:pt x="62235" y="58705"/>
                </a:lnTo>
                <a:lnTo>
                  <a:pt x="65693" y="58705"/>
                </a:lnTo>
                <a:lnTo>
                  <a:pt x="65693" y="62158"/>
                </a:lnTo>
                <a:lnTo>
                  <a:pt x="69151" y="62158"/>
                </a:lnTo>
                <a:lnTo>
                  <a:pt x="69151" y="17266"/>
                </a:lnTo>
                <a:lnTo>
                  <a:pt x="55320" y="17266"/>
                </a:lnTo>
                <a:lnTo>
                  <a:pt x="55320" y="10360"/>
                </a:lnTo>
                <a:lnTo>
                  <a:pt x="58778" y="10360"/>
                </a:lnTo>
                <a:lnTo>
                  <a:pt x="58778" y="6906"/>
                </a:lnTo>
                <a:lnTo>
                  <a:pt x="69151" y="6906"/>
                </a:lnTo>
                <a:lnTo>
                  <a:pt x="69151" y="3453"/>
                </a:lnTo>
                <a:lnTo>
                  <a:pt x="76066" y="3453"/>
                </a:lnTo>
                <a:lnTo>
                  <a:pt x="76066" y="0"/>
                </a:lnTo>
                <a:lnTo>
                  <a:pt x="89896" y="0"/>
                </a:lnTo>
                <a:lnTo>
                  <a:pt x="89896" y="138130"/>
                </a:lnTo>
                <a:lnTo>
                  <a:pt x="93353" y="138130"/>
                </a:lnTo>
                <a:lnTo>
                  <a:pt x="93353" y="141583"/>
                </a:lnTo>
                <a:lnTo>
                  <a:pt x="103726" y="141583"/>
                </a:lnTo>
                <a:lnTo>
                  <a:pt x="103726" y="145036"/>
                </a:lnTo>
                <a:lnTo>
                  <a:pt x="100268" y="145036"/>
                </a:lnTo>
                <a:lnTo>
                  <a:pt x="100268" y="148489"/>
                </a:lnTo>
                <a:lnTo>
                  <a:pt x="93353" y="148489"/>
                </a:lnTo>
                <a:lnTo>
                  <a:pt x="93353" y="151943"/>
                </a:lnTo>
                <a:lnTo>
                  <a:pt x="82981" y="151943"/>
                </a:lnTo>
                <a:lnTo>
                  <a:pt x="82981" y="155396"/>
                </a:lnTo>
                <a:lnTo>
                  <a:pt x="76066" y="155396"/>
                </a:lnTo>
                <a:lnTo>
                  <a:pt x="76066" y="158849"/>
                </a:lnTo>
                <a:lnTo>
                  <a:pt x="72608" y="158849"/>
                </a:lnTo>
                <a:lnTo>
                  <a:pt x="72608" y="155396"/>
                </a:lnTo>
                <a:lnTo>
                  <a:pt x="69151" y="155396"/>
                </a:lnTo>
                <a:lnTo>
                  <a:pt x="69151" y="145036"/>
                </a:lnTo>
                <a:lnTo>
                  <a:pt x="65693" y="145036"/>
                </a:lnTo>
                <a:lnTo>
                  <a:pt x="65693" y="148489"/>
                </a:lnTo>
                <a:lnTo>
                  <a:pt x="62235" y="148489"/>
                </a:lnTo>
                <a:lnTo>
                  <a:pt x="62235" y="151943"/>
                </a:lnTo>
                <a:lnTo>
                  <a:pt x="55320" y="151943"/>
                </a:lnTo>
                <a:lnTo>
                  <a:pt x="55320" y="155396"/>
                </a:lnTo>
                <a:lnTo>
                  <a:pt x="44948" y="155396"/>
                </a:lnTo>
                <a:lnTo>
                  <a:pt x="44948" y="158849"/>
                </a:lnTo>
                <a:lnTo>
                  <a:pt x="38033" y="158849"/>
                </a:lnTo>
                <a:lnTo>
                  <a:pt x="38033" y="155396"/>
                </a:lnTo>
                <a:lnTo>
                  <a:pt x="24203" y="155396"/>
                </a:lnTo>
                <a:lnTo>
                  <a:pt x="24203" y="151943"/>
                </a:lnTo>
                <a:lnTo>
                  <a:pt x="17288" y="151943"/>
                </a:lnTo>
                <a:lnTo>
                  <a:pt x="17288" y="148489"/>
                </a:lnTo>
                <a:lnTo>
                  <a:pt x="13830" y="148489"/>
                </a:lnTo>
                <a:lnTo>
                  <a:pt x="13830" y="145036"/>
                </a:lnTo>
                <a:lnTo>
                  <a:pt x="10373" y="145036"/>
                </a:lnTo>
                <a:lnTo>
                  <a:pt x="10373" y="141583"/>
                </a:lnTo>
                <a:lnTo>
                  <a:pt x="6915" y="141583"/>
                </a:lnTo>
                <a:lnTo>
                  <a:pt x="6915" y="134677"/>
                </a:lnTo>
                <a:lnTo>
                  <a:pt x="3458" y="134677"/>
                </a:lnTo>
                <a:lnTo>
                  <a:pt x="3458" y="124317"/>
                </a:lnTo>
                <a:lnTo>
                  <a:pt x="0" y="124317"/>
                </a:lnTo>
                <a:lnTo>
                  <a:pt x="0" y="93238"/>
                </a:lnTo>
                <a:lnTo>
                  <a:pt x="3458" y="93238"/>
                </a:lnTo>
                <a:lnTo>
                  <a:pt x="3458" y="86331"/>
                </a:lnTo>
                <a:lnTo>
                  <a:pt x="6915" y="86331"/>
                </a:lnTo>
                <a:lnTo>
                  <a:pt x="6915" y="79425"/>
                </a:lnTo>
                <a:lnTo>
                  <a:pt x="10373" y="79425"/>
                </a:lnTo>
                <a:lnTo>
                  <a:pt x="10373" y="72518"/>
                </a:lnTo>
                <a:close/>
                <a:moveTo>
                  <a:pt x="38033" y="141583"/>
                </a:moveTo>
                <a:lnTo>
                  <a:pt x="48405" y="141583"/>
                </a:lnTo>
                <a:lnTo>
                  <a:pt x="48405" y="145036"/>
                </a:lnTo>
                <a:lnTo>
                  <a:pt x="55320" y="145036"/>
                </a:lnTo>
                <a:lnTo>
                  <a:pt x="55320" y="141583"/>
                </a:lnTo>
                <a:lnTo>
                  <a:pt x="62235" y="141583"/>
                </a:lnTo>
                <a:lnTo>
                  <a:pt x="62235" y="138130"/>
                </a:lnTo>
                <a:lnTo>
                  <a:pt x="69151" y="138130"/>
                </a:lnTo>
                <a:lnTo>
                  <a:pt x="69151" y="79425"/>
                </a:lnTo>
                <a:lnTo>
                  <a:pt x="65693" y="79425"/>
                </a:lnTo>
                <a:lnTo>
                  <a:pt x="65693" y="72518"/>
                </a:lnTo>
                <a:lnTo>
                  <a:pt x="62235" y="72518"/>
                </a:lnTo>
                <a:lnTo>
                  <a:pt x="62235" y="69065"/>
                </a:lnTo>
                <a:lnTo>
                  <a:pt x="58778" y="69065"/>
                </a:lnTo>
                <a:lnTo>
                  <a:pt x="58778" y="65612"/>
                </a:lnTo>
                <a:lnTo>
                  <a:pt x="51863" y="65612"/>
                </a:lnTo>
                <a:lnTo>
                  <a:pt x="51863" y="62158"/>
                </a:lnTo>
                <a:lnTo>
                  <a:pt x="41490" y="62158"/>
                </a:lnTo>
                <a:lnTo>
                  <a:pt x="41490" y="65612"/>
                </a:lnTo>
                <a:lnTo>
                  <a:pt x="34575" y="65612"/>
                </a:lnTo>
                <a:lnTo>
                  <a:pt x="34575" y="69065"/>
                </a:lnTo>
                <a:lnTo>
                  <a:pt x="31118" y="69065"/>
                </a:lnTo>
                <a:lnTo>
                  <a:pt x="31118" y="72518"/>
                </a:lnTo>
                <a:lnTo>
                  <a:pt x="27660" y="72518"/>
                </a:lnTo>
                <a:lnTo>
                  <a:pt x="27660" y="75971"/>
                </a:lnTo>
                <a:lnTo>
                  <a:pt x="24203" y="75971"/>
                </a:lnTo>
                <a:lnTo>
                  <a:pt x="24203" y="86331"/>
                </a:lnTo>
                <a:lnTo>
                  <a:pt x="20745" y="86331"/>
                </a:lnTo>
                <a:lnTo>
                  <a:pt x="20745" y="117410"/>
                </a:lnTo>
                <a:lnTo>
                  <a:pt x="24203" y="117410"/>
                </a:lnTo>
                <a:lnTo>
                  <a:pt x="24203" y="127770"/>
                </a:lnTo>
                <a:lnTo>
                  <a:pt x="27660" y="127770"/>
                </a:lnTo>
                <a:lnTo>
                  <a:pt x="27660" y="131223"/>
                </a:lnTo>
                <a:lnTo>
                  <a:pt x="31118" y="131223"/>
                </a:lnTo>
                <a:lnTo>
                  <a:pt x="31118" y="134677"/>
                </a:lnTo>
                <a:lnTo>
                  <a:pt x="34575" y="134677"/>
                </a:lnTo>
                <a:lnTo>
                  <a:pt x="34575" y="138130"/>
                </a:lnTo>
                <a:lnTo>
                  <a:pt x="38033" y="138130"/>
                </a:lnTo>
                <a:lnTo>
                  <a:pt x="38033" y="14158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0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70A5BF4-DD4B-4448-A2DC-F348673A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813" y="1211822"/>
            <a:ext cx="110641" cy="107051"/>
          </a:xfrm>
          <a:custGeom xmlns:a="http://schemas.openxmlformats.org/drawingml/2006/main">
            <a:pathLst>
              <a:path w="110641" h="107051">
                <a:moveTo>
                  <a:pt x="3458" y="10360"/>
                </a:moveTo>
                <a:lnTo>
                  <a:pt x="3458" y="6906"/>
                </a:lnTo>
                <a:lnTo>
                  <a:pt x="0" y="6906"/>
                </a:lnTo>
                <a:lnTo>
                  <a:pt x="0" y="3453"/>
                </a:lnTo>
                <a:lnTo>
                  <a:pt x="41490" y="3453"/>
                </a:lnTo>
                <a:lnTo>
                  <a:pt x="41490" y="13813"/>
                </a:lnTo>
                <a:lnTo>
                  <a:pt x="44948" y="13813"/>
                </a:lnTo>
                <a:lnTo>
                  <a:pt x="44948" y="10360"/>
                </a:lnTo>
                <a:lnTo>
                  <a:pt x="48405" y="10360"/>
                </a:lnTo>
                <a:lnTo>
                  <a:pt x="48405" y="6906"/>
                </a:lnTo>
                <a:lnTo>
                  <a:pt x="55320" y="6906"/>
                </a:lnTo>
                <a:lnTo>
                  <a:pt x="55320" y="3453"/>
                </a:lnTo>
                <a:lnTo>
                  <a:pt x="58778" y="3453"/>
                </a:lnTo>
                <a:lnTo>
                  <a:pt x="58778" y="0"/>
                </a:lnTo>
                <a:lnTo>
                  <a:pt x="86438" y="0"/>
                </a:lnTo>
                <a:lnTo>
                  <a:pt x="86438" y="3453"/>
                </a:lnTo>
                <a:lnTo>
                  <a:pt x="89896" y="3453"/>
                </a:lnTo>
                <a:lnTo>
                  <a:pt x="89896" y="6906"/>
                </a:lnTo>
                <a:lnTo>
                  <a:pt x="93353" y="6906"/>
                </a:lnTo>
                <a:lnTo>
                  <a:pt x="93353" y="10360"/>
                </a:lnTo>
                <a:lnTo>
                  <a:pt x="96811" y="10360"/>
                </a:lnTo>
                <a:lnTo>
                  <a:pt x="96811" y="20719"/>
                </a:lnTo>
                <a:lnTo>
                  <a:pt x="100268" y="20719"/>
                </a:lnTo>
                <a:lnTo>
                  <a:pt x="100268" y="96691"/>
                </a:lnTo>
                <a:lnTo>
                  <a:pt x="103726" y="96691"/>
                </a:lnTo>
                <a:lnTo>
                  <a:pt x="103726" y="100144"/>
                </a:lnTo>
                <a:lnTo>
                  <a:pt x="110641" y="100144"/>
                </a:lnTo>
                <a:lnTo>
                  <a:pt x="110641" y="107051"/>
                </a:lnTo>
                <a:lnTo>
                  <a:pt x="100268" y="107051"/>
                </a:lnTo>
                <a:lnTo>
                  <a:pt x="100268" y="103597"/>
                </a:lnTo>
                <a:lnTo>
                  <a:pt x="69151" y="103597"/>
                </a:lnTo>
                <a:lnTo>
                  <a:pt x="69151" y="107051"/>
                </a:lnTo>
                <a:lnTo>
                  <a:pt x="58778" y="107051"/>
                </a:lnTo>
                <a:lnTo>
                  <a:pt x="58778" y="100144"/>
                </a:lnTo>
                <a:lnTo>
                  <a:pt x="62235" y="100144"/>
                </a:lnTo>
                <a:lnTo>
                  <a:pt x="62235" y="96691"/>
                </a:lnTo>
                <a:lnTo>
                  <a:pt x="65693" y="96691"/>
                </a:lnTo>
                <a:lnTo>
                  <a:pt x="65693" y="89784"/>
                </a:lnTo>
                <a:lnTo>
                  <a:pt x="69151" y="89784"/>
                </a:lnTo>
                <a:lnTo>
                  <a:pt x="69151" y="86331"/>
                </a:lnTo>
                <a:lnTo>
                  <a:pt x="65693" y="86331"/>
                </a:lnTo>
                <a:lnTo>
                  <a:pt x="65693" y="31079"/>
                </a:lnTo>
                <a:lnTo>
                  <a:pt x="69151" y="31079"/>
                </a:lnTo>
                <a:lnTo>
                  <a:pt x="69151" y="24173"/>
                </a:lnTo>
                <a:lnTo>
                  <a:pt x="65693" y="24173"/>
                </a:lnTo>
                <a:lnTo>
                  <a:pt x="65693" y="17266"/>
                </a:lnTo>
                <a:lnTo>
                  <a:pt x="62235" y="17266"/>
                </a:lnTo>
                <a:lnTo>
                  <a:pt x="62235" y="13813"/>
                </a:lnTo>
                <a:lnTo>
                  <a:pt x="55320" y="13813"/>
                </a:lnTo>
                <a:lnTo>
                  <a:pt x="55320" y="17266"/>
                </a:lnTo>
                <a:lnTo>
                  <a:pt x="51863" y="17266"/>
                </a:lnTo>
                <a:lnTo>
                  <a:pt x="51863" y="20719"/>
                </a:lnTo>
                <a:lnTo>
                  <a:pt x="48405" y="20719"/>
                </a:lnTo>
                <a:lnTo>
                  <a:pt x="48405" y="24173"/>
                </a:lnTo>
                <a:lnTo>
                  <a:pt x="44948" y="24173"/>
                </a:lnTo>
                <a:lnTo>
                  <a:pt x="44948" y="31079"/>
                </a:lnTo>
                <a:lnTo>
                  <a:pt x="41490" y="31079"/>
                </a:lnTo>
                <a:lnTo>
                  <a:pt x="41490" y="93238"/>
                </a:lnTo>
                <a:lnTo>
                  <a:pt x="44948" y="93238"/>
                </a:lnTo>
                <a:lnTo>
                  <a:pt x="44948" y="96691"/>
                </a:lnTo>
                <a:lnTo>
                  <a:pt x="48405" y="96691"/>
                </a:lnTo>
                <a:lnTo>
                  <a:pt x="48405" y="100144"/>
                </a:lnTo>
                <a:lnTo>
                  <a:pt x="51863" y="100144"/>
                </a:lnTo>
                <a:lnTo>
                  <a:pt x="51863" y="107051"/>
                </a:lnTo>
                <a:lnTo>
                  <a:pt x="44948" y="107051"/>
                </a:lnTo>
                <a:lnTo>
                  <a:pt x="44948" y="103597"/>
                </a:lnTo>
                <a:lnTo>
                  <a:pt x="10373" y="103597"/>
                </a:lnTo>
                <a:lnTo>
                  <a:pt x="10373" y="107051"/>
                </a:lnTo>
                <a:lnTo>
                  <a:pt x="0" y="107051"/>
                </a:lnTo>
                <a:lnTo>
                  <a:pt x="0" y="100144"/>
                </a:lnTo>
                <a:lnTo>
                  <a:pt x="6915" y="100144"/>
                </a:lnTo>
                <a:lnTo>
                  <a:pt x="6915" y="96691"/>
                </a:lnTo>
                <a:lnTo>
                  <a:pt x="10373" y="96691"/>
                </a:lnTo>
                <a:lnTo>
                  <a:pt x="10373" y="10360"/>
                </a:lnTo>
                <a:lnTo>
                  <a:pt x="3458" y="103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0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87C005D6-6727-4455-B293-2BC735FC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610" y="1481175"/>
            <a:ext cx="93353" cy="100144"/>
          </a:xfrm>
          <a:custGeom xmlns:a="http://schemas.openxmlformats.org/drawingml/2006/main">
            <a:pathLst>
              <a:path w="93353" h="100144">
                <a:moveTo>
                  <a:pt x="6915" y="13813"/>
                </a:moveTo>
                <a:lnTo>
                  <a:pt x="10373" y="13813"/>
                </a:lnTo>
                <a:lnTo>
                  <a:pt x="10373" y="10360"/>
                </a:lnTo>
                <a:lnTo>
                  <a:pt x="13830" y="10360"/>
                </a:lnTo>
                <a:lnTo>
                  <a:pt x="13830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62235" y="0"/>
                </a:lnTo>
                <a:lnTo>
                  <a:pt x="62235" y="3453"/>
                </a:lnTo>
                <a:lnTo>
                  <a:pt x="69151" y="3453"/>
                </a:lnTo>
                <a:lnTo>
                  <a:pt x="69151" y="6906"/>
                </a:lnTo>
                <a:lnTo>
                  <a:pt x="72608" y="6906"/>
                </a:lnTo>
                <a:lnTo>
                  <a:pt x="72608" y="13813"/>
                </a:lnTo>
                <a:lnTo>
                  <a:pt x="76066" y="13813"/>
                </a:lnTo>
                <a:lnTo>
                  <a:pt x="76066" y="82878"/>
                </a:lnTo>
                <a:lnTo>
                  <a:pt x="79523" y="82878"/>
                </a:lnTo>
                <a:lnTo>
                  <a:pt x="79523" y="86331"/>
                </a:lnTo>
                <a:lnTo>
                  <a:pt x="86438" y="86331"/>
                </a:lnTo>
                <a:lnTo>
                  <a:pt x="86438" y="82878"/>
                </a:lnTo>
                <a:lnTo>
                  <a:pt x="89896" y="82878"/>
                </a:lnTo>
                <a:lnTo>
                  <a:pt x="89896" y="79425"/>
                </a:lnTo>
                <a:lnTo>
                  <a:pt x="93353" y="79425"/>
                </a:lnTo>
                <a:lnTo>
                  <a:pt x="93353" y="86331"/>
                </a:lnTo>
                <a:lnTo>
                  <a:pt x="89896" y="86331"/>
                </a:lnTo>
                <a:lnTo>
                  <a:pt x="89896" y="93238"/>
                </a:lnTo>
                <a:lnTo>
                  <a:pt x="82981" y="93238"/>
                </a:lnTo>
                <a:lnTo>
                  <a:pt x="82981" y="96691"/>
                </a:lnTo>
                <a:lnTo>
                  <a:pt x="79523" y="96691"/>
                </a:lnTo>
                <a:lnTo>
                  <a:pt x="79523" y="100144"/>
                </a:lnTo>
                <a:lnTo>
                  <a:pt x="62235" y="100144"/>
                </a:lnTo>
                <a:lnTo>
                  <a:pt x="62235" y="96691"/>
                </a:lnTo>
                <a:lnTo>
                  <a:pt x="58778" y="96691"/>
                </a:lnTo>
                <a:lnTo>
                  <a:pt x="58778" y="86331"/>
                </a:lnTo>
                <a:lnTo>
                  <a:pt x="55320" y="86331"/>
                </a:lnTo>
                <a:lnTo>
                  <a:pt x="55320" y="89784"/>
                </a:lnTo>
                <a:lnTo>
                  <a:pt x="48405" y="89784"/>
                </a:lnTo>
                <a:lnTo>
                  <a:pt x="48405" y="93238"/>
                </a:lnTo>
                <a:lnTo>
                  <a:pt x="44948" y="93238"/>
                </a:lnTo>
                <a:lnTo>
                  <a:pt x="44948" y="96691"/>
                </a:lnTo>
                <a:lnTo>
                  <a:pt x="41490" y="96691"/>
                </a:lnTo>
                <a:lnTo>
                  <a:pt x="41490" y="100144"/>
                </a:lnTo>
                <a:lnTo>
                  <a:pt x="13830" y="100144"/>
                </a:lnTo>
                <a:lnTo>
                  <a:pt x="1383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6915" y="93238"/>
                </a:lnTo>
                <a:lnTo>
                  <a:pt x="6915" y="89784"/>
                </a:lnTo>
                <a:lnTo>
                  <a:pt x="3458" y="89784"/>
                </a:lnTo>
                <a:lnTo>
                  <a:pt x="3458" y="79425"/>
                </a:lnTo>
                <a:lnTo>
                  <a:pt x="0" y="79425"/>
                </a:lnTo>
                <a:lnTo>
                  <a:pt x="0" y="72518"/>
                </a:lnTo>
                <a:lnTo>
                  <a:pt x="3458" y="72518"/>
                </a:lnTo>
                <a:lnTo>
                  <a:pt x="3458" y="62158"/>
                </a:lnTo>
                <a:lnTo>
                  <a:pt x="6915" y="62158"/>
                </a:lnTo>
                <a:lnTo>
                  <a:pt x="6915" y="58705"/>
                </a:lnTo>
                <a:lnTo>
                  <a:pt x="10373" y="58705"/>
                </a:lnTo>
                <a:lnTo>
                  <a:pt x="10373" y="55252"/>
                </a:lnTo>
                <a:lnTo>
                  <a:pt x="13830" y="55252"/>
                </a:lnTo>
                <a:lnTo>
                  <a:pt x="13830" y="51799"/>
                </a:lnTo>
                <a:lnTo>
                  <a:pt x="20745" y="51799"/>
                </a:lnTo>
                <a:lnTo>
                  <a:pt x="20745" y="48345"/>
                </a:lnTo>
                <a:lnTo>
                  <a:pt x="27660" y="48345"/>
                </a:lnTo>
                <a:lnTo>
                  <a:pt x="27660" y="44892"/>
                </a:lnTo>
                <a:lnTo>
                  <a:pt x="34575" y="44892"/>
                </a:lnTo>
                <a:lnTo>
                  <a:pt x="34575" y="41439"/>
                </a:lnTo>
                <a:lnTo>
                  <a:pt x="41490" y="41439"/>
                </a:lnTo>
                <a:lnTo>
                  <a:pt x="41490" y="37986"/>
                </a:lnTo>
                <a:lnTo>
                  <a:pt x="51863" y="37986"/>
                </a:lnTo>
                <a:lnTo>
                  <a:pt x="51863" y="34532"/>
                </a:lnTo>
                <a:lnTo>
                  <a:pt x="58778" y="34532"/>
                </a:lnTo>
                <a:lnTo>
                  <a:pt x="58778" y="24173"/>
                </a:lnTo>
                <a:lnTo>
                  <a:pt x="55320" y="24173"/>
                </a:lnTo>
                <a:lnTo>
                  <a:pt x="55320" y="13813"/>
                </a:lnTo>
                <a:lnTo>
                  <a:pt x="51863" y="13813"/>
                </a:lnTo>
                <a:lnTo>
                  <a:pt x="51863" y="10360"/>
                </a:lnTo>
                <a:lnTo>
                  <a:pt x="48405" y="10360"/>
                </a:lnTo>
                <a:lnTo>
                  <a:pt x="48405" y="6906"/>
                </a:lnTo>
                <a:lnTo>
                  <a:pt x="31118" y="6906"/>
                </a:lnTo>
                <a:lnTo>
                  <a:pt x="31118" y="10360"/>
                </a:lnTo>
                <a:lnTo>
                  <a:pt x="27660" y="10360"/>
                </a:lnTo>
                <a:lnTo>
                  <a:pt x="27660" y="13813"/>
                </a:lnTo>
                <a:lnTo>
                  <a:pt x="24203" y="13813"/>
                </a:lnTo>
                <a:lnTo>
                  <a:pt x="24203" y="31079"/>
                </a:lnTo>
                <a:lnTo>
                  <a:pt x="20745" y="31079"/>
                </a:lnTo>
                <a:lnTo>
                  <a:pt x="20745" y="34532"/>
                </a:lnTo>
                <a:lnTo>
                  <a:pt x="10373" y="34532"/>
                </a:lnTo>
                <a:lnTo>
                  <a:pt x="10373" y="31079"/>
                </a:lnTo>
                <a:lnTo>
                  <a:pt x="6915" y="31079"/>
                </a:lnTo>
                <a:lnTo>
                  <a:pt x="6915" y="13813"/>
                </a:lnTo>
                <a:close/>
                <a:moveTo>
                  <a:pt x="20745" y="65612"/>
                </a:moveTo>
                <a:lnTo>
                  <a:pt x="20745" y="75971"/>
                </a:lnTo>
                <a:lnTo>
                  <a:pt x="24203" y="75971"/>
                </a:lnTo>
                <a:lnTo>
                  <a:pt x="24203" y="82878"/>
                </a:lnTo>
                <a:lnTo>
                  <a:pt x="27660" y="82878"/>
                </a:lnTo>
                <a:lnTo>
                  <a:pt x="27660" y="86331"/>
                </a:lnTo>
                <a:lnTo>
                  <a:pt x="44948" y="86331"/>
                </a:lnTo>
                <a:lnTo>
                  <a:pt x="44948" y="82878"/>
                </a:lnTo>
                <a:lnTo>
                  <a:pt x="51863" y="82878"/>
                </a:lnTo>
                <a:lnTo>
                  <a:pt x="51863" y="79425"/>
                </a:lnTo>
                <a:lnTo>
                  <a:pt x="55320" y="79425"/>
                </a:lnTo>
                <a:lnTo>
                  <a:pt x="55320" y="75971"/>
                </a:lnTo>
                <a:lnTo>
                  <a:pt x="58778" y="75971"/>
                </a:lnTo>
                <a:lnTo>
                  <a:pt x="58778" y="44892"/>
                </a:lnTo>
                <a:lnTo>
                  <a:pt x="48405" y="44892"/>
                </a:lnTo>
                <a:lnTo>
                  <a:pt x="48405" y="48345"/>
                </a:lnTo>
                <a:lnTo>
                  <a:pt x="38033" y="48345"/>
                </a:lnTo>
                <a:lnTo>
                  <a:pt x="38033" y="51799"/>
                </a:lnTo>
                <a:lnTo>
                  <a:pt x="31118" y="51799"/>
                </a:lnTo>
                <a:lnTo>
                  <a:pt x="31118" y="55252"/>
                </a:lnTo>
                <a:lnTo>
                  <a:pt x="27660" y="55252"/>
                </a:lnTo>
                <a:lnTo>
                  <a:pt x="27660" y="58705"/>
                </a:lnTo>
                <a:lnTo>
                  <a:pt x="24203" y="58705"/>
                </a:lnTo>
                <a:lnTo>
                  <a:pt x="24203" y="65612"/>
                </a:lnTo>
                <a:lnTo>
                  <a:pt x="20745" y="6561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2CFD2147-EAB2-4294-A3D4-8AED9098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52" y="1747075"/>
            <a:ext cx="6915" cy="3453"/>
          </a:xfrm>
          <a:custGeom xmlns:a="http://schemas.openxmlformats.org/drawingml/2006/main">
            <a:pathLst>
              <a:path w="6915" h="3453">
                <a:moveTo>
                  <a:pt x="0" y="0"/>
                </a:moveTo>
                <a:lnTo>
                  <a:pt x="6915" y="0"/>
                </a:lnTo>
                <a:lnTo>
                  <a:pt x="6915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57EFCF8F-3264-4C8B-AC1B-351E4A5A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963" y="99878"/>
            <a:ext cx="20745" cy="62158"/>
          </a:xfrm>
          <a:custGeom xmlns:a="http://schemas.openxmlformats.org/drawingml/2006/main">
            <a:pathLst>
              <a:path w="20745" h="62158">
                <a:moveTo>
                  <a:pt x="0" y="31079"/>
                </a:moveTo>
                <a:lnTo>
                  <a:pt x="0" y="3453"/>
                </a:lnTo>
                <a:lnTo>
                  <a:pt x="3458" y="3453"/>
                </a:lnTo>
                <a:lnTo>
                  <a:pt x="3458" y="0"/>
                </a:lnTo>
                <a:lnTo>
                  <a:pt x="17288" y="0"/>
                </a:lnTo>
                <a:lnTo>
                  <a:pt x="17288" y="3453"/>
                </a:lnTo>
                <a:lnTo>
                  <a:pt x="20745" y="3453"/>
                </a:lnTo>
                <a:lnTo>
                  <a:pt x="20745" y="34532"/>
                </a:lnTo>
                <a:lnTo>
                  <a:pt x="17288" y="34532"/>
                </a:lnTo>
                <a:lnTo>
                  <a:pt x="17288" y="51799"/>
                </a:lnTo>
                <a:lnTo>
                  <a:pt x="13830" y="51799"/>
                </a:lnTo>
                <a:lnTo>
                  <a:pt x="13830" y="62158"/>
                </a:lnTo>
                <a:lnTo>
                  <a:pt x="6915" y="62158"/>
                </a:lnTo>
                <a:lnTo>
                  <a:pt x="6915" y="51799"/>
                </a:lnTo>
                <a:lnTo>
                  <a:pt x="3458" y="51799"/>
                </a:lnTo>
                <a:lnTo>
                  <a:pt x="3458" y="31079"/>
                </a:lnTo>
                <a:lnTo>
                  <a:pt x="0" y="3107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7E34546-26C7-47E6-AD45-C6526310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643" y="365778"/>
            <a:ext cx="162504" cy="151943"/>
          </a:xfrm>
          <a:custGeom xmlns:a="http://schemas.openxmlformats.org/drawingml/2006/main">
            <a:pathLst>
              <a:path w="162504" h="151943">
                <a:moveTo>
                  <a:pt x="27660" y="17266"/>
                </a:moveTo>
                <a:lnTo>
                  <a:pt x="24203" y="17266"/>
                </a:lnTo>
                <a:lnTo>
                  <a:pt x="24203" y="13813"/>
                </a:lnTo>
                <a:lnTo>
                  <a:pt x="20745" y="13813"/>
                </a:lnTo>
                <a:lnTo>
                  <a:pt x="20745" y="10360"/>
                </a:lnTo>
                <a:lnTo>
                  <a:pt x="17288" y="10360"/>
                </a:lnTo>
                <a:lnTo>
                  <a:pt x="17288" y="6906"/>
                </a:lnTo>
                <a:lnTo>
                  <a:pt x="3458" y="6906"/>
                </a:lnTo>
                <a:lnTo>
                  <a:pt x="3458" y="3453"/>
                </a:lnTo>
                <a:lnTo>
                  <a:pt x="0" y="3453"/>
                </a:lnTo>
                <a:lnTo>
                  <a:pt x="0" y="0"/>
                </a:lnTo>
                <a:lnTo>
                  <a:pt x="41490" y="0"/>
                </a:lnTo>
                <a:lnTo>
                  <a:pt x="41490" y="3453"/>
                </a:lnTo>
                <a:lnTo>
                  <a:pt x="44948" y="3453"/>
                </a:lnTo>
                <a:lnTo>
                  <a:pt x="44948" y="6906"/>
                </a:lnTo>
                <a:lnTo>
                  <a:pt x="48405" y="6906"/>
                </a:lnTo>
                <a:lnTo>
                  <a:pt x="48405" y="10360"/>
                </a:lnTo>
                <a:lnTo>
                  <a:pt x="51863" y="10360"/>
                </a:lnTo>
                <a:lnTo>
                  <a:pt x="51863" y="17266"/>
                </a:lnTo>
                <a:lnTo>
                  <a:pt x="55320" y="17266"/>
                </a:lnTo>
                <a:lnTo>
                  <a:pt x="55320" y="20719"/>
                </a:lnTo>
                <a:lnTo>
                  <a:pt x="58778" y="20719"/>
                </a:lnTo>
                <a:lnTo>
                  <a:pt x="58778" y="24173"/>
                </a:lnTo>
                <a:lnTo>
                  <a:pt x="62235" y="24173"/>
                </a:lnTo>
                <a:lnTo>
                  <a:pt x="62235" y="27626"/>
                </a:lnTo>
                <a:lnTo>
                  <a:pt x="65693" y="27626"/>
                </a:lnTo>
                <a:lnTo>
                  <a:pt x="65693" y="34532"/>
                </a:lnTo>
                <a:lnTo>
                  <a:pt x="69151" y="34532"/>
                </a:lnTo>
                <a:lnTo>
                  <a:pt x="69151" y="37986"/>
                </a:lnTo>
                <a:lnTo>
                  <a:pt x="72608" y="37986"/>
                </a:lnTo>
                <a:lnTo>
                  <a:pt x="72608" y="41439"/>
                </a:lnTo>
                <a:lnTo>
                  <a:pt x="76066" y="41439"/>
                </a:lnTo>
                <a:lnTo>
                  <a:pt x="76066" y="44892"/>
                </a:lnTo>
                <a:lnTo>
                  <a:pt x="79523" y="44892"/>
                </a:lnTo>
                <a:lnTo>
                  <a:pt x="79523" y="51799"/>
                </a:lnTo>
                <a:lnTo>
                  <a:pt x="82981" y="51799"/>
                </a:lnTo>
                <a:lnTo>
                  <a:pt x="82981" y="55252"/>
                </a:lnTo>
                <a:lnTo>
                  <a:pt x="86438" y="55252"/>
                </a:lnTo>
                <a:lnTo>
                  <a:pt x="86438" y="58705"/>
                </a:lnTo>
                <a:lnTo>
                  <a:pt x="89896" y="58705"/>
                </a:lnTo>
                <a:lnTo>
                  <a:pt x="89896" y="62158"/>
                </a:lnTo>
                <a:lnTo>
                  <a:pt x="93353" y="62158"/>
                </a:lnTo>
                <a:lnTo>
                  <a:pt x="93353" y="69065"/>
                </a:lnTo>
                <a:lnTo>
                  <a:pt x="96811" y="69065"/>
                </a:lnTo>
                <a:lnTo>
                  <a:pt x="96811" y="72518"/>
                </a:lnTo>
                <a:lnTo>
                  <a:pt x="100268" y="72518"/>
                </a:lnTo>
                <a:lnTo>
                  <a:pt x="100268" y="75971"/>
                </a:lnTo>
                <a:lnTo>
                  <a:pt x="103726" y="75971"/>
                </a:lnTo>
                <a:lnTo>
                  <a:pt x="103726" y="79425"/>
                </a:lnTo>
                <a:lnTo>
                  <a:pt x="107183" y="79425"/>
                </a:lnTo>
                <a:lnTo>
                  <a:pt x="107183" y="86331"/>
                </a:lnTo>
                <a:lnTo>
                  <a:pt x="110641" y="86331"/>
                </a:lnTo>
                <a:lnTo>
                  <a:pt x="110641" y="89784"/>
                </a:lnTo>
                <a:lnTo>
                  <a:pt x="114098" y="89784"/>
                </a:lnTo>
                <a:lnTo>
                  <a:pt x="114098" y="93238"/>
                </a:lnTo>
                <a:lnTo>
                  <a:pt x="117556" y="93238"/>
                </a:lnTo>
                <a:lnTo>
                  <a:pt x="117556" y="96691"/>
                </a:lnTo>
                <a:lnTo>
                  <a:pt x="121013" y="96691"/>
                </a:lnTo>
                <a:lnTo>
                  <a:pt x="121013" y="103597"/>
                </a:lnTo>
                <a:lnTo>
                  <a:pt x="124471" y="103597"/>
                </a:lnTo>
                <a:lnTo>
                  <a:pt x="124471" y="107051"/>
                </a:lnTo>
                <a:lnTo>
                  <a:pt x="131386" y="107051"/>
                </a:lnTo>
                <a:lnTo>
                  <a:pt x="131386" y="103597"/>
                </a:lnTo>
                <a:lnTo>
                  <a:pt x="127928" y="103597"/>
                </a:lnTo>
                <a:lnTo>
                  <a:pt x="127928" y="10360"/>
                </a:lnTo>
                <a:lnTo>
                  <a:pt x="124471" y="10360"/>
                </a:lnTo>
                <a:lnTo>
                  <a:pt x="124471" y="6906"/>
                </a:lnTo>
                <a:lnTo>
                  <a:pt x="117556" y="6906"/>
                </a:lnTo>
                <a:lnTo>
                  <a:pt x="117556" y="3453"/>
                </a:lnTo>
                <a:lnTo>
                  <a:pt x="107183" y="3453"/>
                </a:lnTo>
                <a:lnTo>
                  <a:pt x="107183" y="0"/>
                </a:lnTo>
                <a:lnTo>
                  <a:pt x="162504" y="0"/>
                </a:lnTo>
                <a:lnTo>
                  <a:pt x="162504" y="3453"/>
                </a:lnTo>
                <a:lnTo>
                  <a:pt x="159046" y="3453"/>
                </a:lnTo>
                <a:lnTo>
                  <a:pt x="159046" y="6906"/>
                </a:lnTo>
                <a:lnTo>
                  <a:pt x="145216" y="6906"/>
                </a:lnTo>
                <a:lnTo>
                  <a:pt x="145216" y="10360"/>
                </a:lnTo>
                <a:lnTo>
                  <a:pt x="141759" y="10360"/>
                </a:lnTo>
                <a:lnTo>
                  <a:pt x="141759" y="148489"/>
                </a:lnTo>
                <a:lnTo>
                  <a:pt x="138301" y="148489"/>
                </a:lnTo>
                <a:lnTo>
                  <a:pt x="138301" y="151943"/>
                </a:lnTo>
                <a:lnTo>
                  <a:pt x="134844" y="151943"/>
                </a:lnTo>
                <a:lnTo>
                  <a:pt x="134844" y="148489"/>
                </a:lnTo>
                <a:lnTo>
                  <a:pt x="131386" y="148489"/>
                </a:lnTo>
                <a:lnTo>
                  <a:pt x="131386" y="141583"/>
                </a:lnTo>
                <a:lnTo>
                  <a:pt x="127928" y="141583"/>
                </a:lnTo>
                <a:lnTo>
                  <a:pt x="127928" y="138130"/>
                </a:lnTo>
                <a:lnTo>
                  <a:pt x="124471" y="138130"/>
                </a:lnTo>
                <a:lnTo>
                  <a:pt x="124471" y="134677"/>
                </a:lnTo>
                <a:lnTo>
                  <a:pt x="121013" y="134677"/>
                </a:lnTo>
                <a:lnTo>
                  <a:pt x="121013" y="131223"/>
                </a:lnTo>
                <a:lnTo>
                  <a:pt x="117556" y="131223"/>
                </a:lnTo>
                <a:lnTo>
                  <a:pt x="117556" y="127770"/>
                </a:lnTo>
                <a:lnTo>
                  <a:pt x="114098" y="127770"/>
                </a:lnTo>
                <a:lnTo>
                  <a:pt x="114098" y="120864"/>
                </a:lnTo>
                <a:lnTo>
                  <a:pt x="110641" y="120864"/>
                </a:lnTo>
                <a:lnTo>
                  <a:pt x="110641" y="117410"/>
                </a:lnTo>
                <a:lnTo>
                  <a:pt x="107183" y="117410"/>
                </a:lnTo>
                <a:lnTo>
                  <a:pt x="107183" y="113957"/>
                </a:lnTo>
                <a:lnTo>
                  <a:pt x="103726" y="113957"/>
                </a:lnTo>
                <a:lnTo>
                  <a:pt x="103726" y="110504"/>
                </a:lnTo>
                <a:lnTo>
                  <a:pt x="100268" y="110504"/>
                </a:lnTo>
                <a:lnTo>
                  <a:pt x="100268" y="107051"/>
                </a:lnTo>
                <a:lnTo>
                  <a:pt x="96811" y="107051"/>
                </a:lnTo>
                <a:lnTo>
                  <a:pt x="96811" y="100144"/>
                </a:lnTo>
                <a:lnTo>
                  <a:pt x="93353" y="100144"/>
                </a:lnTo>
                <a:lnTo>
                  <a:pt x="93353" y="96691"/>
                </a:lnTo>
                <a:lnTo>
                  <a:pt x="89896" y="96691"/>
                </a:lnTo>
                <a:lnTo>
                  <a:pt x="89896" y="93238"/>
                </a:lnTo>
                <a:lnTo>
                  <a:pt x="86438" y="93238"/>
                </a:lnTo>
                <a:lnTo>
                  <a:pt x="86438" y="89784"/>
                </a:lnTo>
                <a:lnTo>
                  <a:pt x="82981" y="89784"/>
                </a:lnTo>
                <a:lnTo>
                  <a:pt x="82981" y="82878"/>
                </a:lnTo>
                <a:lnTo>
                  <a:pt x="79523" y="82878"/>
                </a:lnTo>
                <a:lnTo>
                  <a:pt x="79523" y="79425"/>
                </a:lnTo>
                <a:lnTo>
                  <a:pt x="76066" y="79425"/>
                </a:lnTo>
                <a:lnTo>
                  <a:pt x="76066" y="75971"/>
                </a:lnTo>
                <a:lnTo>
                  <a:pt x="72608" y="75971"/>
                </a:lnTo>
                <a:lnTo>
                  <a:pt x="72608" y="72518"/>
                </a:lnTo>
                <a:lnTo>
                  <a:pt x="69151" y="72518"/>
                </a:lnTo>
                <a:lnTo>
                  <a:pt x="69151" y="69065"/>
                </a:lnTo>
                <a:lnTo>
                  <a:pt x="65693" y="69065"/>
                </a:lnTo>
                <a:lnTo>
                  <a:pt x="65693" y="62158"/>
                </a:lnTo>
                <a:lnTo>
                  <a:pt x="62235" y="62158"/>
                </a:lnTo>
                <a:lnTo>
                  <a:pt x="62235" y="58705"/>
                </a:lnTo>
                <a:lnTo>
                  <a:pt x="58778" y="58705"/>
                </a:lnTo>
                <a:lnTo>
                  <a:pt x="58778" y="55252"/>
                </a:lnTo>
                <a:lnTo>
                  <a:pt x="55320" y="55252"/>
                </a:lnTo>
                <a:lnTo>
                  <a:pt x="55320" y="51799"/>
                </a:lnTo>
                <a:lnTo>
                  <a:pt x="51863" y="51799"/>
                </a:lnTo>
                <a:lnTo>
                  <a:pt x="51863" y="48345"/>
                </a:lnTo>
                <a:lnTo>
                  <a:pt x="48405" y="48345"/>
                </a:lnTo>
                <a:lnTo>
                  <a:pt x="48405" y="41439"/>
                </a:lnTo>
                <a:lnTo>
                  <a:pt x="44948" y="41439"/>
                </a:lnTo>
                <a:lnTo>
                  <a:pt x="44948" y="37986"/>
                </a:lnTo>
                <a:lnTo>
                  <a:pt x="41490" y="37986"/>
                </a:lnTo>
                <a:lnTo>
                  <a:pt x="41490" y="34532"/>
                </a:lnTo>
                <a:lnTo>
                  <a:pt x="38033" y="34532"/>
                </a:lnTo>
                <a:lnTo>
                  <a:pt x="38033" y="134677"/>
                </a:lnTo>
                <a:lnTo>
                  <a:pt x="41490" y="134677"/>
                </a:lnTo>
                <a:lnTo>
                  <a:pt x="41490" y="141583"/>
                </a:lnTo>
                <a:lnTo>
                  <a:pt x="44948" y="141583"/>
                </a:lnTo>
                <a:lnTo>
                  <a:pt x="44948" y="145036"/>
                </a:lnTo>
                <a:lnTo>
                  <a:pt x="58778" y="145036"/>
                </a:lnTo>
                <a:lnTo>
                  <a:pt x="58778" y="151943"/>
                </a:lnTo>
                <a:lnTo>
                  <a:pt x="10373" y="151943"/>
                </a:lnTo>
                <a:lnTo>
                  <a:pt x="10373" y="148489"/>
                </a:lnTo>
                <a:lnTo>
                  <a:pt x="6915" y="148489"/>
                </a:lnTo>
                <a:lnTo>
                  <a:pt x="6915" y="145036"/>
                </a:lnTo>
                <a:lnTo>
                  <a:pt x="20745" y="145036"/>
                </a:lnTo>
                <a:lnTo>
                  <a:pt x="20745" y="141583"/>
                </a:lnTo>
                <a:lnTo>
                  <a:pt x="24203" y="141583"/>
                </a:lnTo>
                <a:lnTo>
                  <a:pt x="24203" y="138130"/>
                </a:lnTo>
                <a:lnTo>
                  <a:pt x="27660" y="138130"/>
                </a:lnTo>
                <a:lnTo>
                  <a:pt x="2766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91D60E09-8368-4707-8C2E-1C7E2E6E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878" y="1422470"/>
            <a:ext cx="51863" cy="162302"/>
          </a:xfrm>
          <a:custGeom xmlns:a="http://schemas.openxmlformats.org/drawingml/2006/main">
            <a:pathLst>
              <a:path w="51863" h="162302">
                <a:moveTo>
                  <a:pt x="0" y="17266"/>
                </a:moveTo>
                <a:lnTo>
                  <a:pt x="0" y="13813"/>
                </a:lnTo>
                <a:lnTo>
                  <a:pt x="3458" y="13813"/>
                </a:lnTo>
                <a:lnTo>
                  <a:pt x="3458" y="10360"/>
                </a:lnTo>
                <a:lnTo>
                  <a:pt x="10373" y="10360"/>
                </a:lnTo>
                <a:lnTo>
                  <a:pt x="10373" y="6906"/>
                </a:lnTo>
                <a:lnTo>
                  <a:pt x="20745" y="6906"/>
                </a:lnTo>
                <a:lnTo>
                  <a:pt x="20745" y="3453"/>
                </a:lnTo>
                <a:lnTo>
                  <a:pt x="27660" y="3453"/>
                </a:lnTo>
                <a:lnTo>
                  <a:pt x="27660" y="0"/>
                </a:lnTo>
                <a:lnTo>
                  <a:pt x="31118" y="0"/>
                </a:lnTo>
                <a:lnTo>
                  <a:pt x="31118" y="3453"/>
                </a:lnTo>
                <a:lnTo>
                  <a:pt x="34575" y="3453"/>
                </a:lnTo>
                <a:lnTo>
                  <a:pt x="34575" y="148489"/>
                </a:lnTo>
                <a:lnTo>
                  <a:pt x="38033" y="148489"/>
                </a:lnTo>
                <a:lnTo>
                  <a:pt x="38033" y="151943"/>
                </a:lnTo>
                <a:lnTo>
                  <a:pt x="44948" y="151943"/>
                </a:lnTo>
                <a:lnTo>
                  <a:pt x="44948" y="155396"/>
                </a:lnTo>
                <a:lnTo>
                  <a:pt x="51863" y="155396"/>
                </a:lnTo>
                <a:lnTo>
                  <a:pt x="51863" y="158849"/>
                </a:lnTo>
                <a:lnTo>
                  <a:pt x="48405" y="158849"/>
                </a:lnTo>
                <a:lnTo>
                  <a:pt x="48405" y="162302"/>
                </a:lnTo>
                <a:lnTo>
                  <a:pt x="41490" y="162302"/>
                </a:lnTo>
                <a:lnTo>
                  <a:pt x="41490" y="158849"/>
                </a:lnTo>
                <a:lnTo>
                  <a:pt x="10373" y="158849"/>
                </a:lnTo>
                <a:lnTo>
                  <a:pt x="10373" y="162302"/>
                </a:lnTo>
                <a:lnTo>
                  <a:pt x="3458" y="162302"/>
                </a:lnTo>
                <a:lnTo>
                  <a:pt x="3458" y="158849"/>
                </a:lnTo>
                <a:lnTo>
                  <a:pt x="0" y="158849"/>
                </a:lnTo>
                <a:lnTo>
                  <a:pt x="0" y="155396"/>
                </a:lnTo>
                <a:lnTo>
                  <a:pt x="6915" y="155396"/>
                </a:lnTo>
                <a:lnTo>
                  <a:pt x="6915" y="151943"/>
                </a:lnTo>
                <a:lnTo>
                  <a:pt x="13830" y="151943"/>
                </a:lnTo>
                <a:lnTo>
                  <a:pt x="13830" y="141583"/>
                </a:lnTo>
                <a:lnTo>
                  <a:pt x="17288" y="141583"/>
                </a:lnTo>
                <a:lnTo>
                  <a:pt x="17288" y="34532"/>
                </a:lnTo>
                <a:lnTo>
                  <a:pt x="13830" y="34532"/>
                </a:lnTo>
                <a:lnTo>
                  <a:pt x="13830" y="17266"/>
                </a:lnTo>
                <a:lnTo>
                  <a:pt x="0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9F923742-11C7-40D9-868B-1CACC211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06" y="1747075"/>
            <a:ext cx="10373" cy="3453"/>
          </a:xfrm>
          <a:custGeom xmlns:a="http://schemas.openxmlformats.org/drawingml/2006/main">
            <a:pathLst>
              <a:path w="10373" h="3453">
                <a:moveTo>
                  <a:pt x="0" y="0"/>
                </a:moveTo>
                <a:lnTo>
                  <a:pt x="10373" y="0"/>
                </a:lnTo>
                <a:lnTo>
                  <a:pt x="10373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248B2C97-BB9A-454A-AAD5-66C436FC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081" y="148223"/>
            <a:ext cx="76066" cy="103597"/>
          </a:xfrm>
          <a:custGeom xmlns:a="http://schemas.openxmlformats.org/drawingml/2006/main">
            <a:pathLst>
              <a:path w="76066" h="103597">
                <a:moveTo>
                  <a:pt x="38033" y="17266"/>
                </a:moveTo>
                <a:lnTo>
                  <a:pt x="41490" y="17266"/>
                </a:lnTo>
                <a:lnTo>
                  <a:pt x="41490" y="10360"/>
                </a:lnTo>
                <a:lnTo>
                  <a:pt x="44948" y="10360"/>
                </a:lnTo>
                <a:lnTo>
                  <a:pt x="44948" y="6906"/>
                </a:lnTo>
                <a:lnTo>
                  <a:pt x="48405" y="6906"/>
                </a:lnTo>
                <a:lnTo>
                  <a:pt x="48405" y="3453"/>
                </a:lnTo>
                <a:lnTo>
                  <a:pt x="55320" y="3453"/>
                </a:lnTo>
                <a:lnTo>
                  <a:pt x="55320" y="0"/>
                </a:lnTo>
                <a:lnTo>
                  <a:pt x="69151" y="0"/>
                </a:lnTo>
                <a:lnTo>
                  <a:pt x="69151" y="3453"/>
                </a:lnTo>
                <a:lnTo>
                  <a:pt x="72608" y="3453"/>
                </a:lnTo>
                <a:lnTo>
                  <a:pt x="72608" y="6906"/>
                </a:lnTo>
                <a:lnTo>
                  <a:pt x="76066" y="6906"/>
                </a:lnTo>
                <a:lnTo>
                  <a:pt x="76066" y="17266"/>
                </a:lnTo>
                <a:lnTo>
                  <a:pt x="72608" y="17266"/>
                </a:lnTo>
                <a:lnTo>
                  <a:pt x="72608" y="20719"/>
                </a:lnTo>
                <a:lnTo>
                  <a:pt x="69151" y="20719"/>
                </a:lnTo>
                <a:lnTo>
                  <a:pt x="69151" y="24173"/>
                </a:lnTo>
                <a:lnTo>
                  <a:pt x="62235" y="24173"/>
                </a:lnTo>
                <a:lnTo>
                  <a:pt x="62235" y="20719"/>
                </a:lnTo>
                <a:lnTo>
                  <a:pt x="55320" y="20719"/>
                </a:lnTo>
                <a:lnTo>
                  <a:pt x="55320" y="17266"/>
                </a:lnTo>
                <a:lnTo>
                  <a:pt x="44948" y="17266"/>
                </a:lnTo>
                <a:lnTo>
                  <a:pt x="44948" y="20719"/>
                </a:lnTo>
                <a:lnTo>
                  <a:pt x="41490" y="20719"/>
                </a:lnTo>
                <a:lnTo>
                  <a:pt x="41490" y="27626"/>
                </a:lnTo>
                <a:lnTo>
                  <a:pt x="38033" y="27626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55320" y="96691"/>
                </a:lnTo>
                <a:lnTo>
                  <a:pt x="55320" y="100144"/>
                </a:lnTo>
                <a:lnTo>
                  <a:pt x="51863" y="100144"/>
                </a:lnTo>
                <a:lnTo>
                  <a:pt x="51863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13830" y="96691"/>
                </a:lnTo>
                <a:lnTo>
                  <a:pt x="13830" y="93238"/>
                </a:lnTo>
                <a:lnTo>
                  <a:pt x="17288" y="93238"/>
                </a:lnTo>
                <a:lnTo>
                  <a:pt x="17288" y="20719"/>
                </a:lnTo>
                <a:lnTo>
                  <a:pt x="13830" y="20719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6915" y="13813"/>
                </a:lnTo>
                <a:lnTo>
                  <a:pt x="6915" y="17266"/>
                </a:lnTo>
                <a:lnTo>
                  <a:pt x="0" y="17266"/>
                </a:lnTo>
                <a:lnTo>
                  <a:pt x="0" y="10360"/>
                </a:lnTo>
                <a:lnTo>
                  <a:pt x="10373" y="10360"/>
                </a:lnTo>
                <a:lnTo>
                  <a:pt x="10373" y="6906"/>
                </a:lnTo>
                <a:lnTo>
                  <a:pt x="17288" y="6906"/>
                </a:lnTo>
                <a:lnTo>
                  <a:pt x="17288" y="3453"/>
                </a:lnTo>
                <a:lnTo>
                  <a:pt x="27660" y="3453"/>
                </a:lnTo>
                <a:lnTo>
                  <a:pt x="27660" y="0"/>
                </a:lnTo>
                <a:lnTo>
                  <a:pt x="34575" y="0"/>
                </a:lnTo>
                <a:lnTo>
                  <a:pt x="34575" y="3453"/>
                </a:lnTo>
                <a:lnTo>
                  <a:pt x="38033" y="3453"/>
                </a:lnTo>
                <a:lnTo>
                  <a:pt x="38033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6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E564899-5C7E-4E2A-83AC-508157C0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029" y="890671"/>
            <a:ext cx="24203" cy="20719"/>
          </a:xfrm>
          <a:custGeom xmlns:a="http://schemas.openxmlformats.org/drawingml/2006/main">
            <a:pathLst>
              <a:path w="24203" h="20719">
                <a:moveTo>
                  <a:pt x="17288" y="17266"/>
                </a:moveTo>
                <a:lnTo>
                  <a:pt x="17288" y="20719"/>
                </a:lnTo>
                <a:lnTo>
                  <a:pt x="3458" y="20719"/>
                </a:lnTo>
                <a:lnTo>
                  <a:pt x="3458" y="17266"/>
                </a:lnTo>
                <a:lnTo>
                  <a:pt x="0" y="17266"/>
                </a:lnTo>
                <a:lnTo>
                  <a:pt x="0" y="3453"/>
                </a:lnTo>
                <a:lnTo>
                  <a:pt x="3458" y="3453"/>
                </a:lnTo>
                <a:lnTo>
                  <a:pt x="3458" y="0"/>
                </a:lnTo>
                <a:lnTo>
                  <a:pt x="17288" y="0"/>
                </a:lnTo>
                <a:lnTo>
                  <a:pt x="17288" y="3453"/>
                </a:lnTo>
                <a:lnTo>
                  <a:pt x="20745" y="3453"/>
                </a:lnTo>
                <a:lnTo>
                  <a:pt x="20745" y="6906"/>
                </a:lnTo>
                <a:lnTo>
                  <a:pt x="24203" y="6906"/>
                </a:lnTo>
                <a:lnTo>
                  <a:pt x="24203" y="13813"/>
                </a:lnTo>
                <a:lnTo>
                  <a:pt x="20745" y="13813"/>
                </a:lnTo>
                <a:lnTo>
                  <a:pt x="20745" y="17266"/>
                </a:lnTo>
                <a:lnTo>
                  <a:pt x="17288" y="172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7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0C7F8D3F-3184-4CAC-BAA9-D9D114F5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99" y="945923"/>
            <a:ext cx="48405" cy="103597"/>
          </a:xfrm>
          <a:custGeom xmlns:a="http://schemas.openxmlformats.org/drawingml/2006/main">
            <a:pathLst>
              <a:path w="48405" h="103597">
                <a:moveTo>
                  <a:pt x="3458" y="13813"/>
                </a:moveTo>
                <a:lnTo>
                  <a:pt x="3458" y="17266"/>
                </a:lnTo>
                <a:lnTo>
                  <a:pt x="0" y="17266"/>
                </a:lnTo>
                <a:lnTo>
                  <a:pt x="0" y="10360"/>
                </a:lnTo>
                <a:lnTo>
                  <a:pt x="6915" y="10360"/>
                </a:lnTo>
                <a:lnTo>
                  <a:pt x="6915" y="6906"/>
                </a:lnTo>
                <a:lnTo>
                  <a:pt x="13830" y="6906"/>
                </a:lnTo>
                <a:lnTo>
                  <a:pt x="13830" y="3453"/>
                </a:lnTo>
                <a:lnTo>
                  <a:pt x="24203" y="3453"/>
                </a:lnTo>
                <a:lnTo>
                  <a:pt x="24203" y="0"/>
                </a:lnTo>
                <a:lnTo>
                  <a:pt x="34575" y="0"/>
                </a:lnTo>
                <a:lnTo>
                  <a:pt x="34575" y="89784"/>
                </a:lnTo>
                <a:lnTo>
                  <a:pt x="38033" y="89784"/>
                </a:lnTo>
                <a:lnTo>
                  <a:pt x="38033" y="93238"/>
                </a:lnTo>
                <a:lnTo>
                  <a:pt x="41490" y="93238"/>
                </a:lnTo>
                <a:lnTo>
                  <a:pt x="41490" y="96691"/>
                </a:lnTo>
                <a:lnTo>
                  <a:pt x="48405" y="96691"/>
                </a:lnTo>
                <a:lnTo>
                  <a:pt x="48405" y="103597"/>
                </a:lnTo>
                <a:lnTo>
                  <a:pt x="3458" y="103597"/>
                </a:lnTo>
                <a:lnTo>
                  <a:pt x="3458" y="100144"/>
                </a:lnTo>
                <a:lnTo>
                  <a:pt x="0" y="100144"/>
                </a:lnTo>
                <a:lnTo>
                  <a:pt x="0" y="96691"/>
                </a:lnTo>
                <a:lnTo>
                  <a:pt x="10373" y="96691"/>
                </a:lnTo>
                <a:lnTo>
                  <a:pt x="10373" y="93238"/>
                </a:lnTo>
                <a:lnTo>
                  <a:pt x="13830" y="93238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3458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8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0E698A28-242C-43BD-BDAD-C8BDBCA6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284" y="1163477"/>
            <a:ext cx="110641" cy="158849"/>
          </a:xfrm>
          <a:custGeom xmlns:a="http://schemas.openxmlformats.org/drawingml/2006/main">
            <a:pathLst>
              <a:path w="110641" h="158849">
                <a:moveTo>
                  <a:pt x="3458" y="72518"/>
                </a:moveTo>
                <a:lnTo>
                  <a:pt x="6915" y="72518"/>
                </a:lnTo>
                <a:lnTo>
                  <a:pt x="6915" y="65612"/>
                </a:lnTo>
                <a:lnTo>
                  <a:pt x="10373" y="65612"/>
                </a:lnTo>
                <a:lnTo>
                  <a:pt x="10373" y="62158"/>
                </a:lnTo>
                <a:lnTo>
                  <a:pt x="13830" y="62158"/>
                </a:lnTo>
                <a:lnTo>
                  <a:pt x="13830" y="58705"/>
                </a:lnTo>
                <a:lnTo>
                  <a:pt x="17288" y="58705"/>
                </a:lnTo>
                <a:lnTo>
                  <a:pt x="17288" y="55252"/>
                </a:lnTo>
                <a:lnTo>
                  <a:pt x="20745" y="55252"/>
                </a:lnTo>
                <a:lnTo>
                  <a:pt x="20745" y="51799"/>
                </a:lnTo>
                <a:lnTo>
                  <a:pt x="27660" y="51799"/>
                </a:lnTo>
                <a:lnTo>
                  <a:pt x="27660" y="48345"/>
                </a:lnTo>
                <a:lnTo>
                  <a:pt x="55320" y="48345"/>
                </a:lnTo>
                <a:lnTo>
                  <a:pt x="55320" y="51799"/>
                </a:lnTo>
                <a:lnTo>
                  <a:pt x="58778" y="51799"/>
                </a:lnTo>
                <a:lnTo>
                  <a:pt x="58778" y="55252"/>
                </a:lnTo>
                <a:lnTo>
                  <a:pt x="62235" y="55252"/>
                </a:lnTo>
                <a:lnTo>
                  <a:pt x="62235" y="58705"/>
                </a:lnTo>
                <a:lnTo>
                  <a:pt x="65693" y="58705"/>
                </a:lnTo>
                <a:lnTo>
                  <a:pt x="65693" y="10360"/>
                </a:lnTo>
                <a:lnTo>
                  <a:pt x="62235" y="10360"/>
                </a:lnTo>
                <a:lnTo>
                  <a:pt x="62235" y="6906"/>
                </a:lnTo>
                <a:lnTo>
                  <a:pt x="51863" y="6906"/>
                </a:lnTo>
                <a:lnTo>
                  <a:pt x="51863" y="0"/>
                </a:lnTo>
                <a:lnTo>
                  <a:pt x="93353" y="0"/>
                </a:lnTo>
                <a:lnTo>
                  <a:pt x="93353" y="3453"/>
                </a:lnTo>
                <a:lnTo>
                  <a:pt x="100268" y="3453"/>
                </a:lnTo>
                <a:lnTo>
                  <a:pt x="100268" y="141583"/>
                </a:lnTo>
                <a:lnTo>
                  <a:pt x="103726" y="141583"/>
                </a:lnTo>
                <a:lnTo>
                  <a:pt x="103726" y="145036"/>
                </a:lnTo>
                <a:lnTo>
                  <a:pt x="110641" y="145036"/>
                </a:lnTo>
                <a:lnTo>
                  <a:pt x="110641" y="151943"/>
                </a:lnTo>
                <a:lnTo>
                  <a:pt x="89896" y="151943"/>
                </a:lnTo>
                <a:lnTo>
                  <a:pt x="89896" y="155396"/>
                </a:lnTo>
                <a:lnTo>
                  <a:pt x="65693" y="155396"/>
                </a:lnTo>
                <a:lnTo>
                  <a:pt x="65693" y="145036"/>
                </a:lnTo>
                <a:lnTo>
                  <a:pt x="62235" y="145036"/>
                </a:lnTo>
                <a:lnTo>
                  <a:pt x="62235" y="148489"/>
                </a:lnTo>
                <a:lnTo>
                  <a:pt x="58778" y="148489"/>
                </a:lnTo>
                <a:lnTo>
                  <a:pt x="58778" y="151943"/>
                </a:lnTo>
                <a:lnTo>
                  <a:pt x="51863" y="151943"/>
                </a:lnTo>
                <a:lnTo>
                  <a:pt x="51863" y="155396"/>
                </a:lnTo>
                <a:lnTo>
                  <a:pt x="41490" y="155396"/>
                </a:lnTo>
                <a:lnTo>
                  <a:pt x="41490" y="158849"/>
                </a:lnTo>
                <a:lnTo>
                  <a:pt x="38033" y="158849"/>
                </a:lnTo>
                <a:lnTo>
                  <a:pt x="38033" y="155396"/>
                </a:lnTo>
                <a:lnTo>
                  <a:pt x="24203" y="155396"/>
                </a:lnTo>
                <a:lnTo>
                  <a:pt x="24203" y="151943"/>
                </a:lnTo>
                <a:lnTo>
                  <a:pt x="17288" y="151943"/>
                </a:lnTo>
                <a:lnTo>
                  <a:pt x="17288" y="148489"/>
                </a:lnTo>
                <a:lnTo>
                  <a:pt x="13830" y="148489"/>
                </a:lnTo>
                <a:lnTo>
                  <a:pt x="13830" y="145036"/>
                </a:lnTo>
                <a:lnTo>
                  <a:pt x="10373" y="145036"/>
                </a:lnTo>
                <a:lnTo>
                  <a:pt x="10373" y="141583"/>
                </a:lnTo>
                <a:lnTo>
                  <a:pt x="6915" y="141583"/>
                </a:lnTo>
                <a:lnTo>
                  <a:pt x="6915" y="134677"/>
                </a:lnTo>
                <a:lnTo>
                  <a:pt x="3458" y="134677"/>
                </a:lnTo>
                <a:lnTo>
                  <a:pt x="3458" y="124317"/>
                </a:lnTo>
                <a:lnTo>
                  <a:pt x="0" y="124317"/>
                </a:lnTo>
                <a:lnTo>
                  <a:pt x="0" y="82878"/>
                </a:lnTo>
                <a:lnTo>
                  <a:pt x="3458" y="82878"/>
                </a:lnTo>
                <a:lnTo>
                  <a:pt x="3458" y="72518"/>
                </a:lnTo>
                <a:close/>
                <a:moveTo>
                  <a:pt x="38033" y="134677"/>
                </a:moveTo>
                <a:lnTo>
                  <a:pt x="41490" y="134677"/>
                </a:lnTo>
                <a:lnTo>
                  <a:pt x="41490" y="138130"/>
                </a:lnTo>
                <a:lnTo>
                  <a:pt x="44948" y="138130"/>
                </a:lnTo>
                <a:lnTo>
                  <a:pt x="44948" y="141583"/>
                </a:lnTo>
                <a:lnTo>
                  <a:pt x="55320" y="141583"/>
                </a:lnTo>
                <a:lnTo>
                  <a:pt x="55320" y="138130"/>
                </a:lnTo>
                <a:lnTo>
                  <a:pt x="58778" y="138130"/>
                </a:lnTo>
                <a:lnTo>
                  <a:pt x="58778" y="134677"/>
                </a:lnTo>
                <a:lnTo>
                  <a:pt x="62235" y="134677"/>
                </a:lnTo>
                <a:lnTo>
                  <a:pt x="62235" y="131223"/>
                </a:lnTo>
                <a:lnTo>
                  <a:pt x="65693" y="131223"/>
                </a:lnTo>
                <a:lnTo>
                  <a:pt x="65693" y="69065"/>
                </a:lnTo>
                <a:lnTo>
                  <a:pt x="62235" y="69065"/>
                </a:lnTo>
                <a:lnTo>
                  <a:pt x="62235" y="65612"/>
                </a:lnTo>
                <a:lnTo>
                  <a:pt x="58778" y="65612"/>
                </a:lnTo>
                <a:lnTo>
                  <a:pt x="58778" y="62158"/>
                </a:lnTo>
                <a:lnTo>
                  <a:pt x="55320" y="62158"/>
                </a:lnTo>
                <a:lnTo>
                  <a:pt x="55320" y="58705"/>
                </a:lnTo>
                <a:lnTo>
                  <a:pt x="51863" y="58705"/>
                </a:lnTo>
                <a:lnTo>
                  <a:pt x="51863" y="55252"/>
                </a:lnTo>
                <a:lnTo>
                  <a:pt x="41490" y="55252"/>
                </a:lnTo>
                <a:lnTo>
                  <a:pt x="41490" y="58705"/>
                </a:lnTo>
                <a:lnTo>
                  <a:pt x="38033" y="58705"/>
                </a:lnTo>
                <a:lnTo>
                  <a:pt x="38033" y="65612"/>
                </a:lnTo>
                <a:lnTo>
                  <a:pt x="34575" y="65612"/>
                </a:lnTo>
                <a:lnTo>
                  <a:pt x="34575" y="82878"/>
                </a:lnTo>
                <a:lnTo>
                  <a:pt x="31118" y="82878"/>
                </a:lnTo>
                <a:lnTo>
                  <a:pt x="31118" y="110504"/>
                </a:lnTo>
                <a:lnTo>
                  <a:pt x="34575" y="110504"/>
                </a:lnTo>
                <a:lnTo>
                  <a:pt x="34575" y="127770"/>
                </a:lnTo>
                <a:lnTo>
                  <a:pt x="38033" y="127770"/>
                </a:lnTo>
                <a:lnTo>
                  <a:pt x="38033" y="13467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19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F34EEF13-71C6-4987-9740-F8026F03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114" y="1422470"/>
            <a:ext cx="51863" cy="162302"/>
          </a:xfrm>
          <a:custGeom xmlns:a="http://schemas.openxmlformats.org/drawingml/2006/main">
            <a:pathLst>
              <a:path w="51863" h="162302">
                <a:moveTo>
                  <a:pt x="13830" y="20719"/>
                </a:moveTo>
                <a:lnTo>
                  <a:pt x="10373" y="20719"/>
                </a:lnTo>
                <a:lnTo>
                  <a:pt x="10373" y="17266"/>
                </a:lnTo>
                <a:lnTo>
                  <a:pt x="0" y="17266"/>
                </a:lnTo>
                <a:lnTo>
                  <a:pt x="0" y="13813"/>
                </a:lnTo>
                <a:lnTo>
                  <a:pt x="3458" y="13813"/>
                </a:lnTo>
                <a:lnTo>
                  <a:pt x="3458" y="10360"/>
                </a:lnTo>
                <a:lnTo>
                  <a:pt x="13830" y="10360"/>
                </a:lnTo>
                <a:lnTo>
                  <a:pt x="13830" y="6906"/>
                </a:lnTo>
                <a:lnTo>
                  <a:pt x="20745" y="6906"/>
                </a:lnTo>
                <a:lnTo>
                  <a:pt x="20745" y="3453"/>
                </a:lnTo>
                <a:lnTo>
                  <a:pt x="27660" y="3453"/>
                </a:lnTo>
                <a:lnTo>
                  <a:pt x="27660" y="0"/>
                </a:lnTo>
                <a:lnTo>
                  <a:pt x="31118" y="0"/>
                </a:lnTo>
                <a:lnTo>
                  <a:pt x="31118" y="3453"/>
                </a:lnTo>
                <a:lnTo>
                  <a:pt x="34575" y="3453"/>
                </a:lnTo>
                <a:lnTo>
                  <a:pt x="34575" y="148489"/>
                </a:lnTo>
                <a:lnTo>
                  <a:pt x="38033" y="148489"/>
                </a:lnTo>
                <a:lnTo>
                  <a:pt x="38033" y="151943"/>
                </a:lnTo>
                <a:lnTo>
                  <a:pt x="44948" y="151943"/>
                </a:lnTo>
                <a:lnTo>
                  <a:pt x="44948" y="155396"/>
                </a:lnTo>
                <a:lnTo>
                  <a:pt x="51863" y="155396"/>
                </a:lnTo>
                <a:lnTo>
                  <a:pt x="51863" y="158849"/>
                </a:lnTo>
                <a:lnTo>
                  <a:pt x="48405" y="158849"/>
                </a:lnTo>
                <a:lnTo>
                  <a:pt x="48405" y="162302"/>
                </a:lnTo>
                <a:lnTo>
                  <a:pt x="41490" y="162302"/>
                </a:lnTo>
                <a:lnTo>
                  <a:pt x="41490" y="158849"/>
                </a:lnTo>
                <a:lnTo>
                  <a:pt x="10373" y="158849"/>
                </a:lnTo>
                <a:lnTo>
                  <a:pt x="10373" y="162302"/>
                </a:lnTo>
                <a:lnTo>
                  <a:pt x="3458" y="162302"/>
                </a:lnTo>
                <a:lnTo>
                  <a:pt x="3458" y="158849"/>
                </a:lnTo>
                <a:lnTo>
                  <a:pt x="0" y="158849"/>
                </a:lnTo>
                <a:lnTo>
                  <a:pt x="0" y="155396"/>
                </a:lnTo>
                <a:lnTo>
                  <a:pt x="6915" y="155396"/>
                </a:lnTo>
                <a:lnTo>
                  <a:pt x="6915" y="151943"/>
                </a:lnTo>
                <a:lnTo>
                  <a:pt x="13830" y="151943"/>
                </a:lnTo>
                <a:lnTo>
                  <a:pt x="13830" y="207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0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78BE1CCA-A147-401C-9045-8F6952BE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029" y="1747075"/>
            <a:ext cx="3458" cy="3453"/>
          </a:xfrm>
          <a:custGeom xmlns:a="http://schemas.openxmlformats.org/drawingml/2006/main">
            <a:pathLst>
              <a:path w="3458" h="3453">
                <a:moveTo>
                  <a:pt x="3458" y="0"/>
                </a:moveTo>
                <a:lnTo>
                  <a:pt x="3458" y="3453"/>
                </a:lnTo>
                <a:lnTo>
                  <a:pt x="0" y="3453"/>
                </a:lnTo>
                <a:lnTo>
                  <a:pt x="0" y="0"/>
                </a:lnTo>
                <a:lnTo>
                  <a:pt x="3458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1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A638DB4D-C4BE-4D5A-B6CE-DEFC5E6C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061" y="148223"/>
            <a:ext cx="82981" cy="103597"/>
          </a:xfrm>
          <a:custGeom xmlns:a="http://schemas.openxmlformats.org/drawingml/2006/main">
            <a:pathLst>
              <a:path w="82981" h="103597">
                <a:moveTo>
                  <a:pt x="24203" y="6906"/>
                </a:moveTo>
                <a:lnTo>
                  <a:pt x="24203" y="3453"/>
                </a:lnTo>
                <a:lnTo>
                  <a:pt x="31118" y="3453"/>
                </a:lnTo>
                <a:lnTo>
                  <a:pt x="31118" y="0"/>
                </a:lnTo>
                <a:lnTo>
                  <a:pt x="58778" y="0"/>
                </a:lnTo>
                <a:lnTo>
                  <a:pt x="58778" y="3453"/>
                </a:lnTo>
                <a:lnTo>
                  <a:pt x="65693" y="3453"/>
                </a:lnTo>
                <a:lnTo>
                  <a:pt x="65693" y="6906"/>
                </a:lnTo>
                <a:lnTo>
                  <a:pt x="72608" y="6906"/>
                </a:lnTo>
                <a:lnTo>
                  <a:pt x="72608" y="10360"/>
                </a:lnTo>
                <a:lnTo>
                  <a:pt x="76066" y="10360"/>
                </a:lnTo>
                <a:lnTo>
                  <a:pt x="76066" y="17266"/>
                </a:lnTo>
                <a:lnTo>
                  <a:pt x="79523" y="17266"/>
                </a:lnTo>
                <a:lnTo>
                  <a:pt x="79523" y="20719"/>
                </a:lnTo>
                <a:lnTo>
                  <a:pt x="82981" y="20719"/>
                </a:lnTo>
                <a:lnTo>
                  <a:pt x="82981" y="37986"/>
                </a:lnTo>
                <a:lnTo>
                  <a:pt x="17288" y="37986"/>
                </a:lnTo>
                <a:lnTo>
                  <a:pt x="17288" y="41439"/>
                </a:lnTo>
                <a:lnTo>
                  <a:pt x="13830" y="41439"/>
                </a:lnTo>
                <a:lnTo>
                  <a:pt x="13830" y="44892"/>
                </a:lnTo>
                <a:lnTo>
                  <a:pt x="17288" y="44892"/>
                </a:lnTo>
                <a:lnTo>
                  <a:pt x="17288" y="62158"/>
                </a:lnTo>
                <a:lnTo>
                  <a:pt x="20745" y="62158"/>
                </a:lnTo>
                <a:lnTo>
                  <a:pt x="20745" y="69065"/>
                </a:lnTo>
                <a:lnTo>
                  <a:pt x="24203" y="69065"/>
                </a:lnTo>
                <a:lnTo>
                  <a:pt x="24203" y="72518"/>
                </a:lnTo>
                <a:lnTo>
                  <a:pt x="27660" y="72518"/>
                </a:lnTo>
                <a:lnTo>
                  <a:pt x="27660" y="75971"/>
                </a:lnTo>
                <a:lnTo>
                  <a:pt x="31118" y="75971"/>
                </a:lnTo>
                <a:lnTo>
                  <a:pt x="31118" y="79425"/>
                </a:lnTo>
                <a:lnTo>
                  <a:pt x="38033" y="79425"/>
                </a:lnTo>
                <a:lnTo>
                  <a:pt x="38033" y="82878"/>
                </a:lnTo>
                <a:lnTo>
                  <a:pt x="65693" y="82878"/>
                </a:lnTo>
                <a:lnTo>
                  <a:pt x="65693" y="79425"/>
                </a:lnTo>
                <a:lnTo>
                  <a:pt x="69151" y="79425"/>
                </a:lnTo>
                <a:lnTo>
                  <a:pt x="69151" y="75971"/>
                </a:lnTo>
                <a:lnTo>
                  <a:pt x="72608" y="75971"/>
                </a:lnTo>
                <a:lnTo>
                  <a:pt x="72608" y="72518"/>
                </a:lnTo>
                <a:lnTo>
                  <a:pt x="76066" y="72518"/>
                </a:lnTo>
                <a:lnTo>
                  <a:pt x="76066" y="69065"/>
                </a:lnTo>
                <a:lnTo>
                  <a:pt x="79523" y="69065"/>
                </a:lnTo>
                <a:lnTo>
                  <a:pt x="79523" y="62158"/>
                </a:lnTo>
                <a:lnTo>
                  <a:pt x="82981" y="62158"/>
                </a:lnTo>
                <a:lnTo>
                  <a:pt x="82981" y="75971"/>
                </a:lnTo>
                <a:lnTo>
                  <a:pt x="79523" y="75971"/>
                </a:lnTo>
                <a:lnTo>
                  <a:pt x="79523" y="82878"/>
                </a:lnTo>
                <a:lnTo>
                  <a:pt x="76066" y="82878"/>
                </a:lnTo>
                <a:lnTo>
                  <a:pt x="76066" y="86331"/>
                </a:lnTo>
                <a:lnTo>
                  <a:pt x="72608" y="86331"/>
                </a:lnTo>
                <a:lnTo>
                  <a:pt x="72608" y="93238"/>
                </a:lnTo>
                <a:lnTo>
                  <a:pt x="65693" y="93238"/>
                </a:lnTo>
                <a:lnTo>
                  <a:pt x="65693" y="96691"/>
                </a:lnTo>
                <a:lnTo>
                  <a:pt x="62235" y="96691"/>
                </a:lnTo>
                <a:lnTo>
                  <a:pt x="62235" y="100144"/>
                </a:lnTo>
                <a:lnTo>
                  <a:pt x="51863" y="100144"/>
                </a:lnTo>
                <a:lnTo>
                  <a:pt x="51863" y="103597"/>
                </a:lnTo>
                <a:lnTo>
                  <a:pt x="31118" y="103597"/>
                </a:lnTo>
                <a:lnTo>
                  <a:pt x="31118" y="100144"/>
                </a:lnTo>
                <a:lnTo>
                  <a:pt x="24203" y="100144"/>
                </a:lnTo>
                <a:lnTo>
                  <a:pt x="24203" y="96691"/>
                </a:lnTo>
                <a:lnTo>
                  <a:pt x="17288" y="96691"/>
                </a:lnTo>
                <a:lnTo>
                  <a:pt x="17288" y="93238"/>
                </a:lnTo>
                <a:lnTo>
                  <a:pt x="13830" y="93238"/>
                </a:lnTo>
                <a:lnTo>
                  <a:pt x="13830" y="89784"/>
                </a:lnTo>
                <a:lnTo>
                  <a:pt x="10373" y="89784"/>
                </a:lnTo>
                <a:lnTo>
                  <a:pt x="10373" y="86331"/>
                </a:lnTo>
                <a:lnTo>
                  <a:pt x="6915" y="86331"/>
                </a:lnTo>
                <a:lnTo>
                  <a:pt x="6915" y="82878"/>
                </a:lnTo>
                <a:lnTo>
                  <a:pt x="3458" y="82878"/>
                </a:lnTo>
                <a:lnTo>
                  <a:pt x="3458" y="75971"/>
                </a:lnTo>
                <a:lnTo>
                  <a:pt x="0" y="75971"/>
                </a:lnTo>
                <a:lnTo>
                  <a:pt x="0" y="31079"/>
                </a:lnTo>
                <a:lnTo>
                  <a:pt x="3458" y="31079"/>
                </a:lnTo>
                <a:lnTo>
                  <a:pt x="3458" y="24173"/>
                </a:lnTo>
                <a:lnTo>
                  <a:pt x="6915" y="24173"/>
                </a:lnTo>
                <a:lnTo>
                  <a:pt x="6915" y="17266"/>
                </a:lnTo>
                <a:lnTo>
                  <a:pt x="10373" y="17266"/>
                </a:lnTo>
                <a:lnTo>
                  <a:pt x="10373" y="13813"/>
                </a:lnTo>
                <a:lnTo>
                  <a:pt x="13830" y="13813"/>
                </a:lnTo>
                <a:lnTo>
                  <a:pt x="13830" y="10360"/>
                </a:lnTo>
                <a:lnTo>
                  <a:pt x="17288" y="10360"/>
                </a:lnTo>
                <a:lnTo>
                  <a:pt x="17288" y="6906"/>
                </a:lnTo>
                <a:lnTo>
                  <a:pt x="24203" y="6906"/>
                </a:lnTo>
                <a:close/>
                <a:moveTo>
                  <a:pt x="48405" y="13813"/>
                </a:moveTo>
                <a:lnTo>
                  <a:pt x="48405" y="10360"/>
                </a:lnTo>
                <a:lnTo>
                  <a:pt x="27660" y="10360"/>
                </a:lnTo>
                <a:lnTo>
                  <a:pt x="27660" y="13813"/>
                </a:lnTo>
                <a:lnTo>
                  <a:pt x="24203" y="13813"/>
                </a:lnTo>
                <a:lnTo>
                  <a:pt x="24203" y="17266"/>
                </a:lnTo>
                <a:lnTo>
                  <a:pt x="20745" y="17266"/>
                </a:lnTo>
                <a:lnTo>
                  <a:pt x="20745" y="20719"/>
                </a:lnTo>
                <a:lnTo>
                  <a:pt x="17288" y="20719"/>
                </a:lnTo>
                <a:lnTo>
                  <a:pt x="17288" y="27626"/>
                </a:lnTo>
                <a:lnTo>
                  <a:pt x="13830" y="27626"/>
                </a:lnTo>
                <a:lnTo>
                  <a:pt x="13830" y="31079"/>
                </a:lnTo>
                <a:lnTo>
                  <a:pt x="58778" y="31079"/>
                </a:lnTo>
                <a:lnTo>
                  <a:pt x="58778" y="20719"/>
                </a:lnTo>
                <a:lnTo>
                  <a:pt x="55320" y="20719"/>
                </a:lnTo>
                <a:lnTo>
                  <a:pt x="55320" y="13813"/>
                </a:lnTo>
                <a:lnTo>
                  <a:pt x="48405" y="13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2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4EA32A21-DBC8-450A-88B8-2CE6A6DE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892" y="945923"/>
            <a:ext cx="69151" cy="103597"/>
          </a:xfrm>
          <a:custGeom xmlns:a="http://schemas.openxmlformats.org/drawingml/2006/main">
            <a:pathLst>
              <a:path w="69151" h="103597">
                <a:moveTo>
                  <a:pt x="3458" y="10360"/>
                </a:moveTo>
                <a:lnTo>
                  <a:pt x="6915" y="10360"/>
                </a:lnTo>
                <a:lnTo>
                  <a:pt x="6915" y="6906"/>
                </a:lnTo>
                <a:lnTo>
                  <a:pt x="10373" y="6906"/>
                </a:lnTo>
                <a:lnTo>
                  <a:pt x="10373" y="3453"/>
                </a:lnTo>
                <a:lnTo>
                  <a:pt x="17288" y="3453"/>
                </a:lnTo>
                <a:lnTo>
                  <a:pt x="17288" y="0"/>
                </a:lnTo>
                <a:lnTo>
                  <a:pt x="44948" y="0"/>
                </a:lnTo>
                <a:lnTo>
                  <a:pt x="44948" y="3453"/>
                </a:lnTo>
                <a:lnTo>
                  <a:pt x="55320" y="3453"/>
                </a:lnTo>
                <a:lnTo>
                  <a:pt x="55320" y="0"/>
                </a:lnTo>
                <a:lnTo>
                  <a:pt x="62235" y="0"/>
                </a:lnTo>
                <a:lnTo>
                  <a:pt x="62235" y="31079"/>
                </a:lnTo>
                <a:lnTo>
                  <a:pt x="55320" y="31079"/>
                </a:lnTo>
                <a:lnTo>
                  <a:pt x="55320" y="24173"/>
                </a:lnTo>
                <a:lnTo>
                  <a:pt x="51863" y="24173"/>
                </a:lnTo>
                <a:lnTo>
                  <a:pt x="51863" y="17266"/>
                </a:lnTo>
                <a:lnTo>
                  <a:pt x="48405" y="17266"/>
                </a:lnTo>
                <a:lnTo>
                  <a:pt x="48405" y="13813"/>
                </a:lnTo>
                <a:lnTo>
                  <a:pt x="44948" y="13813"/>
                </a:lnTo>
                <a:lnTo>
                  <a:pt x="44948" y="10360"/>
                </a:lnTo>
                <a:lnTo>
                  <a:pt x="41490" y="10360"/>
                </a:lnTo>
                <a:lnTo>
                  <a:pt x="41490" y="6906"/>
                </a:lnTo>
                <a:lnTo>
                  <a:pt x="20745" y="6906"/>
                </a:lnTo>
                <a:lnTo>
                  <a:pt x="20745" y="10360"/>
                </a:lnTo>
                <a:lnTo>
                  <a:pt x="17288" y="10360"/>
                </a:lnTo>
                <a:lnTo>
                  <a:pt x="17288" y="13813"/>
                </a:lnTo>
                <a:lnTo>
                  <a:pt x="13830" y="13813"/>
                </a:lnTo>
                <a:lnTo>
                  <a:pt x="13830" y="24173"/>
                </a:lnTo>
                <a:lnTo>
                  <a:pt x="17288" y="24173"/>
                </a:lnTo>
                <a:lnTo>
                  <a:pt x="17288" y="31079"/>
                </a:lnTo>
                <a:lnTo>
                  <a:pt x="20745" y="31079"/>
                </a:lnTo>
                <a:lnTo>
                  <a:pt x="20745" y="34532"/>
                </a:lnTo>
                <a:lnTo>
                  <a:pt x="27660" y="34532"/>
                </a:lnTo>
                <a:lnTo>
                  <a:pt x="27660" y="37986"/>
                </a:lnTo>
                <a:lnTo>
                  <a:pt x="34575" y="37986"/>
                </a:lnTo>
                <a:lnTo>
                  <a:pt x="34575" y="41439"/>
                </a:lnTo>
                <a:lnTo>
                  <a:pt x="44948" y="41439"/>
                </a:lnTo>
                <a:lnTo>
                  <a:pt x="44948" y="44892"/>
                </a:lnTo>
                <a:lnTo>
                  <a:pt x="51863" y="44892"/>
                </a:lnTo>
                <a:lnTo>
                  <a:pt x="51863" y="48345"/>
                </a:lnTo>
                <a:lnTo>
                  <a:pt x="55320" y="48345"/>
                </a:lnTo>
                <a:lnTo>
                  <a:pt x="55320" y="51799"/>
                </a:lnTo>
                <a:lnTo>
                  <a:pt x="62235" y="51799"/>
                </a:lnTo>
                <a:lnTo>
                  <a:pt x="62235" y="58705"/>
                </a:lnTo>
                <a:lnTo>
                  <a:pt x="65693" y="58705"/>
                </a:lnTo>
                <a:lnTo>
                  <a:pt x="65693" y="62158"/>
                </a:lnTo>
                <a:lnTo>
                  <a:pt x="69151" y="62158"/>
                </a:lnTo>
                <a:lnTo>
                  <a:pt x="69151" y="82878"/>
                </a:lnTo>
                <a:lnTo>
                  <a:pt x="65693" y="82878"/>
                </a:lnTo>
                <a:lnTo>
                  <a:pt x="65693" y="86331"/>
                </a:lnTo>
                <a:lnTo>
                  <a:pt x="62235" y="86331"/>
                </a:lnTo>
                <a:lnTo>
                  <a:pt x="62235" y="93238"/>
                </a:lnTo>
                <a:lnTo>
                  <a:pt x="55320" y="93238"/>
                </a:lnTo>
                <a:lnTo>
                  <a:pt x="55320" y="96691"/>
                </a:lnTo>
                <a:lnTo>
                  <a:pt x="51863" y="96691"/>
                </a:lnTo>
                <a:lnTo>
                  <a:pt x="51863" y="100144"/>
                </a:lnTo>
                <a:lnTo>
                  <a:pt x="41490" y="100144"/>
                </a:lnTo>
                <a:lnTo>
                  <a:pt x="41490" y="103597"/>
                </a:lnTo>
                <a:lnTo>
                  <a:pt x="27660" y="103597"/>
                </a:lnTo>
                <a:lnTo>
                  <a:pt x="27660" y="100144"/>
                </a:lnTo>
                <a:lnTo>
                  <a:pt x="0" y="100144"/>
                </a:lnTo>
                <a:lnTo>
                  <a:pt x="0" y="65612"/>
                </a:lnTo>
                <a:lnTo>
                  <a:pt x="3458" y="65612"/>
                </a:lnTo>
                <a:lnTo>
                  <a:pt x="3458" y="69065"/>
                </a:lnTo>
                <a:lnTo>
                  <a:pt x="6915" y="69065"/>
                </a:lnTo>
                <a:lnTo>
                  <a:pt x="6915" y="75971"/>
                </a:lnTo>
                <a:lnTo>
                  <a:pt x="10373" y="75971"/>
                </a:lnTo>
                <a:lnTo>
                  <a:pt x="10373" y="82878"/>
                </a:lnTo>
                <a:lnTo>
                  <a:pt x="13830" y="82878"/>
                </a:lnTo>
                <a:lnTo>
                  <a:pt x="13830" y="86331"/>
                </a:lnTo>
                <a:lnTo>
                  <a:pt x="17288" y="86331"/>
                </a:lnTo>
                <a:lnTo>
                  <a:pt x="17288" y="89784"/>
                </a:lnTo>
                <a:lnTo>
                  <a:pt x="24203" y="89784"/>
                </a:lnTo>
                <a:lnTo>
                  <a:pt x="24203" y="93238"/>
                </a:lnTo>
                <a:lnTo>
                  <a:pt x="44948" y="93238"/>
                </a:lnTo>
                <a:lnTo>
                  <a:pt x="44948" y="89784"/>
                </a:lnTo>
                <a:lnTo>
                  <a:pt x="48405" y="89784"/>
                </a:lnTo>
                <a:lnTo>
                  <a:pt x="48405" y="86331"/>
                </a:lnTo>
                <a:lnTo>
                  <a:pt x="51863" y="86331"/>
                </a:lnTo>
                <a:lnTo>
                  <a:pt x="51863" y="75971"/>
                </a:lnTo>
                <a:lnTo>
                  <a:pt x="48405" y="75971"/>
                </a:lnTo>
                <a:lnTo>
                  <a:pt x="48405" y="69065"/>
                </a:lnTo>
                <a:lnTo>
                  <a:pt x="44948" y="69065"/>
                </a:lnTo>
                <a:lnTo>
                  <a:pt x="44948" y="65612"/>
                </a:lnTo>
                <a:lnTo>
                  <a:pt x="38033" y="65612"/>
                </a:lnTo>
                <a:lnTo>
                  <a:pt x="38033" y="62158"/>
                </a:lnTo>
                <a:lnTo>
                  <a:pt x="31118" y="62158"/>
                </a:lnTo>
                <a:lnTo>
                  <a:pt x="31118" y="58705"/>
                </a:lnTo>
                <a:lnTo>
                  <a:pt x="24203" y="58705"/>
                </a:lnTo>
                <a:lnTo>
                  <a:pt x="24203" y="55252"/>
                </a:lnTo>
                <a:lnTo>
                  <a:pt x="17288" y="55252"/>
                </a:lnTo>
                <a:lnTo>
                  <a:pt x="17288" y="51799"/>
                </a:lnTo>
                <a:lnTo>
                  <a:pt x="13830" y="51799"/>
                </a:lnTo>
                <a:lnTo>
                  <a:pt x="13830" y="48345"/>
                </a:lnTo>
                <a:lnTo>
                  <a:pt x="6915" y="48345"/>
                </a:lnTo>
                <a:lnTo>
                  <a:pt x="6915" y="44892"/>
                </a:lnTo>
                <a:lnTo>
                  <a:pt x="3458" y="44892"/>
                </a:lnTo>
                <a:lnTo>
                  <a:pt x="3458" y="37986"/>
                </a:lnTo>
                <a:lnTo>
                  <a:pt x="0" y="37986"/>
                </a:lnTo>
                <a:lnTo>
                  <a:pt x="0" y="17266"/>
                </a:lnTo>
                <a:lnTo>
                  <a:pt x="3458" y="17266"/>
                </a:lnTo>
                <a:lnTo>
                  <a:pt x="3458" y="103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3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7F1B9899-D66A-4C2D-9701-08C18862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434" y="1477722"/>
            <a:ext cx="110641" cy="155396"/>
          </a:xfrm>
          <a:custGeom xmlns:a="http://schemas.openxmlformats.org/drawingml/2006/main">
            <a:pathLst>
              <a:path w="110641" h="155396">
                <a:moveTo>
                  <a:pt x="79523" y="6906"/>
                </a:moveTo>
                <a:lnTo>
                  <a:pt x="76066" y="6906"/>
                </a:lnTo>
                <a:lnTo>
                  <a:pt x="76066" y="3453"/>
                </a:lnTo>
                <a:lnTo>
                  <a:pt x="79523" y="3453"/>
                </a:lnTo>
                <a:lnTo>
                  <a:pt x="79523" y="0"/>
                </a:lnTo>
                <a:lnTo>
                  <a:pt x="82981" y="0"/>
                </a:lnTo>
                <a:lnTo>
                  <a:pt x="82981" y="3453"/>
                </a:lnTo>
                <a:lnTo>
                  <a:pt x="103726" y="3453"/>
                </a:lnTo>
                <a:lnTo>
                  <a:pt x="103726" y="0"/>
                </a:lnTo>
                <a:lnTo>
                  <a:pt x="107183" y="0"/>
                </a:lnTo>
                <a:lnTo>
                  <a:pt x="107183" y="3453"/>
                </a:lnTo>
                <a:lnTo>
                  <a:pt x="110641" y="3453"/>
                </a:lnTo>
                <a:lnTo>
                  <a:pt x="110641" y="6906"/>
                </a:lnTo>
                <a:lnTo>
                  <a:pt x="107183" y="6906"/>
                </a:lnTo>
                <a:lnTo>
                  <a:pt x="107183" y="10360"/>
                </a:lnTo>
                <a:lnTo>
                  <a:pt x="100268" y="10360"/>
                </a:lnTo>
                <a:lnTo>
                  <a:pt x="100268" y="13813"/>
                </a:lnTo>
                <a:lnTo>
                  <a:pt x="96811" y="13813"/>
                </a:lnTo>
                <a:lnTo>
                  <a:pt x="96811" y="24173"/>
                </a:lnTo>
                <a:lnTo>
                  <a:pt x="93353" y="24173"/>
                </a:lnTo>
                <a:lnTo>
                  <a:pt x="93353" y="31079"/>
                </a:lnTo>
                <a:lnTo>
                  <a:pt x="89896" y="31079"/>
                </a:lnTo>
                <a:lnTo>
                  <a:pt x="89896" y="41439"/>
                </a:lnTo>
                <a:lnTo>
                  <a:pt x="86438" y="41439"/>
                </a:lnTo>
                <a:lnTo>
                  <a:pt x="86438" y="48345"/>
                </a:lnTo>
                <a:lnTo>
                  <a:pt x="82981" y="48345"/>
                </a:lnTo>
                <a:lnTo>
                  <a:pt x="82981" y="55252"/>
                </a:lnTo>
                <a:lnTo>
                  <a:pt x="79523" y="55252"/>
                </a:lnTo>
                <a:lnTo>
                  <a:pt x="79523" y="65612"/>
                </a:lnTo>
                <a:lnTo>
                  <a:pt x="76066" y="65612"/>
                </a:lnTo>
                <a:lnTo>
                  <a:pt x="76066" y="72518"/>
                </a:lnTo>
                <a:lnTo>
                  <a:pt x="72608" y="72518"/>
                </a:lnTo>
                <a:lnTo>
                  <a:pt x="72608" y="82878"/>
                </a:lnTo>
                <a:lnTo>
                  <a:pt x="69151" y="82878"/>
                </a:lnTo>
                <a:lnTo>
                  <a:pt x="69151" y="89784"/>
                </a:lnTo>
                <a:lnTo>
                  <a:pt x="65693" y="89784"/>
                </a:lnTo>
                <a:lnTo>
                  <a:pt x="65693" y="100144"/>
                </a:lnTo>
                <a:lnTo>
                  <a:pt x="62235" y="100144"/>
                </a:lnTo>
                <a:lnTo>
                  <a:pt x="62235" y="107051"/>
                </a:lnTo>
                <a:lnTo>
                  <a:pt x="58778" y="107051"/>
                </a:lnTo>
                <a:lnTo>
                  <a:pt x="58778" y="117410"/>
                </a:lnTo>
                <a:lnTo>
                  <a:pt x="55320" y="117410"/>
                </a:lnTo>
                <a:lnTo>
                  <a:pt x="55320" y="124317"/>
                </a:lnTo>
                <a:lnTo>
                  <a:pt x="51863" y="124317"/>
                </a:lnTo>
                <a:lnTo>
                  <a:pt x="51863" y="131223"/>
                </a:lnTo>
                <a:lnTo>
                  <a:pt x="48405" y="131223"/>
                </a:lnTo>
                <a:lnTo>
                  <a:pt x="48405" y="138130"/>
                </a:lnTo>
                <a:lnTo>
                  <a:pt x="44948" y="138130"/>
                </a:lnTo>
                <a:lnTo>
                  <a:pt x="44948" y="141583"/>
                </a:lnTo>
                <a:lnTo>
                  <a:pt x="41490" y="141583"/>
                </a:lnTo>
                <a:lnTo>
                  <a:pt x="41490" y="145036"/>
                </a:lnTo>
                <a:lnTo>
                  <a:pt x="38033" y="145036"/>
                </a:lnTo>
                <a:lnTo>
                  <a:pt x="38033" y="148489"/>
                </a:lnTo>
                <a:lnTo>
                  <a:pt x="34575" y="148489"/>
                </a:lnTo>
                <a:lnTo>
                  <a:pt x="34575" y="151943"/>
                </a:lnTo>
                <a:lnTo>
                  <a:pt x="24203" y="151943"/>
                </a:lnTo>
                <a:lnTo>
                  <a:pt x="24203" y="155396"/>
                </a:lnTo>
                <a:lnTo>
                  <a:pt x="13830" y="155396"/>
                </a:lnTo>
                <a:lnTo>
                  <a:pt x="13830" y="151943"/>
                </a:lnTo>
                <a:lnTo>
                  <a:pt x="10373" y="151943"/>
                </a:lnTo>
                <a:lnTo>
                  <a:pt x="10373" y="148489"/>
                </a:lnTo>
                <a:lnTo>
                  <a:pt x="6915" y="148489"/>
                </a:lnTo>
                <a:lnTo>
                  <a:pt x="6915" y="145036"/>
                </a:lnTo>
                <a:lnTo>
                  <a:pt x="3458" y="145036"/>
                </a:lnTo>
                <a:lnTo>
                  <a:pt x="3458" y="138130"/>
                </a:lnTo>
                <a:lnTo>
                  <a:pt x="6915" y="138130"/>
                </a:lnTo>
                <a:lnTo>
                  <a:pt x="6915" y="131223"/>
                </a:lnTo>
                <a:lnTo>
                  <a:pt x="27660" y="131223"/>
                </a:lnTo>
                <a:lnTo>
                  <a:pt x="27660" y="134677"/>
                </a:lnTo>
                <a:lnTo>
                  <a:pt x="34575" y="134677"/>
                </a:lnTo>
                <a:lnTo>
                  <a:pt x="34575" y="131223"/>
                </a:lnTo>
                <a:lnTo>
                  <a:pt x="38033" y="131223"/>
                </a:lnTo>
                <a:lnTo>
                  <a:pt x="38033" y="127770"/>
                </a:lnTo>
                <a:lnTo>
                  <a:pt x="41490" y="127770"/>
                </a:lnTo>
                <a:lnTo>
                  <a:pt x="41490" y="124317"/>
                </a:lnTo>
                <a:lnTo>
                  <a:pt x="44948" y="124317"/>
                </a:lnTo>
                <a:lnTo>
                  <a:pt x="44948" y="117410"/>
                </a:lnTo>
                <a:lnTo>
                  <a:pt x="48405" y="117410"/>
                </a:lnTo>
                <a:lnTo>
                  <a:pt x="48405" y="107051"/>
                </a:lnTo>
                <a:lnTo>
                  <a:pt x="51863" y="107051"/>
                </a:lnTo>
                <a:lnTo>
                  <a:pt x="51863" y="93238"/>
                </a:lnTo>
                <a:lnTo>
                  <a:pt x="48405" y="93238"/>
                </a:lnTo>
                <a:lnTo>
                  <a:pt x="48405" y="86331"/>
                </a:lnTo>
                <a:lnTo>
                  <a:pt x="44948" y="86331"/>
                </a:lnTo>
                <a:lnTo>
                  <a:pt x="44948" y="79425"/>
                </a:lnTo>
                <a:lnTo>
                  <a:pt x="41490" y="79425"/>
                </a:lnTo>
                <a:lnTo>
                  <a:pt x="41490" y="72518"/>
                </a:lnTo>
                <a:lnTo>
                  <a:pt x="38033" y="72518"/>
                </a:lnTo>
                <a:lnTo>
                  <a:pt x="38033" y="65612"/>
                </a:lnTo>
                <a:lnTo>
                  <a:pt x="34575" y="65612"/>
                </a:lnTo>
                <a:lnTo>
                  <a:pt x="34575" y="58705"/>
                </a:lnTo>
                <a:lnTo>
                  <a:pt x="31118" y="58705"/>
                </a:lnTo>
                <a:lnTo>
                  <a:pt x="31118" y="48345"/>
                </a:lnTo>
                <a:lnTo>
                  <a:pt x="27660" y="48345"/>
                </a:lnTo>
                <a:lnTo>
                  <a:pt x="27660" y="41439"/>
                </a:lnTo>
                <a:lnTo>
                  <a:pt x="24203" y="41439"/>
                </a:lnTo>
                <a:lnTo>
                  <a:pt x="24203" y="34532"/>
                </a:lnTo>
                <a:lnTo>
                  <a:pt x="20745" y="34532"/>
                </a:lnTo>
                <a:lnTo>
                  <a:pt x="20745" y="27626"/>
                </a:lnTo>
                <a:lnTo>
                  <a:pt x="17288" y="27626"/>
                </a:lnTo>
                <a:lnTo>
                  <a:pt x="17288" y="20719"/>
                </a:lnTo>
                <a:lnTo>
                  <a:pt x="13830" y="20719"/>
                </a:lnTo>
                <a:lnTo>
                  <a:pt x="13830" y="17266"/>
                </a:lnTo>
                <a:lnTo>
                  <a:pt x="10373" y="17266"/>
                </a:lnTo>
                <a:lnTo>
                  <a:pt x="10373" y="10360"/>
                </a:lnTo>
                <a:lnTo>
                  <a:pt x="0" y="10360"/>
                </a:lnTo>
                <a:lnTo>
                  <a:pt x="0" y="3453"/>
                </a:lnTo>
                <a:lnTo>
                  <a:pt x="38033" y="3453"/>
                </a:lnTo>
                <a:lnTo>
                  <a:pt x="38033" y="0"/>
                </a:lnTo>
                <a:lnTo>
                  <a:pt x="44948" y="0"/>
                </a:lnTo>
                <a:lnTo>
                  <a:pt x="44948" y="3453"/>
                </a:lnTo>
                <a:lnTo>
                  <a:pt x="48405" y="3453"/>
                </a:lnTo>
                <a:lnTo>
                  <a:pt x="48405" y="6906"/>
                </a:lnTo>
                <a:lnTo>
                  <a:pt x="41490" y="6906"/>
                </a:lnTo>
                <a:lnTo>
                  <a:pt x="41490" y="10360"/>
                </a:lnTo>
                <a:lnTo>
                  <a:pt x="34575" y="10360"/>
                </a:lnTo>
                <a:lnTo>
                  <a:pt x="34575" y="20719"/>
                </a:lnTo>
                <a:lnTo>
                  <a:pt x="38033" y="20719"/>
                </a:lnTo>
                <a:lnTo>
                  <a:pt x="38033" y="27626"/>
                </a:lnTo>
                <a:lnTo>
                  <a:pt x="41490" y="27626"/>
                </a:lnTo>
                <a:lnTo>
                  <a:pt x="41490" y="34532"/>
                </a:lnTo>
                <a:lnTo>
                  <a:pt x="44948" y="34532"/>
                </a:lnTo>
                <a:lnTo>
                  <a:pt x="44948" y="44892"/>
                </a:lnTo>
                <a:lnTo>
                  <a:pt x="48405" y="44892"/>
                </a:lnTo>
                <a:lnTo>
                  <a:pt x="48405" y="51799"/>
                </a:lnTo>
                <a:lnTo>
                  <a:pt x="51863" y="51799"/>
                </a:lnTo>
                <a:lnTo>
                  <a:pt x="51863" y="58705"/>
                </a:lnTo>
                <a:lnTo>
                  <a:pt x="55320" y="58705"/>
                </a:lnTo>
                <a:lnTo>
                  <a:pt x="55320" y="65612"/>
                </a:lnTo>
                <a:lnTo>
                  <a:pt x="58778" y="65612"/>
                </a:lnTo>
                <a:lnTo>
                  <a:pt x="58778" y="72518"/>
                </a:lnTo>
                <a:lnTo>
                  <a:pt x="65693" y="72518"/>
                </a:lnTo>
                <a:lnTo>
                  <a:pt x="65693" y="65612"/>
                </a:lnTo>
                <a:lnTo>
                  <a:pt x="69151" y="65612"/>
                </a:lnTo>
                <a:lnTo>
                  <a:pt x="69151" y="55252"/>
                </a:lnTo>
                <a:lnTo>
                  <a:pt x="72608" y="55252"/>
                </a:lnTo>
                <a:lnTo>
                  <a:pt x="72608" y="48345"/>
                </a:lnTo>
                <a:lnTo>
                  <a:pt x="76066" y="48345"/>
                </a:lnTo>
                <a:lnTo>
                  <a:pt x="76066" y="37986"/>
                </a:lnTo>
                <a:lnTo>
                  <a:pt x="79523" y="37986"/>
                </a:lnTo>
                <a:lnTo>
                  <a:pt x="79523" y="31079"/>
                </a:lnTo>
                <a:lnTo>
                  <a:pt x="82981" y="31079"/>
                </a:lnTo>
                <a:lnTo>
                  <a:pt x="82981" y="20719"/>
                </a:lnTo>
                <a:lnTo>
                  <a:pt x="86438" y="20719"/>
                </a:lnTo>
                <a:lnTo>
                  <a:pt x="86438" y="10360"/>
                </a:lnTo>
                <a:lnTo>
                  <a:pt x="79523" y="10360"/>
                </a:lnTo>
                <a:lnTo>
                  <a:pt x="79523" y="690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4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5B5830D-1203-4DA5-8D76-45F02FAF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382" y="1747075"/>
            <a:ext cx="10373" cy="3453"/>
          </a:xfrm>
          <a:custGeom xmlns:a="http://schemas.openxmlformats.org/drawingml/2006/main">
            <a:pathLst>
              <a:path w="10373" h="3453">
                <a:moveTo>
                  <a:pt x="0" y="0"/>
                </a:moveTo>
                <a:lnTo>
                  <a:pt x="10373" y="0"/>
                </a:lnTo>
                <a:lnTo>
                  <a:pt x="10373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5" name="Native source glyph inset-40.png">
            <a:extLst xmlns:a="http://schemas.openxmlformats.org/drawingml/2006/main">
              <a:ext uri="{FF2B5EF4-FFF2-40B4-BE49-F238E27FC236}">
                <a16:creationId xmlns:a16="http://schemas.microsoft.com/office/drawing/2014/main" id="{B27816F7-0457-4ADE-957F-E8CE04E2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146" y="1747075"/>
            <a:ext cx="3458" cy="3453"/>
          </a:xfrm>
          <a:custGeom xmlns:a="http://schemas.openxmlformats.org/drawingml/2006/main">
            <a:pathLst>
              <a:path w="3458" h="3453">
                <a:moveTo>
                  <a:pt x="0" y="0"/>
                </a:moveTo>
                <a:lnTo>
                  <a:pt x="3458" y="0"/>
                </a:lnTo>
                <a:lnTo>
                  <a:pt x="3458" y="3453"/>
                </a:lnTo>
                <a:lnTo>
                  <a:pt x="0" y="3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6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96B6CB85-6C48-4299-95D3-7762A1AD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7" y="1750528"/>
            <a:ext cx="2102176" cy="166566"/>
          </a:xfrm>
          <a:custGeom xmlns:a="http://schemas.openxmlformats.org/drawingml/2006/main">
            <a:pathLst>
              <a:path w="2102176" h="166566">
                <a:moveTo>
                  <a:pt x="0" y="0"/>
                </a:moveTo>
                <a:lnTo>
                  <a:pt x="2102176" y="0"/>
                </a:lnTo>
                <a:lnTo>
                  <a:pt x="2102176" y="166566"/>
                </a:lnTo>
                <a:lnTo>
                  <a:pt x="0" y="1665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7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7F6AFCB1-BCFD-4838-A43E-D8A6EE60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05" y="1750528"/>
            <a:ext cx="110641" cy="100634"/>
          </a:xfrm>
          <a:custGeom xmlns:a="http://schemas.openxmlformats.org/drawingml/2006/main">
            <a:pathLst>
              <a:path w="110641" h="100634">
                <a:moveTo>
                  <a:pt x="10373" y="0"/>
                </a:moveTo>
                <a:lnTo>
                  <a:pt x="96811" y="0"/>
                </a:lnTo>
                <a:lnTo>
                  <a:pt x="96811" y="6940"/>
                </a:lnTo>
                <a:lnTo>
                  <a:pt x="100268" y="6940"/>
                </a:lnTo>
                <a:lnTo>
                  <a:pt x="100268" y="90223"/>
                </a:lnTo>
                <a:lnTo>
                  <a:pt x="103726" y="90223"/>
                </a:lnTo>
                <a:lnTo>
                  <a:pt x="103726" y="93693"/>
                </a:lnTo>
                <a:lnTo>
                  <a:pt x="110641" y="93693"/>
                </a:lnTo>
                <a:lnTo>
                  <a:pt x="110641" y="100634"/>
                </a:lnTo>
                <a:lnTo>
                  <a:pt x="58778" y="100634"/>
                </a:lnTo>
                <a:lnTo>
                  <a:pt x="58778" y="93693"/>
                </a:lnTo>
                <a:lnTo>
                  <a:pt x="65693" y="93693"/>
                </a:lnTo>
                <a:lnTo>
                  <a:pt x="65693" y="90223"/>
                </a:lnTo>
                <a:lnTo>
                  <a:pt x="69151" y="90223"/>
                </a:lnTo>
                <a:lnTo>
                  <a:pt x="69151" y="10410"/>
                </a:lnTo>
                <a:lnTo>
                  <a:pt x="65693" y="10410"/>
                </a:lnTo>
                <a:lnTo>
                  <a:pt x="65693" y="6940"/>
                </a:lnTo>
                <a:lnTo>
                  <a:pt x="62235" y="6940"/>
                </a:lnTo>
                <a:lnTo>
                  <a:pt x="62235" y="3470"/>
                </a:lnTo>
                <a:lnTo>
                  <a:pt x="55320" y="3470"/>
                </a:lnTo>
                <a:lnTo>
                  <a:pt x="55320" y="6940"/>
                </a:lnTo>
                <a:lnTo>
                  <a:pt x="51863" y="6940"/>
                </a:lnTo>
                <a:lnTo>
                  <a:pt x="51863" y="10410"/>
                </a:lnTo>
                <a:lnTo>
                  <a:pt x="48405" y="10410"/>
                </a:lnTo>
                <a:lnTo>
                  <a:pt x="48405" y="13881"/>
                </a:lnTo>
                <a:lnTo>
                  <a:pt x="44948" y="13881"/>
                </a:lnTo>
                <a:lnTo>
                  <a:pt x="44948" y="93693"/>
                </a:lnTo>
                <a:lnTo>
                  <a:pt x="51863" y="93693"/>
                </a:lnTo>
                <a:lnTo>
                  <a:pt x="51863" y="100634"/>
                </a:lnTo>
                <a:lnTo>
                  <a:pt x="0" y="100634"/>
                </a:lnTo>
                <a:lnTo>
                  <a:pt x="0" y="97164"/>
                </a:lnTo>
                <a:lnTo>
                  <a:pt x="3458" y="97164"/>
                </a:lnTo>
                <a:lnTo>
                  <a:pt x="3458" y="93693"/>
                </a:lnTo>
                <a:lnTo>
                  <a:pt x="6915" y="93693"/>
                </a:lnTo>
                <a:lnTo>
                  <a:pt x="6915" y="90223"/>
                </a:lnTo>
                <a:lnTo>
                  <a:pt x="10373" y="90223"/>
                </a:lnTo>
                <a:lnTo>
                  <a:pt x="1037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8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6861D589-9544-409C-B8E2-F941D440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0" y="1750528"/>
            <a:ext cx="69151" cy="104104"/>
          </a:xfrm>
          <a:custGeom xmlns:a="http://schemas.openxmlformats.org/drawingml/2006/main">
            <a:pathLst>
              <a:path w="69151" h="104104">
                <a:moveTo>
                  <a:pt x="10373" y="10410"/>
                </a:moveTo>
                <a:lnTo>
                  <a:pt x="13830" y="10410"/>
                </a:lnTo>
                <a:lnTo>
                  <a:pt x="13830" y="6940"/>
                </a:lnTo>
                <a:lnTo>
                  <a:pt x="10373" y="6940"/>
                </a:lnTo>
                <a:lnTo>
                  <a:pt x="10373" y="3470"/>
                </a:lnTo>
                <a:lnTo>
                  <a:pt x="0" y="3470"/>
                </a:lnTo>
                <a:lnTo>
                  <a:pt x="0" y="0"/>
                </a:lnTo>
                <a:lnTo>
                  <a:pt x="69151" y="0"/>
                </a:lnTo>
                <a:lnTo>
                  <a:pt x="69151" y="3470"/>
                </a:lnTo>
                <a:lnTo>
                  <a:pt x="44948" y="3470"/>
                </a:lnTo>
                <a:lnTo>
                  <a:pt x="44948" y="83283"/>
                </a:lnTo>
                <a:lnTo>
                  <a:pt x="48405" y="83283"/>
                </a:lnTo>
                <a:lnTo>
                  <a:pt x="48405" y="86753"/>
                </a:lnTo>
                <a:lnTo>
                  <a:pt x="58778" y="86753"/>
                </a:lnTo>
                <a:lnTo>
                  <a:pt x="58778" y="83283"/>
                </a:lnTo>
                <a:lnTo>
                  <a:pt x="62235" y="83283"/>
                </a:lnTo>
                <a:lnTo>
                  <a:pt x="62235" y="79813"/>
                </a:lnTo>
                <a:lnTo>
                  <a:pt x="69151" y="79813"/>
                </a:lnTo>
                <a:lnTo>
                  <a:pt x="69151" y="83283"/>
                </a:lnTo>
                <a:lnTo>
                  <a:pt x="65693" y="83283"/>
                </a:lnTo>
                <a:lnTo>
                  <a:pt x="65693" y="90223"/>
                </a:lnTo>
                <a:lnTo>
                  <a:pt x="62235" y="90223"/>
                </a:lnTo>
                <a:lnTo>
                  <a:pt x="62235" y="93693"/>
                </a:lnTo>
                <a:lnTo>
                  <a:pt x="58778" y="93693"/>
                </a:lnTo>
                <a:lnTo>
                  <a:pt x="58778" y="97164"/>
                </a:lnTo>
                <a:lnTo>
                  <a:pt x="55320" y="97164"/>
                </a:lnTo>
                <a:lnTo>
                  <a:pt x="55320" y="100634"/>
                </a:lnTo>
                <a:lnTo>
                  <a:pt x="48405" y="100634"/>
                </a:lnTo>
                <a:lnTo>
                  <a:pt x="48405" y="104104"/>
                </a:lnTo>
                <a:lnTo>
                  <a:pt x="27660" y="104104"/>
                </a:lnTo>
                <a:lnTo>
                  <a:pt x="27660" y="100634"/>
                </a:lnTo>
                <a:lnTo>
                  <a:pt x="24203" y="100634"/>
                </a:lnTo>
                <a:lnTo>
                  <a:pt x="24203" y="97164"/>
                </a:lnTo>
                <a:lnTo>
                  <a:pt x="20745" y="97164"/>
                </a:lnTo>
                <a:lnTo>
                  <a:pt x="20745" y="93693"/>
                </a:lnTo>
                <a:lnTo>
                  <a:pt x="17288" y="93693"/>
                </a:lnTo>
                <a:lnTo>
                  <a:pt x="17288" y="90223"/>
                </a:lnTo>
                <a:lnTo>
                  <a:pt x="13830" y="90223"/>
                </a:lnTo>
                <a:lnTo>
                  <a:pt x="13830" y="76343"/>
                </a:lnTo>
                <a:lnTo>
                  <a:pt x="10373" y="76343"/>
                </a:lnTo>
                <a:lnTo>
                  <a:pt x="10373" y="1041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29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EE1D83EF-594F-4CF8-BACC-342C0EE6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122" y="1750528"/>
            <a:ext cx="121013" cy="100634"/>
          </a:xfrm>
          <a:custGeom xmlns:a="http://schemas.openxmlformats.org/drawingml/2006/main">
            <a:pathLst>
              <a:path w="121013" h="100634">
                <a:moveTo>
                  <a:pt x="10373" y="0"/>
                </a:moveTo>
                <a:lnTo>
                  <a:pt x="44948" y="0"/>
                </a:lnTo>
                <a:lnTo>
                  <a:pt x="44948" y="45112"/>
                </a:lnTo>
                <a:lnTo>
                  <a:pt x="48405" y="45112"/>
                </a:lnTo>
                <a:lnTo>
                  <a:pt x="48405" y="41642"/>
                </a:lnTo>
                <a:lnTo>
                  <a:pt x="51863" y="41642"/>
                </a:lnTo>
                <a:lnTo>
                  <a:pt x="51863" y="38171"/>
                </a:lnTo>
                <a:lnTo>
                  <a:pt x="55320" y="38171"/>
                </a:lnTo>
                <a:lnTo>
                  <a:pt x="55320" y="34701"/>
                </a:lnTo>
                <a:lnTo>
                  <a:pt x="58778" y="34701"/>
                </a:lnTo>
                <a:lnTo>
                  <a:pt x="58778" y="31231"/>
                </a:lnTo>
                <a:lnTo>
                  <a:pt x="65693" y="31231"/>
                </a:lnTo>
                <a:lnTo>
                  <a:pt x="65693" y="27761"/>
                </a:lnTo>
                <a:lnTo>
                  <a:pt x="69151" y="27761"/>
                </a:lnTo>
                <a:lnTo>
                  <a:pt x="69151" y="24291"/>
                </a:lnTo>
                <a:lnTo>
                  <a:pt x="72608" y="24291"/>
                </a:lnTo>
                <a:lnTo>
                  <a:pt x="72608" y="17351"/>
                </a:lnTo>
                <a:lnTo>
                  <a:pt x="76066" y="17351"/>
                </a:lnTo>
                <a:lnTo>
                  <a:pt x="76066" y="13881"/>
                </a:lnTo>
                <a:lnTo>
                  <a:pt x="79523" y="13881"/>
                </a:lnTo>
                <a:lnTo>
                  <a:pt x="79523" y="0"/>
                </a:lnTo>
                <a:lnTo>
                  <a:pt x="100268" y="0"/>
                </a:lnTo>
                <a:lnTo>
                  <a:pt x="100268" y="3470"/>
                </a:lnTo>
                <a:lnTo>
                  <a:pt x="96811" y="3470"/>
                </a:lnTo>
                <a:lnTo>
                  <a:pt x="96811" y="6940"/>
                </a:lnTo>
                <a:lnTo>
                  <a:pt x="93353" y="6940"/>
                </a:lnTo>
                <a:lnTo>
                  <a:pt x="93353" y="10410"/>
                </a:lnTo>
                <a:lnTo>
                  <a:pt x="89896" y="10410"/>
                </a:lnTo>
                <a:lnTo>
                  <a:pt x="89896" y="17351"/>
                </a:lnTo>
                <a:lnTo>
                  <a:pt x="86438" y="17351"/>
                </a:lnTo>
                <a:lnTo>
                  <a:pt x="86438" y="20821"/>
                </a:lnTo>
                <a:lnTo>
                  <a:pt x="82981" y="20821"/>
                </a:lnTo>
                <a:lnTo>
                  <a:pt x="82981" y="27761"/>
                </a:lnTo>
                <a:lnTo>
                  <a:pt x="79523" y="27761"/>
                </a:lnTo>
                <a:lnTo>
                  <a:pt x="79523" y="31231"/>
                </a:lnTo>
                <a:lnTo>
                  <a:pt x="72608" y="31231"/>
                </a:lnTo>
                <a:lnTo>
                  <a:pt x="72608" y="34701"/>
                </a:lnTo>
                <a:lnTo>
                  <a:pt x="76066" y="34701"/>
                </a:lnTo>
                <a:lnTo>
                  <a:pt x="76066" y="41642"/>
                </a:lnTo>
                <a:lnTo>
                  <a:pt x="79523" y="41642"/>
                </a:lnTo>
                <a:lnTo>
                  <a:pt x="79523" y="45112"/>
                </a:lnTo>
                <a:lnTo>
                  <a:pt x="82981" y="45112"/>
                </a:lnTo>
                <a:lnTo>
                  <a:pt x="82981" y="52052"/>
                </a:lnTo>
                <a:lnTo>
                  <a:pt x="86438" y="52052"/>
                </a:lnTo>
                <a:lnTo>
                  <a:pt x="86438" y="55522"/>
                </a:lnTo>
                <a:lnTo>
                  <a:pt x="89896" y="55522"/>
                </a:lnTo>
                <a:lnTo>
                  <a:pt x="89896" y="62462"/>
                </a:lnTo>
                <a:lnTo>
                  <a:pt x="93353" y="62462"/>
                </a:lnTo>
                <a:lnTo>
                  <a:pt x="93353" y="65932"/>
                </a:lnTo>
                <a:lnTo>
                  <a:pt x="96811" y="65932"/>
                </a:lnTo>
                <a:lnTo>
                  <a:pt x="96811" y="72873"/>
                </a:lnTo>
                <a:lnTo>
                  <a:pt x="100268" y="72873"/>
                </a:lnTo>
                <a:lnTo>
                  <a:pt x="100268" y="76343"/>
                </a:lnTo>
                <a:lnTo>
                  <a:pt x="103726" y="76343"/>
                </a:lnTo>
                <a:lnTo>
                  <a:pt x="103726" y="83283"/>
                </a:lnTo>
                <a:lnTo>
                  <a:pt x="107183" y="83283"/>
                </a:lnTo>
                <a:lnTo>
                  <a:pt x="107183" y="86753"/>
                </a:lnTo>
                <a:lnTo>
                  <a:pt x="110641" y="86753"/>
                </a:lnTo>
                <a:lnTo>
                  <a:pt x="110641" y="90223"/>
                </a:lnTo>
                <a:lnTo>
                  <a:pt x="114098" y="90223"/>
                </a:lnTo>
                <a:lnTo>
                  <a:pt x="114098" y="93693"/>
                </a:lnTo>
                <a:lnTo>
                  <a:pt x="117556" y="93693"/>
                </a:lnTo>
                <a:lnTo>
                  <a:pt x="117556" y="97164"/>
                </a:lnTo>
                <a:lnTo>
                  <a:pt x="121013" y="97164"/>
                </a:lnTo>
                <a:lnTo>
                  <a:pt x="121013" y="100634"/>
                </a:lnTo>
                <a:lnTo>
                  <a:pt x="69151" y="100634"/>
                </a:lnTo>
                <a:lnTo>
                  <a:pt x="69151" y="93693"/>
                </a:lnTo>
                <a:lnTo>
                  <a:pt x="72608" y="93693"/>
                </a:lnTo>
                <a:lnTo>
                  <a:pt x="72608" y="83283"/>
                </a:lnTo>
                <a:lnTo>
                  <a:pt x="69151" y="83283"/>
                </a:lnTo>
                <a:lnTo>
                  <a:pt x="69151" y="79813"/>
                </a:lnTo>
                <a:lnTo>
                  <a:pt x="65693" y="79813"/>
                </a:lnTo>
                <a:lnTo>
                  <a:pt x="65693" y="72873"/>
                </a:lnTo>
                <a:lnTo>
                  <a:pt x="62235" y="72873"/>
                </a:lnTo>
                <a:lnTo>
                  <a:pt x="62235" y="69403"/>
                </a:lnTo>
                <a:lnTo>
                  <a:pt x="58778" y="69403"/>
                </a:lnTo>
                <a:lnTo>
                  <a:pt x="58778" y="62462"/>
                </a:lnTo>
                <a:lnTo>
                  <a:pt x="55320" y="62462"/>
                </a:lnTo>
                <a:lnTo>
                  <a:pt x="55320" y="58992"/>
                </a:lnTo>
                <a:lnTo>
                  <a:pt x="51863" y="58992"/>
                </a:lnTo>
                <a:lnTo>
                  <a:pt x="51863" y="55522"/>
                </a:lnTo>
                <a:lnTo>
                  <a:pt x="44948" y="55522"/>
                </a:lnTo>
                <a:lnTo>
                  <a:pt x="44948" y="93693"/>
                </a:lnTo>
                <a:lnTo>
                  <a:pt x="55320" y="93693"/>
                </a:lnTo>
                <a:lnTo>
                  <a:pt x="55320" y="100634"/>
                </a:lnTo>
                <a:lnTo>
                  <a:pt x="0" y="100634"/>
                </a:lnTo>
                <a:lnTo>
                  <a:pt x="0" y="97164"/>
                </a:lnTo>
                <a:lnTo>
                  <a:pt x="3458" y="97164"/>
                </a:lnTo>
                <a:lnTo>
                  <a:pt x="3458" y="93693"/>
                </a:lnTo>
                <a:lnTo>
                  <a:pt x="10373" y="93693"/>
                </a:lnTo>
                <a:lnTo>
                  <a:pt x="1037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30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6B5BC45A-5F53-4381-87DE-0DCEDD43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75" y="1750528"/>
            <a:ext cx="31118" cy="31231"/>
          </a:xfrm>
          <a:custGeom xmlns:a="http://schemas.openxmlformats.org/drawingml/2006/main">
            <a:pathLst>
              <a:path w="31118" h="31231">
                <a:moveTo>
                  <a:pt x="3458" y="17351"/>
                </a:moveTo>
                <a:lnTo>
                  <a:pt x="0" y="17351"/>
                </a:lnTo>
                <a:lnTo>
                  <a:pt x="0" y="0"/>
                </a:lnTo>
                <a:lnTo>
                  <a:pt x="27660" y="0"/>
                </a:lnTo>
                <a:lnTo>
                  <a:pt x="27660" y="6940"/>
                </a:lnTo>
                <a:lnTo>
                  <a:pt x="31118" y="6940"/>
                </a:lnTo>
                <a:lnTo>
                  <a:pt x="31118" y="24291"/>
                </a:lnTo>
                <a:lnTo>
                  <a:pt x="27660" y="24291"/>
                </a:lnTo>
                <a:lnTo>
                  <a:pt x="27660" y="27761"/>
                </a:lnTo>
                <a:lnTo>
                  <a:pt x="24203" y="27761"/>
                </a:lnTo>
                <a:lnTo>
                  <a:pt x="24203" y="31231"/>
                </a:lnTo>
                <a:lnTo>
                  <a:pt x="10373" y="31231"/>
                </a:lnTo>
                <a:lnTo>
                  <a:pt x="10373" y="27761"/>
                </a:lnTo>
                <a:lnTo>
                  <a:pt x="6915" y="27761"/>
                </a:lnTo>
                <a:lnTo>
                  <a:pt x="6915" y="24291"/>
                </a:lnTo>
                <a:lnTo>
                  <a:pt x="3458" y="24291"/>
                </a:lnTo>
                <a:lnTo>
                  <a:pt x="3458" y="1735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31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F9E288F4-04DF-4988-932C-46765462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12" y="1750528"/>
            <a:ext cx="86438" cy="104104"/>
          </a:xfrm>
          <a:custGeom xmlns:a="http://schemas.openxmlformats.org/drawingml/2006/main">
            <a:pathLst>
              <a:path w="86438" h="104104">
                <a:moveTo>
                  <a:pt x="10373" y="10410"/>
                </a:moveTo>
                <a:lnTo>
                  <a:pt x="10373" y="6940"/>
                </a:lnTo>
                <a:lnTo>
                  <a:pt x="13830" y="6940"/>
                </a:lnTo>
                <a:lnTo>
                  <a:pt x="13830" y="3470"/>
                </a:lnTo>
                <a:lnTo>
                  <a:pt x="17288" y="3470"/>
                </a:lnTo>
                <a:lnTo>
                  <a:pt x="17288" y="0"/>
                </a:lnTo>
                <a:lnTo>
                  <a:pt x="38033" y="0"/>
                </a:lnTo>
                <a:lnTo>
                  <a:pt x="38033" y="3470"/>
                </a:lnTo>
                <a:lnTo>
                  <a:pt x="34575" y="3470"/>
                </a:lnTo>
                <a:lnTo>
                  <a:pt x="34575" y="6940"/>
                </a:lnTo>
                <a:lnTo>
                  <a:pt x="31118" y="6940"/>
                </a:lnTo>
                <a:lnTo>
                  <a:pt x="31118" y="55522"/>
                </a:lnTo>
                <a:lnTo>
                  <a:pt x="34575" y="55522"/>
                </a:lnTo>
                <a:lnTo>
                  <a:pt x="34575" y="65932"/>
                </a:lnTo>
                <a:lnTo>
                  <a:pt x="38033" y="65932"/>
                </a:lnTo>
                <a:lnTo>
                  <a:pt x="38033" y="72873"/>
                </a:lnTo>
                <a:lnTo>
                  <a:pt x="41490" y="72873"/>
                </a:lnTo>
                <a:lnTo>
                  <a:pt x="41490" y="79813"/>
                </a:lnTo>
                <a:lnTo>
                  <a:pt x="44948" y="79813"/>
                </a:lnTo>
                <a:lnTo>
                  <a:pt x="44948" y="83283"/>
                </a:lnTo>
                <a:lnTo>
                  <a:pt x="51863" y="83283"/>
                </a:lnTo>
                <a:lnTo>
                  <a:pt x="51863" y="86753"/>
                </a:lnTo>
                <a:lnTo>
                  <a:pt x="69151" y="86753"/>
                </a:lnTo>
                <a:lnTo>
                  <a:pt x="69151" y="83283"/>
                </a:lnTo>
                <a:lnTo>
                  <a:pt x="76066" y="83283"/>
                </a:lnTo>
                <a:lnTo>
                  <a:pt x="76066" y="79813"/>
                </a:lnTo>
                <a:lnTo>
                  <a:pt x="79523" y="79813"/>
                </a:lnTo>
                <a:lnTo>
                  <a:pt x="79523" y="76343"/>
                </a:lnTo>
                <a:lnTo>
                  <a:pt x="86438" y="76343"/>
                </a:lnTo>
                <a:lnTo>
                  <a:pt x="86438" y="79813"/>
                </a:lnTo>
                <a:lnTo>
                  <a:pt x="82981" y="79813"/>
                </a:lnTo>
                <a:lnTo>
                  <a:pt x="82981" y="86753"/>
                </a:lnTo>
                <a:lnTo>
                  <a:pt x="79523" y="86753"/>
                </a:lnTo>
                <a:lnTo>
                  <a:pt x="79523" y="90223"/>
                </a:lnTo>
                <a:lnTo>
                  <a:pt x="76066" y="90223"/>
                </a:lnTo>
                <a:lnTo>
                  <a:pt x="76066" y="93693"/>
                </a:lnTo>
                <a:lnTo>
                  <a:pt x="72608" y="93693"/>
                </a:lnTo>
                <a:lnTo>
                  <a:pt x="72608" y="97164"/>
                </a:lnTo>
                <a:lnTo>
                  <a:pt x="65693" y="97164"/>
                </a:lnTo>
                <a:lnTo>
                  <a:pt x="65693" y="100634"/>
                </a:lnTo>
                <a:lnTo>
                  <a:pt x="58778" y="100634"/>
                </a:lnTo>
                <a:lnTo>
                  <a:pt x="58778" y="104104"/>
                </a:lnTo>
                <a:lnTo>
                  <a:pt x="31118" y="104104"/>
                </a:lnTo>
                <a:lnTo>
                  <a:pt x="31118" y="100634"/>
                </a:lnTo>
                <a:lnTo>
                  <a:pt x="24203" y="100634"/>
                </a:lnTo>
                <a:lnTo>
                  <a:pt x="24203" y="97164"/>
                </a:lnTo>
                <a:lnTo>
                  <a:pt x="17288" y="97164"/>
                </a:lnTo>
                <a:lnTo>
                  <a:pt x="17288" y="93693"/>
                </a:lnTo>
                <a:lnTo>
                  <a:pt x="13830" y="93693"/>
                </a:lnTo>
                <a:lnTo>
                  <a:pt x="13830" y="86753"/>
                </a:lnTo>
                <a:lnTo>
                  <a:pt x="10373" y="86753"/>
                </a:lnTo>
                <a:lnTo>
                  <a:pt x="10373" y="83283"/>
                </a:lnTo>
                <a:lnTo>
                  <a:pt x="6915" y="83283"/>
                </a:lnTo>
                <a:lnTo>
                  <a:pt x="6915" y="76343"/>
                </a:lnTo>
                <a:lnTo>
                  <a:pt x="3458" y="76343"/>
                </a:lnTo>
                <a:lnTo>
                  <a:pt x="3458" y="65932"/>
                </a:lnTo>
                <a:lnTo>
                  <a:pt x="0" y="65932"/>
                </a:lnTo>
                <a:lnTo>
                  <a:pt x="0" y="27761"/>
                </a:lnTo>
                <a:lnTo>
                  <a:pt x="3458" y="27761"/>
                </a:lnTo>
                <a:lnTo>
                  <a:pt x="3458" y="17351"/>
                </a:lnTo>
                <a:lnTo>
                  <a:pt x="6915" y="17351"/>
                </a:lnTo>
                <a:lnTo>
                  <a:pt x="6915" y="10410"/>
                </a:lnTo>
                <a:lnTo>
                  <a:pt x="10373" y="1041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32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0774CAD1-9A99-4732-9410-C94EF27A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9" y="1750528"/>
            <a:ext cx="55320" cy="100634"/>
          </a:xfrm>
          <a:custGeom xmlns:a="http://schemas.openxmlformats.org/drawingml/2006/main">
            <a:pathLst>
              <a:path w="55320" h="100634">
                <a:moveTo>
                  <a:pt x="10373" y="0"/>
                </a:moveTo>
                <a:lnTo>
                  <a:pt x="44948" y="0"/>
                </a:lnTo>
                <a:lnTo>
                  <a:pt x="44948" y="90223"/>
                </a:lnTo>
                <a:lnTo>
                  <a:pt x="48405" y="90223"/>
                </a:lnTo>
                <a:lnTo>
                  <a:pt x="48405" y="93693"/>
                </a:lnTo>
                <a:lnTo>
                  <a:pt x="55320" y="93693"/>
                </a:lnTo>
                <a:lnTo>
                  <a:pt x="55320" y="100634"/>
                </a:lnTo>
                <a:lnTo>
                  <a:pt x="0" y="100634"/>
                </a:lnTo>
                <a:lnTo>
                  <a:pt x="0" y="93693"/>
                </a:lnTo>
                <a:lnTo>
                  <a:pt x="10373" y="93693"/>
                </a:lnTo>
                <a:lnTo>
                  <a:pt x="1037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33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2FABEE33-29FA-4994-8E3C-1411EC2D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6" y="1750528"/>
            <a:ext cx="110641" cy="152686"/>
          </a:xfrm>
          <a:custGeom xmlns:a="http://schemas.openxmlformats.org/drawingml/2006/main">
            <a:pathLst>
              <a:path w="110641" h="152686">
                <a:moveTo>
                  <a:pt x="13830" y="6940"/>
                </a:moveTo>
                <a:lnTo>
                  <a:pt x="10373" y="6940"/>
                </a:lnTo>
                <a:lnTo>
                  <a:pt x="10373" y="0"/>
                </a:lnTo>
                <a:lnTo>
                  <a:pt x="100268" y="0"/>
                </a:lnTo>
                <a:lnTo>
                  <a:pt x="100268" y="6940"/>
                </a:lnTo>
                <a:lnTo>
                  <a:pt x="103726" y="6940"/>
                </a:lnTo>
                <a:lnTo>
                  <a:pt x="103726" y="13881"/>
                </a:lnTo>
                <a:lnTo>
                  <a:pt x="107183" y="13881"/>
                </a:lnTo>
                <a:lnTo>
                  <a:pt x="107183" y="24291"/>
                </a:lnTo>
                <a:lnTo>
                  <a:pt x="110641" y="24291"/>
                </a:lnTo>
                <a:lnTo>
                  <a:pt x="110641" y="69403"/>
                </a:lnTo>
                <a:lnTo>
                  <a:pt x="107183" y="69403"/>
                </a:lnTo>
                <a:lnTo>
                  <a:pt x="107183" y="79813"/>
                </a:lnTo>
                <a:lnTo>
                  <a:pt x="103726" y="79813"/>
                </a:lnTo>
                <a:lnTo>
                  <a:pt x="103726" y="86753"/>
                </a:lnTo>
                <a:lnTo>
                  <a:pt x="100268" y="86753"/>
                </a:lnTo>
                <a:lnTo>
                  <a:pt x="100268" y="90223"/>
                </a:lnTo>
                <a:lnTo>
                  <a:pt x="96811" y="90223"/>
                </a:lnTo>
                <a:lnTo>
                  <a:pt x="96811" y="93693"/>
                </a:lnTo>
                <a:lnTo>
                  <a:pt x="93353" y="93693"/>
                </a:lnTo>
                <a:lnTo>
                  <a:pt x="93353" y="97164"/>
                </a:lnTo>
                <a:lnTo>
                  <a:pt x="89896" y="97164"/>
                </a:lnTo>
                <a:lnTo>
                  <a:pt x="89896" y="100634"/>
                </a:lnTo>
                <a:lnTo>
                  <a:pt x="82981" y="100634"/>
                </a:lnTo>
                <a:lnTo>
                  <a:pt x="82981" y="104104"/>
                </a:lnTo>
                <a:lnTo>
                  <a:pt x="58778" y="104104"/>
                </a:lnTo>
                <a:lnTo>
                  <a:pt x="58778" y="100634"/>
                </a:lnTo>
                <a:lnTo>
                  <a:pt x="51863" y="100634"/>
                </a:lnTo>
                <a:lnTo>
                  <a:pt x="51863" y="97164"/>
                </a:lnTo>
                <a:lnTo>
                  <a:pt x="48405" y="97164"/>
                </a:lnTo>
                <a:lnTo>
                  <a:pt x="48405" y="93693"/>
                </a:lnTo>
                <a:lnTo>
                  <a:pt x="44948" y="93693"/>
                </a:lnTo>
                <a:lnTo>
                  <a:pt x="44948" y="142275"/>
                </a:lnTo>
                <a:lnTo>
                  <a:pt x="48405" y="142275"/>
                </a:lnTo>
                <a:lnTo>
                  <a:pt x="48405" y="145745"/>
                </a:lnTo>
                <a:lnTo>
                  <a:pt x="58778" y="145745"/>
                </a:lnTo>
                <a:lnTo>
                  <a:pt x="58778" y="152686"/>
                </a:lnTo>
                <a:lnTo>
                  <a:pt x="0" y="152686"/>
                </a:lnTo>
                <a:lnTo>
                  <a:pt x="0" y="145745"/>
                </a:lnTo>
                <a:lnTo>
                  <a:pt x="6915" y="145745"/>
                </a:lnTo>
                <a:lnTo>
                  <a:pt x="6915" y="142275"/>
                </a:lnTo>
                <a:lnTo>
                  <a:pt x="10373" y="142275"/>
                </a:lnTo>
                <a:lnTo>
                  <a:pt x="10373" y="135335"/>
                </a:lnTo>
                <a:lnTo>
                  <a:pt x="13830" y="135335"/>
                </a:lnTo>
                <a:lnTo>
                  <a:pt x="13830" y="6940"/>
                </a:lnTo>
                <a:close/>
                <a:moveTo>
                  <a:pt x="44948" y="83283"/>
                </a:moveTo>
                <a:lnTo>
                  <a:pt x="48405" y="83283"/>
                </a:lnTo>
                <a:lnTo>
                  <a:pt x="48405" y="86753"/>
                </a:lnTo>
                <a:lnTo>
                  <a:pt x="51863" y="86753"/>
                </a:lnTo>
                <a:lnTo>
                  <a:pt x="51863" y="90223"/>
                </a:lnTo>
                <a:lnTo>
                  <a:pt x="55320" y="90223"/>
                </a:lnTo>
                <a:lnTo>
                  <a:pt x="55320" y="93693"/>
                </a:lnTo>
                <a:lnTo>
                  <a:pt x="69151" y="93693"/>
                </a:lnTo>
                <a:lnTo>
                  <a:pt x="69151" y="90223"/>
                </a:lnTo>
                <a:lnTo>
                  <a:pt x="72608" y="90223"/>
                </a:lnTo>
                <a:lnTo>
                  <a:pt x="72608" y="83283"/>
                </a:lnTo>
                <a:lnTo>
                  <a:pt x="76066" y="83283"/>
                </a:lnTo>
                <a:lnTo>
                  <a:pt x="76066" y="17351"/>
                </a:lnTo>
                <a:lnTo>
                  <a:pt x="72608" y="17351"/>
                </a:lnTo>
                <a:lnTo>
                  <a:pt x="72608" y="10410"/>
                </a:lnTo>
                <a:lnTo>
                  <a:pt x="69151" y="10410"/>
                </a:lnTo>
                <a:lnTo>
                  <a:pt x="69151" y="6940"/>
                </a:lnTo>
                <a:lnTo>
                  <a:pt x="65693" y="6940"/>
                </a:lnTo>
                <a:lnTo>
                  <a:pt x="65693" y="3470"/>
                </a:lnTo>
                <a:lnTo>
                  <a:pt x="55320" y="3470"/>
                </a:lnTo>
                <a:lnTo>
                  <a:pt x="55320" y="6940"/>
                </a:lnTo>
                <a:lnTo>
                  <a:pt x="51863" y="6940"/>
                </a:lnTo>
                <a:lnTo>
                  <a:pt x="51863" y="10410"/>
                </a:lnTo>
                <a:lnTo>
                  <a:pt x="48405" y="10410"/>
                </a:lnTo>
                <a:lnTo>
                  <a:pt x="48405" y="17351"/>
                </a:lnTo>
                <a:lnTo>
                  <a:pt x="44948" y="17351"/>
                </a:lnTo>
                <a:lnTo>
                  <a:pt x="44948" y="8328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34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43FA599E-7FBB-4E1E-8908-B7C597F8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20" y="1750528"/>
            <a:ext cx="110641" cy="100634"/>
          </a:xfrm>
          <a:custGeom xmlns:a="http://schemas.openxmlformats.org/drawingml/2006/main">
            <a:pathLst>
              <a:path w="110641" h="100634">
                <a:moveTo>
                  <a:pt x="6915" y="3470"/>
                </a:moveTo>
                <a:lnTo>
                  <a:pt x="6915" y="0"/>
                </a:lnTo>
                <a:lnTo>
                  <a:pt x="41490" y="0"/>
                </a:lnTo>
                <a:lnTo>
                  <a:pt x="41490" y="3470"/>
                </a:lnTo>
                <a:lnTo>
                  <a:pt x="44948" y="3470"/>
                </a:lnTo>
                <a:lnTo>
                  <a:pt x="44948" y="0"/>
                </a:lnTo>
                <a:lnTo>
                  <a:pt x="93353" y="0"/>
                </a:lnTo>
                <a:lnTo>
                  <a:pt x="93353" y="3470"/>
                </a:lnTo>
                <a:lnTo>
                  <a:pt x="96811" y="3470"/>
                </a:lnTo>
                <a:lnTo>
                  <a:pt x="96811" y="13881"/>
                </a:lnTo>
                <a:lnTo>
                  <a:pt x="100268" y="13881"/>
                </a:lnTo>
                <a:lnTo>
                  <a:pt x="100268" y="93693"/>
                </a:lnTo>
                <a:lnTo>
                  <a:pt x="110641" y="93693"/>
                </a:lnTo>
                <a:lnTo>
                  <a:pt x="110641" y="100634"/>
                </a:lnTo>
                <a:lnTo>
                  <a:pt x="58778" y="100634"/>
                </a:lnTo>
                <a:lnTo>
                  <a:pt x="58778" y="93693"/>
                </a:lnTo>
                <a:lnTo>
                  <a:pt x="65693" y="93693"/>
                </a:lnTo>
                <a:lnTo>
                  <a:pt x="65693" y="6940"/>
                </a:lnTo>
                <a:lnTo>
                  <a:pt x="62235" y="6940"/>
                </a:lnTo>
                <a:lnTo>
                  <a:pt x="62235" y="3470"/>
                </a:lnTo>
                <a:lnTo>
                  <a:pt x="55320" y="3470"/>
                </a:lnTo>
                <a:lnTo>
                  <a:pt x="55320" y="6940"/>
                </a:lnTo>
                <a:lnTo>
                  <a:pt x="48405" y="6940"/>
                </a:lnTo>
                <a:lnTo>
                  <a:pt x="48405" y="13881"/>
                </a:lnTo>
                <a:lnTo>
                  <a:pt x="44948" y="13881"/>
                </a:lnTo>
                <a:lnTo>
                  <a:pt x="44948" y="20821"/>
                </a:lnTo>
                <a:lnTo>
                  <a:pt x="41490" y="20821"/>
                </a:lnTo>
                <a:lnTo>
                  <a:pt x="41490" y="90223"/>
                </a:lnTo>
                <a:lnTo>
                  <a:pt x="44948" y="90223"/>
                </a:lnTo>
                <a:lnTo>
                  <a:pt x="44948" y="93693"/>
                </a:lnTo>
                <a:lnTo>
                  <a:pt x="51863" y="93693"/>
                </a:lnTo>
                <a:lnTo>
                  <a:pt x="51863" y="100634"/>
                </a:lnTo>
                <a:lnTo>
                  <a:pt x="0" y="100634"/>
                </a:lnTo>
                <a:lnTo>
                  <a:pt x="0" y="93693"/>
                </a:lnTo>
                <a:lnTo>
                  <a:pt x="6915" y="93693"/>
                </a:lnTo>
                <a:lnTo>
                  <a:pt x="6915" y="90223"/>
                </a:lnTo>
                <a:lnTo>
                  <a:pt x="10373" y="90223"/>
                </a:lnTo>
                <a:lnTo>
                  <a:pt x="10373" y="3470"/>
                </a:lnTo>
                <a:lnTo>
                  <a:pt x="6915" y="347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35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FCDBDC74-689C-4E42-8D65-714811B6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27" y="1750528"/>
            <a:ext cx="55320" cy="100634"/>
          </a:xfrm>
          <a:custGeom xmlns:a="http://schemas.openxmlformats.org/drawingml/2006/main">
            <a:pathLst>
              <a:path w="55320" h="100634">
                <a:moveTo>
                  <a:pt x="10373" y="0"/>
                </a:moveTo>
                <a:lnTo>
                  <a:pt x="44948" y="0"/>
                </a:lnTo>
                <a:lnTo>
                  <a:pt x="44948" y="93693"/>
                </a:lnTo>
                <a:lnTo>
                  <a:pt x="55320" y="93693"/>
                </a:lnTo>
                <a:lnTo>
                  <a:pt x="55320" y="100634"/>
                </a:lnTo>
                <a:lnTo>
                  <a:pt x="0" y="100634"/>
                </a:lnTo>
                <a:lnTo>
                  <a:pt x="0" y="93693"/>
                </a:lnTo>
                <a:lnTo>
                  <a:pt x="6915" y="93693"/>
                </a:lnTo>
                <a:lnTo>
                  <a:pt x="6915" y="90223"/>
                </a:lnTo>
                <a:lnTo>
                  <a:pt x="10373" y="90223"/>
                </a:lnTo>
                <a:lnTo>
                  <a:pt x="1037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36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946B993B-E564-41AE-9300-1BB9E70B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25" y="1750528"/>
            <a:ext cx="176334" cy="100634"/>
          </a:xfrm>
          <a:custGeom xmlns:a="http://schemas.openxmlformats.org/drawingml/2006/main">
            <a:pathLst>
              <a:path w="176334" h="100634">
                <a:moveTo>
                  <a:pt x="10373" y="0"/>
                </a:moveTo>
                <a:lnTo>
                  <a:pt x="44948" y="0"/>
                </a:lnTo>
                <a:lnTo>
                  <a:pt x="44948" y="3470"/>
                </a:lnTo>
                <a:lnTo>
                  <a:pt x="48405" y="3470"/>
                </a:lnTo>
                <a:lnTo>
                  <a:pt x="48405" y="0"/>
                </a:lnTo>
                <a:lnTo>
                  <a:pt x="100268" y="0"/>
                </a:lnTo>
                <a:lnTo>
                  <a:pt x="100268" y="3470"/>
                </a:lnTo>
                <a:lnTo>
                  <a:pt x="107183" y="3470"/>
                </a:lnTo>
                <a:lnTo>
                  <a:pt x="107183" y="0"/>
                </a:lnTo>
                <a:lnTo>
                  <a:pt x="159046" y="0"/>
                </a:lnTo>
                <a:lnTo>
                  <a:pt x="159046" y="3470"/>
                </a:lnTo>
                <a:lnTo>
                  <a:pt x="162504" y="3470"/>
                </a:lnTo>
                <a:lnTo>
                  <a:pt x="162504" y="20821"/>
                </a:lnTo>
                <a:lnTo>
                  <a:pt x="165961" y="20821"/>
                </a:lnTo>
                <a:lnTo>
                  <a:pt x="165961" y="93693"/>
                </a:lnTo>
                <a:lnTo>
                  <a:pt x="172876" y="93693"/>
                </a:lnTo>
                <a:lnTo>
                  <a:pt x="172876" y="97164"/>
                </a:lnTo>
                <a:lnTo>
                  <a:pt x="176334" y="97164"/>
                </a:lnTo>
                <a:lnTo>
                  <a:pt x="176334" y="100634"/>
                </a:lnTo>
                <a:lnTo>
                  <a:pt x="121013" y="100634"/>
                </a:lnTo>
                <a:lnTo>
                  <a:pt x="121013" y="97164"/>
                </a:lnTo>
                <a:lnTo>
                  <a:pt x="124471" y="97164"/>
                </a:lnTo>
                <a:lnTo>
                  <a:pt x="124471" y="93693"/>
                </a:lnTo>
                <a:lnTo>
                  <a:pt x="127928" y="93693"/>
                </a:lnTo>
                <a:lnTo>
                  <a:pt x="127928" y="90223"/>
                </a:lnTo>
                <a:lnTo>
                  <a:pt x="131386" y="90223"/>
                </a:lnTo>
                <a:lnTo>
                  <a:pt x="131386" y="6940"/>
                </a:lnTo>
                <a:lnTo>
                  <a:pt x="127928" y="6940"/>
                </a:lnTo>
                <a:lnTo>
                  <a:pt x="127928" y="3470"/>
                </a:lnTo>
                <a:lnTo>
                  <a:pt x="117556" y="3470"/>
                </a:lnTo>
                <a:lnTo>
                  <a:pt x="117556" y="6940"/>
                </a:lnTo>
                <a:lnTo>
                  <a:pt x="114098" y="6940"/>
                </a:lnTo>
                <a:lnTo>
                  <a:pt x="114098" y="10410"/>
                </a:lnTo>
                <a:lnTo>
                  <a:pt x="110641" y="10410"/>
                </a:lnTo>
                <a:lnTo>
                  <a:pt x="110641" y="13881"/>
                </a:lnTo>
                <a:lnTo>
                  <a:pt x="107183" y="13881"/>
                </a:lnTo>
                <a:lnTo>
                  <a:pt x="107183" y="17351"/>
                </a:lnTo>
                <a:lnTo>
                  <a:pt x="103726" y="17351"/>
                </a:lnTo>
                <a:lnTo>
                  <a:pt x="103726" y="90223"/>
                </a:lnTo>
                <a:lnTo>
                  <a:pt x="107183" y="90223"/>
                </a:lnTo>
                <a:lnTo>
                  <a:pt x="107183" y="93693"/>
                </a:lnTo>
                <a:lnTo>
                  <a:pt x="114098" y="93693"/>
                </a:lnTo>
                <a:lnTo>
                  <a:pt x="114098" y="100634"/>
                </a:lnTo>
                <a:lnTo>
                  <a:pt x="62235" y="100634"/>
                </a:lnTo>
                <a:lnTo>
                  <a:pt x="62235" y="93693"/>
                </a:lnTo>
                <a:lnTo>
                  <a:pt x="69151" y="93693"/>
                </a:lnTo>
                <a:lnTo>
                  <a:pt x="69151" y="90223"/>
                </a:lnTo>
                <a:lnTo>
                  <a:pt x="72608" y="90223"/>
                </a:lnTo>
                <a:lnTo>
                  <a:pt x="72608" y="10410"/>
                </a:lnTo>
                <a:lnTo>
                  <a:pt x="69151" y="10410"/>
                </a:lnTo>
                <a:lnTo>
                  <a:pt x="69151" y="6940"/>
                </a:lnTo>
                <a:lnTo>
                  <a:pt x="65693" y="6940"/>
                </a:lnTo>
                <a:lnTo>
                  <a:pt x="65693" y="3470"/>
                </a:lnTo>
                <a:lnTo>
                  <a:pt x="58778" y="3470"/>
                </a:lnTo>
                <a:lnTo>
                  <a:pt x="58778" y="6940"/>
                </a:lnTo>
                <a:lnTo>
                  <a:pt x="51863" y="6940"/>
                </a:lnTo>
                <a:lnTo>
                  <a:pt x="51863" y="10410"/>
                </a:lnTo>
                <a:lnTo>
                  <a:pt x="48405" y="10410"/>
                </a:lnTo>
                <a:lnTo>
                  <a:pt x="48405" y="13881"/>
                </a:lnTo>
                <a:lnTo>
                  <a:pt x="44948" y="13881"/>
                </a:lnTo>
                <a:lnTo>
                  <a:pt x="44948" y="90223"/>
                </a:lnTo>
                <a:lnTo>
                  <a:pt x="48405" y="90223"/>
                </a:lnTo>
                <a:lnTo>
                  <a:pt x="48405" y="93693"/>
                </a:lnTo>
                <a:lnTo>
                  <a:pt x="55320" y="93693"/>
                </a:lnTo>
                <a:lnTo>
                  <a:pt x="55320" y="100634"/>
                </a:lnTo>
                <a:lnTo>
                  <a:pt x="0" y="100634"/>
                </a:lnTo>
                <a:lnTo>
                  <a:pt x="0" y="97164"/>
                </a:lnTo>
                <a:lnTo>
                  <a:pt x="3458" y="97164"/>
                </a:lnTo>
                <a:lnTo>
                  <a:pt x="3458" y="93693"/>
                </a:lnTo>
                <a:lnTo>
                  <a:pt x="10373" y="93693"/>
                </a:lnTo>
                <a:lnTo>
                  <a:pt x="1037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37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F59FC26D-FFF1-44F3-85CF-4B79977A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34" y="1750528"/>
            <a:ext cx="121013" cy="100634"/>
          </a:xfrm>
          <a:custGeom xmlns:a="http://schemas.openxmlformats.org/drawingml/2006/main">
            <a:pathLst>
              <a:path w="121013" h="100634">
                <a:moveTo>
                  <a:pt x="10373" y="0"/>
                </a:moveTo>
                <a:lnTo>
                  <a:pt x="44948" y="0"/>
                </a:lnTo>
                <a:lnTo>
                  <a:pt x="44948" y="45112"/>
                </a:lnTo>
                <a:lnTo>
                  <a:pt x="48405" y="45112"/>
                </a:lnTo>
                <a:lnTo>
                  <a:pt x="48405" y="41642"/>
                </a:lnTo>
                <a:lnTo>
                  <a:pt x="51863" y="41642"/>
                </a:lnTo>
                <a:lnTo>
                  <a:pt x="51863" y="38171"/>
                </a:lnTo>
                <a:lnTo>
                  <a:pt x="55320" y="38171"/>
                </a:lnTo>
                <a:lnTo>
                  <a:pt x="55320" y="34701"/>
                </a:lnTo>
                <a:lnTo>
                  <a:pt x="58778" y="34701"/>
                </a:lnTo>
                <a:lnTo>
                  <a:pt x="58778" y="31231"/>
                </a:lnTo>
                <a:lnTo>
                  <a:pt x="65693" y="31231"/>
                </a:lnTo>
                <a:lnTo>
                  <a:pt x="65693" y="27761"/>
                </a:lnTo>
                <a:lnTo>
                  <a:pt x="69151" y="27761"/>
                </a:lnTo>
                <a:lnTo>
                  <a:pt x="69151" y="24291"/>
                </a:lnTo>
                <a:lnTo>
                  <a:pt x="72608" y="24291"/>
                </a:lnTo>
                <a:lnTo>
                  <a:pt x="72608" y="17351"/>
                </a:lnTo>
                <a:lnTo>
                  <a:pt x="76066" y="17351"/>
                </a:lnTo>
                <a:lnTo>
                  <a:pt x="76066" y="13881"/>
                </a:lnTo>
                <a:lnTo>
                  <a:pt x="79523" y="13881"/>
                </a:lnTo>
                <a:lnTo>
                  <a:pt x="79523" y="0"/>
                </a:lnTo>
                <a:lnTo>
                  <a:pt x="100268" y="0"/>
                </a:lnTo>
                <a:lnTo>
                  <a:pt x="100268" y="3470"/>
                </a:lnTo>
                <a:lnTo>
                  <a:pt x="96811" y="3470"/>
                </a:lnTo>
                <a:lnTo>
                  <a:pt x="96811" y="6940"/>
                </a:lnTo>
                <a:lnTo>
                  <a:pt x="93353" y="6940"/>
                </a:lnTo>
                <a:lnTo>
                  <a:pt x="93353" y="10410"/>
                </a:lnTo>
                <a:lnTo>
                  <a:pt x="89896" y="10410"/>
                </a:lnTo>
                <a:lnTo>
                  <a:pt x="89896" y="17351"/>
                </a:lnTo>
                <a:lnTo>
                  <a:pt x="86438" y="17351"/>
                </a:lnTo>
                <a:lnTo>
                  <a:pt x="86438" y="20821"/>
                </a:lnTo>
                <a:lnTo>
                  <a:pt x="82981" y="20821"/>
                </a:lnTo>
                <a:lnTo>
                  <a:pt x="82981" y="27761"/>
                </a:lnTo>
                <a:lnTo>
                  <a:pt x="79523" y="27761"/>
                </a:lnTo>
                <a:lnTo>
                  <a:pt x="79523" y="31231"/>
                </a:lnTo>
                <a:lnTo>
                  <a:pt x="76066" y="31231"/>
                </a:lnTo>
                <a:lnTo>
                  <a:pt x="76066" y="41642"/>
                </a:lnTo>
                <a:lnTo>
                  <a:pt x="79523" y="41642"/>
                </a:lnTo>
                <a:lnTo>
                  <a:pt x="79523" y="45112"/>
                </a:lnTo>
                <a:lnTo>
                  <a:pt x="82981" y="45112"/>
                </a:lnTo>
                <a:lnTo>
                  <a:pt x="82981" y="52052"/>
                </a:lnTo>
                <a:lnTo>
                  <a:pt x="86438" y="52052"/>
                </a:lnTo>
                <a:lnTo>
                  <a:pt x="86438" y="55522"/>
                </a:lnTo>
                <a:lnTo>
                  <a:pt x="89896" y="55522"/>
                </a:lnTo>
                <a:lnTo>
                  <a:pt x="89896" y="58992"/>
                </a:lnTo>
                <a:lnTo>
                  <a:pt x="93353" y="58992"/>
                </a:lnTo>
                <a:lnTo>
                  <a:pt x="93353" y="65932"/>
                </a:lnTo>
                <a:lnTo>
                  <a:pt x="96811" y="65932"/>
                </a:lnTo>
                <a:lnTo>
                  <a:pt x="96811" y="69403"/>
                </a:lnTo>
                <a:lnTo>
                  <a:pt x="100268" y="69403"/>
                </a:lnTo>
                <a:lnTo>
                  <a:pt x="100268" y="76343"/>
                </a:lnTo>
                <a:lnTo>
                  <a:pt x="103726" y="76343"/>
                </a:lnTo>
                <a:lnTo>
                  <a:pt x="103726" y="83283"/>
                </a:lnTo>
                <a:lnTo>
                  <a:pt x="107183" y="83283"/>
                </a:lnTo>
                <a:lnTo>
                  <a:pt x="107183" y="86753"/>
                </a:lnTo>
                <a:lnTo>
                  <a:pt x="110641" y="86753"/>
                </a:lnTo>
                <a:lnTo>
                  <a:pt x="110641" y="90223"/>
                </a:lnTo>
                <a:lnTo>
                  <a:pt x="114098" y="90223"/>
                </a:lnTo>
                <a:lnTo>
                  <a:pt x="114098" y="93693"/>
                </a:lnTo>
                <a:lnTo>
                  <a:pt x="121013" y="93693"/>
                </a:lnTo>
                <a:lnTo>
                  <a:pt x="121013" y="100634"/>
                </a:lnTo>
                <a:lnTo>
                  <a:pt x="69151" y="100634"/>
                </a:lnTo>
                <a:lnTo>
                  <a:pt x="69151" y="93693"/>
                </a:lnTo>
                <a:lnTo>
                  <a:pt x="72608" y="93693"/>
                </a:lnTo>
                <a:lnTo>
                  <a:pt x="72608" y="83283"/>
                </a:lnTo>
                <a:lnTo>
                  <a:pt x="69151" y="83283"/>
                </a:lnTo>
                <a:lnTo>
                  <a:pt x="69151" y="79813"/>
                </a:lnTo>
                <a:lnTo>
                  <a:pt x="65693" y="79813"/>
                </a:lnTo>
                <a:lnTo>
                  <a:pt x="65693" y="72873"/>
                </a:lnTo>
                <a:lnTo>
                  <a:pt x="62235" y="72873"/>
                </a:lnTo>
                <a:lnTo>
                  <a:pt x="62235" y="69403"/>
                </a:lnTo>
                <a:lnTo>
                  <a:pt x="58778" y="69403"/>
                </a:lnTo>
                <a:lnTo>
                  <a:pt x="58778" y="62462"/>
                </a:lnTo>
                <a:lnTo>
                  <a:pt x="55320" y="62462"/>
                </a:lnTo>
                <a:lnTo>
                  <a:pt x="55320" y="58992"/>
                </a:lnTo>
                <a:lnTo>
                  <a:pt x="51863" y="58992"/>
                </a:lnTo>
                <a:lnTo>
                  <a:pt x="51863" y="55522"/>
                </a:lnTo>
                <a:lnTo>
                  <a:pt x="44948" y="55522"/>
                </a:lnTo>
                <a:lnTo>
                  <a:pt x="44948" y="93693"/>
                </a:lnTo>
                <a:lnTo>
                  <a:pt x="51863" y="93693"/>
                </a:lnTo>
                <a:lnTo>
                  <a:pt x="51863" y="97164"/>
                </a:lnTo>
                <a:lnTo>
                  <a:pt x="55320" y="97164"/>
                </a:lnTo>
                <a:lnTo>
                  <a:pt x="55320" y="100634"/>
                </a:lnTo>
                <a:lnTo>
                  <a:pt x="0" y="100634"/>
                </a:lnTo>
                <a:lnTo>
                  <a:pt x="0" y="97164"/>
                </a:lnTo>
                <a:lnTo>
                  <a:pt x="3458" y="97164"/>
                </a:lnTo>
                <a:lnTo>
                  <a:pt x="3458" y="93693"/>
                </a:lnTo>
                <a:lnTo>
                  <a:pt x="10373" y="93693"/>
                </a:lnTo>
                <a:lnTo>
                  <a:pt x="1037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38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1D851937-7597-477C-87CF-63DC927D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589" y="1750528"/>
            <a:ext cx="31118" cy="38171"/>
          </a:xfrm>
          <a:custGeom xmlns:a="http://schemas.openxmlformats.org/drawingml/2006/main">
            <a:pathLst>
              <a:path w="31118" h="38171">
                <a:moveTo>
                  <a:pt x="0" y="10410"/>
                </a:moveTo>
                <a:lnTo>
                  <a:pt x="3458" y="10410"/>
                </a:lnTo>
                <a:lnTo>
                  <a:pt x="3458" y="6940"/>
                </a:lnTo>
                <a:lnTo>
                  <a:pt x="6915" y="6940"/>
                </a:lnTo>
                <a:lnTo>
                  <a:pt x="6915" y="3470"/>
                </a:lnTo>
                <a:lnTo>
                  <a:pt x="10373" y="3470"/>
                </a:lnTo>
                <a:lnTo>
                  <a:pt x="10373" y="0"/>
                </a:lnTo>
                <a:lnTo>
                  <a:pt x="24203" y="0"/>
                </a:lnTo>
                <a:lnTo>
                  <a:pt x="24203" y="10410"/>
                </a:lnTo>
                <a:lnTo>
                  <a:pt x="27660" y="10410"/>
                </a:lnTo>
                <a:lnTo>
                  <a:pt x="27660" y="13881"/>
                </a:lnTo>
                <a:lnTo>
                  <a:pt x="31118" y="13881"/>
                </a:lnTo>
                <a:lnTo>
                  <a:pt x="31118" y="31231"/>
                </a:lnTo>
                <a:lnTo>
                  <a:pt x="27660" y="31231"/>
                </a:lnTo>
                <a:lnTo>
                  <a:pt x="27660" y="34701"/>
                </a:lnTo>
                <a:lnTo>
                  <a:pt x="24203" y="34701"/>
                </a:lnTo>
                <a:lnTo>
                  <a:pt x="24203" y="38171"/>
                </a:lnTo>
                <a:lnTo>
                  <a:pt x="10373" y="38171"/>
                </a:lnTo>
                <a:lnTo>
                  <a:pt x="10373" y="34701"/>
                </a:lnTo>
                <a:lnTo>
                  <a:pt x="3458" y="34701"/>
                </a:lnTo>
                <a:lnTo>
                  <a:pt x="3458" y="31231"/>
                </a:lnTo>
                <a:lnTo>
                  <a:pt x="0" y="31231"/>
                </a:lnTo>
                <a:lnTo>
                  <a:pt x="0" y="1041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39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C23FF869-1A42-4DDC-A1FC-50285CA1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31" y="1750528"/>
            <a:ext cx="96811" cy="104104"/>
          </a:xfrm>
          <a:custGeom xmlns:a="http://schemas.openxmlformats.org/drawingml/2006/main">
            <a:pathLst>
              <a:path w="96811" h="104104">
                <a:moveTo>
                  <a:pt x="0" y="72873"/>
                </a:moveTo>
                <a:lnTo>
                  <a:pt x="3458" y="72873"/>
                </a:lnTo>
                <a:lnTo>
                  <a:pt x="3458" y="65932"/>
                </a:lnTo>
                <a:lnTo>
                  <a:pt x="6915" y="65932"/>
                </a:lnTo>
                <a:lnTo>
                  <a:pt x="6915" y="62462"/>
                </a:lnTo>
                <a:lnTo>
                  <a:pt x="10373" y="62462"/>
                </a:lnTo>
                <a:lnTo>
                  <a:pt x="10373" y="58992"/>
                </a:lnTo>
                <a:lnTo>
                  <a:pt x="13830" y="58992"/>
                </a:lnTo>
                <a:lnTo>
                  <a:pt x="13830" y="55522"/>
                </a:lnTo>
                <a:lnTo>
                  <a:pt x="17288" y="55522"/>
                </a:lnTo>
                <a:lnTo>
                  <a:pt x="17288" y="52052"/>
                </a:lnTo>
                <a:lnTo>
                  <a:pt x="24203" y="52052"/>
                </a:lnTo>
                <a:lnTo>
                  <a:pt x="24203" y="48582"/>
                </a:lnTo>
                <a:lnTo>
                  <a:pt x="27660" y="48582"/>
                </a:lnTo>
                <a:lnTo>
                  <a:pt x="27660" y="45112"/>
                </a:lnTo>
                <a:lnTo>
                  <a:pt x="34575" y="45112"/>
                </a:lnTo>
                <a:lnTo>
                  <a:pt x="34575" y="41642"/>
                </a:lnTo>
                <a:lnTo>
                  <a:pt x="41490" y="41642"/>
                </a:lnTo>
                <a:lnTo>
                  <a:pt x="41490" y="38171"/>
                </a:lnTo>
                <a:lnTo>
                  <a:pt x="48405" y="38171"/>
                </a:lnTo>
                <a:lnTo>
                  <a:pt x="48405" y="34701"/>
                </a:lnTo>
                <a:lnTo>
                  <a:pt x="51863" y="34701"/>
                </a:lnTo>
                <a:lnTo>
                  <a:pt x="51863" y="31231"/>
                </a:lnTo>
                <a:lnTo>
                  <a:pt x="55320" y="31231"/>
                </a:lnTo>
                <a:lnTo>
                  <a:pt x="55320" y="6940"/>
                </a:lnTo>
                <a:lnTo>
                  <a:pt x="51863" y="6940"/>
                </a:lnTo>
                <a:lnTo>
                  <a:pt x="51863" y="0"/>
                </a:lnTo>
                <a:lnTo>
                  <a:pt x="79523" y="0"/>
                </a:lnTo>
                <a:lnTo>
                  <a:pt x="79523" y="3470"/>
                </a:lnTo>
                <a:lnTo>
                  <a:pt x="82981" y="3470"/>
                </a:lnTo>
                <a:lnTo>
                  <a:pt x="82981" y="6940"/>
                </a:lnTo>
                <a:lnTo>
                  <a:pt x="86438" y="6940"/>
                </a:lnTo>
                <a:lnTo>
                  <a:pt x="86438" y="86753"/>
                </a:lnTo>
                <a:lnTo>
                  <a:pt x="96811" y="86753"/>
                </a:lnTo>
                <a:lnTo>
                  <a:pt x="96811" y="93693"/>
                </a:lnTo>
                <a:lnTo>
                  <a:pt x="93353" y="93693"/>
                </a:lnTo>
                <a:lnTo>
                  <a:pt x="93353" y="97164"/>
                </a:lnTo>
                <a:lnTo>
                  <a:pt x="89896" y="97164"/>
                </a:lnTo>
                <a:lnTo>
                  <a:pt x="89896" y="100634"/>
                </a:lnTo>
                <a:lnTo>
                  <a:pt x="86438" y="100634"/>
                </a:lnTo>
                <a:lnTo>
                  <a:pt x="86438" y="104104"/>
                </a:lnTo>
                <a:lnTo>
                  <a:pt x="65693" y="104104"/>
                </a:lnTo>
                <a:lnTo>
                  <a:pt x="65693" y="100634"/>
                </a:lnTo>
                <a:lnTo>
                  <a:pt x="58778" y="100634"/>
                </a:lnTo>
                <a:lnTo>
                  <a:pt x="58778" y="93693"/>
                </a:lnTo>
                <a:lnTo>
                  <a:pt x="55320" y="93693"/>
                </a:lnTo>
                <a:lnTo>
                  <a:pt x="55320" y="86753"/>
                </a:lnTo>
                <a:lnTo>
                  <a:pt x="51863" y="86753"/>
                </a:lnTo>
                <a:lnTo>
                  <a:pt x="51863" y="90223"/>
                </a:lnTo>
                <a:lnTo>
                  <a:pt x="48405" y="90223"/>
                </a:lnTo>
                <a:lnTo>
                  <a:pt x="48405" y="93693"/>
                </a:lnTo>
                <a:lnTo>
                  <a:pt x="44948" y="93693"/>
                </a:lnTo>
                <a:lnTo>
                  <a:pt x="44948" y="97164"/>
                </a:lnTo>
                <a:lnTo>
                  <a:pt x="38033" y="97164"/>
                </a:lnTo>
                <a:lnTo>
                  <a:pt x="38033" y="100634"/>
                </a:lnTo>
                <a:lnTo>
                  <a:pt x="31118" y="100634"/>
                </a:lnTo>
                <a:lnTo>
                  <a:pt x="31118" y="104104"/>
                </a:lnTo>
                <a:lnTo>
                  <a:pt x="13830" y="104104"/>
                </a:lnTo>
                <a:lnTo>
                  <a:pt x="13830" y="100634"/>
                </a:lnTo>
                <a:lnTo>
                  <a:pt x="6915" y="100634"/>
                </a:lnTo>
                <a:lnTo>
                  <a:pt x="6915" y="97164"/>
                </a:lnTo>
                <a:lnTo>
                  <a:pt x="3458" y="97164"/>
                </a:lnTo>
                <a:lnTo>
                  <a:pt x="3458" y="90223"/>
                </a:lnTo>
                <a:lnTo>
                  <a:pt x="0" y="90223"/>
                </a:lnTo>
                <a:lnTo>
                  <a:pt x="0" y="72873"/>
                </a:lnTo>
                <a:close/>
                <a:moveTo>
                  <a:pt x="31118" y="79813"/>
                </a:moveTo>
                <a:lnTo>
                  <a:pt x="34575" y="79813"/>
                </a:lnTo>
                <a:lnTo>
                  <a:pt x="34575" y="86753"/>
                </a:lnTo>
                <a:lnTo>
                  <a:pt x="48405" y="86753"/>
                </a:lnTo>
                <a:lnTo>
                  <a:pt x="48405" y="83283"/>
                </a:lnTo>
                <a:lnTo>
                  <a:pt x="51863" y="83283"/>
                </a:lnTo>
                <a:lnTo>
                  <a:pt x="51863" y="76343"/>
                </a:lnTo>
                <a:lnTo>
                  <a:pt x="55320" y="76343"/>
                </a:lnTo>
                <a:lnTo>
                  <a:pt x="55320" y="45112"/>
                </a:lnTo>
                <a:lnTo>
                  <a:pt x="48405" y="45112"/>
                </a:lnTo>
                <a:lnTo>
                  <a:pt x="48405" y="48582"/>
                </a:lnTo>
                <a:lnTo>
                  <a:pt x="44948" y="48582"/>
                </a:lnTo>
                <a:lnTo>
                  <a:pt x="44948" y="52052"/>
                </a:lnTo>
                <a:lnTo>
                  <a:pt x="41490" y="52052"/>
                </a:lnTo>
                <a:lnTo>
                  <a:pt x="41490" y="55522"/>
                </a:lnTo>
                <a:lnTo>
                  <a:pt x="38033" y="55522"/>
                </a:lnTo>
                <a:lnTo>
                  <a:pt x="38033" y="62462"/>
                </a:lnTo>
                <a:lnTo>
                  <a:pt x="34575" y="62462"/>
                </a:lnTo>
                <a:lnTo>
                  <a:pt x="34575" y="69403"/>
                </a:lnTo>
                <a:lnTo>
                  <a:pt x="31118" y="69403"/>
                </a:lnTo>
                <a:lnTo>
                  <a:pt x="31118" y="7981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40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D3602095-5529-4581-A618-8AA3D3A5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315" y="1750528"/>
            <a:ext cx="96811" cy="152686"/>
          </a:xfrm>
          <a:custGeom xmlns:a="http://schemas.openxmlformats.org/drawingml/2006/main">
            <a:pathLst>
              <a:path w="96811" h="152686">
                <a:moveTo>
                  <a:pt x="10373" y="6940"/>
                </a:moveTo>
                <a:lnTo>
                  <a:pt x="6915" y="6940"/>
                </a:lnTo>
                <a:lnTo>
                  <a:pt x="6915" y="3470"/>
                </a:lnTo>
                <a:lnTo>
                  <a:pt x="3458" y="3470"/>
                </a:lnTo>
                <a:lnTo>
                  <a:pt x="3458" y="0"/>
                </a:lnTo>
                <a:lnTo>
                  <a:pt x="41490" y="0"/>
                </a:lnTo>
                <a:lnTo>
                  <a:pt x="41490" y="6940"/>
                </a:lnTo>
                <a:lnTo>
                  <a:pt x="44948" y="6940"/>
                </a:lnTo>
                <a:lnTo>
                  <a:pt x="44948" y="17351"/>
                </a:lnTo>
                <a:lnTo>
                  <a:pt x="48405" y="17351"/>
                </a:lnTo>
                <a:lnTo>
                  <a:pt x="48405" y="27761"/>
                </a:lnTo>
                <a:lnTo>
                  <a:pt x="51863" y="27761"/>
                </a:lnTo>
                <a:lnTo>
                  <a:pt x="51863" y="34701"/>
                </a:lnTo>
                <a:lnTo>
                  <a:pt x="55320" y="34701"/>
                </a:lnTo>
                <a:lnTo>
                  <a:pt x="55320" y="45112"/>
                </a:lnTo>
                <a:lnTo>
                  <a:pt x="58778" y="45112"/>
                </a:lnTo>
                <a:lnTo>
                  <a:pt x="58778" y="52052"/>
                </a:lnTo>
                <a:lnTo>
                  <a:pt x="62235" y="52052"/>
                </a:lnTo>
                <a:lnTo>
                  <a:pt x="62235" y="58992"/>
                </a:lnTo>
                <a:lnTo>
                  <a:pt x="65693" y="58992"/>
                </a:lnTo>
                <a:lnTo>
                  <a:pt x="65693" y="52052"/>
                </a:lnTo>
                <a:lnTo>
                  <a:pt x="69151" y="52052"/>
                </a:lnTo>
                <a:lnTo>
                  <a:pt x="69151" y="45112"/>
                </a:lnTo>
                <a:lnTo>
                  <a:pt x="72608" y="45112"/>
                </a:lnTo>
                <a:lnTo>
                  <a:pt x="72608" y="34701"/>
                </a:lnTo>
                <a:lnTo>
                  <a:pt x="76066" y="34701"/>
                </a:lnTo>
                <a:lnTo>
                  <a:pt x="76066" y="24291"/>
                </a:lnTo>
                <a:lnTo>
                  <a:pt x="79523" y="24291"/>
                </a:lnTo>
                <a:lnTo>
                  <a:pt x="79523" y="13881"/>
                </a:lnTo>
                <a:lnTo>
                  <a:pt x="82981" y="13881"/>
                </a:lnTo>
                <a:lnTo>
                  <a:pt x="82981" y="0"/>
                </a:lnTo>
                <a:lnTo>
                  <a:pt x="96811" y="0"/>
                </a:lnTo>
                <a:lnTo>
                  <a:pt x="96811" y="3470"/>
                </a:lnTo>
                <a:lnTo>
                  <a:pt x="93353" y="3470"/>
                </a:lnTo>
                <a:lnTo>
                  <a:pt x="93353" y="10410"/>
                </a:lnTo>
                <a:lnTo>
                  <a:pt x="89896" y="10410"/>
                </a:lnTo>
                <a:lnTo>
                  <a:pt x="89896" y="20821"/>
                </a:lnTo>
                <a:lnTo>
                  <a:pt x="86438" y="20821"/>
                </a:lnTo>
                <a:lnTo>
                  <a:pt x="86438" y="31231"/>
                </a:lnTo>
                <a:lnTo>
                  <a:pt x="82981" y="31231"/>
                </a:lnTo>
                <a:lnTo>
                  <a:pt x="82981" y="38171"/>
                </a:lnTo>
                <a:lnTo>
                  <a:pt x="79523" y="38171"/>
                </a:lnTo>
                <a:lnTo>
                  <a:pt x="79523" y="48582"/>
                </a:lnTo>
                <a:lnTo>
                  <a:pt x="76066" y="48582"/>
                </a:lnTo>
                <a:lnTo>
                  <a:pt x="76066" y="58992"/>
                </a:lnTo>
                <a:lnTo>
                  <a:pt x="72608" y="58992"/>
                </a:lnTo>
                <a:lnTo>
                  <a:pt x="72608" y="65932"/>
                </a:lnTo>
                <a:lnTo>
                  <a:pt x="69151" y="65932"/>
                </a:lnTo>
                <a:lnTo>
                  <a:pt x="69151" y="76343"/>
                </a:lnTo>
                <a:lnTo>
                  <a:pt x="65693" y="76343"/>
                </a:lnTo>
                <a:lnTo>
                  <a:pt x="65693" y="86753"/>
                </a:lnTo>
                <a:lnTo>
                  <a:pt x="62235" y="86753"/>
                </a:lnTo>
                <a:lnTo>
                  <a:pt x="62235" y="93693"/>
                </a:lnTo>
                <a:lnTo>
                  <a:pt x="58778" y="93693"/>
                </a:lnTo>
                <a:lnTo>
                  <a:pt x="58778" y="104104"/>
                </a:lnTo>
                <a:lnTo>
                  <a:pt x="55320" y="104104"/>
                </a:lnTo>
                <a:lnTo>
                  <a:pt x="55320" y="114514"/>
                </a:lnTo>
                <a:lnTo>
                  <a:pt x="51863" y="114514"/>
                </a:lnTo>
                <a:lnTo>
                  <a:pt x="51863" y="121454"/>
                </a:lnTo>
                <a:lnTo>
                  <a:pt x="48405" y="121454"/>
                </a:lnTo>
                <a:lnTo>
                  <a:pt x="48405" y="131865"/>
                </a:lnTo>
                <a:lnTo>
                  <a:pt x="44948" y="131865"/>
                </a:lnTo>
                <a:lnTo>
                  <a:pt x="44948" y="138805"/>
                </a:lnTo>
                <a:lnTo>
                  <a:pt x="41490" y="138805"/>
                </a:lnTo>
                <a:lnTo>
                  <a:pt x="41490" y="142275"/>
                </a:lnTo>
                <a:lnTo>
                  <a:pt x="38033" y="142275"/>
                </a:lnTo>
                <a:lnTo>
                  <a:pt x="38033" y="145745"/>
                </a:lnTo>
                <a:lnTo>
                  <a:pt x="34575" y="145745"/>
                </a:lnTo>
                <a:lnTo>
                  <a:pt x="34575" y="149216"/>
                </a:lnTo>
                <a:lnTo>
                  <a:pt x="31118" y="149216"/>
                </a:lnTo>
                <a:lnTo>
                  <a:pt x="31118" y="152686"/>
                </a:lnTo>
                <a:lnTo>
                  <a:pt x="13830" y="152686"/>
                </a:lnTo>
                <a:lnTo>
                  <a:pt x="13830" y="149216"/>
                </a:lnTo>
                <a:lnTo>
                  <a:pt x="6915" y="149216"/>
                </a:lnTo>
                <a:lnTo>
                  <a:pt x="6915" y="145745"/>
                </a:lnTo>
                <a:lnTo>
                  <a:pt x="3458" y="145745"/>
                </a:lnTo>
                <a:lnTo>
                  <a:pt x="3458" y="138805"/>
                </a:lnTo>
                <a:lnTo>
                  <a:pt x="0" y="138805"/>
                </a:lnTo>
                <a:lnTo>
                  <a:pt x="0" y="128395"/>
                </a:lnTo>
                <a:lnTo>
                  <a:pt x="3458" y="128395"/>
                </a:lnTo>
                <a:lnTo>
                  <a:pt x="3458" y="121454"/>
                </a:lnTo>
                <a:lnTo>
                  <a:pt x="6915" y="121454"/>
                </a:lnTo>
                <a:lnTo>
                  <a:pt x="6915" y="117984"/>
                </a:lnTo>
                <a:lnTo>
                  <a:pt x="20745" y="117984"/>
                </a:lnTo>
                <a:lnTo>
                  <a:pt x="20745" y="121454"/>
                </a:lnTo>
                <a:lnTo>
                  <a:pt x="24203" y="121454"/>
                </a:lnTo>
                <a:lnTo>
                  <a:pt x="24203" y="124925"/>
                </a:lnTo>
                <a:lnTo>
                  <a:pt x="27660" y="124925"/>
                </a:lnTo>
                <a:lnTo>
                  <a:pt x="27660" y="138805"/>
                </a:lnTo>
                <a:lnTo>
                  <a:pt x="34575" y="138805"/>
                </a:lnTo>
                <a:lnTo>
                  <a:pt x="34575" y="135335"/>
                </a:lnTo>
                <a:lnTo>
                  <a:pt x="38033" y="135335"/>
                </a:lnTo>
                <a:lnTo>
                  <a:pt x="38033" y="128395"/>
                </a:lnTo>
                <a:lnTo>
                  <a:pt x="41490" y="128395"/>
                </a:lnTo>
                <a:lnTo>
                  <a:pt x="41490" y="121454"/>
                </a:lnTo>
                <a:lnTo>
                  <a:pt x="44948" y="121454"/>
                </a:lnTo>
                <a:lnTo>
                  <a:pt x="44948" y="111044"/>
                </a:lnTo>
                <a:lnTo>
                  <a:pt x="48405" y="111044"/>
                </a:lnTo>
                <a:lnTo>
                  <a:pt x="48405" y="97164"/>
                </a:lnTo>
                <a:lnTo>
                  <a:pt x="44948" y="97164"/>
                </a:lnTo>
                <a:lnTo>
                  <a:pt x="44948" y="90223"/>
                </a:lnTo>
                <a:lnTo>
                  <a:pt x="41490" y="90223"/>
                </a:lnTo>
                <a:lnTo>
                  <a:pt x="41490" y="79813"/>
                </a:lnTo>
                <a:lnTo>
                  <a:pt x="38033" y="79813"/>
                </a:lnTo>
                <a:lnTo>
                  <a:pt x="38033" y="72873"/>
                </a:lnTo>
                <a:lnTo>
                  <a:pt x="34575" y="72873"/>
                </a:lnTo>
                <a:lnTo>
                  <a:pt x="34575" y="65932"/>
                </a:lnTo>
                <a:lnTo>
                  <a:pt x="31118" y="65932"/>
                </a:lnTo>
                <a:lnTo>
                  <a:pt x="31118" y="55522"/>
                </a:lnTo>
                <a:lnTo>
                  <a:pt x="27660" y="55522"/>
                </a:lnTo>
                <a:lnTo>
                  <a:pt x="27660" y="48582"/>
                </a:lnTo>
                <a:lnTo>
                  <a:pt x="24203" y="48582"/>
                </a:lnTo>
                <a:lnTo>
                  <a:pt x="24203" y="41642"/>
                </a:lnTo>
                <a:lnTo>
                  <a:pt x="20745" y="41642"/>
                </a:lnTo>
                <a:lnTo>
                  <a:pt x="20745" y="31231"/>
                </a:lnTo>
                <a:lnTo>
                  <a:pt x="17288" y="31231"/>
                </a:lnTo>
                <a:lnTo>
                  <a:pt x="17288" y="24291"/>
                </a:lnTo>
                <a:lnTo>
                  <a:pt x="13830" y="24291"/>
                </a:lnTo>
                <a:lnTo>
                  <a:pt x="13830" y="13881"/>
                </a:lnTo>
                <a:lnTo>
                  <a:pt x="10373" y="13881"/>
                </a:lnTo>
                <a:lnTo>
                  <a:pt x="10373" y="694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41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F0E30107-2792-48A9-BD79-C9EE027E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13" y="1750528"/>
            <a:ext cx="96811" cy="104104"/>
          </a:xfrm>
          <a:custGeom xmlns:a="http://schemas.openxmlformats.org/drawingml/2006/main">
            <a:pathLst>
              <a:path w="96811" h="104104">
                <a:moveTo>
                  <a:pt x="62235" y="10410"/>
                </a:moveTo>
                <a:lnTo>
                  <a:pt x="58778" y="10410"/>
                </a:lnTo>
                <a:lnTo>
                  <a:pt x="58778" y="0"/>
                </a:lnTo>
                <a:lnTo>
                  <a:pt x="79523" y="0"/>
                </a:lnTo>
                <a:lnTo>
                  <a:pt x="79523" y="3470"/>
                </a:lnTo>
                <a:lnTo>
                  <a:pt x="82981" y="3470"/>
                </a:lnTo>
                <a:lnTo>
                  <a:pt x="82981" y="6940"/>
                </a:lnTo>
                <a:lnTo>
                  <a:pt x="86438" y="6940"/>
                </a:lnTo>
                <a:lnTo>
                  <a:pt x="86438" y="10410"/>
                </a:lnTo>
                <a:lnTo>
                  <a:pt x="89896" y="10410"/>
                </a:lnTo>
                <a:lnTo>
                  <a:pt x="89896" y="20821"/>
                </a:lnTo>
                <a:lnTo>
                  <a:pt x="93353" y="20821"/>
                </a:lnTo>
                <a:lnTo>
                  <a:pt x="93353" y="31231"/>
                </a:lnTo>
                <a:lnTo>
                  <a:pt x="96811" y="31231"/>
                </a:lnTo>
                <a:lnTo>
                  <a:pt x="96811" y="62462"/>
                </a:lnTo>
                <a:lnTo>
                  <a:pt x="93353" y="62462"/>
                </a:lnTo>
                <a:lnTo>
                  <a:pt x="93353" y="72873"/>
                </a:lnTo>
                <a:lnTo>
                  <a:pt x="89896" y="72873"/>
                </a:lnTo>
                <a:lnTo>
                  <a:pt x="89896" y="79813"/>
                </a:lnTo>
                <a:lnTo>
                  <a:pt x="86438" y="79813"/>
                </a:lnTo>
                <a:lnTo>
                  <a:pt x="86438" y="86753"/>
                </a:lnTo>
                <a:lnTo>
                  <a:pt x="82981" y="86753"/>
                </a:lnTo>
                <a:lnTo>
                  <a:pt x="82981" y="90223"/>
                </a:lnTo>
                <a:lnTo>
                  <a:pt x="79523" y="90223"/>
                </a:lnTo>
                <a:lnTo>
                  <a:pt x="79523" y="93693"/>
                </a:lnTo>
                <a:lnTo>
                  <a:pt x="76066" y="93693"/>
                </a:lnTo>
                <a:lnTo>
                  <a:pt x="76066" y="97164"/>
                </a:lnTo>
                <a:lnTo>
                  <a:pt x="69151" y="97164"/>
                </a:lnTo>
                <a:lnTo>
                  <a:pt x="69151" y="100634"/>
                </a:lnTo>
                <a:lnTo>
                  <a:pt x="62235" y="100634"/>
                </a:lnTo>
                <a:lnTo>
                  <a:pt x="62235" y="104104"/>
                </a:lnTo>
                <a:lnTo>
                  <a:pt x="34575" y="104104"/>
                </a:lnTo>
                <a:lnTo>
                  <a:pt x="34575" y="100634"/>
                </a:lnTo>
                <a:lnTo>
                  <a:pt x="24203" y="100634"/>
                </a:lnTo>
                <a:lnTo>
                  <a:pt x="24203" y="97164"/>
                </a:lnTo>
                <a:lnTo>
                  <a:pt x="20745" y="97164"/>
                </a:lnTo>
                <a:lnTo>
                  <a:pt x="20745" y="93693"/>
                </a:lnTo>
                <a:lnTo>
                  <a:pt x="17288" y="93693"/>
                </a:lnTo>
                <a:lnTo>
                  <a:pt x="17288" y="90223"/>
                </a:lnTo>
                <a:lnTo>
                  <a:pt x="13830" y="90223"/>
                </a:lnTo>
                <a:lnTo>
                  <a:pt x="13830" y="86753"/>
                </a:lnTo>
                <a:lnTo>
                  <a:pt x="10373" y="86753"/>
                </a:lnTo>
                <a:lnTo>
                  <a:pt x="10373" y="83283"/>
                </a:lnTo>
                <a:lnTo>
                  <a:pt x="6915" y="83283"/>
                </a:lnTo>
                <a:lnTo>
                  <a:pt x="6915" y="76343"/>
                </a:lnTo>
                <a:lnTo>
                  <a:pt x="3458" y="76343"/>
                </a:lnTo>
                <a:lnTo>
                  <a:pt x="3458" y="65932"/>
                </a:lnTo>
                <a:lnTo>
                  <a:pt x="0" y="65932"/>
                </a:lnTo>
                <a:lnTo>
                  <a:pt x="0" y="27761"/>
                </a:lnTo>
                <a:lnTo>
                  <a:pt x="3458" y="27761"/>
                </a:lnTo>
                <a:lnTo>
                  <a:pt x="3458" y="17351"/>
                </a:lnTo>
                <a:lnTo>
                  <a:pt x="6915" y="17351"/>
                </a:lnTo>
                <a:lnTo>
                  <a:pt x="6915" y="10410"/>
                </a:lnTo>
                <a:lnTo>
                  <a:pt x="10373" y="10410"/>
                </a:lnTo>
                <a:lnTo>
                  <a:pt x="10373" y="6940"/>
                </a:lnTo>
                <a:lnTo>
                  <a:pt x="13830" y="6940"/>
                </a:lnTo>
                <a:lnTo>
                  <a:pt x="13830" y="0"/>
                </a:lnTo>
                <a:lnTo>
                  <a:pt x="38033" y="0"/>
                </a:lnTo>
                <a:lnTo>
                  <a:pt x="38033" y="6940"/>
                </a:lnTo>
                <a:lnTo>
                  <a:pt x="34575" y="6940"/>
                </a:lnTo>
                <a:lnTo>
                  <a:pt x="34575" y="31231"/>
                </a:lnTo>
                <a:lnTo>
                  <a:pt x="31118" y="31231"/>
                </a:lnTo>
                <a:lnTo>
                  <a:pt x="31118" y="65932"/>
                </a:lnTo>
                <a:lnTo>
                  <a:pt x="34575" y="65932"/>
                </a:lnTo>
                <a:lnTo>
                  <a:pt x="34575" y="86753"/>
                </a:lnTo>
                <a:lnTo>
                  <a:pt x="38033" y="86753"/>
                </a:lnTo>
                <a:lnTo>
                  <a:pt x="38033" y="90223"/>
                </a:lnTo>
                <a:lnTo>
                  <a:pt x="41490" y="90223"/>
                </a:lnTo>
                <a:lnTo>
                  <a:pt x="41490" y="93693"/>
                </a:lnTo>
                <a:lnTo>
                  <a:pt x="55320" y="93693"/>
                </a:lnTo>
                <a:lnTo>
                  <a:pt x="55320" y="90223"/>
                </a:lnTo>
                <a:lnTo>
                  <a:pt x="58778" y="90223"/>
                </a:lnTo>
                <a:lnTo>
                  <a:pt x="58778" y="79813"/>
                </a:lnTo>
                <a:lnTo>
                  <a:pt x="62235" y="79813"/>
                </a:lnTo>
                <a:lnTo>
                  <a:pt x="62235" y="1041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42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85EF8CCB-28A8-4707-9C28-0A311293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917" y="1750528"/>
            <a:ext cx="107183" cy="100634"/>
          </a:xfrm>
          <a:custGeom xmlns:a="http://schemas.openxmlformats.org/drawingml/2006/main">
            <a:pathLst>
              <a:path w="107183" h="100634">
                <a:moveTo>
                  <a:pt x="34575" y="0"/>
                </a:moveTo>
                <a:lnTo>
                  <a:pt x="34575" y="10410"/>
                </a:lnTo>
                <a:lnTo>
                  <a:pt x="38033" y="10410"/>
                </a:lnTo>
                <a:lnTo>
                  <a:pt x="38033" y="6940"/>
                </a:lnTo>
                <a:lnTo>
                  <a:pt x="41490" y="6940"/>
                </a:lnTo>
                <a:lnTo>
                  <a:pt x="41490" y="3470"/>
                </a:lnTo>
                <a:lnTo>
                  <a:pt x="44948" y="3470"/>
                </a:lnTo>
                <a:lnTo>
                  <a:pt x="44948" y="0"/>
                </a:lnTo>
                <a:lnTo>
                  <a:pt x="86438" y="0"/>
                </a:lnTo>
                <a:lnTo>
                  <a:pt x="86438" y="6940"/>
                </a:lnTo>
                <a:lnTo>
                  <a:pt x="89896" y="6940"/>
                </a:lnTo>
                <a:lnTo>
                  <a:pt x="89896" y="17351"/>
                </a:lnTo>
                <a:lnTo>
                  <a:pt x="93353" y="17351"/>
                </a:lnTo>
                <a:lnTo>
                  <a:pt x="93353" y="90223"/>
                </a:lnTo>
                <a:lnTo>
                  <a:pt x="96811" y="90223"/>
                </a:lnTo>
                <a:lnTo>
                  <a:pt x="96811" y="93693"/>
                </a:lnTo>
                <a:lnTo>
                  <a:pt x="107183" y="93693"/>
                </a:lnTo>
                <a:lnTo>
                  <a:pt x="107183" y="100634"/>
                </a:lnTo>
                <a:lnTo>
                  <a:pt x="58778" y="100634"/>
                </a:lnTo>
                <a:lnTo>
                  <a:pt x="58778" y="93693"/>
                </a:lnTo>
                <a:lnTo>
                  <a:pt x="69151" y="93693"/>
                </a:lnTo>
                <a:lnTo>
                  <a:pt x="69151" y="90223"/>
                </a:lnTo>
                <a:lnTo>
                  <a:pt x="72608" y="90223"/>
                </a:lnTo>
                <a:lnTo>
                  <a:pt x="72608" y="13881"/>
                </a:lnTo>
                <a:lnTo>
                  <a:pt x="69151" y="13881"/>
                </a:lnTo>
                <a:lnTo>
                  <a:pt x="69151" y="10410"/>
                </a:lnTo>
                <a:lnTo>
                  <a:pt x="65693" y="10410"/>
                </a:lnTo>
                <a:lnTo>
                  <a:pt x="65693" y="6940"/>
                </a:lnTo>
                <a:lnTo>
                  <a:pt x="48405" y="6940"/>
                </a:lnTo>
                <a:lnTo>
                  <a:pt x="48405" y="10410"/>
                </a:lnTo>
                <a:lnTo>
                  <a:pt x="44948" y="10410"/>
                </a:lnTo>
                <a:lnTo>
                  <a:pt x="44948" y="13881"/>
                </a:lnTo>
                <a:lnTo>
                  <a:pt x="38033" y="13881"/>
                </a:lnTo>
                <a:lnTo>
                  <a:pt x="38033" y="17351"/>
                </a:lnTo>
                <a:lnTo>
                  <a:pt x="34575" y="17351"/>
                </a:lnTo>
                <a:lnTo>
                  <a:pt x="34575" y="90223"/>
                </a:lnTo>
                <a:lnTo>
                  <a:pt x="38033" y="90223"/>
                </a:lnTo>
                <a:lnTo>
                  <a:pt x="38033" y="93693"/>
                </a:lnTo>
                <a:lnTo>
                  <a:pt x="48405" y="93693"/>
                </a:lnTo>
                <a:lnTo>
                  <a:pt x="48405" y="100634"/>
                </a:lnTo>
                <a:lnTo>
                  <a:pt x="0" y="100634"/>
                </a:lnTo>
                <a:lnTo>
                  <a:pt x="0" y="93693"/>
                </a:lnTo>
                <a:lnTo>
                  <a:pt x="10373" y="93693"/>
                </a:lnTo>
                <a:lnTo>
                  <a:pt x="10373" y="90223"/>
                </a:lnTo>
                <a:lnTo>
                  <a:pt x="13830" y="90223"/>
                </a:lnTo>
                <a:lnTo>
                  <a:pt x="13830" y="0"/>
                </a:lnTo>
                <a:lnTo>
                  <a:pt x="34575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43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028EAE9E-2E32-4364-B5BA-868521F2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015" y="1750528"/>
            <a:ext cx="86438" cy="100634"/>
          </a:xfrm>
          <a:custGeom xmlns:a="http://schemas.openxmlformats.org/drawingml/2006/main">
            <a:pathLst>
              <a:path w="86438" h="100634">
                <a:moveTo>
                  <a:pt x="44948" y="3470"/>
                </a:moveTo>
                <a:lnTo>
                  <a:pt x="44948" y="0"/>
                </a:lnTo>
                <a:lnTo>
                  <a:pt x="76066" y="0"/>
                </a:lnTo>
                <a:lnTo>
                  <a:pt x="76066" y="3470"/>
                </a:lnTo>
                <a:lnTo>
                  <a:pt x="79523" y="3470"/>
                </a:lnTo>
                <a:lnTo>
                  <a:pt x="79523" y="10410"/>
                </a:lnTo>
                <a:lnTo>
                  <a:pt x="82981" y="10410"/>
                </a:lnTo>
                <a:lnTo>
                  <a:pt x="82981" y="17351"/>
                </a:lnTo>
                <a:lnTo>
                  <a:pt x="86438" y="17351"/>
                </a:lnTo>
                <a:lnTo>
                  <a:pt x="86438" y="31231"/>
                </a:lnTo>
                <a:lnTo>
                  <a:pt x="82981" y="31231"/>
                </a:lnTo>
                <a:lnTo>
                  <a:pt x="82981" y="34701"/>
                </a:lnTo>
                <a:lnTo>
                  <a:pt x="17288" y="34701"/>
                </a:lnTo>
                <a:lnTo>
                  <a:pt x="17288" y="48582"/>
                </a:lnTo>
                <a:lnTo>
                  <a:pt x="20745" y="48582"/>
                </a:lnTo>
                <a:lnTo>
                  <a:pt x="20745" y="58992"/>
                </a:lnTo>
                <a:lnTo>
                  <a:pt x="24203" y="58992"/>
                </a:lnTo>
                <a:lnTo>
                  <a:pt x="24203" y="65932"/>
                </a:lnTo>
                <a:lnTo>
                  <a:pt x="27660" y="65932"/>
                </a:lnTo>
                <a:lnTo>
                  <a:pt x="27660" y="69403"/>
                </a:lnTo>
                <a:lnTo>
                  <a:pt x="31118" y="69403"/>
                </a:lnTo>
                <a:lnTo>
                  <a:pt x="31118" y="72873"/>
                </a:lnTo>
                <a:lnTo>
                  <a:pt x="34575" y="72873"/>
                </a:lnTo>
                <a:lnTo>
                  <a:pt x="34575" y="76343"/>
                </a:lnTo>
                <a:lnTo>
                  <a:pt x="41490" y="76343"/>
                </a:lnTo>
                <a:lnTo>
                  <a:pt x="41490" y="79813"/>
                </a:lnTo>
                <a:lnTo>
                  <a:pt x="65693" y="79813"/>
                </a:lnTo>
                <a:lnTo>
                  <a:pt x="65693" y="76343"/>
                </a:lnTo>
                <a:lnTo>
                  <a:pt x="72608" y="76343"/>
                </a:lnTo>
                <a:lnTo>
                  <a:pt x="72608" y="72873"/>
                </a:lnTo>
                <a:lnTo>
                  <a:pt x="76066" y="72873"/>
                </a:lnTo>
                <a:lnTo>
                  <a:pt x="76066" y="65932"/>
                </a:lnTo>
                <a:lnTo>
                  <a:pt x="79523" y="65932"/>
                </a:lnTo>
                <a:lnTo>
                  <a:pt x="79523" y="62462"/>
                </a:lnTo>
                <a:lnTo>
                  <a:pt x="82981" y="62462"/>
                </a:lnTo>
                <a:lnTo>
                  <a:pt x="82981" y="58992"/>
                </a:lnTo>
                <a:lnTo>
                  <a:pt x="86438" y="58992"/>
                </a:lnTo>
                <a:lnTo>
                  <a:pt x="86438" y="69403"/>
                </a:lnTo>
                <a:lnTo>
                  <a:pt x="82981" y="69403"/>
                </a:lnTo>
                <a:lnTo>
                  <a:pt x="82981" y="76343"/>
                </a:lnTo>
                <a:lnTo>
                  <a:pt x="79523" y="76343"/>
                </a:lnTo>
                <a:lnTo>
                  <a:pt x="79523" y="83283"/>
                </a:lnTo>
                <a:lnTo>
                  <a:pt x="76066" y="83283"/>
                </a:lnTo>
                <a:lnTo>
                  <a:pt x="76066" y="86753"/>
                </a:lnTo>
                <a:lnTo>
                  <a:pt x="72608" y="86753"/>
                </a:lnTo>
                <a:lnTo>
                  <a:pt x="72608" y="90223"/>
                </a:lnTo>
                <a:lnTo>
                  <a:pt x="69151" y="90223"/>
                </a:lnTo>
                <a:lnTo>
                  <a:pt x="69151" y="93693"/>
                </a:lnTo>
                <a:lnTo>
                  <a:pt x="65693" y="93693"/>
                </a:lnTo>
                <a:lnTo>
                  <a:pt x="65693" y="97164"/>
                </a:lnTo>
                <a:lnTo>
                  <a:pt x="58778" y="97164"/>
                </a:lnTo>
                <a:lnTo>
                  <a:pt x="58778" y="100634"/>
                </a:lnTo>
                <a:lnTo>
                  <a:pt x="34575" y="100634"/>
                </a:lnTo>
                <a:lnTo>
                  <a:pt x="34575" y="97164"/>
                </a:lnTo>
                <a:lnTo>
                  <a:pt x="24203" y="97164"/>
                </a:lnTo>
                <a:lnTo>
                  <a:pt x="24203" y="93693"/>
                </a:lnTo>
                <a:lnTo>
                  <a:pt x="20745" y="93693"/>
                </a:lnTo>
                <a:lnTo>
                  <a:pt x="20745" y="90223"/>
                </a:lnTo>
                <a:lnTo>
                  <a:pt x="17288" y="90223"/>
                </a:lnTo>
                <a:lnTo>
                  <a:pt x="17288" y="86753"/>
                </a:lnTo>
                <a:lnTo>
                  <a:pt x="13830" y="86753"/>
                </a:lnTo>
                <a:lnTo>
                  <a:pt x="13830" y="83283"/>
                </a:lnTo>
                <a:lnTo>
                  <a:pt x="10373" y="83283"/>
                </a:lnTo>
                <a:lnTo>
                  <a:pt x="10373" y="79813"/>
                </a:lnTo>
                <a:lnTo>
                  <a:pt x="6915" y="79813"/>
                </a:lnTo>
                <a:lnTo>
                  <a:pt x="6915" y="72873"/>
                </a:lnTo>
                <a:lnTo>
                  <a:pt x="3458" y="72873"/>
                </a:lnTo>
                <a:lnTo>
                  <a:pt x="3458" y="58992"/>
                </a:lnTo>
                <a:lnTo>
                  <a:pt x="0" y="58992"/>
                </a:lnTo>
                <a:lnTo>
                  <a:pt x="0" y="34701"/>
                </a:lnTo>
                <a:lnTo>
                  <a:pt x="3458" y="34701"/>
                </a:lnTo>
                <a:lnTo>
                  <a:pt x="3458" y="20821"/>
                </a:lnTo>
                <a:lnTo>
                  <a:pt x="6915" y="20821"/>
                </a:lnTo>
                <a:lnTo>
                  <a:pt x="6915" y="13881"/>
                </a:lnTo>
                <a:lnTo>
                  <a:pt x="10373" y="13881"/>
                </a:lnTo>
                <a:lnTo>
                  <a:pt x="10373" y="10410"/>
                </a:lnTo>
                <a:lnTo>
                  <a:pt x="13830" y="10410"/>
                </a:lnTo>
                <a:lnTo>
                  <a:pt x="13830" y="6940"/>
                </a:lnTo>
                <a:lnTo>
                  <a:pt x="17288" y="6940"/>
                </a:lnTo>
                <a:lnTo>
                  <a:pt x="17288" y="3470"/>
                </a:lnTo>
                <a:lnTo>
                  <a:pt x="20745" y="3470"/>
                </a:lnTo>
                <a:lnTo>
                  <a:pt x="20745" y="0"/>
                </a:lnTo>
                <a:lnTo>
                  <a:pt x="38033" y="0"/>
                </a:lnTo>
                <a:lnTo>
                  <a:pt x="38033" y="3470"/>
                </a:lnTo>
                <a:lnTo>
                  <a:pt x="27660" y="3470"/>
                </a:lnTo>
                <a:lnTo>
                  <a:pt x="27660" y="6940"/>
                </a:lnTo>
                <a:lnTo>
                  <a:pt x="24203" y="6940"/>
                </a:lnTo>
                <a:lnTo>
                  <a:pt x="24203" y="10410"/>
                </a:lnTo>
                <a:lnTo>
                  <a:pt x="20745" y="10410"/>
                </a:lnTo>
                <a:lnTo>
                  <a:pt x="20745" y="17351"/>
                </a:lnTo>
                <a:lnTo>
                  <a:pt x="17288" y="17351"/>
                </a:lnTo>
                <a:lnTo>
                  <a:pt x="17288" y="24291"/>
                </a:lnTo>
                <a:lnTo>
                  <a:pt x="62235" y="24291"/>
                </a:lnTo>
                <a:lnTo>
                  <a:pt x="62235" y="13881"/>
                </a:lnTo>
                <a:lnTo>
                  <a:pt x="58778" y="13881"/>
                </a:lnTo>
                <a:lnTo>
                  <a:pt x="58778" y="6940"/>
                </a:lnTo>
                <a:lnTo>
                  <a:pt x="55320" y="6940"/>
                </a:lnTo>
                <a:lnTo>
                  <a:pt x="55320" y="3470"/>
                </a:lnTo>
                <a:lnTo>
                  <a:pt x="44948" y="347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44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4397D616-3454-4775-9D7E-84D8AAC9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368" y="1750528"/>
            <a:ext cx="76066" cy="100634"/>
          </a:xfrm>
          <a:custGeom xmlns:a="http://schemas.openxmlformats.org/drawingml/2006/main">
            <a:pathLst>
              <a:path w="76066" h="100634">
                <a:moveTo>
                  <a:pt x="10373" y="10410"/>
                </a:moveTo>
                <a:lnTo>
                  <a:pt x="10373" y="6940"/>
                </a:lnTo>
                <a:lnTo>
                  <a:pt x="6915" y="6940"/>
                </a:lnTo>
                <a:lnTo>
                  <a:pt x="6915" y="10410"/>
                </a:lnTo>
                <a:lnTo>
                  <a:pt x="0" y="10410"/>
                </a:lnTo>
                <a:lnTo>
                  <a:pt x="0" y="3470"/>
                </a:lnTo>
                <a:lnTo>
                  <a:pt x="3458" y="3470"/>
                </a:lnTo>
                <a:lnTo>
                  <a:pt x="3458" y="0"/>
                </a:lnTo>
                <a:lnTo>
                  <a:pt x="34575" y="0"/>
                </a:lnTo>
                <a:lnTo>
                  <a:pt x="34575" y="10410"/>
                </a:lnTo>
                <a:lnTo>
                  <a:pt x="38033" y="10410"/>
                </a:lnTo>
                <a:lnTo>
                  <a:pt x="38033" y="6940"/>
                </a:lnTo>
                <a:lnTo>
                  <a:pt x="41490" y="6940"/>
                </a:lnTo>
                <a:lnTo>
                  <a:pt x="41490" y="0"/>
                </a:lnTo>
                <a:lnTo>
                  <a:pt x="72608" y="0"/>
                </a:lnTo>
                <a:lnTo>
                  <a:pt x="72608" y="3470"/>
                </a:lnTo>
                <a:lnTo>
                  <a:pt x="76066" y="3470"/>
                </a:lnTo>
                <a:lnTo>
                  <a:pt x="76066" y="6940"/>
                </a:lnTo>
                <a:lnTo>
                  <a:pt x="72608" y="6940"/>
                </a:lnTo>
                <a:lnTo>
                  <a:pt x="72608" y="13881"/>
                </a:lnTo>
                <a:lnTo>
                  <a:pt x="69151" y="13881"/>
                </a:lnTo>
                <a:lnTo>
                  <a:pt x="69151" y="17351"/>
                </a:lnTo>
                <a:lnTo>
                  <a:pt x="58778" y="17351"/>
                </a:lnTo>
                <a:lnTo>
                  <a:pt x="58778" y="13881"/>
                </a:lnTo>
                <a:lnTo>
                  <a:pt x="55320" y="13881"/>
                </a:lnTo>
                <a:lnTo>
                  <a:pt x="55320" y="10410"/>
                </a:lnTo>
                <a:lnTo>
                  <a:pt x="44948" y="10410"/>
                </a:lnTo>
                <a:lnTo>
                  <a:pt x="44948" y="13881"/>
                </a:lnTo>
                <a:lnTo>
                  <a:pt x="41490" y="13881"/>
                </a:lnTo>
                <a:lnTo>
                  <a:pt x="41490" y="17351"/>
                </a:lnTo>
                <a:lnTo>
                  <a:pt x="38033" y="17351"/>
                </a:lnTo>
                <a:lnTo>
                  <a:pt x="38033" y="24291"/>
                </a:lnTo>
                <a:lnTo>
                  <a:pt x="34575" y="24291"/>
                </a:lnTo>
                <a:lnTo>
                  <a:pt x="34575" y="86753"/>
                </a:lnTo>
                <a:lnTo>
                  <a:pt x="38033" y="86753"/>
                </a:lnTo>
                <a:lnTo>
                  <a:pt x="38033" y="90223"/>
                </a:lnTo>
                <a:lnTo>
                  <a:pt x="41490" y="90223"/>
                </a:lnTo>
                <a:lnTo>
                  <a:pt x="41490" y="93693"/>
                </a:lnTo>
                <a:lnTo>
                  <a:pt x="51863" y="93693"/>
                </a:lnTo>
                <a:lnTo>
                  <a:pt x="51863" y="100634"/>
                </a:lnTo>
                <a:lnTo>
                  <a:pt x="0" y="100634"/>
                </a:lnTo>
                <a:lnTo>
                  <a:pt x="0" y="93693"/>
                </a:lnTo>
                <a:lnTo>
                  <a:pt x="10373" y="93693"/>
                </a:lnTo>
                <a:lnTo>
                  <a:pt x="10373" y="90223"/>
                </a:lnTo>
                <a:lnTo>
                  <a:pt x="13830" y="90223"/>
                </a:lnTo>
                <a:lnTo>
                  <a:pt x="13830" y="10410"/>
                </a:lnTo>
                <a:lnTo>
                  <a:pt x="10373" y="1041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45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0D1F8F2D-A251-4517-A52F-43982BC3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892" y="1750528"/>
            <a:ext cx="86438" cy="100634"/>
          </a:xfrm>
          <a:custGeom xmlns:a="http://schemas.openxmlformats.org/drawingml/2006/main">
            <a:pathLst>
              <a:path w="86438" h="100634">
                <a:moveTo>
                  <a:pt x="62235" y="13881"/>
                </a:moveTo>
                <a:lnTo>
                  <a:pt x="58778" y="13881"/>
                </a:lnTo>
                <a:lnTo>
                  <a:pt x="58778" y="10410"/>
                </a:lnTo>
                <a:lnTo>
                  <a:pt x="55320" y="10410"/>
                </a:lnTo>
                <a:lnTo>
                  <a:pt x="55320" y="6940"/>
                </a:lnTo>
                <a:lnTo>
                  <a:pt x="51863" y="6940"/>
                </a:lnTo>
                <a:lnTo>
                  <a:pt x="51863" y="3470"/>
                </a:lnTo>
                <a:lnTo>
                  <a:pt x="44948" y="3470"/>
                </a:lnTo>
                <a:lnTo>
                  <a:pt x="44948" y="0"/>
                </a:lnTo>
                <a:lnTo>
                  <a:pt x="72608" y="0"/>
                </a:lnTo>
                <a:lnTo>
                  <a:pt x="72608" y="3470"/>
                </a:lnTo>
                <a:lnTo>
                  <a:pt x="76066" y="3470"/>
                </a:lnTo>
                <a:lnTo>
                  <a:pt x="76066" y="6940"/>
                </a:lnTo>
                <a:lnTo>
                  <a:pt x="79523" y="6940"/>
                </a:lnTo>
                <a:lnTo>
                  <a:pt x="79523" y="10410"/>
                </a:lnTo>
                <a:lnTo>
                  <a:pt x="82981" y="10410"/>
                </a:lnTo>
                <a:lnTo>
                  <a:pt x="82981" y="20821"/>
                </a:lnTo>
                <a:lnTo>
                  <a:pt x="86438" y="20821"/>
                </a:lnTo>
                <a:lnTo>
                  <a:pt x="86438" y="31231"/>
                </a:lnTo>
                <a:lnTo>
                  <a:pt x="82981" y="31231"/>
                </a:lnTo>
                <a:lnTo>
                  <a:pt x="82981" y="34701"/>
                </a:lnTo>
                <a:lnTo>
                  <a:pt x="17288" y="34701"/>
                </a:lnTo>
                <a:lnTo>
                  <a:pt x="17288" y="48582"/>
                </a:lnTo>
                <a:lnTo>
                  <a:pt x="20745" y="48582"/>
                </a:lnTo>
                <a:lnTo>
                  <a:pt x="20745" y="58992"/>
                </a:lnTo>
                <a:lnTo>
                  <a:pt x="24203" y="58992"/>
                </a:lnTo>
                <a:lnTo>
                  <a:pt x="24203" y="65932"/>
                </a:lnTo>
                <a:lnTo>
                  <a:pt x="27660" y="65932"/>
                </a:lnTo>
                <a:lnTo>
                  <a:pt x="27660" y="69403"/>
                </a:lnTo>
                <a:lnTo>
                  <a:pt x="31118" y="69403"/>
                </a:lnTo>
                <a:lnTo>
                  <a:pt x="31118" y="72873"/>
                </a:lnTo>
                <a:lnTo>
                  <a:pt x="34575" y="72873"/>
                </a:lnTo>
                <a:lnTo>
                  <a:pt x="34575" y="76343"/>
                </a:lnTo>
                <a:lnTo>
                  <a:pt x="41490" y="76343"/>
                </a:lnTo>
                <a:lnTo>
                  <a:pt x="41490" y="79813"/>
                </a:lnTo>
                <a:lnTo>
                  <a:pt x="65693" y="79813"/>
                </a:lnTo>
                <a:lnTo>
                  <a:pt x="65693" y="76343"/>
                </a:lnTo>
                <a:lnTo>
                  <a:pt x="69151" y="76343"/>
                </a:lnTo>
                <a:lnTo>
                  <a:pt x="69151" y="72873"/>
                </a:lnTo>
                <a:lnTo>
                  <a:pt x="72608" y="72873"/>
                </a:lnTo>
                <a:lnTo>
                  <a:pt x="72608" y="69403"/>
                </a:lnTo>
                <a:lnTo>
                  <a:pt x="76066" y="69403"/>
                </a:lnTo>
                <a:lnTo>
                  <a:pt x="76066" y="65932"/>
                </a:lnTo>
                <a:lnTo>
                  <a:pt x="79523" y="65932"/>
                </a:lnTo>
                <a:lnTo>
                  <a:pt x="79523" y="58992"/>
                </a:lnTo>
                <a:lnTo>
                  <a:pt x="86438" y="58992"/>
                </a:lnTo>
                <a:lnTo>
                  <a:pt x="86438" y="69403"/>
                </a:lnTo>
                <a:lnTo>
                  <a:pt x="82981" y="69403"/>
                </a:lnTo>
                <a:lnTo>
                  <a:pt x="82981" y="76343"/>
                </a:lnTo>
                <a:lnTo>
                  <a:pt x="79523" y="76343"/>
                </a:lnTo>
                <a:lnTo>
                  <a:pt x="79523" y="83283"/>
                </a:lnTo>
                <a:lnTo>
                  <a:pt x="76066" y="83283"/>
                </a:lnTo>
                <a:lnTo>
                  <a:pt x="76066" y="86753"/>
                </a:lnTo>
                <a:lnTo>
                  <a:pt x="72608" y="86753"/>
                </a:lnTo>
                <a:lnTo>
                  <a:pt x="72608" y="90223"/>
                </a:lnTo>
                <a:lnTo>
                  <a:pt x="69151" y="90223"/>
                </a:lnTo>
                <a:lnTo>
                  <a:pt x="69151" y="93693"/>
                </a:lnTo>
                <a:lnTo>
                  <a:pt x="65693" y="93693"/>
                </a:lnTo>
                <a:lnTo>
                  <a:pt x="65693" y="97164"/>
                </a:lnTo>
                <a:lnTo>
                  <a:pt x="58778" y="97164"/>
                </a:lnTo>
                <a:lnTo>
                  <a:pt x="58778" y="100634"/>
                </a:lnTo>
                <a:lnTo>
                  <a:pt x="31118" y="100634"/>
                </a:lnTo>
                <a:lnTo>
                  <a:pt x="31118" y="97164"/>
                </a:lnTo>
                <a:lnTo>
                  <a:pt x="24203" y="97164"/>
                </a:lnTo>
                <a:lnTo>
                  <a:pt x="24203" y="93693"/>
                </a:lnTo>
                <a:lnTo>
                  <a:pt x="20745" y="93693"/>
                </a:lnTo>
                <a:lnTo>
                  <a:pt x="20745" y="90223"/>
                </a:lnTo>
                <a:lnTo>
                  <a:pt x="17288" y="90223"/>
                </a:lnTo>
                <a:lnTo>
                  <a:pt x="17288" y="86753"/>
                </a:lnTo>
                <a:lnTo>
                  <a:pt x="13830" y="86753"/>
                </a:lnTo>
                <a:lnTo>
                  <a:pt x="13830" y="83283"/>
                </a:lnTo>
                <a:lnTo>
                  <a:pt x="10373" y="83283"/>
                </a:lnTo>
                <a:lnTo>
                  <a:pt x="10373" y="79813"/>
                </a:lnTo>
                <a:lnTo>
                  <a:pt x="6915" y="79813"/>
                </a:lnTo>
                <a:lnTo>
                  <a:pt x="6915" y="72873"/>
                </a:lnTo>
                <a:lnTo>
                  <a:pt x="3458" y="72873"/>
                </a:lnTo>
                <a:lnTo>
                  <a:pt x="3458" y="62462"/>
                </a:lnTo>
                <a:lnTo>
                  <a:pt x="0" y="62462"/>
                </a:lnTo>
                <a:lnTo>
                  <a:pt x="0" y="31231"/>
                </a:lnTo>
                <a:lnTo>
                  <a:pt x="3458" y="31231"/>
                </a:lnTo>
                <a:lnTo>
                  <a:pt x="3458" y="20821"/>
                </a:lnTo>
                <a:lnTo>
                  <a:pt x="6915" y="20821"/>
                </a:lnTo>
                <a:lnTo>
                  <a:pt x="6915" y="13881"/>
                </a:lnTo>
                <a:lnTo>
                  <a:pt x="10373" y="13881"/>
                </a:lnTo>
                <a:lnTo>
                  <a:pt x="10373" y="6940"/>
                </a:lnTo>
                <a:lnTo>
                  <a:pt x="13830" y="6940"/>
                </a:lnTo>
                <a:lnTo>
                  <a:pt x="13830" y="3470"/>
                </a:lnTo>
                <a:lnTo>
                  <a:pt x="17288" y="3470"/>
                </a:lnTo>
                <a:lnTo>
                  <a:pt x="17288" y="0"/>
                </a:lnTo>
                <a:lnTo>
                  <a:pt x="38033" y="0"/>
                </a:lnTo>
                <a:lnTo>
                  <a:pt x="38033" y="3470"/>
                </a:lnTo>
                <a:lnTo>
                  <a:pt x="27660" y="3470"/>
                </a:lnTo>
                <a:lnTo>
                  <a:pt x="27660" y="6940"/>
                </a:lnTo>
                <a:lnTo>
                  <a:pt x="24203" y="6940"/>
                </a:lnTo>
                <a:lnTo>
                  <a:pt x="24203" y="10410"/>
                </a:lnTo>
                <a:lnTo>
                  <a:pt x="20745" y="10410"/>
                </a:lnTo>
                <a:lnTo>
                  <a:pt x="20745" y="17351"/>
                </a:lnTo>
                <a:lnTo>
                  <a:pt x="17288" y="17351"/>
                </a:lnTo>
                <a:lnTo>
                  <a:pt x="17288" y="24291"/>
                </a:lnTo>
                <a:lnTo>
                  <a:pt x="62235" y="24291"/>
                </a:lnTo>
                <a:lnTo>
                  <a:pt x="62235" y="1388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46" name="Native source glyph inset-41.png">
            <a:extLst xmlns:a="http://schemas.openxmlformats.org/drawingml/2006/main">
              <a:ext uri="{FF2B5EF4-FFF2-40B4-BE49-F238E27FC236}">
                <a16:creationId xmlns:a16="http://schemas.microsoft.com/office/drawing/2014/main" id="{CB2BEEE3-7CFD-4B5A-BEE4-08141FC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075" y="1823401"/>
            <a:ext cx="24203" cy="27761"/>
          </a:xfrm>
          <a:custGeom xmlns:a="http://schemas.openxmlformats.org/drawingml/2006/main">
            <a:pathLst>
              <a:path w="24203" h="27761">
                <a:moveTo>
                  <a:pt x="3458" y="20821"/>
                </a:moveTo>
                <a:lnTo>
                  <a:pt x="0" y="20821"/>
                </a:lnTo>
                <a:lnTo>
                  <a:pt x="0" y="6940"/>
                </a:lnTo>
                <a:lnTo>
                  <a:pt x="3458" y="6940"/>
                </a:lnTo>
                <a:lnTo>
                  <a:pt x="3458" y="3470"/>
                </a:lnTo>
                <a:lnTo>
                  <a:pt x="6915" y="3470"/>
                </a:lnTo>
                <a:lnTo>
                  <a:pt x="6915" y="0"/>
                </a:lnTo>
                <a:lnTo>
                  <a:pt x="17288" y="0"/>
                </a:lnTo>
                <a:lnTo>
                  <a:pt x="17288" y="3470"/>
                </a:lnTo>
                <a:lnTo>
                  <a:pt x="20745" y="3470"/>
                </a:lnTo>
                <a:lnTo>
                  <a:pt x="20745" y="6940"/>
                </a:lnTo>
                <a:lnTo>
                  <a:pt x="24203" y="6940"/>
                </a:lnTo>
                <a:lnTo>
                  <a:pt x="24203" y="20821"/>
                </a:lnTo>
                <a:lnTo>
                  <a:pt x="20745" y="20821"/>
                </a:lnTo>
                <a:lnTo>
                  <a:pt x="20745" y="24291"/>
                </a:lnTo>
                <a:lnTo>
                  <a:pt x="17288" y="24291"/>
                </a:lnTo>
                <a:lnTo>
                  <a:pt x="17288" y="27761"/>
                </a:lnTo>
                <a:lnTo>
                  <a:pt x="6915" y="27761"/>
                </a:lnTo>
                <a:lnTo>
                  <a:pt x="6915" y="24291"/>
                </a:lnTo>
                <a:lnTo>
                  <a:pt x="3458" y="24291"/>
                </a:lnTo>
                <a:lnTo>
                  <a:pt x="3458" y="2082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1819C-CAF0-4F2C-9E6F-B9B336E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830" y="3058934"/>
            <a:ext cx="848913" cy="1089002"/>
          </a:xfrm>
          <a:custGeom xmlns:a="http://schemas.openxmlformats.org/drawingml/2006/main">
            <a:pathLst>
              <a:path w="848913" h="1089002" fill="none">
                <a:moveTo>
                  <a:pt x="848913" y="47098"/>
                </a:moveTo>
                <a:cubicBezTo>
                  <a:pt x="560581" y="0"/>
                  <a:pt x="197601" y="444559"/>
                  <a:pt x="0" y="108900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146" cap="rnd">
            <a:solidFill>
              <a:srgbClr val="7F8080"/>
            </a:solidFill>
            <a:custDash>
              <a:ds d="100000" sp="199990"/>
            </a:custDash>
            <a:round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B7C57-B999-4DF3-B1C6-62BE5CF1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967" y="4113474"/>
            <a:ext cx="129807" cy="212515"/>
          </a:xfrm>
          <a:custGeom xmlns:a="http://schemas.openxmlformats.org/drawingml/2006/main">
            <a:pathLst>
              <a:path w="129807" h="212515">
                <a:moveTo>
                  <a:pt x="129807" y="35605"/>
                </a:moveTo>
                <a:lnTo>
                  <a:pt x="11487" y="212515"/>
                </a:lnTo>
                <a:lnTo>
                  <a:pt x="0" y="0"/>
                </a:lnTo>
                <a:lnTo>
                  <a:pt x="129807" y="35605"/>
                </a:lnTo>
              </a:path>
            </a:pathLst>
          </a:custGeom>
          <a:solidFill xmlns:a="http://schemas.openxmlformats.org/drawingml/2006/main">
            <a:srgbClr val="7F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45051-9FCE-4675-B30B-9DE94631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911" y="4406453"/>
            <a:ext cx="114529" cy="172212"/>
          </a:xfrm>
          <a:custGeom xmlns:a="http://schemas.openxmlformats.org/drawingml/2006/main">
            <a:pathLst>
              <a:path w="114529" h="172212">
                <a:moveTo>
                  <a:pt x="46256" y="104418"/>
                </a:moveTo>
                <a:cubicBezTo>
                  <a:pt x="49587" y="92818"/>
                  <a:pt x="52669" y="85234"/>
                  <a:pt x="55503" y="81675"/>
                </a:cubicBezTo>
                <a:cubicBezTo>
                  <a:pt x="59715" y="76140"/>
                  <a:pt x="64674" y="73389"/>
                  <a:pt x="70360" y="73389"/>
                </a:cubicBezTo>
                <a:cubicBezTo>
                  <a:pt x="73768" y="73389"/>
                  <a:pt x="76754" y="74899"/>
                  <a:pt x="79358" y="77905"/>
                </a:cubicBezTo>
                <a:cubicBezTo>
                  <a:pt x="81962" y="80890"/>
                  <a:pt x="83264" y="85272"/>
                  <a:pt x="83264" y="91039"/>
                </a:cubicBezTo>
                <a:cubicBezTo>
                  <a:pt x="83264" y="101186"/>
                  <a:pt x="81560" y="111373"/>
                  <a:pt x="78152" y="121597"/>
                </a:cubicBezTo>
                <a:cubicBezTo>
                  <a:pt x="74744" y="131819"/>
                  <a:pt x="70494" y="140532"/>
                  <a:pt x="65420" y="147765"/>
                </a:cubicBezTo>
                <a:cubicBezTo>
                  <a:pt x="60347" y="154981"/>
                  <a:pt x="55503" y="159984"/>
                  <a:pt x="50870" y="162737"/>
                </a:cubicBezTo>
                <a:cubicBezTo>
                  <a:pt x="47960" y="164443"/>
                  <a:pt x="44341" y="165287"/>
                  <a:pt x="40052" y="165287"/>
                </a:cubicBezTo>
                <a:cubicBezTo>
                  <a:pt x="36970" y="165287"/>
                  <a:pt x="33505" y="164075"/>
                  <a:pt x="29695" y="161630"/>
                </a:cubicBezTo>
                <a:lnTo>
                  <a:pt x="46256" y="104418"/>
                </a:lnTo>
                <a:close/>
                <a:moveTo>
                  <a:pt x="69135" y="0"/>
                </a:moveTo>
                <a:lnTo>
                  <a:pt x="28489" y="7180"/>
                </a:lnTo>
                <a:lnTo>
                  <a:pt x="27148" y="12041"/>
                </a:lnTo>
                <a:cubicBezTo>
                  <a:pt x="31762" y="11794"/>
                  <a:pt x="35209" y="12481"/>
                  <a:pt x="37487" y="14112"/>
                </a:cubicBezTo>
                <a:cubicBezTo>
                  <a:pt x="39114" y="15265"/>
                  <a:pt x="39918" y="16789"/>
                  <a:pt x="39918" y="18742"/>
                </a:cubicBezTo>
                <a:cubicBezTo>
                  <a:pt x="39918" y="21022"/>
                  <a:pt x="39038" y="25196"/>
                  <a:pt x="37238" y="31284"/>
                </a:cubicBezTo>
                <a:lnTo>
                  <a:pt x="0" y="160419"/>
                </a:lnTo>
                <a:cubicBezTo>
                  <a:pt x="14934" y="168293"/>
                  <a:pt x="29082" y="172212"/>
                  <a:pt x="42484" y="172212"/>
                </a:cubicBezTo>
                <a:cubicBezTo>
                  <a:pt x="60500" y="172212"/>
                  <a:pt x="76563" y="164636"/>
                  <a:pt x="90673" y="149469"/>
                </a:cubicBezTo>
                <a:cubicBezTo>
                  <a:pt x="106583" y="132261"/>
                  <a:pt x="114529" y="112712"/>
                  <a:pt x="114529" y="90792"/>
                </a:cubicBezTo>
                <a:cubicBezTo>
                  <a:pt x="114529" y="81638"/>
                  <a:pt x="112116" y="73538"/>
                  <a:pt x="107292" y="66515"/>
                </a:cubicBezTo>
                <a:cubicBezTo>
                  <a:pt x="102467" y="59508"/>
                  <a:pt x="95192" y="55985"/>
                  <a:pt x="85447" y="55985"/>
                </a:cubicBezTo>
                <a:cubicBezTo>
                  <a:pt x="80411" y="55985"/>
                  <a:pt x="75740" y="57151"/>
                  <a:pt x="71451" y="59449"/>
                </a:cubicBezTo>
                <a:cubicBezTo>
                  <a:pt x="67143" y="61767"/>
                  <a:pt x="61783" y="66418"/>
                  <a:pt x="55388" y="73389"/>
                </a:cubicBezTo>
                <a:lnTo>
                  <a:pt x="76448" y="0"/>
                </a:lnTo>
                <a:lnTo>
                  <a:pt x="69135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AAB5D-D35F-4A46-89FA-969AB83C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798" y="4501416"/>
            <a:ext cx="42235" cy="109474"/>
          </a:xfrm>
          <a:custGeom xmlns:a="http://schemas.openxmlformats.org/drawingml/2006/main">
            <a:pathLst>
              <a:path w="42235" h="109474">
                <a:moveTo>
                  <a:pt x="1187" y="15198"/>
                </a:moveTo>
                <a:cubicBezTo>
                  <a:pt x="4652" y="13553"/>
                  <a:pt x="7371" y="12730"/>
                  <a:pt x="9324" y="12730"/>
                </a:cubicBezTo>
                <a:cubicBezTo>
                  <a:pt x="10702" y="12730"/>
                  <a:pt x="11870" y="13134"/>
                  <a:pt x="12847" y="13919"/>
                </a:cubicBezTo>
                <a:cubicBezTo>
                  <a:pt x="13823" y="14719"/>
                  <a:pt x="14493" y="15967"/>
                  <a:pt x="14857" y="17650"/>
                </a:cubicBezTo>
                <a:cubicBezTo>
                  <a:pt x="15393" y="19858"/>
                  <a:pt x="15661" y="24868"/>
                  <a:pt x="15661" y="32660"/>
                </a:cubicBezTo>
                <a:lnTo>
                  <a:pt x="15661" y="90560"/>
                </a:lnTo>
                <a:cubicBezTo>
                  <a:pt x="15661" y="96993"/>
                  <a:pt x="15355" y="100859"/>
                  <a:pt x="14780" y="102138"/>
                </a:cubicBezTo>
                <a:cubicBezTo>
                  <a:pt x="14206" y="103447"/>
                  <a:pt x="13172" y="104479"/>
                  <a:pt x="11698" y="105241"/>
                </a:cubicBezTo>
                <a:cubicBezTo>
                  <a:pt x="10224" y="105990"/>
                  <a:pt x="6950" y="106430"/>
                  <a:pt x="1895" y="106543"/>
                </a:cubicBezTo>
                <a:lnTo>
                  <a:pt x="1895" y="109474"/>
                </a:lnTo>
                <a:lnTo>
                  <a:pt x="42235" y="109474"/>
                </a:lnTo>
                <a:lnTo>
                  <a:pt x="42235" y="106543"/>
                </a:lnTo>
                <a:cubicBezTo>
                  <a:pt x="37372" y="106430"/>
                  <a:pt x="34156" y="105990"/>
                  <a:pt x="32586" y="105182"/>
                </a:cubicBezTo>
                <a:cubicBezTo>
                  <a:pt x="30997" y="104404"/>
                  <a:pt x="29963" y="103267"/>
                  <a:pt x="29446" y="101793"/>
                </a:cubicBezTo>
                <a:cubicBezTo>
                  <a:pt x="28948" y="100321"/>
                  <a:pt x="28699" y="96566"/>
                  <a:pt x="28699" y="90560"/>
                </a:cubicBezTo>
                <a:lnTo>
                  <a:pt x="28699" y="0"/>
                </a:lnTo>
                <a:lnTo>
                  <a:pt x="26095" y="0"/>
                </a:lnTo>
                <a:lnTo>
                  <a:pt x="0" y="12730"/>
                </a:lnTo>
                <a:lnTo>
                  <a:pt x="1187" y="15198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B4511-7246-49EE-9FC1-7737CE4E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578" y="4402181"/>
            <a:ext cx="3036635" cy="176484"/>
          </a:xfrm>
          <a:custGeom xmlns:a="http://schemas.openxmlformats.org/drawingml/2006/main">
            <a:pathLst>
              <a:path w="3036635" h="176484">
                <a:moveTo>
                  <a:pt x="3028556" y="51559"/>
                </a:moveTo>
                <a:cubicBezTo>
                  <a:pt x="3033936" y="44536"/>
                  <a:pt x="3036635" y="36976"/>
                  <a:pt x="3036635" y="28854"/>
                </a:cubicBezTo>
                <a:cubicBezTo>
                  <a:pt x="3036635" y="21966"/>
                  <a:pt x="3034453" y="16140"/>
                  <a:pt x="3030068" y="11399"/>
                </a:cubicBezTo>
                <a:cubicBezTo>
                  <a:pt x="3025684" y="6649"/>
                  <a:pt x="3020725" y="4271"/>
                  <a:pt x="3015211" y="4271"/>
                </a:cubicBezTo>
                <a:cubicBezTo>
                  <a:pt x="3010827" y="4271"/>
                  <a:pt x="3007151" y="5692"/>
                  <a:pt x="3004145" y="8527"/>
                </a:cubicBezTo>
                <a:cubicBezTo>
                  <a:pt x="3001139" y="11376"/>
                  <a:pt x="2999646" y="14750"/>
                  <a:pt x="2999646" y="18631"/>
                </a:cubicBezTo>
                <a:cubicBezTo>
                  <a:pt x="2999646" y="22115"/>
                  <a:pt x="3000871" y="25123"/>
                  <a:pt x="3003341" y="27627"/>
                </a:cubicBezTo>
                <a:cubicBezTo>
                  <a:pt x="3005830" y="30154"/>
                  <a:pt x="3008721" y="31404"/>
                  <a:pt x="3012052" y="31404"/>
                </a:cubicBezTo>
                <a:cubicBezTo>
                  <a:pt x="3013431" y="31404"/>
                  <a:pt x="3015058" y="31098"/>
                  <a:pt x="3016915" y="30447"/>
                </a:cubicBezTo>
                <a:cubicBezTo>
                  <a:pt x="3018715" y="29796"/>
                  <a:pt x="3020132" y="29467"/>
                  <a:pt x="3021185" y="29467"/>
                </a:cubicBezTo>
                <a:cubicBezTo>
                  <a:pt x="3022161" y="29467"/>
                  <a:pt x="3023042" y="29984"/>
                  <a:pt x="3023865" y="31037"/>
                </a:cubicBezTo>
                <a:cubicBezTo>
                  <a:pt x="3024669" y="32189"/>
                  <a:pt x="3025071" y="34179"/>
                  <a:pt x="3025071" y="37012"/>
                </a:cubicBezTo>
                <a:cubicBezTo>
                  <a:pt x="3025071" y="41799"/>
                  <a:pt x="3023520" y="46242"/>
                  <a:pt x="3020400" y="50339"/>
                </a:cubicBezTo>
                <a:cubicBezTo>
                  <a:pt x="3017260" y="54431"/>
                  <a:pt x="3012167" y="58306"/>
                  <a:pt x="3005122" y="61963"/>
                </a:cubicBezTo>
                <a:lnTo>
                  <a:pt x="3005122" y="67071"/>
                </a:lnTo>
                <a:cubicBezTo>
                  <a:pt x="3015345" y="63741"/>
                  <a:pt x="3023157" y="58566"/>
                  <a:pt x="3028556" y="51559"/>
                </a:cubicBezTo>
                <a:close/>
                <a:moveTo>
                  <a:pt x="2970124" y="52097"/>
                </a:moveTo>
                <a:cubicBezTo>
                  <a:pt x="2975599" y="45053"/>
                  <a:pt x="2978337" y="37259"/>
                  <a:pt x="2978337" y="28741"/>
                </a:cubicBezTo>
                <a:cubicBezTo>
                  <a:pt x="2978337" y="21675"/>
                  <a:pt x="2976174" y="15833"/>
                  <a:pt x="2971827" y="11204"/>
                </a:cubicBezTo>
                <a:cubicBezTo>
                  <a:pt x="2967481" y="6590"/>
                  <a:pt x="2962638" y="4271"/>
                  <a:pt x="2957277" y="4271"/>
                </a:cubicBezTo>
                <a:cubicBezTo>
                  <a:pt x="2952816" y="4271"/>
                  <a:pt x="2949025" y="5730"/>
                  <a:pt x="2945904" y="8654"/>
                </a:cubicBezTo>
                <a:cubicBezTo>
                  <a:pt x="2942784" y="11570"/>
                  <a:pt x="2941214" y="14974"/>
                  <a:pt x="2941214" y="18885"/>
                </a:cubicBezTo>
                <a:cubicBezTo>
                  <a:pt x="2941214" y="22362"/>
                  <a:pt x="2942439" y="25331"/>
                  <a:pt x="2944871" y="27761"/>
                </a:cubicBezTo>
                <a:cubicBezTo>
                  <a:pt x="2947302" y="30193"/>
                  <a:pt x="2950212" y="31404"/>
                  <a:pt x="2953620" y="31404"/>
                </a:cubicBezTo>
                <a:cubicBezTo>
                  <a:pt x="2955420" y="31404"/>
                  <a:pt x="2957200" y="31098"/>
                  <a:pt x="2958981" y="30447"/>
                </a:cubicBezTo>
                <a:cubicBezTo>
                  <a:pt x="2960761" y="29796"/>
                  <a:pt x="2962063" y="29467"/>
                  <a:pt x="2962887" y="29467"/>
                </a:cubicBezTo>
                <a:cubicBezTo>
                  <a:pt x="2963940" y="29467"/>
                  <a:pt x="2964916" y="30020"/>
                  <a:pt x="2965797" y="31173"/>
                </a:cubicBezTo>
                <a:cubicBezTo>
                  <a:pt x="2966620" y="32302"/>
                  <a:pt x="2967022" y="34006"/>
                  <a:pt x="2967022" y="36288"/>
                </a:cubicBezTo>
                <a:cubicBezTo>
                  <a:pt x="2967022" y="41224"/>
                  <a:pt x="2965739" y="45591"/>
                  <a:pt x="2963193" y="49361"/>
                </a:cubicBezTo>
                <a:cubicBezTo>
                  <a:pt x="2960627" y="53129"/>
                  <a:pt x="2955247" y="57349"/>
                  <a:pt x="2947053" y="61963"/>
                </a:cubicBezTo>
                <a:lnTo>
                  <a:pt x="2947053" y="67071"/>
                </a:lnTo>
                <a:cubicBezTo>
                  <a:pt x="2956951" y="64161"/>
                  <a:pt x="2964648" y="59165"/>
                  <a:pt x="2970124" y="52097"/>
                </a:cubicBezTo>
                <a:close/>
                <a:moveTo>
                  <a:pt x="2858505" y="74691"/>
                </a:moveTo>
                <a:cubicBezTo>
                  <a:pt x="2863828" y="69441"/>
                  <a:pt x="2869858" y="66824"/>
                  <a:pt x="2876598" y="66824"/>
                </a:cubicBezTo>
                <a:cubicBezTo>
                  <a:pt x="2880963" y="66824"/>
                  <a:pt x="2885175" y="68124"/>
                  <a:pt x="2889195" y="70727"/>
                </a:cubicBezTo>
                <a:cubicBezTo>
                  <a:pt x="2893197" y="73329"/>
                  <a:pt x="2896222" y="76890"/>
                  <a:pt x="2898251" y="81430"/>
                </a:cubicBezTo>
                <a:cubicBezTo>
                  <a:pt x="2899553" y="84361"/>
                  <a:pt x="2900396" y="89394"/>
                  <a:pt x="2900817" y="96536"/>
                </a:cubicBezTo>
                <a:lnTo>
                  <a:pt x="2849200" y="96536"/>
                </a:lnTo>
                <a:cubicBezTo>
                  <a:pt x="2850100" y="87195"/>
                  <a:pt x="2853202" y="79919"/>
                  <a:pt x="2858505" y="74691"/>
                </a:cubicBezTo>
                <a:close/>
                <a:moveTo>
                  <a:pt x="2926242" y="103581"/>
                </a:moveTo>
                <a:cubicBezTo>
                  <a:pt x="2926242" y="89798"/>
                  <a:pt x="2922241" y="78790"/>
                  <a:pt x="2914199" y="70532"/>
                </a:cubicBezTo>
                <a:cubicBezTo>
                  <a:pt x="2906158" y="62305"/>
                  <a:pt x="2895896" y="58185"/>
                  <a:pt x="2883413" y="58185"/>
                </a:cubicBezTo>
                <a:cubicBezTo>
                  <a:pt x="2868633" y="58185"/>
                  <a:pt x="2856361" y="63525"/>
                  <a:pt x="2846577" y="74189"/>
                </a:cubicBezTo>
                <a:cubicBezTo>
                  <a:pt x="2836813" y="84855"/>
                  <a:pt x="2831912" y="99729"/>
                  <a:pt x="2831912" y="118800"/>
                </a:cubicBezTo>
                <a:cubicBezTo>
                  <a:pt x="2831912" y="136412"/>
                  <a:pt x="2836679" y="150428"/>
                  <a:pt x="2846214" y="160861"/>
                </a:cubicBezTo>
                <a:cubicBezTo>
                  <a:pt x="2855748" y="171278"/>
                  <a:pt x="2867216" y="176484"/>
                  <a:pt x="2880599" y="176484"/>
                </a:cubicBezTo>
                <a:cubicBezTo>
                  <a:pt x="2892929" y="176484"/>
                  <a:pt x="2903210" y="171929"/>
                  <a:pt x="2911404" y="162798"/>
                </a:cubicBezTo>
                <a:cubicBezTo>
                  <a:pt x="2919598" y="153666"/>
                  <a:pt x="2924538" y="143555"/>
                  <a:pt x="2926242" y="132433"/>
                </a:cubicBezTo>
                <a:lnTo>
                  <a:pt x="2922470" y="130004"/>
                </a:lnTo>
                <a:cubicBezTo>
                  <a:pt x="2918833" y="139749"/>
                  <a:pt x="2914295" y="146620"/>
                  <a:pt x="2908896" y="150637"/>
                </a:cubicBezTo>
                <a:cubicBezTo>
                  <a:pt x="2903516" y="154638"/>
                  <a:pt x="2897160" y="156651"/>
                  <a:pt x="2889846" y="156651"/>
                </a:cubicBezTo>
                <a:cubicBezTo>
                  <a:pt x="2878895" y="156651"/>
                  <a:pt x="2869361" y="151962"/>
                  <a:pt x="2861243" y="142546"/>
                </a:cubicBezTo>
                <a:cubicBezTo>
                  <a:pt x="2853144" y="133123"/>
                  <a:pt x="2849124" y="120138"/>
                  <a:pt x="2849200" y="103581"/>
                </a:cubicBezTo>
                <a:lnTo>
                  <a:pt x="2926242" y="103581"/>
                </a:lnTo>
                <a:close/>
                <a:moveTo>
                  <a:pt x="2811235" y="129024"/>
                </a:moveTo>
                <a:cubicBezTo>
                  <a:pt x="2807004" y="138843"/>
                  <a:pt x="2802677" y="145627"/>
                  <a:pt x="2798216" y="149358"/>
                </a:cubicBezTo>
                <a:cubicBezTo>
                  <a:pt x="2791879" y="154795"/>
                  <a:pt x="2784737" y="157510"/>
                  <a:pt x="2776792" y="157510"/>
                </a:cubicBezTo>
                <a:cubicBezTo>
                  <a:pt x="2765668" y="157510"/>
                  <a:pt x="2756842" y="152425"/>
                  <a:pt x="2750314" y="142238"/>
                </a:cubicBezTo>
                <a:cubicBezTo>
                  <a:pt x="2743785" y="132053"/>
                  <a:pt x="2740511" y="120311"/>
                  <a:pt x="2740511" y="106991"/>
                </a:cubicBezTo>
                <a:cubicBezTo>
                  <a:pt x="2740511" y="93934"/>
                  <a:pt x="2743804" y="83419"/>
                  <a:pt x="2750371" y="75476"/>
                </a:cubicBezTo>
                <a:cubicBezTo>
                  <a:pt x="2755330" y="69464"/>
                  <a:pt x="2761858" y="66456"/>
                  <a:pt x="2769976" y="66456"/>
                </a:cubicBezTo>
                <a:cubicBezTo>
                  <a:pt x="2774992" y="66456"/>
                  <a:pt x="2778936" y="67683"/>
                  <a:pt x="2781770" y="70115"/>
                </a:cubicBezTo>
                <a:cubicBezTo>
                  <a:pt x="2784622" y="72642"/>
                  <a:pt x="2786269" y="76276"/>
                  <a:pt x="2786709" y="81062"/>
                </a:cubicBezTo>
                <a:cubicBezTo>
                  <a:pt x="2787150" y="85849"/>
                  <a:pt x="2788069" y="89109"/>
                  <a:pt x="2789447" y="90807"/>
                </a:cubicBezTo>
                <a:cubicBezTo>
                  <a:pt x="2791879" y="93895"/>
                  <a:pt x="2795497" y="95421"/>
                  <a:pt x="2800283" y="95421"/>
                </a:cubicBezTo>
                <a:cubicBezTo>
                  <a:pt x="2803845" y="95421"/>
                  <a:pt x="2806621" y="94487"/>
                  <a:pt x="2808612" y="92572"/>
                </a:cubicBezTo>
                <a:cubicBezTo>
                  <a:pt x="2810603" y="90681"/>
                  <a:pt x="2811599" y="88167"/>
                  <a:pt x="2811599" y="85087"/>
                </a:cubicBezTo>
                <a:cubicBezTo>
                  <a:pt x="2811599" y="78841"/>
                  <a:pt x="2808076" y="72814"/>
                  <a:pt x="2801011" y="67009"/>
                </a:cubicBezTo>
                <a:cubicBezTo>
                  <a:pt x="2793946" y="61214"/>
                  <a:pt x="2784948" y="58306"/>
                  <a:pt x="2773997" y="58306"/>
                </a:cubicBezTo>
                <a:cubicBezTo>
                  <a:pt x="2759389" y="58306"/>
                  <a:pt x="2746867" y="63795"/>
                  <a:pt x="2736433" y="74750"/>
                </a:cubicBezTo>
                <a:cubicBezTo>
                  <a:pt x="2726018" y="85699"/>
                  <a:pt x="2720791" y="99947"/>
                  <a:pt x="2720791" y="117462"/>
                </a:cubicBezTo>
                <a:cubicBezTo>
                  <a:pt x="2720791" y="135552"/>
                  <a:pt x="2725501" y="149934"/>
                  <a:pt x="2734921" y="160562"/>
                </a:cubicBezTo>
                <a:cubicBezTo>
                  <a:pt x="2744321" y="171182"/>
                  <a:pt x="2755368" y="176484"/>
                  <a:pt x="2768023" y="176484"/>
                </a:cubicBezTo>
                <a:cubicBezTo>
                  <a:pt x="2778649" y="176484"/>
                  <a:pt x="2788356" y="172543"/>
                  <a:pt x="2797105" y="164638"/>
                </a:cubicBezTo>
                <a:cubicBezTo>
                  <a:pt x="2805874" y="156710"/>
                  <a:pt x="2811752" y="145418"/>
                  <a:pt x="2814758" y="130730"/>
                </a:cubicBezTo>
                <a:lnTo>
                  <a:pt x="2811235" y="129024"/>
                </a:lnTo>
                <a:close/>
                <a:moveTo>
                  <a:pt x="2655448" y="61595"/>
                </a:moveTo>
                <a:lnTo>
                  <a:pt x="2655448" y="66090"/>
                </a:lnTo>
                <a:cubicBezTo>
                  <a:pt x="2662742" y="66270"/>
                  <a:pt x="2667547" y="67452"/>
                  <a:pt x="2669864" y="69695"/>
                </a:cubicBezTo>
                <a:cubicBezTo>
                  <a:pt x="2672181" y="71932"/>
                  <a:pt x="2673329" y="76201"/>
                  <a:pt x="2673329" y="82544"/>
                </a:cubicBezTo>
                <a:lnTo>
                  <a:pt x="2673329" y="145701"/>
                </a:lnTo>
                <a:cubicBezTo>
                  <a:pt x="2667241" y="151864"/>
                  <a:pt x="2661995" y="156036"/>
                  <a:pt x="2657573" y="158244"/>
                </a:cubicBezTo>
                <a:cubicBezTo>
                  <a:pt x="2653150" y="160426"/>
                  <a:pt x="2649187" y="161535"/>
                  <a:pt x="2645702" y="161535"/>
                </a:cubicBezTo>
                <a:cubicBezTo>
                  <a:pt x="2640591" y="161535"/>
                  <a:pt x="2636225" y="159904"/>
                  <a:pt x="2632626" y="156651"/>
                </a:cubicBezTo>
                <a:cubicBezTo>
                  <a:pt x="2629008" y="153419"/>
                  <a:pt x="2627208" y="146599"/>
                  <a:pt x="2627208" y="136203"/>
                </a:cubicBezTo>
                <a:lnTo>
                  <a:pt x="2627208" y="61595"/>
                </a:lnTo>
                <a:lnTo>
                  <a:pt x="2588132" y="61595"/>
                </a:lnTo>
                <a:lnTo>
                  <a:pt x="2588132" y="66090"/>
                </a:lnTo>
                <a:cubicBezTo>
                  <a:pt x="2593971" y="66016"/>
                  <a:pt x="2598011" y="66531"/>
                  <a:pt x="2600251" y="67624"/>
                </a:cubicBezTo>
                <a:cubicBezTo>
                  <a:pt x="2602472" y="68715"/>
                  <a:pt x="2604157" y="70285"/>
                  <a:pt x="2605286" y="72313"/>
                </a:cubicBezTo>
                <a:cubicBezTo>
                  <a:pt x="2606435" y="74346"/>
                  <a:pt x="2606990" y="77982"/>
                  <a:pt x="2606990" y="83270"/>
                </a:cubicBezTo>
                <a:lnTo>
                  <a:pt x="2606990" y="133048"/>
                </a:lnTo>
                <a:cubicBezTo>
                  <a:pt x="2606990" y="143421"/>
                  <a:pt x="2607890" y="151468"/>
                  <a:pt x="2609671" y="157150"/>
                </a:cubicBezTo>
                <a:cubicBezTo>
                  <a:pt x="2611451" y="162819"/>
                  <a:pt x="2614648" y="167472"/>
                  <a:pt x="2619224" y="171092"/>
                </a:cubicBezTo>
                <a:cubicBezTo>
                  <a:pt x="2623819" y="174690"/>
                  <a:pt x="2629237" y="176484"/>
                  <a:pt x="2635479" y="176484"/>
                </a:cubicBezTo>
                <a:cubicBezTo>
                  <a:pt x="2641088" y="176484"/>
                  <a:pt x="2646392" y="175168"/>
                  <a:pt x="2651427" y="172482"/>
                </a:cubicBezTo>
                <a:cubicBezTo>
                  <a:pt x="2656462" y="169806"/>
                  <a:pt x="2663757" y="163277"/>
                  <a:pt x="2673329" y="152881"/>
                </a:cubicBezTo>
                <a:lnTo>
                  <a:pt x="2673329" y="176484"/>
                </a:lnTo>
                <a:lnTo>
                  <a:pt x="2678805" y="176484"/>
                </a:lnTo>
                <a:lnTo>
                  <a:pt x="2712157" y="162737"/>
                </a:lnTo>
                <a:lnTo>
                  <a:pt x="2710453" y="158491"/>
                </a:lnTo>
                <a:cubicBezTo>
                  <a:pt x="2707294" y="159865"/>
                  <a:pt x="2704460" y="160562"/>
                  <a:pt x="2701933" y="160562"/>
                </a:cubicBezTo>
                <a:cubicBezTo>
                  <a:pt x="2700152" y="160562"/>
                  <a:pt x="2698582" y="159986"/>
                  <a:pt x="2697242" y="158856"/>
                </a:cubicBezTo>
                <a:cubicBezTo>
                  <a:pt x="2695921" y="157706"/>
                  <a:pt x="2694945" y="155693"/>
                  <a:pt x="2694332" y="152822"/>
                </a:cubicBezTo>
                <a:cubicBezTo>
                  <a:pt x="2693719" y="149950"/>
                  <a:pt x="2693413" y="142045"/>
                  <a:pt x="2693413" y="129144"/>
                </a:cubicBezTo>
                <a:lnTo>
                  <a:pt x="2693413" y="61595"/>
                </a:lnTo>
                <a:lnTo>
                  <a:pt x="2655448" y="61595"/>
                </a:lnTo>
                <a:close/>
                <a:moveTo>
                  <a:pt x="2524109" y="161288"/>
                </a:moveTo>
                <a:cubicBezTo>
                  <a:pt x="2519572" y="161288"/>
                  <a:pt x="2515551" y="159350"/>
                  <a:pt x="2512067" y="155506"/>
                </a:cubicBezTo>
                <a:cubicBezTo>
                  <a:pt x="2508582" y="151654"/>
                  <a:pt x="2506840" y="146793"/>
                  <a:pt x="2506840" y="140953"/>
                </a:cubicBezTo>
                <a:cubicBezTo>
                  <a:pt x="2506840" y="136337"/>
                  <a:pt x="2508218" y="132068"/>
                  <a:pt x="2510975" y="128187"/>
                </a:cubicBezTo>
                <a:cubicBezTo>
                  <a:pt x="2513732" y="124276"/>
                  <a:pt x="2518308" y="120542"/>
                  <a:pt x="2524722" y="116983"/>
                </a:cubicBezTo>
                <a:cubicBezTo>
                  <a:pt x="2528302" y="114956"/>
                  <a:pt x="2536209" y="111509"/>
                  <a:pt x="2548462" y="106625"/>
                </a:cubicBezTo>
                <a:lnTo>
                  <a:pt x="2548462" y="149111"/>
                </a:lnTo>
                <a:cubicBezTo>
                  <a:pt x="2538392" y="157227"/>
                  <a:pt x="2530274" y="161288"/>
                  <a:pt x="2524109" y="161288"/>
                </a:cubicBezTo>
                <a:close/>
                <a:moveTo>
                  <a:pt x="2552119" y="171144"/>
                </a:moveTo>
                <a:cubicBezTo>
                  <a:pt x="2554455" y="173903"/>
                  <a:pt x="2557633" y="175279"/>
                  <a:pt x="2561596" y="175279"/>
                </a:cubicBezTo>
                <a:cubicBezTo>
                  <a:pt x="2569886" y="175279"/>
                  <a:pt x="2578559" y="169193"/>
                  <a:pt x="2587653" y="157016"/>
                </a:cubicBezTo>
                <a:lnTo>
                  <a:pt x="2587653" y="150204"/>
                </a:lnTo>
                <a:cubicBezTo>
                  <a:pt x="2582790" y="155079"/>
                  <a:pt x="2579497" y="158033"/>
                  <a:pt x="2577793" y="159080"/>
                </a:cubicBezTo>
                <a:cubicBezTo>
                  <a:pt x="2576817" y="159657"/>
                  <a:pt x="2575687" y="159948"/>
                  <a:pt x="2574385" y="159948"/>
                </a:cubicBezTo>
                <a:cubicBezTo>
                  <a:pt x="2573160" y="159948"/>
                  <a:pt x="2572088" y="159544"/>
                  <a:pt x="2571150" y="158722"/>
                </a:cubicBezTo>
                <a:cubicBezTo>
                  <a:pt x="2570231" y="157914"/>
                  <a:pt x="2569561" y="156306"/>
                  <a:pt x="2569159" y="153913"/>
                </a:cubicBezTo>
                <a:cubicBezTo>
                  <a:pt x="2568737" y="151520"/>
                  <a:pt x="2568546" y="145014"/>
                  <a:pt x="2568546" y="134386"/>
                </a:cubicBezTo>
                <a:lnTo>
                  <a:pt x="2568546" y="96536"/>
                </a:lnTo>
                <a:cubicBezTo>
                  <a:pt x="2568546" y="85738"/>
                  <a:pt x="2567818" y="78594"/>
                  <a:pt x="2566344" y="75110"/>
                </a:cubicBezTo>
                <a:cubicBezTo>
                  <a:pt x="2564085" y="69747"/>
                  <a:pt x="2560543" y="65828"/>
                  <a:pt x="2555757" y="63301"/>
                </a:cubicBezTo>
                <a:cubicBezTo>
                  <a:pt x="2549439" y="59966"/>
                  <a:pt x="2541321" y="58306"/>
                  <a:pt x="2531423" y="58306"/>
                </a:cubicBezTo>
                <a:cubicBezTo>
                  <a:pt x="2518519" y="58306"/>
                  <a:pt x="2508486" y="61229"/>
                  <a:pt x="2501364" y="67071"/>
                </a:cubicBezTo>
                <a:cubicBezTo>
                  <a:pt x="2494223" y="72910"/>
                  <a:pt x="2490643" y="79320"/>
                  <a:pt x="2490643" y="86312"/>
                </a:cubicBezTo>
                <a:cubicBezTo>
                  <a:pt x="2490643" y="89948"/>
                  <a:pt x="2491600" y="92842"/>
                  <a:pt x="2493495" y="94943"/>
                </a:cubicBezTo>
                <a:cubicBezTo>
                  <a:pt x="2495410" y="97053"/>
                  <a:pt x="2497861" y="98107"/>
                  <a:pt x="2500866" y="98107"/>
                </a:cubicBezTo>
                <a:cubicBezTo>
                  <a:pt x="2503949" y="98107"/>
                  <a:pt x="2506438" y="97089"/>
                  <a:pt x="2508352" y="95063"/>
                </a:cubicBezTo>
                <a:cubicBezTo>
                  <a:pt x="2510267" y="93051"/>
                  <a:pt x="2511224" y="90156"/>
                  <a:pt x="2511224" y="86425"/>
                </a:cubicBezTo>
                <a:lnTo>
                  <a:pt x="2510975" y="79366"/>
                </a:lnTo>
                <a:cubicBezTo>
                  <a:pt x="2510975" y="75797"/>
                  <a:pt x="2512507" y="72642"/>
                  <a:pt x="2515589" y="69868"/>
                </a:cubicBezTo>
                <a:cubicBezTo>
                  <a:pt x="2518595" y="67107"/>
                  <a:pt x="2522654" y="65730"/>
                  <a:pt x="2527766" y="65730"/>
                </a:cubicBezTo>
                <a:cubicBezTo>
                  <a:pt x="2534505" y="65730"/>
                  <a:pt x="2539636" y="67796"/>
                  <a:pt x="2543159" y="71932"/>
                </a:cubicBezTo>
                <a:cubicBezTo>
                  <a:pt x="2546701" y="76090"/>
                  <a:pt x="2548462" y="83710"/>
                  <a:pt x="2548462" y="94832"/>
                </a:cubicBezTo>
                <a:lnTo>
                  <a:pt x="2548462" y="99214"/>
                </a:lnTo>
                <a:cubicBezTo>
                  <a:pt x="2529317" y="106183"/>
                  <a:pt x="2515609" y="112099"/>
                  <a:pt x="2507376" y="116983"/>
                </a:cubicBezTo>
                <a:cubicBezTo>
                  <a:pt x="2499143" y="121844"/>
                  <a:pt x="2493361" y="127034"/>
                  <a:pt x="2490030" y="132546"/>
                </a:cubicBezTo>
                <a:cubicBezTo>
                  <a:pt x="2487599" y="136533"/>
                  <a:pt x="2486392" y="141237"/>
                  <a:pt x="2486392" y="146682"/>
                </a:cubicBezTo>
                <a:cubicBezTo>
                  <a:pt x="2486392" y="155274"/>
                  <a:pt x="2488881" y="162222"/>
                  <a:pt x="2493878" y="167487"/>
                </a:cubicBezTo>
                <a:cubicBezTo>
                  <a:pt x="2498856" y="172775"/>
                  <a:pt x="2505212" y="175400"/>
                  <a:pt x="2512928" y="175400"/>
                </a:cubicBezTo>
                <a:cubicBezTo>
                  <a:pt x="2517868" y="175400"/>
                  <a:pt x="2522539" y="174381"/>
                  <a:pt x="2526924" y="172348"/>
                </a:cubicBezTo>
                <a:cubicBezTo>
                  <a:pt x="2529834" y="170972"/>
                  <a:pt x="2537013" y="165864"/>
                  <a:pt x="2548462" y="157016"/>
                </a:cubicBezTo>
                <a:cubicBezTo>
                  <a:pt x="2548539" y="163681"/>
                  <a:pt x="2549764" y="168393"/>
                  <a:pt x="2552119" y="171144"/>
                </a:cubicBezTo>
                <a:close/>
                <a:moveTo>
                  <a:pt x="2456564" y="58306"/>
                </a:moveTo>
                <a:cubicBezTo>
                  <a:pt x="2455587" y="60257"/>
                  <a:pt x="2454745" y="61520"/>
                  <a:pt x="2454017" y="62089"/>
                </a:cubicBezTo>
                <a:cubicBezTo>
                  <a:pt x="2453290" y="62650"/>
                  <a:pt x="2452275" y="62935"/>
                  <a:pt x="2450973" y="62935"/>
                </a:cubicBezTo>
                <a:cubicBezTo>
                  <a:pt x="2449595" y="62935"/>
                  <a:pt x="2446838" y="62321"/>
                  <a:pt x="2442702" y="61116"/>
                </a:cubicBezTo>
                <a:cubicBezTo>
                  <a:pt x="2436442" y="59240"/>
                  <a:pt x="2431138" y="58306"/>
                  <a:pt x="2426754" y="58306"/>
                </a:cubicBezTo>
                <a:cubicBezTo>
                  <a:pt x="2416760" y="58306"/>
                  <a:pt x="2408623" y="61402"/>
                  <a:pt x="2402344" y="67570"/>
                </a:cubicBezTo>
                <a:cubicBezTo>
                  <a:pt x="2396064" y="73733"/>
                  <a:pt x="2392905" y="81392"/>
                  <a:pt x="2392905" y="90560"/>
                </a:cubicBezTo>
                <a:cubicBezTo>
                  <a:pt x="2392905" y="97629"/>
                  <a:pt x="2394743" y="103468"/>
                  <a:pt x="2398380" y="108098"/>
                </a:cubicBezTo>
                <a:cubicBezTo>
                  <a:pt x="2402037" y="112809"/>
                  <a:pt x="2409753" y="118074"/>
                  <a:pt x="2421508" y="123916"/>
                </a:cubicBezTo>
                <a:cubicBezTo>
                  <a:pt x="2433283" y="129749"/>
                  <a:pt x="2441132" y="134580"/>
                  <a:pt x="2445076" y="138409"/>
                </a:cubicBezTo>
                <a:cubicBezTo>
                  <a:pt x="2449001" y="142217"/>
                  <a:pt x="2450973" y="146929"/>
                  <a:pt x="2450973" y="152515"/>
                </a:cubicBezTo>
                <a:cubicBezTo>
                  <a:pt x="2450973" y="157150"/>
                  <a:pt x="2449212" y="161092"/>
                  <a:pt x="2445670" y="164391"/>
                </a:cubicBezTo>
                <a:cubicBezTo>
                  <a:pt x="2442147" y="167680"/>
                  <a:pt x="2437590" y="169304"/>
                  <a:pt x="2431981" y="169304"/>
                </a:cubicBezTo>
                <a:cubicBezTo>
                  <a:pt x="2424035" y="169304"/>
                  <a:pt x="2416856" y="166432"/>
                  <a:pt x="2410442" y="160673"/>
                </a:cubicBezTo>
                <a:cubicBezTo>
                  <a:pt x="2404028" y="154908"/>
                  <a:pt x="2399682" y="146352"/>
                  <a:pt x="2397423" y="134999"/>
                </a:cubicBezTo>
                <a:lnTo>
                  <a:pt x="2393403" y="134999"/>
                </a:lnTo>
                <a:lnTo>
                  <a:pt x="2393403" y="174785"/>
                </a:lnTo>
                <a:lnTo>
                  <a:pt x="2397423" y="174785"/>
                </a:lnTo>
                <a:cubicBezTo>
                  <a:pt x="2398476" y="172677"/>
                  <a:pt x="2399931" y="171622"/>
                  <a:pt x="2401788" y="171622"/>
                </a:cubicBezTo>
                <a:cubicBezTo>
                  <a:pt x="2403492" y="171622"/>
                  <a:pt x="2405694" y="172026"/>
                  <a:pt x="2408374" y="172850"/>
                </a:cubicBezTo>
                <a:cubicBezTo>
                  <a:pt x="2417143" y="175279"/>
                  <a:pt x="2424916" y="176484"/>
                  <a:pt x="2431732" y="176484"/>
                </a:cubicBezTo>
                <a:cubicBezTo>
                  <a:pt x="2441228" y="176484"/>
                  <a:pt x="2449805" y="173388"/>
                  <a:pt x="2457483" y="167181"/>
                </a:cubicBezTo>
                <a:cubicBezTo>
                  <a:pt x="2465160" y="160979"/>
                  <a:pt x="2468989" y="152806"/>
                  <a:pt x="2468989" y="142657"/>
                </a:cubicBezTo>
                <a:cubicBezTo>
                  <a:pt x="2468989" y="129525"/>
                  <a:pt x="2460757" y="118921"/>
                  <a:pt x="2444272" y="110895"/>
                </a:cubicBezTo>
                <a:lnTo>
                  <a:pt x="2426505" y="102243"/>
                </a:lnTo>
                <a:cubicBezTo>
                  <a:pt x="2418790" y="98525"/>
                  <a:pt x="2413678" y="94989"/>
                  <a:pt x="2411170" y="91654"/>
                </a:cubicBezTo>
                <a:cubicBezTo>
                  <a:pt x="2408566" y="88414"/>
                  <a:pt x="2407283" y="84510"/>
                  <a:pt x="2407283" y="79971"/>
                </a:cubicBezTo>
                <a:cubicBezTo>
                  <a:pt x="2407283" y="76322"/>
                  <a:pt x="2409025" y="73008"/>
                  <a:pt x="2412510" y="70002"/>
                </a:cubicBezTo>
                <a:cubicBezTo>
                  <a:pt x="2415994" y="66996"/>
                  <a:pt x="2420589" y="65499"/>
                  <a:pt x="2426256" y="65499"/>
                </a:cubicBezTo>
                <a:cubicBezTo>
                  <a:pt x="2433723" y="65499"/>
                  <a:pt x="2439869" y="67645"/>
                  <a:pt x="2444693" y="71932"/>
                </a:cubicBezTo>
                <a:cubicBezTo>
                  <a:pt x="2449537" y="76239"/>
                  <a:pt x="2453481" y="84361"/>
                  <a:pt x="2456564" y="96289"/>
                </a:cubicBezTo>
                <a:lnTo>
                  <a:pt x="2460584" y="96289"/>
                </a:lnTo>
                <a:lnTo>
                  <a:pt x="2460584" y="58306"/>
                </a:lnTo>
                <a:lnTo>
                  <a:pt x="2456564" y="58306"/>
                </a:lnTo>
                <a:close/>
                <a:moveTo>
                  <a:pt x="2344964" y="19550"/>
                </a:moveTo>
                <a:cubicBezTo>
                  <a:pt x="2339527" y="26559"/>
                  <a:pt x="2336808" y="34328"/>
                  <a:pt x="2336808" y="42853"/>
                </a:cubicBezTo>
                <a:cubicBezTo>
                  <a:pt x="2336808" y="49742"/>
                  <a:pt x="2338953" y="55509"/>
                  <a:pt x="2343260" y="60138"/>
                </a:cubicBezTo>
                <a:cubicBezTo>
                  <a:pt x="2347549" y="64752"/>
                  <a:pt x="2352393" y="67071"/>
                  <a:pt x="2357734" y="67071"/>
                </a:cubicBezTo>
                <a:cubicBezTo>
                  <a:pt x="2362291" y="67071"/>
                  <a:pt x="2366120" y="65612"/>
                  <a:pt x="2369241" y="62688"/>
                </a:cubicBezTo>
                <a:cubicBezTo>
                  <a:pt x="2372362" y="59778"/>
                  <a:pt x="2373932" y="56330"/>
                  <a:pt x="2373932" y="52344"/>
                </a:cubicBezTo>
                <a:cubicBezTo>
                  <a:pt x="2373932" y="48859"/>
                  <a:pt x="2372687" y="45913"/>
                  <a:pt x="2370217" y="43520"/>
                </a:cubicBezTo>
                <a:cubicBezTo>
                  <a:pt x="2367748" y="41127"/>
                  <a:pt x="2364837" y="39922"/>
                  <a:pt x="2361506" y="39922"/>
                </a:cubicBezTo>
                <a:cubicBezTo>
                  <a:pt x="2359726" y="39922"/>
                  <a:pt x="2357945" y="40244"/>
                  <a:pt x="2356165" y="40903"/>
                </a:cubicBezTo>
                <a:cubicBezTo>
                  <a:pt x="2354365" y="41553"/>
                  <a:pt x="2353044" y="41875"/>
                  <a:pt x="2352144" y="41875"/>
                </a:cubicBezTo>
                <a:cubicBezTo>
                  <a:pt x="2351168" y="41875"/>
                  <a:pt x="2350229" y="41320"/>
                  <a:pt x="2349349" y="40169"/>
                </a:cubicBezTo>
                <a:cubicBezTo>
                  <a:pt x="2348449" y="39040"/>
                  <a:pt x="2348009" y="37334"/>
                  <a:pt x="2348009" y="35061"/>
                </a:cubicBezTo>
                <a:cubicBezTo>
                  <a:pt x="2348009" y="30020"/>
                  <a:pt x="2349310" y="25661"/>
                  <a:pt x="2351895" y="21929"/>
                </a:cubicBezTo>
                <a:cubicBezTo>
                  <a:pt x="2354499" y="18188"/>
                  <a:pt x="2359898" y="13963"/>
                  <a:pt x="2368092" y="9251"/>
                </a:cubicBezTo>
                <a:lnTo>
                  <a:pt x="2368092" y="4637"/>
                </a:lnTo>
                <a:cubicBezTo>
                  <a:pt x="2358098" y="7547"/>
                  <a:pt x="2350402" y="12527"/>
                  <a:pt x="2344964" y="19550"/>
                </a:cubicBezTo>
                <a:close/>
                <a:moveTo>
                  <a:pt x="2286590" y="19781"/>
                </a:moveTo>
                <a:cubicBezTo>
                  <a:pt x="2281210" y="26804"/>
                  <a:pt x="2278510" y="34374"/>
                  <a:pt x="2278510" y="42488"/>
                </a:cubicBezTo>
                <a:cubicBezTo>
                  <a:pt x="2278510" y="49382"/>
                  <a:pt x="2280693" y="55179"/>
                  <a:pt x="2285077" y="59891"/>
                </a:cubicBezTo>
                <a:cubicBezTo>
                  <a:pt x="2289461" y="64603"/>
                  <a:pt x="2294363" y="66958"/>
                  <a:pt x="2299800" y="66958"/>
                </a:cubicBezTo>
                <a:cubicBezTo>
                  <a:pt x="2304261" y="66958"/>
                  <a:pt x="2307994" y="65560"/>
                  <a:pt x="2311000" y="62763"/>
                </a:cubicBezTo>
                <a:cubicBezTo>
                  <a:pt x="2314006" y="59950"/>
                  <a:pt x="2315499" y="56600"/>
                  <a:pt x="2315499" y="52711"/>
                </a:cubicBezTo>
                <a:cubicBezTo>
                  <a:pt x="2315499" y="49150"/>
                  <a:pt x="2314274" y="46122"/>
                  <a:pt x="2311785" y="43638"/>
                </a:cubicBezTo>
                <a:cubicBezTo>
                  <a:pt x="2309315" y="41163"/>
                  <a:pt x="2306424" y="39922"/>
                  <a:pt x="2303093" y="39922"/>
                </a:cubicBezTo>
                <a:cubicBezTo>
                  <a:pt x="2301638" y="39922"/>
                  <a:pt x="2300011" y="40229"/>
                  <a:pt x="2298230" y="40841"/>
                </a:cubicBezTo>
                <a:cubicBezTo>
                  <a:pt x="2296430" y="41456"/>
                  <a:pt x="2295014" y="41762"/>
                  <a:pt x="2293961" y="41762"/>
                </a:cubicBezTo>
                <a:cubicBezTo>
                  <a:pt x="2292908" y="41762"/>
                  <a:pt x="2292008" y="41186"/>
                  <a:pt x="2291280" y="40056"/>
                </a:cubicBezTo>
                <a:cubicBezTo>
                  <a:pt x="2290476" y="39003"/>
                  <a:pt x="2290074" y="37050"/>
                  <a:pt x="2290074" y="34217"/>
                </a:cubicBezTo>
                <a:cubicBezTo>
                  <a:pt x="2290074" y="29431"/>
                  <a:pt x="2291606" y="25010"/>
                  <a:pt x="2294688" y="20949"/>
                </a:cubicBezTo>
                <a:cubicBezTo>
                  <a:pt x="2297771" y="16888"/>
                  <a:pt x="2302882" y="12985"/>
                  <a:pt x="2310024" y="9251"/>
                </a:cubicBezTo>
                <a:lnTo>
                  <a:pt x="2310024" y="4271"/>
                </a:lnTo>
                <a:cubicBezTo>
                  <a:pt x="2299800" y="7607"/>
                  <a:pt x="2291989" y="12774"/>
                  <a:pt x="2286590" y="19781"/>
                </a:cubicBezTo>
                <a:close/>
                <a:moveTo>
                  <a:pt x="2205604" y="70360"/>
                </a:moveTo>
                <a:lnTo>
                  <a:pt x="2205604" y="61595"/>
                </a:lnTo>
                <a:lnTo>
                  <a:pt x="2176886" y="61595"/>
                </a:lnTo>
                <a:lnTo>
                  <a:pt x="2176886" y="53571"/>
                </a:lnTo>
                <a:cubicBezTo>
                  <a:pt x="2176886" y="36206"/>
                  <a:pt x="2177460" y="25429"/>
                  <a:pt x="2178590" y="21255"/>
                </a:cubicBezTo>
                <a:cubicBezTo>
                  <a:pt x="2179719" y="17061"/>
                  <a:pt x="2181596" y="13978"/>
                  <a:pt x="2184180" y="11989"/>
                </a:cubicBezTo>
                <a:cubicBezTo>
                  <a:pt x="2186784" y="10015"/>
                  <a:pt x="2189943" y="9019"/>
                  <a:pt x="2193676" y="9019"/>
                </a:cubicBezTo>
                <a:cubicBezTo>
                  <a:pt x="2196759" y="9019"/>
                  <a:pt x="2199554" y="9791"/>
                  <a:pt x="2202081" y="11317"/>
                </a:cubicBezTo>
                <a:cubicBezTo>
                  <a:pt x="2204589" y="12872"/>
                  <a:pt x="2207346" y="15856"/>
                  <a:pt x="2210352" y="20275"/>
                </a:cubicBezTo>
                <a:cubicBezTo>
                  <a:pt x="2213358" y="24703"/>
                  <a:pt x="2215885" y="27575"/>
                  <a:pt x="2217953" y="28914"/>
                </a:cubicBezTo>
                <a:cubicBezTo>
                  <a:pt x="2220040" y="30252"/>
                  <a:pt x="2221993" y="30926"/>
                  <a:pt x="2223869" y="30926"/>
                </a:cubicBezTo>
                <a:cubicBezTo>
                  <a:pt x="2226300" y="30926"/>
                  <a:pt x="2228579" y="29848"/>
                  <a:pt x="2230685" y="27709"/>
                </a:cubicBezTo>
                <a:cubicBezTo>
                  <a:pt x="2232791" y="25540"/>
                  <a:pt x="2233844" y="23268"/>
                  <a:pt x="2233844" y="20815"/>
                </a:cubicBezTo>
                <a:cubicBezTo>
                  <a:pt x="2233844" y="16274"/>
                  <a:pt x="2231489" y="12184"/>
                  <a:pt x="2226779" y="8527"/>
                </a:cubicBezTo>
                <a:cubicBezTo>
                  <a:pt x="2219638" y="3008"/>
                  <a:pt x="2211807" y="255"/>
                  <a:pt x="2203287" y="255"/>
                </a:cubicBezTo>
                <a:cubicBezTo>
                  <a:pt x="2194117" y="255"/>
                  <a:pt x="2185865" y="2627"/>
                  <a:pt x="2178532" y="7375"/>
                </a:cubicBezTo>
                <a:cubicBezTo>
                  <a:pt x="2171180" y="12123"/>
                  <a:pt x="2165724" y="18345"/>
                  <a:pt x="2162163" y="26065"/>
                </a:cubicBezTo>
                <a:cubicBezTo>
                  <a:pt x="2158583" y="33759"/>
                  <a:pt x="2156802" y="43175"/>
                  <a:pt x="2156802" y="54304"/>
                </a:cubicBezTo>
                <a:lnTo>
                  <a:pt x="2156802" y="61595"/>
                </a:lnTo>
                <a:lnTo>
                  <a:pt x="2135129" y="61595"/>
                </a:lnTo>
                <a:lnTo>
                  <a:pt x="2135129" y="70360"/>
                </a:lnTo>
                <a:lnTo>
                  <a:pt x="2156802" y="70360"/>
                </a:lnTo>
                <a:lnTo>
                  <a:pt x="2156802" y="143630"/>
                </a:lnTo>
                <a:cubicBezTo>
                  <a:pt x="2156802" y="151579"/>
                  <a:pt x="2156285" y="156942"/>
                  <a:pt x="2155270" y="159695"/>
                </a:cubicBezTo>
                <a:cubicBezTo>
                  <a:pt x="2154256" y="162454"/>
                  <a:pt x="2152418" y="164652"/>
                  <a:pt x="2149737" y="166283"/>
                </a:cubicBezTo>
                <a:cubicBezTo>
                  <a:pt x="2147057" y="167891"/>
                  <a:pt x="2144109" y="168714"/>
                  <a:pt x="2140854" y="168714"/>
                </a:cubicBezTo>
                <a:lnTo>
                  <a:pt x="2135857" y="168714"/>
                </a:lnTo>
                <a:lnTo>
                  <a:pt x="2135857" y="173097"/>
                </a:lnTo>
                <a:lnTo>
                  <a:pt x="2202445" y="173097"/>
                </a:lnTo>
                <a:lnTo>
                  <a:pt x="2202445" y="168714"/>
                </a:lnTo>
                <a:lnTo>
                  <a:pt x="2192336" y="168714"/>
                </a:lnTo>
                <a:cubicBezTo>
                  <a:pt x="2187301" y="168714"/>
                  <a:pt x="2183299" y="166911"/>
                  <a:pt x="2180294" y="163352"/>
                </a:cubicBezTo>
                <a:cubicBezTo>
                  <a:pt x="2178015" y="160598"/>
                  <a:pt x="2176886" y="154033"/>
                  <a:pt x="2176886" y="143630"/>
                </a:cubicBezTo>
                <a:lnTo>
                  <a:pt x="2176886" y="70360"/>
                </a:lnTo>
                <a:lnTo>
                  <a:pt x="2205604" y="70360"/>
                </a:lnTo>
                <a:close/>
                <a:moveTo>
                  <a:pt x="2081713" y="77907"/>
                </a:moveTo>
                <a:cubicBezTo>
                  <a:pt x="2090233" y="89260"/>
                  <a:pt x="2094483" y="104845"/>
                  <a:pt x="2094483" y="124641"/>
                </a:cubicBezTo>
                <a:cubicBezTo>
                  <a:pt x="2094483" y="140475"/>
                  <a:pt x="2091937" y="151640"/>
                  <a:pt x="2086825" y="158123"/>
                </a:cubicBezTo>
                <a:cubicBezTo>
                  <a:pt x="2081713" y="164615"/>
                  <a:pt x="2075223" y="167853"/>
                  <a:pt x="2067354" y="167853"/>
                </a:cubicBezTo>
                <a:cubicBezTo>
                  <a:pt x="2056805" y="167853"/>
                  <a:pt x="2048304" y="161975"/>
                  <a:pt x="2041852" y="150204"/>
                </a:cubicBezTo>
                <a:cubicBezTo>
                  <a:pt x="2035400" y="138447"/>
                  <a:pt x="2032165" y="124446"/>
                  <a:pt x="2032165" y="108211"/>
                </a:cubicBezTo>
                <a:cubicBezTo>
                  <a:pt x="2032165" y="98159"/>
                  <a:pt x="2033505" y="89909"/>
                  <a:pt x="2036185" y="83501"/>
                </a:cubicBezTo>
                <a:cubicBezTo>
                  <a:pt x="2038866" y="77099"/>
                  <a:pt x="2042369" y="72604"/>
                  <a:pt x="2046715" y="70054"/>
                </a:cubicBezTo>
                <a:cubicBezTo>
                  <a:pt x="2051061" y="67488"/>
                  <a:pt x="2055369" y="66224"/>
                  <a:pt x="2059677" y="66224"/>
                </a:cubicBezTo>
                <a:cubicBezTo>
                  <a:pt x="2068599" y="66224"/>
                  <a:pt x="2075950" y="70115"/>
                  <a:pt x="2081713" y="77907"/>
                </a:cubicBezTo>
                <a:close/>
                <a:moveTo>
                  <a:pt x="2037162" y="65560"/>
                </a:moveTo>
                <a:cubicBezTo>
                  <a:pt x="2028891" y="70383"/>
                  <a:pt x="2022209" y="77848"/>
                  <a:pt x="2017135" y="87935"/>
                </a:cubicBezTo>
                <a:cubicBezTo>
                  <a:pt x="2012062" y="98046"/>
                  <a:pt x="2009535" y="108211"/>
                  <a:pt x="2009535" y="118442"/>
                </a:cubicBezTo>
                <a:cubicBezTo>
                  <a:pt x="2009535" y="132472"/>
                  <a:pt x="2013708" y="145125"/>
                  <a:pt x="2022075" y="156427"/>
                </a:cubicBezTo>
                <a:cubicBezTo>
                  <a:pt x="2031973" y="169806"/>
                  <a:pt x="2045318" y="176484"/>
                  <a:pt x="2062108" y="176484"/>
                </a:cubicBezTo>
                <a:cubicBezTo>
                  <a:pt x="2072409" y="176484"/>
                  <a:pt x="2081771" y="173903"/>
                  <a:pt x="2090176" y="168714"/>
                </a:cubicBezTo>
                <a:cubicBezTo>
                  <a:pt x="2098561" y="163509"/>
                  <a:pt x="2105167" y="155812"/>
                  <a:pt x="2109953" y="145588"/>
                </a:cubicBezTo>
                <a:cubicBezTo>
                  <a:pt x="2114739" y="135367"/>
                  <a:pt x="2117132" y="125254"/>
                  <a:pt x="2117132" y="115277"/>
                </a:cubicBezTo>
                <a:cubicBezTo>
                  <a:pt x="2117132" y="101075"/>
                  <a:pt x="2112786" y="88496"/>
                  <a:pt x="2104094" y="77539"/>
                </a:cubicBezTo>
                <a:cubicBezTo>
                  <a:pt x="2093871" y="64714"/>
                  <a:pt x="2080335" y="58306"/>
                  <a:pt x="2063448" y="58306"/>
                </a:cubicBezTo>
                <a:cubicBezTo>
                  <a:pt x="2054201" y="58306"/>
                  <a:pt x="2045432" y="60735"/>
                  <a:pt x="2037162" y="65560"/>
                </a:cubicBezTo>
                <a:close/>
                <a:moveTo>
                  <a:pt x="1918134" y="58306"/>
                </a:moveTo>
                <a:cubicBezTo>
                  <a:pt x="1917157" y="60257"/>
                  <a:pt x="1916315" y="61520"/>
                  <a:pt x="1915568" y="62089"/>
                </a:cubicBezTo>
                <a:cubicBezTo>
                  <a:pt x="1914841" y="62650"/>
                  <a:pt x="1913826" y="62935"/>
                  <a:pt x="1912524" y="62935"/>
                </a:cubicBezTo>
                <a:cubicBezTo>
                  <a:pt x="1911146" y="62935"/>
                  <a:pt x="1908389" y="62321"/>
                  <a:pt x="1904253" y="61116"/>
                </a:cubicBezTo>
                <a:cubicBezTo>
                  <a:pt x="1898012" y="59240"/>
                  <a:pt x="1892689" y="58306"/>
                  <a:pt x="1888305" y="58306"/>
                </a:cubicBezTo>
                <a:cubicBezTo>
                  <a:pt x="1878330" y="58306"/>
                  <a:pt x="1870193" y="61402"/>
                  <a:pt x="1863914" y="67570"/>
                </a:cubicBezTo>
                <a:cubicBezTo>
                  <a:pt x="1857615" y="73733"/>
                  <a:pt x="1854475" y="81392"/>
                  <a:pt x="1854475" y="90560"/>
                </a:cubicBezTo>
                <a:cubicBezTo>
                  <a:pt x="1854475" y="97629"/>
                  <a:pt x="1856294" y="103468"/>
                  <a:pt x="1859951" y="108098"/>
                </a:cubicBezTo>
                <a:cubicBezTo>
                  <a:pt x="1863607" y="112809"/>
                  <a:pt x="1871304" y="118074"/>
                  <a:pt x="1883078" y="123916"/>
                </a:cubicBezTo>
                <a:cubicBezTo>
                  <a:pt x="1894834" y="129749"/>
                  <a:pt x="1902702" y="134580"/>
                  <a:pt x="1906627" y="138409"/>
                </a:cubicBezTo>
                <a:cubicBezTo>
                  <a:pt x="1910571" y="142217"/>
                  <a:pt x="1912524" y="146929"/>
                  <a:pt x="1912524" y="152515"/>
                </a:cubicBezTo>
                <a:cubicBezTo>
                  <a:pt x="1912524" y="157150"/>
                  <a:pt x="1910763" y="161092"/>
                  <a:pt x="1907240" y="164391"/>
                </a:cubicBezTo>
                <a:cubicBezTo>
                  <a:pt x="1903717" y="167680"/>
                  <a:pt x="1899141" y="169304"/>
                  <a:pt x="1893551" y="169304"/>
                </a:cubicBezTo>
                <a:cubicBezTo>
                  <a:pt x="1885586" y="169304"/>
                  <a:pt x="1878407" y="166432"/>
                  <a:pt x="1871993" y="160673"/>
                </a:cubicBezTo>
                <a:cubicBezTo>
                  <a:pt x="1865598" y="154908"/>
                  <a:pt x="1861252" y="146352"/>
                  <a:pt x="1858974" y="134999"/>
                </a:cubicBezTo>
                <a:lnTo>
                  <a:pt x="1854954" y="134999"/>
                </a:lnTo>
                <a:lnTo>
                  <a:pt x="1854954" y="174785"/>
                </a:lnTo>
                <a:lnTo>
                  <a:pt x="1858974" y="174785"/>
                </a:lnTo>
                <a:cubicBezTo>
                  <a:pt x="1860027" y="172677"/>
                  <a:pt x="1861501" y="171622"/>
                  <a:pt x="1863358" y="171622"/>
                </a:cubicBezTo>
                <a:cubicBezTo>
                  <a:pt x="1865062" y="171622"/>
                  <a:pt x="1867264" y="172026"/>
                  <a:pt x="1869925" y="172850"/>
                </a:cubicBezTo>
                <a:cubicBezTo>
                  <a:pt x="1878694" y="175279"/>
                  <a:pt x="1886486" y="176484"/>
                  <a:pt x="1893302" y="176484"/>
                </a:cubicBezTo>
                <a:cubicBezTo>
                  <a:pt x="1902798" y="176484"/>
                  <a:pt x="1911375" y="173388"/>
                  <a:pt x="1919053" y="167181"/>
                </a:cubicBezTo>
                <a:cubicBezTo>
                  <a:pt x="1926711" y="160979"/>
                  <a:pt x="1930540" y="152806"/>
                  <a:pt x="1930540" y="142657"/>
                </a:cubicBezTo>
                <a:cubicBezTo>
                  <a:pt x="1930540" y="129525"/>
                  <a:pt x="1922308" y="118921"/>
                  <a:pt x="1905842" y="110895"/>
                </a:cubicBezTo>
                <a:lnTo>
                  <a:pt x="1888075" y="102243"/>
                </a:lnTo>
                <a:cubicBezTo>
                  <a:pt x="1880360" y="98525"/>
                  <a:pt x="1875248" y="94989"/>
                  <a:pt x="1872740" y="91654"/>
                </a:cubicBezTo>
                <a:cubicBezTo>
                  <a:pt x="1870136" y="88414"/>
                  <a:pt x="1868834" y="84510"/>
                  <a:pt x="1868834" y="79971"/>
                </a:cubicBezTo>
                <a:cubicBezTo>
                  <a:pt x="1868834" y="76322"/>
                  <a:pt x="1870576" y="73008"/>
                  <a:pt x="1874080" y="70002"/>
                </a:cubicBezTo>
                <a:cubicBezTo>
                  <a:pt x="1877564" y="66996"/>
                  <a:pt x="1882140" y="65499"/>
                  <a:pt x="1887826" y="65499"/>
                </a:cubicBezTo>
                <a:cubicBezTo>
                  <a:pt x="1895293" y="65499"/>
                  <a:pt x="1901439" y="67645"/>
                  <a:pt x="1906264" y="71932"/>
                </a:cubicBezTo>
                <a:cubicBezTo>
                  <a:pt x="1911088" y="76239"/>
                  <a:pt x="1915051" y="84361"/>
                  <a:pt x="1918134" y="96289"/>
                </a:cubicBezTo>
                <a:lnTo>
                  <a:pt x="1922154" y="96289"/>
                </a:lnTo>
                <a:lnTo>
                  <a:pt x="1922154" y="58306"/>
                </a:lnTo>
                <a:lnTo>
                  <a:pt x="1918134" y="58306"/>
                </a:lnTo>
                <a:close/>
                <a:moveTo>
                  <a:pt x="1821372" y="58306"/>
                </a:moveTo>
                <a:cubicBezTo>
                  <a:pt x="1820396" y="60257"/>
                  <a:pt x="1819553" y="61520"/>
                  <a:pt x="1818826" y="62089"/>
                </a:cubicBezTo>
                <a:cubicBezTo>
                  <a:pt x="1818079" y="62650"/>
                  <a:pt x="1817065" y="62935"/>
                  <a:pt x="1815782" y="62935"/>
                </a:cubicBezTo>
                <a:cubicBezTo>
                  <a:pt x="1814403" y="62935"/>
                  <a:pt x="1811627" y="62321"/>
                  <a:pt x="1807492" y="61116"/>
                </a:cubicBezTo>
                <a:cubicBezTo>
                  <a:pt x="1801250" y="59240"/>
                  <a:pt x="1795928" y="58306"/>
                  <a:pt x="1791563" y="58306"/>
                </a:cubicBezTo>
                <a:cubicBezTo>
                  <a:pt x="1781569" y="58306"/>
                  <a:pt x="1773432" y="61402"/>
                  <a:pt x="1767152" y="67570"/>
                </a:cubicBezTo>
                <a:cubicBezTo>
                  <a:pt x="1760853" y="73733"/>
                  <a:pt x="1757713" y="81392"/>
                  <a:pt x="1757713" y="90560"/>
                </a:cubicBezTo>
                <a:cubicBezTo>
                  <a:pt x="1757713" y="97629"/>
                  <a:pt x="1759551" y="103468"/>
                  <a:pt x="1763189" y="108098"/>
                </a:cubicBezTo>
                <a:cubicBezTo>
                  <a:pt x="1766846" y="112809"/>
                  <a:pt x="1774561" y="118074"/>
                  <a:pt x="1786317" y="123916"/>
                </a:cubicBezTo>
                <a:cubicBezTo>
                  <a:pt x="1798091" y="129749"/>
                  <a:pt x="1805941" y="134580"/>
                  <a:pt x="1809866" y="138409"/>
                </a:cubicBezTo>
                <a:cubicBezTo>
                  <a:pt x="1813810" y="142217"/>
                  <a:pt x="1815782" y="146929"/>
                  <a:pt x="1815782" y="152515"/>
                </a:cubicBezTo>
                <a:cubicBezTo>
                  <a:pt x="1815782" y="157150"/>
                  <a:pt x="1814001" y="161092"/>
                  <a:pt x="1810478" y="164391"/>
                </a:cubicBezTo>
                <a:cubicBezTo>
                  <a:pt x="1806956" y="167680"/>
                  <a:pt x="1802380" y="169304"/>
                  <a:pt x="1796789" y="169304"/>
                </a:cubicBezTo>
                <a:cubicBezTo>
                  <a:pt x="1788825" y="169304"/>
                  <a:pt x="1781645" y="166432"/>
                  <a:pt x="1775251" y="160673"/>
                </a:cubicBezTo>
                <a:cubicBezTo>
                  <a:pt x="1768837" y="154908"/>
                  <a:pt x="1764491" y="146352"/>
                  <a:pt x="1762213" y="134999"/>
                </a:cubicBezTo>
                <a:lnTo>
                  <a:pt x="1758211" y="134999"/>
                </a:lnTo>
                <a:lnTo>
                  <a:pt x="1758211" y="174785"/>
                </a:lnTo>
                <a:lnTo>
                  <a:pt x="1762213" y="174785"/>
                </a:lnTo>
                <a:cubicBezTo>
                  <a:pt x="1763266" y="172677"/>
                  <a:pt x="1764740" y="171622"/>
                  <a:pt x="1766597" y="171622"/>
                </a:cubicBezTo>
                <a:cubicBezTo>
                  <a:pt x="1768301" y="171622"/>
                  <a:pt x="1770503" y="172026"/>
                  <a:pt x="1773183" y="172850"/>
                </a:cubicBezTo>
                <a:cubicBezTo>
                  <a:pt x="1781932" y="175279"/>
                  <a:pt x="1789725" y="176484"/>
                  <a:pt x="1796540" y="176484"/>
                </a:cubicBezTo>
                <a:cubicBezTo>
                  <a:pt x="1806037" y="176484"/>
                  <a:pt x="1814614" y="173388"/>
                  <a:pt x="1822291" y="167181"/>
                </a:cubicBezTo>
                <a:cubicBezTo>
                  <a:pt x="1829949" y="160979"/>
                  <a:pt x="1833798" y="152806"/>
                  <a:pt x="1833798" y="142657"/>
                </a:cubicBezTo>
                <a:cubicBezTo>
                  <a:pt x="1833798" y="129525"/>
                  <a:pt x="1825546" y="118921"/>
                  <a:pt x="1809081" y="110895"/>
                </a:cubicBezTo>
                <a:lnTo>
                  <a:pt x="1791314" y="102243"/>
                </a:lnTo>
                <a:cubicBezTo>
                  <a:pt x="1783598" y="98525"/>
                  <a:pt x="1778486" y="94989"/>
                  <a:pt x="1775978" y="91654"/>
                </a:cubicBezTo>
                <a:cubicBezTo>
                  <a:pt x="1773374" y="88414"/>
                  <a:pt x="1772072" y="84510"/>
                  <a:pt x="1772072" y="79971"/>
                </a:cubicBezTo>
                <a:cubicBezTo>
                  <a:pt x="1772072" y="76322"/>
                  <a:pt x="1773815" y="73008"/>
                  <a:pt x="1777318" y="70002"/>
                </a:cubicBezTo>
                <a:cubicBezTo>
                  <a:pt x="1780803" y="66996"/>
                  <a:pt x="1785379" y="65499"/>
                  <a:pt x="1791065" y="65499"/>
                </a:cubicBezTo>
                <a:cubicBezTo>
                  <a:pt x="1798532" y="65499"/>
                  <a:pt x="1804677" y="67645"/>
                  <a:pt x="1809502" y="71932"/>
                </a:cubicBezTo>
                <a:cubicBezTo>
                  <a:pt x="1814327" y="76239"/>
                  <a:pt x="1818290" y="84361"/>
                  <a:pt x="1821372" y="96289"/>
                </a:cubicBezTo>
                <a:lnTo>
                  <a:pt x="1825393" y="96289"/>
                </a:lnTo>
                <a:lnTo>
                  <a:pt x="1825393" y="58306"/>
                </a:lnTo>
                <a:lnTo>
                  <a:pt x="1821372" y="58306"/>
                </a:lnTo>
                <a:close/>
                <a:moveTo>
                  <a:pt x="1681763" y="161288"/>
                </a:moveTo>
                <a:cubicBezTo>
                  <a:pt x="1677226" y="161288"/>
                  <a:pt x="1673205" y="159350"/>
                  <a:pt x="1669720" y="155506"/>
                </a:cubicBezTo>
                <a:cubicBezTo>
                  <a:pt x="1666236" y="151654"/>
                  <a:pt x="1664494" y="146793"/>
                  <a:pt x="1664494" y="140953"/>
                </a:cubicBezTo>
                <a:cubicBezTo>
                  <a:pt x="1664494" y="136337"/>
                  <a:pt x="1665872" y="132068"/>
                  <a:pt x="1668629" y="128187"/>
                </a:cubicBezTo>
                <a:cubicBezTo>
                  <a:pt x="1671386" y="124276"/>
                  <a:pt x="1675962" y="120542"/>
                  <a:pt x="1682376" y="116983"/>
                </a:cubicBezTo>
                <a:cubicBezTo>
                  <a:pt x="1685956" y="114956"/>
                  <a:pt x="1693863" y="111509"/>
                  <a:pt x="1706116" y="106625"/>
                </a:cubicBezTo>
                <a:lnTo>
                  <a:pt x="1706116" y="149111"/>
                </a:lnTo>
                <a:cubicBezTo>
                  <a:pt x="1696046" y="157227"/>
                  <a:pt x="1687928" y="161288"/>
                  <a:pt x="1681763" y="161288"/>
                </a:cubicBezTo>
                <a:close/>
                <a:moveTo>
                  <a:pt x="1709773" y="171144"/>
                </a:moveTo>
                <a:cubicBezTo>
                  <a:pt x="1712128" y="173903"/>
                  <a:pt x="1715287" y="175279"/>
                  <a:pt x="1719269" y="175279"/>
                </a:cubicBezTo>
                <a:cubicBezTo>
                  <a:pt x="1727540" y="175279"/>
                  <a:pt x="1736213" y="169193"/>
                  <a:pt x="1745307" y="157016"/>
                </a:cubicBezTo>
                <a:lnTo>
                  <a:pt x="1745307" y="150204"/>
                </a:lnTo>
                <a:cubicBezTo>
                  <a:pt x="1740444" y="155079"/>
                  <a:pt x="1737151" y="158033"/>
                  <a:pt x="1735447" y="159080"/>
                </a:cubicBezTo>
                <a:cubicBezTo>
                  <a:pt x="1734471" y="159657"/>
                  <a:pt x="1733341" y="159948"/>
                  <a:pt x="1732039" y="159948"/>
                </a:cubicBezTo>
                <a:cubicBezTo>
                  <a:pt x="1730814" y="159948"/>
                  <a:pt x="1729742" y="159544"/>
                  <a:pt x="1728823" y="158722"/>
                </a:cubicBezTo>
                <a:cubicBezTo>
                  <a:pt x="1727885" y="157914"/>
                  <a:pt x="1727215" y="156306"/>
                  <a:pt x="1726812" y="153913"/>
                </a:cubicBezTo>
                <a:cubicBezTo>
                  <a:pt x="1726391" y="151520"/>
                  <a:pt x="1726200" y="145014"/>
                  <a:pt x="1726200" y="134386"/>
                </a:cubicBezTo>
                <a:lnTo>
                  <a:pt x="1726200" y="96536"/>
                </a:lnTo>
                <a:cubicBezTo>
                  <a:pt x="1726200" y="85738"/>
                  <a:pt x="1725472" y="78594"/>
                  <a:pt x="1723998" y="75110"/>
                </a:cubicBezTo>
                <a:cubicBezTo>
                  <a:pt x="1721739" y="69747"/>
                  <a:pt x="1718197" y="65828"/>
                  <a:pt x="1713411" y="63301"/>
                </a:cubicBezTo>
                <a:cubicBezTo>
                  <a:pt x="1707093" y="59966"/>
                  <a:pt x="1698975" y="58306"/>
                  <a:pt x="1689077" y="58306"/>
                </a:cubicBezTo>
                <a:cubicBezTo>
                  <a:pt x="1676173" y="58306"/>
                  <a:pt x="1666140" y="61229"/>
                  <a:pt x="1659018" y="67071"/>
                </a:cubicBezTo>
                <a:cubicBezTo>
                  <a:pt x="1651877" y="72910"/>
                  <a:pt x="1648297" y="79320"/>
                  <a:pt x="1648297" y="86312"/>
                </a:cubicBezTo>
                <a:cubicBezTo>
                  <a:pt x="1648297" y="89948"/>
                  <a:pt x="1649254" y="92842"/>
                  <a:pt x="1651168" y="94943"/>
                </a:cubicBezTo>
                <a:cubicBezTo>
                  <a:pt x="1653064" y="97053"/>
                  <a:pt x="1655514" y="98107"/>
                  <a:pt x="1658520" y="98107"/>
                </a:cubicBezTo>
                <a:cubicBezTo>
                  <a:pt x="1661603" y="98107"/>
                  <a:pt x="1664111" y="97089"/>
                  <a:pt x="1666006" y="95063"/>
                </a:cubicBezTo>
                <a:cubicBezTo>
                  <a:pt x="1667921" y="93051"/>
                  <a:pt x="1668878" y="90156"/>
                  <a:pt x="1668878" y="86425"/>
                </a:cubicBezTo>
                <a:lnTo>
                  <a:pt x="1668629" y="79366"/>
                </a:lnTo>
                <a:cubicBezTo>
                  <a:pt x="1668629" y="75797"/>
                  <a:pt x="1670161" y="72642"/>
                  <a:pt x="1673243" y="69868"/>
                </a:cubicBezTo>
                <a:cubicBezTo>
                  <a:pt x="1676249" y="67107"/>
                  <a:pt x="1680308" y="65730"/>
                  <a:pt x="1685420" y="65730"/>
                </a:cubicBezTo>
                <a:cubicBezTo>
                  <a:pt x="1692159" y="65730"/>
                  <a:pt x="1697290" y="67796"/>
                  <a:pt x="1700813" y="71932"/>
                </a:cubicBezTo>
                <a:cubicBezTo>
                  <a:pt x="1704355" y="76090"/>
                  <a:pt x="1706116" y="83710"/>
                  <a:pt x="1706116" y="94832"/>
                </a:cubicBezTo>
                <a:lnTo>
                  <a:pt x="1706116" y="99214"/>
                </a:lnTo>
                <a:cubicBezTo>
                  <a:pt x="1686971" y="106183"/>
                  <a:pt x="1673262" y="112099"/>
                  <a:pt x="1665030" y="116983"/>
                </a:cubicBezTo>
                <a:cubicBezTo>
                  <a:pt x="1656797" y="121844"/>
                  <a:pt x="1651015" y="127034"/>
                  <a:pt x="1647684" y="132546"/>
                </a:cubicBezTo>
                <a:cubicBezTo>
                  <a:pt x="1645252" y="136533"/>
                  <a:pt x="1644046" y="141237"/>
                  <a:pt x="1644046" y="146682"/>
                </a:cubicBezTo>
                <a:cubicBezTo>
                  <a:pt x="1644046" y="155274"/>
                  <a:pt x="1646535" y="162222"/>
                  <a:pt x="1651532" y="167487"/>
                </a:cubicBezTo>
                <a:cubicBezTo>
                  <a:pt x="1656510" y="172775"/>
                  <a:pt x="1662866" y="175400"/>
                  <a:pt x="1670582" y="175400"/>
                </a:cubicBezTo>
                <a:cubicBezTo>
                  <a:pt x="1675522" y="175400"/>
                  <a:pt x="1680193" y="174381"/>
                  <a:pt x="1684577" y="172348"/>
                </a:cubicBezTo>
                <a:cubicBezTo>
                  <a:pt x="1687488" y="170972"/>
                  <a:pt x="1694667" y="165864"/>
                  <a:pt x="1706116" y="157016"/>
                </a:cubicBezTo>
                <a:cubicBezTo>
                  <a:pt x="1706193" y="163681"/>
                  <a:pt x="1707418" y="168393"/>
                  <a:pt x="1709773" y="171144"/>
                </a:cubicBezTo>
                <a:close/>
                <a:moveTo>
                  <a:pt x="1482401" y="58306"/>
                </a:moveTo>
                <a:lnTo>
                  <a:pt x="1477174" y="58306"/>
                </a:lnTo>
                <a:lnTo>
                  <a:pt x="1443573" y="71932"/>
                </a:lnTo>
                <a:lnTo>
                  <a:pt x="1445411" y="76322"/>
                </a:lnTo>
                <a:cubicBezTo>
                  <a:pt x="1448570" y="75110"/>
                  <a:pt x="1451289" y="74497"/>
                  <a:pt x="1453567" y="74497"/>
                </a:cubicBezTo>
                <a:cubicBezTo>
                  <a:pt x="1455673" y="74497"/>
                  <a:pt x="1457339" y="75012"/>
                  <a:pt x="1458545" y="76015"/>
                </a:cubicBezTo>
                <a:cubicBezTo>
                  <a:pt x="1459771" y="77047"/>
                  <a:pt x="1460651" y="78887"/>
                  <a:pt x="1461226" y="81564"/>
                </a:cubicBezTo>
                <a:cubicBezTo>
                  <a:pt x="1461953" y="85123"/>
                  <a:pt x="1462317" y="93051"/>
                  <a:pt x="1462317" y="105287"/>
                </a:cubicBezTo>
                <a:lnTo>
                  <a:pt x="1462317" y="147899"/>
                </a:lnTo>
                <a:cubicBezTo>
                  <a:pt x="1462317" y="154795"/>
                  <a:pt x="1461800" y="159425"/>
                  <a:pt x="1460747" y="161818"/>
                </a:cubicBezTo>
                <a:cubicBezTo>
                  <a:pt x="1459694" y="164234"/>
                  <a:pt x="1458143" y="165976"/>
                  <a:pt x="1456114" y="167068"/>
                </a:cubicBezTo>
                <a:cubicBezTo>
                  <a:pt x="1454084" y="168159"/>
                  <a:pt x="1450523" y="168714"/>
                  <a:pt x="1445411" y="168714"/>
                </a:cubicBezTo>
                <a:lnTo>
                  <a:pt x="1445411" y="173097"/>
                </a:lnTo>
                <a:lnTo>
                  <a:pt x="1500551" y="173097"/>
                </a:lnTo>
                <a:lnTo>
                  <a:pt x="1500551" y="168714"/>
                </a:lnTo>
                <a:cubicBezTo>
                  <a:pt x="1494462" y="168714"/>
                  <a:pt x="1490423" y="168159"/>
                  <a:pt x="1488431" y="167068"/>
                </a:cubicBezTo>
                <a:cubicBezTo>
                  <a:pt x="1486440" y="165976"/>
                  <a:pt x="1484947" y="164330"/>
                  <a:pt x="1483932" y="162124"/>
                </a:cubicBezTo>
                <a:cubicBezTo>
                  <a:pt x="1482917" y="159948"/>
                  <a:pt x="1482401" y="155199"/>
                  <a:pt x="1482401" y="147899"/>
                </a:cubicBezTo>
                <a:lnTo>
                  <a:pt x="1482401" y="88131"/>
                </a:lnTo>
                <a:cubicBezTo>
                  <a:pt x="1486057" y="83674"/>
                  <a:pt x="1491246" y="79649"/>
                  <a:pt x="1497985" y="76090"/>
                </a:cubicBezTo>
                <a:cubicBezTo>
                  <a:pt x="1502293" y="73733"/>
                  <a:pt x="1506620" y="72544"/>
                  <a:pt x="1511004" y="72544"/>
                </a:cubicBezTo>
                <a:cubicBezTo>
                  <a:pt x="1517418" y="72544"/>
                  <a:pt x="1522415" y="75146"/>
                  <a:pt x="1525976" y="80337"/>
                </a:cubicBezTo>
                <a:cubicBezTo>
                  <a:pt x="1528656" y="84323"/>
                  <a:pt x="1529996" y="90853"/>
                  <a:pt x="1529996" y="99947"/>
                </a:cubicBezTo>
                <a:lnTo>
                  <a:pt x="1529996" y="147899"/>
                </a:lnTo>
                <a:cubicBezTo>
                  <a:pt x="1529996" y="154549"/>
                  <a:pt x="1529786" y="158565"/>
                  <a:pt x="1529384" y="159948"/>
                </a:cubicBezTo>
                <a:cubicBezTo>
                  <a:pt x="1528503" y="162858"/>
                  <a:pt x="1526895" y="165056"/>
                  <a:pt x="1524578" y="166514"/>
                </a:cubicBezTo>
                <a:cubicBezTo>
                  <a:pt x="1522262" y="167989"/>
                  <a:pt x="1518030" y="168714"/>
                  <a:pt x="1511866" y="168714"/>
                </a:cubicBezTo>
                <a:lnTo>
                  <a:pt x="1511866" y="173097"/>
                </a:lnTo>
                <a:lnTo>
                  <a:pt x="1568211" y="173097"/>
                </a:lnTo>
                <a:lnTo>
                  <a:pt x="1568211" y="168714"/>
                </a:lnTo>
                <a:cubicBezTo>
                  <a:pt x="1562544" y="168714"/>
                  <a:pt x="1558523" y="168084"/>
                  <a:pt x="1556168" y="166821"/>
                </a:cubicBezTo>
                <a:cubicBezTo>
                  <a:pt x="1553813" y="165557"/>
                  <a:pt x="1552205" y="164003"/>
                  <a:pt x="1551363" y="162124"/>
                </a:cubicBezTo>
                <a:cubicBezTo>
                  <a:pt x="1550501" y="160269"/>
                  <a:pt x="1550080" y="155521"/>
                  <a:pt x="1550080" y="147899"/>
                </a:cubicBezTo>
                <a:lnTo>
                  <a:pt x="1550080" y="94696"/>
                </a:lnTo>
                <a:lnTo>
                  <a:pt x="1549831" y="89469"/>
                </a:lnTo>
                <a:lnTo>
                  <a:pt x="1550080" y="88131"/>
                </a:lnTo>
                <a:cubicBezTo>
                  <a:pt x="1556245" y="82289"/>
                  <a:pt x="1561510" y="78288"/>
                  <a:pt x="1565837" y="76142"/>
                </a:cubicBezTo>
                <a:cubicBezTo>
                  <a:pt x="1570183" y="74003"/>
                  <a:pt x="1574510" y="72910"/>
                  <a:pt x="1578798" y="72910"/>
                </a:cubicBezTo>
                <a:cubicBezTo>
                  <a:pt x="1585786" y="72910"/>
                  <a:pt x="1590860" y="75514"/>
                  <a:pt x="1594019" y="80704"/>
                </a:cubicBezTo>
                <a:cubicBezTo>
                  <a:pt x="1596202" y="84436"/>
                  <a:pt x="1597312" y="90853"/>
                  <a:pt x="1597312" y="99947"/>
                </a:cubicBezTo>
                <a:lnTo>
                  <a:pt x="1597312" y="147899"/>
                </a:lnTo>
                <a:cubicBezTo>
                  <a:pt x="1597312" y="154392"/>
                  <a:pt x="1597140" y="158318"/>
                  <a:pt x="1596814" y="159695"/>
                </a:cubicBezTo>
                <a:cubicBezTo>
                  <a:pt x="1596010" y="162551"/>
                  <a:pt x="1594670" y="164615"/>
                  <a:pt x="1592794" y="165902"/>
                </a:cubicBezTo>
                <a:cubicBezTo>
                  <a:pt x="1590132" y="167778"/>
                  <a:pt x="1586399" y="168714"/>
                  <a:pt x="1581613" y="168714"/>
                </a:cubicBezTo>
                <a:lnTo>
                  <a:pt x="1579296" y="168714"/>
                </a:lnTo>
                <a:lnTo>
                  <a:pt x="1579296" y="173097"/>
                </a:lnTo>
                <a:lnTo>
                  <a:pt x="1634301" y="173097"/>
                </a:lnTo>
                <a:lnTo>
                  <a:pt x="1634301" y="168714"/>
                </a:lnTo>
                <a:cubicBezTo>
                  <a:pt x="1629362" y="168714"/>
                  <a:pt x="1625781" y="168084"/>
                  <a:pt x="1623599" y="166821"/>
                </a:cubicBezTo>
                <a:cubicBezTo>
                  <a:pt x="1621397" y="165557"/>
                  <a:pt x="1619904" y="164039"/>
                  <a:pt x="1619100" y="162258"/>
                </a:cubicBezTo>
                <a:cubicBezTo>
                  <a:pt x="1618047" y="159657"/>
                  <a:pt x="1617511" y="154870"/>
                  <a:pt x="1617511" y="147899"/>
                </a:cubicBezTo>
                <a:lnTo>
                  <a:pt x="1617511" y="99947"/>
                </a:lnTo>
                <a:cubicBezTo>
                  <a:pt x="1617511" y="89873"/>
                  <a:pt x="1616611" y="82498"/>
                  <a:pt x="1614830" y="77794"/>
                </a:cubicBezTo>
                <a:cubicBezTo>
                  <a:pt x="1612150" y="70877"/>
                  <a:pt x="1608531" y="65918"/>
                  <a:pt x="1603936" y="62874"/>
                </a:cubicBezTo>
                <a:cubicBezTo>
                  <a:pt x="1599361" y="59830"/>
                  <a:pt x="1594096" y="58306"/>
                  <a:pt x="1588180" y="58306"/>
                </a:cubicBezTo>
                <a:cubicBezTo>
                  <a:pt x="1582091" y="58306"/>
                  <a:pt x="1576175" y="59830"/>
                  <a:pt x="1570413" y="62874"/>
                </a:cubicBezTo>
                <a:cubicBezTo>
                  <a:pt x="1564650" y="65918"/>
                  <a:pt x="1557585" y="72313"/>
                  <a:pt x="1549238" y="82042"/>
                </a:cubicBezTo>
                <a:cubicBezTo>
                  <a:pt x="1547515" y="74346"/>
                  <a:pt x="1544164" y="68445"/>
                  <a:pt x="1539129" y="64392"/>
                </a:cubicBezTo>
                <a:cubicBezTo>
                  <a:pt x="1534093" y="60331"/>
                  <a:pt x="1528082" y="58306"/>
                  <a:pt x="1521113" y="58306"/>
                </a:cubicBezTo>
                <a:cubicBezTo>
                  <a:pt x="1516977" y="58306"/>
                  <a:pt x="1512785" y="59165"/>
                  <a:pt x="1508572" y="60869"/>
                </a:cubicBezTo>
                <a:cubicBezTo>
                  <a:pt x="1504360" y="62568"/>
                  <a:pt x="1500416" y="64961"/>
                  <a:pt x="1496760" y="68049"/>
                </a:cubicBezTo>
                <a:cubicBezTo>
                  <a:pt x="1495305" y="69269"/>
                  <a:pt x="1490518" y="73929"/>
                  <a:pt x="1482401" y="82042"/>
                </a:cubicBezTo>
                <a:lnTo>
                  <a:pt x="1482401" y="58306"/>
                </a:lnTo>
                <a:close/>
                <a:moveTo>
                  <a:pt x="1376775" y="70360"/>
                </a:moveTo>
                <a:lnTo>
                  <a:pt x="1376775" y="61595"/>
                </a:lnTo>
                <a:lnTo>
                  <a:pt x="1348037" y="61595"/>
                </a:lnTo>
                <a:lnTo>
                  <a:pt x="1348037" y="53571"/>
                </a:lnTo>
                <a:cubicBezTo>
                  <a:pt x="1348037" y="36206"/>
                  <a:pt x="1348612" y="25429"/>
                  <a:pt x="1349741" y="21255"/>
                </a:cubicBezTo>
                <a:cubicBezTo>
                  <a:pt x="1350890" y="17061"/>
                  <a:pt x="1352747" y="13978"/>
                  <a:pt x="1355351" y="11989"/>
                </a:cubicBezTo>
                <a:cubicBezTo>
                  <a:pt x="1357935" y="10015"/>
                  <a:pt x="1361114" y="9019"/>
                  <a:pt x="1364847" y="9019"/>
                </a:cubicBezTo>
                <a:cubicBezTo>
                  <a:pt x="1367929" y="9019"/>
                  <a:pt x="1370725" y="9791"/>
                  <a:pt x="1373233" y="11317"/>
                </a:cubicBezTo>
                <a:cubicBezTo>
                  <a:pt x="1375760" y="12872"/>
                  <a:pt x="1378517" y="15856"/>
                  <a:pt x="1381523" y="20275"/>
                </a:cubicBezTo>
                <a:cubicBezTo>
                  <a:pt x="1384509" y="24703"/>
                  <a:pt x="1387056" y="27575"/>
                  <a:pt x="1389123" y="28914"/>
                </a:cubicBezTo>
                <a:cubicBezTo>
                  <a:pt x="1391191" y="30252"/>
                  <a:pt x="1393163" y="30926"/>
                  <a:pt x="1395020" y="30926"/>
                </a:cubicBezTo>
                <a:cubicBezTo>
                  <a:pt x="1397452" y="30926"/>
                  <a:pt x="1399730" y="29848"/>
                  <a:pt x="1401836" y="27709"/>
                </a:cubicBezTo>
                <a:cubicBezTo>
                  <a:pt x="1403942" y="25540"/>
                  <a:pt x="1405014" y="23268"/>
                  <a:pt x="1405014" y="20815"/>
                </a:cubicBezTo>
                <a:cubicBezTo>
                  <a:pt x="1405014" y="16274"/>
                  <a:pt x="1402659" y="12184"/>
                  <a:pt x="1397950" y="8527"/>
                </a:cubicBezTo>
                <a:cubicBezTo>
                  <a:pt x="1390808" y="3008"/>
                  <a:pt x="1382978" y="255"/>
                  <a:pt x="1374458" y="255"/>
                </a:cubicBezTo>
                <a:cubicBezTo>
                  <a:pt x="1365287" y="255"/>
                  <a:pt x="1357036" y="2627"/>
                  <a:pt x="1349684" y="7375"/>
                </a:cubicBezTo>
                <a:cubicBezTo>
                  <a:pt x="1342351" y="12123"/>
                  <a:pt x="1336875" y="18345"/>
                  <a:pt x="1333314" y="26065"/>
                </a:cubicBezTo>
                <a:cubicBezTo>
                  <a:pt x="1329734" y="33759"/>
                  <a:pt x="1327954" y="43175"/>
                  <a:pt x="1327954" y="54304"/>
                </a:cubicBezTo>
                <a:lnTo>
                  <a:pt x="1327954" y="61595"/>
                </a:lnTo>
                <a:lnTo>
                  <a:pt x="1306300" y="61595"/>
                </a:lnTo>
                <a:lnTo>
                  <a:pt x="1306300" y="70360"/>
                </a:lnTo>
                <a:lnTo>
                  <a:pt x="1327954" y="70360"/>
                </a:lnTo>
                <a:lnTo>
                  <a:pt x="1327954" y="143630"/>
                </a:lnTo>
                <a:cubicBezTo>
                  <a:pt x="1327954" y="151579"/>
                  <a:pt x="1327456" y="156942"/>
                  <a:pt x="1326441" y="159695"/>
                </a:cubicBezTo>
                <a:cubicBezTo>
                  <a:pt x="1325426" y="162454"/>
                  <a:pt x="1323569" y="164652"/>
                  <a:pt x="1320908" y="166283"/>
                </a:cubicBezTo>
                <a:cubicBezTo>
                  <a:pt x="1318228" y="167891"/>
                  <a:pt x="1315260" y="168714"/>
                  <a:pt x="1312024" y="168714"/>
                </a:cubicBezTo>
                <a:lnTo>
                  <a:pt x="1307027" y="168714"/>
                </a:lnTo>
                <a:lnTo>
                  <a:pt x="1307027" y="173097"/>
                </a:lnTo>
                <a:lnTo>
                  <a:pt x="1373596" y="173097"/>
                </a:lnTo>
                <a:lnTo>
                  <a:pt x="1373596" y="168714"/>
                </a:lnTo>
                <a:lnTo>
                  <a:pt x="1363507" y="168714"/>
                </a:lnTo>
                <a:cubicBezTo>
                  <a:pt x="1358471" y="168714"/>
                  <a:pt x="1354451" y="166911"/>
                  <a:pt x="1351445" y="163352"/>
                </a:cubicBezTo>
                <a:cubicBezTo>
                  <a:pt x="1349186" y="160598"/>
                  <a:pt x="1348037" y="154033"/>
                  <a:pt x="1348037" y="143630"/>
                </a:cubicBezTo>
                <a:lnTo>
                  <a:pt x="1348037" y="70360"/>
                </a:lnTo>
                <a:lnTo>
                  <a:pt x="1376775" y="70360"/>
                </a:lnTo>
                <a:close/>
                <a:moveTo>
                  <a:pt x="1222136" y="74691"/>
                </a:moveTo>
                <a:cubicBezTo>
                  <a:pt x="1227439" y="69441"/>
                  <a:pt x="1233470" y="66824"/>
                  <a:pt x="1240210" y="66824"/>
                </a:cubicBezTo>
                <a:cubicBezTo>
                  <a:pt x="1244594" y="66824"/>
                  <a:pt x="1248787" y="68124"/>
                  <a:pt x="1252807" y="70727"/>
                </a:cubicBezTo>
                <a:cubicBezTo>
                  <a:pt x="1256828" y="73329"/>
                  <a:pt x="1259853" y="76890"/>
                  <a:pt x="1261882" y="81430"/>
                </a:cubicBezTo>
                <a:cubicBezTo>
                  <a:pt x="1263165" y="84361"/>
                  <a:pt x="1264027" y="89394"/>
                  <a:pt x="1264429" y="96536"/>
                </a:cubicBezTo>
                <a:lnTo>
                  <a:pt x="1212812" y="96536"/>
                </a:lnTo>
                <a:cubicBezTo>
                  <a:pt x="1213712" y="87195"/>
                  <a:pt x="1216814" y="79919"/>
                  <a:pt x="1222136" y="74691"/>
                </a:cubicBezTo>
                <a:close/>
                <a:moveTo>
                  <a:pt x="1289873" y="103581"/>
                </a:moveTo>
                <a:cubicBezTo>
                  <a:pt x="1289873" y="89798"/>
                  <a:pt x="1285852" y="78790"/>
                  <a:pt x="1277811" y="70532"/>
                </a:cubicBezTo>
                <a:cubicBezTo>
                  <a:pt x="1269789" y="62305"/>
                  <a:pt x="1259527" y="58185"/>
                  <a:pt x="1247025" y="58185"/>
                </a:cubicBezTo>
                <a:cubicBezTo>
                  <a:pt x="1232264" y="58185"/>
                  <a:pt x="1219992" y="63525"/>
                  <a:pt x="1210208" y="74189"/>
                </a:cubicBezTo>
                <a:cubicBezTo>
                  <a:pt x="1200425" y="84855"/>
                  <a:pt x="1195543" y="99729"/>
                  <a:pt x="1195543" y="118800"/>
                </a:cubicBezTo>
                <a:cubicBezTo>
                  <a:pt x="1195543" y="136412"/>
                  <a:pt x="1200310" y="150428"/>
                  <a:pt x="1209845" y="160861"/>
                </a:cubicBezTo>
                <a:cubicBezTo>
                  <a:pt x="1219379" y="171278"/>
                  <a:pt x="1230828" y="176484"/>
                  <a:pt x="1244230" y="176484"/>
                </a:cubicBezTo>
                <a:cubicBezTo>
                  <a:pt x="1256560" y="176484"/>
                  <a:pt x="1266822" y="171929"/>
                  <a:pt x="1275016" y="162798"/>
                </a:cubicBezTo>
                <a:cubicBezTo>
                  <a:pt x="1283210" y="153666"/>
                  <a:pt x="1288169" y="143555"/>
                  <a:pt x="1289873" y="132433"/>
                </a:cubicBezTo>
                <a:lnTo>
                  <a:pt x="1286101" y="130004"/>
                </a:lnTo>
                <a:cubicBezTo>
                  <a:pt x="1282445" y="139749"/>
                  <a:pt x="1277926" y="146620"/>
                  <a:pt x="1272527" y="150637"/>
                </a:cubicBezTo>
                <a:cubicBezTo>
                  <a:pt x="1267128" y="154638"/>
                  <a:pt x="1260772" y="156651"/>
                  <a:pt x="1253477" y="156651"/>
                </a:cubicBezTo>
                <a:cubicBezTo>
                  <a:pt x="1242526" y="156651"/>
                  <a:pt x="1232992" y="151962"/>
                  <a:pt x="1224874" y="142546"/>
                </a:cubicBezTo>
                <a:cubicBezTo>
                  <a:pt x="1216756" y="133123"/>
                  <a:pt x="1212736" y="120138"/>
                  <a:pt x="1212812" y="103581"/>
                </a:cubicBezTo>
                <a:lnTo>
                  <a:pt x="1289873" y="103581"/>
                </a:lnTo>
                <a:close/>
                <a:moveTo>
                  <a:pt x="1158171" y="58306"/>
                </a:moveTo>
                <a:lnTo>
                  <a:pt x="1124590" y="71932"/>
                </a:lnTo>
                <a:lnTo>
                  <a:pt x="1126294" y="76322"/>
                </a:lnTo>
                <a:cubicBezTo>
                  <a:pt x="1129529" y="75110"/>
                  <a:pt x="1132286" y="74497"/>
                  <a:pt x="1134564" y="74497"/>
                </a:cubicBezTo>
                <a:cubicBezTo>
                  <a:pt x="1136670" y="74497"/>
                  <a:pt x="1138336" y="75012"/>
                  <a:pt x="1139561" y="76015"/>
                </a:cubicBezTo>
                <a:cubicBezTo>
                  <a:pt x="1140768" y="77047"/>
                  <a:pt x="1141667" y="78841"/>
                  <a:pt x="1142242" y="81430"/>
                </a:cubicBezTo>
                <a:cubicBezTo>
                  <a:pt x="1142969" y="85012"/>
                  <a:pt x="1143333" y="92842"/>
                  <a:pt x="1143333" y="104919"/>
                </a:cubicBezTo>
                <a:lnTo>
                  <a:pt x="1143333" y="147899"/>
                </a:lnTo>
                <a:cubicBezTo>
                  <a:pt x="1143333" y="154795"/>
                  <a:pt x="1142778" y="159448"/>
                  <a:pt x="1141687" y="161900"/>
                </a:cubicBezTo>
                <a:cubicBezTo>
                  <a:pt x="1140595" y="164330"/>
                  <a:pt x="1139102" y="166074"/>
                  <a:pt x="1137245" y="167127"/>
                </a:cubicBezTo>
                <a:cubicBezTo>
                  <a:pt x="1135369" y="168174"/>
                  <a:pt x="1131731" y="168714"/>
                  <a:pt x="1126294" y="168714"/>
                </a:cubicBezTo>
                <a:lnTo>
                  <a:pt x="1126294" y="173097"/>
                </a:lnTo>
                <a:lnTo>
                  <a:pt x="1180456" y="173097"/>
                </a:lnTo>
                <a:lnTo>
                  <a:pt x="1180456" y="168714"/>
                </a:lnTo>
                <a:cubicBezTo>
                  <a:pt x="1175172" y="168714"/>
                  <a:pt x="1171554" y="168138"/>
                  <a:pt x="1169562" y="167008"/>
                </a:cubicBezTo>
                <a:cubicBezTo>
                  <a:pt x="1167571" y="165864"/>
                  <a:pt x="1166059" y="164137"/>
                  <a:pt x="1165063" y="161818"/>
                </a:cubicBezTo>
                <a:cubicBezTo>
                  <a:pt x="1164049" y="159523"/>
                  <a:pt x="1163532" y="154870"/>
                  <a:pt x="1163532" y="147899"/>
                </a:cubicBezTo>
                <a:lnTo>
                  <a:pt x="1163532" y="58306"/>
                </a:lnTo>
                <a:lnTo>
                  <a:pt x="1158171" y="58306"/>
                </a:lnTo>
                <a:close/>
                <a:moveTo>
                  <a:pt x="1144616" y="3605"/>
                </a:moveTo>
                <a:cubicBezTo>
                  <a:pt x="1142204" y="5998"/>
                  <a:pt x="1141016" y="8885"/>
                  <a:pt x="1141016" y="12295"/>
                </a:cubicBezTo>
                <a:cubicBezTo>
                  <a:pt x="1141016" y="15707"/>
                  <a:pt x="1142242" y="18631"/>
                  <a:pt x="1144673" y="21060"/>
                </a:cubicBezTo>
                <a:cubicBezTo>
                  <a:pt x="1147105" y="23492"/>
                  <a:pt x="1150015" y="24719"/>
                  <a:pt x="1153423" y="24719"/>
                </a:cubicBezTo>
                <a:cubicBezTo>
                  <a:pt x="1156831" y="24719"/>
                  <a:pt x="1159741" y="23492"/>
                  <a:pt x="1162134" y="21060"/>
                </a:cubicBezTo>
                <a:cubicBezTo>
                  <a:pt x="1164527" y="18631"/>
                  <a:pt x="1165733" y="15707"/>
                  <a:pt x="1165733" y="12295"/>
                </a:cubicBezTo>
                <a:cubicBezTo>
                  <a:pt x="1165733" y="8885"/>
                  <a:pt x="1164527" y="5998"/>
                  <a:pt x="1162134" y="3605"/>
                </a:cubicBezTo>
                <a:cubicBezTo>
                  <a:pt x="1159741" y="1212"/>
                  <a:pt x="1156831" y="0"/>
                  <a:pt x="1153423" y="0"/>
                </a:cubicBezTo>
                <a:cubicBezTo>
                  <a:pt x="1149938" y="0"/>
                  <a:pt x="1146990" y="1212"/>
                  <a:pt x="1144616" y="3605"/>
                </a:cubicBezTo>
                <a:close/>
                <a:moveTo>
                  <a:pt x="1088921" y="0"/>
                </a:moveTo>
                <a:lnTo>
                  <a:pt x="1055704" y="13635"/>
                </a:lnTo>
                <a:lnTo>
                  <a:pt x="1057772" y="17905"/>
                </a:lnTo>
                <a:cubicBezTo>
                  <a:pt x="1061007" y="16603"/>
                  <a:pt x="1063688" y="15952"/>
                  <a:pt x="1065794" y="15952"/>
                </a:cubicBezTo>
                <a:cubicBezTo>
                  <a:pt x="1067747" y="15952"/>
                  <a:pt x="1069355" y="16492"/>
                  <a:pt x="1070618" y="17539"/>
                </a:cubicBezTo>
                <a:cubicBezTo>
                  <a:pt x="1071863" y="18592"/>
                  <a:pt x="1072782" y="20568"/>
                  <a:pt x="1073356" y="23440"/>
                </a:cubicBezTo>
                <a:cubicBezTo>
                  <a:pt x="1073911" y="26325"/>
                  <a:pt x="1074199" y="34045"/>
                  <a:pt x="1074199" y="46623"/>
                </a:cubicBezTo>
                <a:lnTo>
                  <a:pt x="1074199" y="147899"/>
                </a:lnTo>
                <a:cubicBezTo>
                  <a:pt x="1074199" y="154795"/>
                  <a:pt x="1073662" y="159448"/>
                  <a:pt x="1072609" y="161900"/>
                </a:cubicBezTo>
                <a:cubicBezTo>
                  <a:pt x="1071556" y="164330"/>
                  <a:pt x="1070101" y="166074"/>
                  <a:pt x="1068225" y="167127"/>
                </a:cubicBezTo>
                <a:cubicBezTo>
                  <a:pt x="1066368" y="168174"/>
                  <a:pt x="1062884" y="168714"/>
                  <a:pt x="1057772" y="168714"/>
                </a:cubicBezTo>
                <a:lnTo>
                  <a:pt x="1057772" y="173097"/>
                </a:lnTo>
                <a:lnTo>
                  <a:pt x="1112413" y="173097"/>
                </a:lnTo>
                <a:lnTo>
                  <a:pt x="1112413" y="168714"/>
                </a:lnTo>
                <a:cubicBezTo>
                  <a:pt x="1106650" y="168714"/>
                  <a:pt x="1102725" y="168123"/>
                  <a:pt x="1100619" y="166934"/>
                </a:cubicBezTo>
                <a:cubicBezTo>
                  <a:pt x="1098494" y="165766"/>
                  <a:pt x="1096943" y="164039"/>
                  <a:pt x="1095929" y="161766"/>
                </a:cubicBezTo>
                <a:cubicBezTo>
                  <a:pt x="1094914" y="159507"/>
                  <a:pt x="1094397" y="154870"/>
                  <a:pt x="1094397" y="147899"/>
                </a:cubicBezTo>
                <a:lnTo>
                  <a:pt x="1094397" y="0"/>
                </a:lnTo>
                <a:lnTo>
                  <a:pt x="1088921" y="0"/>
                </a:lnTo>
                <a:close/>
                <a:moveTo>
                  <a:pt x="973723" y="74691"/>
                </a:moveTo>
                <a:cubicBezTo>
                  <a:pt x="979045" y="69441"/>
                  <a:pt x="985057" y="66824"/>
                  <a:pt x="991796" y="66824"/>
                </a:cubicBezTo>
                <a:cubicBezTo>
                  <a:pt x="996181" y="66824"/>
                  <a:pt x="1000393" y="68124"/>
                  <a:pt x="1004394" y="70727"/>
                </a:cubicBezTo>
                <a:cubicBezTo>
                  <a:pt x="1008415" y="73329"/>
                  <a:pt x="1011440" y="76890"/>
                  <a:pt x="1013469" y="81430"/>
                </a:cubicBezTo>
                <a:cubicBezTo>
                  <a:pt x="1014771" y="84361"/>
                  <a:pt x="1015613" y="89394"/>
                  <a:pt x="1016034" y="96536"/>
                </a:cubicBezTo>
                <a:lnTo>
                  <a:pt x="964418" y="96536"/>
                </a:lnTo>
                <a:cubicBezTo>
                  <a:pt x="965318" y="87195"/>
                  <a:pt x="968419" y="79919"/>
                  <a:pt x="973723" y="74691"/>
                </a:cubicBezTo>
                <a:close/>
                <a:moveTo>
                  <a:pt x="1041460" y="103581"/>
                </a:moveTo>
                <a:cubicBezTo>
                  <a:pt x="1041460" y="89798"/>
                  <a:pt x="1037439" y="78790"/>
                  <a:pt x="1029417" y="70532"/>
                </a:cubicBezTo>
                <a:cubicBezTo>
                  <a:pt x="1021376" y="62305"/>
                  <a:pt x="1011114" y="58185"/>
                  <a:pt x="998612" y="58185"/>
                </a:cubicBezTo>
                <a:cubicBezTo>
                  <a:pt x="983851" y="58185"/>
                  <a:pt x="971579" y="63525"/>
                  <a:pt x="961795" y="74189"/>
                </a:cubicBezTo>
                <a:cubicBezTo>
                  <a:pt x="952012" y="84855"/>
                  <a:pt x="947130" y="99729"/>
                  <a:pt x="947130" y="118800"/>
                </a:cubicBezTo>
                <a:cubicBezTo>
                  <a:pt x="947130" y="136412"/>
                  <a:pt x="951897" y="150428"/>
                  <a:pt x="961431" y="160861"/>
                </a:cubicBezTo>
                <a:cubicBezTo>
                  <a:pt x="970966" y="171278"/>
                  <a:pt x="982434" y="176484"/>
                  <a:pt x="995817" y="176484"/>
                </a:cubicBezTo>
                <a:cubicBezTo>
                  <a:pt x="1008146" y="176484"/>
                  <a:pt x="1018408" y="171929"/>
                  <a:pt x="1026622" y="162798"/>
                </a:cubicBezTo>
                <a:cubicBezTo>
                  <a:pt x="1034816" y="153666"/>
                  <a:pt x="1039756" y="143555"/>
                  <a:pt x="1041460" y="132433"/>
                </a:cubicBezTo>
                <a:lnTo>
                  <a:pt x="1037688" y="130004"/>
                </a:lnTo>
                <a:cubicBezTo>
                  <a:pt x="1034031" y="139749"/>
                  <a:pt x="1029513" y="146620"/>
                  <a:pt x="1024114" y="150637"/>
                </a:cubicBezTo>
                <a:cubicBezTo>
                  <a:pt x="1018715" y="154638"/>
                  <a:pt x="1012378" y="156651"/>
                  <a:pt x="1005064" y="156651"/>
                </a:cubicBezTo>
                <a:cubicBezTo>
                  <a:pt x="994113" y="156651"/>
                  <a:pt x="984578" y="151962"/>
                  <a:pt x="976461" y="142546"/>
                </a:cubicBezTo>
                <a:cubicBezTo>
                  <a:pt x="968343" y="133123"/>
                  <a:pt x="964341" y="120138"/>
                  <a:pt x="964418" y="103581"/>
                </a:cubicBezTo>
                <a:lnTo>
                  <a:pt x="1041460" y="103581"/>
                </a:lnTo>
                <a:close/>
                <a:moveTo>
                  <a:pt x="864249" y="78887"/>
                </a:moveTo>
                <a:cubicBezTo>
                  <a:pt x="868556" y="76680"/>
                  <a:pt x="872845" y="75588"/>
                  <a:pt x="877153" y="75588"/>
                </a:cubicBezTo>
                <a:cubicBezTo>
                  <a:pt x="885270" y="75588"/>
                  <a:pt x="892507" y="79418"/>
                  <a:pt x="898883" y="87099"/>
                </a:cubicBezTo>
                <a:cubicBezTo>
                  <a:pt x="905239" y="94770"/>
                  <a:pt x="908437" y="105743"/>
                  <a:pt x="908437" y="120027"/>
                </a:cubicBezTo>
                <a:cubicBezTo>
                  <a:pt x="908437" y="135516"/>
                  <a:pt x="905239" y="147333"/>
                  <a:pt x="898883" y="155446"/>
                </a:cubicBezTo>
                <a:cubicBezTo>
                  <a:pt x="892507" y="163560"/>
                  <a:pt x="885634" y="167606"/>
                  <a:pt x="878244" y="167606"/>
                </a:cubicBezTo>
                <a:cubicBezTo>
                  <a:pt x="873630" y="167606"/>
                  <a:pt x="869092" y="166566"/>
                  <a:pt x="864670" y="164502"/>
                </a:cubicBezTo>
                <a:cubicBezTo>
                  <a:pt x="860247" y="162431"/>
                  <a:pt x="855978" y="159373"/>
                  <a:pt x="851842" y="155312"/>
                </a:cubicBezTo>
                <a:lnTo>
                  <a:pt x="851842" y="88609"/>
                </a:lnTo>
                <a:cubicBezTo>
                  <a:pt x="856858" y="83748"/>
                  <a:pt x="861013" y="80509"/>
                  <a:pt x="864249" y="78887"/>
                </a:cubicBezTo>
                <a:close/>
                <a:moveTo>
                  <a:pt x="851842" y="0"/>
                </a:moveTo>
                <a:lnTo>
                  <a:pt x="846367" y="0"/>
                </a:lnTo>
                <a:lnTo>
                  <a:pt x="812881" y="13635"/>
                </a:lnTo>
                <a:lnTo>
                  <a:pt x="814585" y="17905"/>
                </a:lnTo>
                <a:cubicBezTo>
                  <a:pt x="817993" y="16603"/>
                  <a:pt x="820846" y="15952"/>
                  <a:pt x="823105" y="15952"/>
                </a:cubicBezTo>
                <a:cubicBezTo>
                  <a:pt x="825058" y="15952"/>
                  <a:pt x="826685" y="16492"/>
                  <a:pt x="827987" y="17539"/>
                </a:cubicBezTo>
                <a:cubicBezTo>
                  <a:pt x="829270" y="18592"/>
                  <a:pt x="830227" y="20581"/>
                  <a:pt x="830840" y="23492"/>
                </a:cubicBezTo>
                <a:cubicBezTo>
                  <a:pt x="831452" y="26423"/>
                  <a:pt x="831759" y="34217"/>
                  <a:pt x="831759" y="46870"/>
                </a:cubicBezTo>
                <a:lnTo>
                  <a:pt x="831759" y="162379"/>
                </a:lnTo>
                <a:cubicBezTo>
                  <a:pt x="838728" y="167083"/>
                  <a:pt x="845563" y="170614"/>
                  <a:pt x="852264" y="172961"/>
                </a:cubicBezTo>
                <a:cubicBezTo>
                  <a:pt x="858964" y="175318"/>
                  <a:pt x="865551" y="176484"/>
                  <a:pt x="872041" y="176484"/>
                </a:cubicBezTo>
                <a:cubicBezTo>
                  <a:pt x="885921" y="176484"/>
                  <a:pt x="898500" y="171301"/>
                  <a:pt x="909777" y="160920"/>
                </a:cubicBezTo>
                <a:cubicBezTo>
                  <a:pt x="922911" y="148820"/>
                  <a:pt x="929497" y="132876"/>
                  <a:pt x="929497" y="113079"/>
                </a:cubicBezTo>
                <a:cubicBezTo>
                  <a:pt x="929497" y="96132"/>
                  <a:pt x="925227" y="82753"/>
                  <a:pt x="916707" y="72987"/>
                </a:cubicBezTo>
                <a:cubicBezTo>
                  <a:pt x="908188" y="63203"/>
                  <a:pt x="898213" y="58306"/>
                  <a:pt x="886764" y="58306"/>
                </a:cubicBezTo>
                <a:cubicBezTo>
                  <a:pt x="874281" y="58306"/>
                  <a:pt x="862621" y="65828"/>
                  <a:pt x="851842" y="80838"/>
                </a:cubicBezTo>
                <a:lnTo>
                  <a:pt x="851842" y="0"/>
                </a:lnTo>
                <a:close/>
                <a:moveTo>
                  <a:pt x="730498" y="58306"/>
                </a:moveTo>
                <a:cubicBezTo>
                  <a:pt x="729521" y="60257"/>
                  <a:pt x="728679" y="61520"/>
                  <a:pt x="727932" y="62089"/>
                </a:cubicBezTo>
                <a:cubicBezTo>
                  <a:pt x="727205" y="62650"/>
                  <a:pt x="726190" y="62935"/>
                  <a:pt x="724888" y="62935"/>
                </a:cubicBezTo>
                <a:cubicBezTo>
                  <a:pt x="723510" y="62935"/>
                  <a:pt x="720753" y="62321"/>
                  <a:pt x="716617" y="61116"/>
                </a:cubicBezTo>
                <a:cubicBezTo>
                  <a:pt x="710376" y="59240"/>
                  <a:pt x="705053" y="58306"/>
                  <a:pt x="700669" y="58306"/>
                </a:cubicBezTo>
                <a:cubicBezTo>
                  <a:pt x="690694" y="58306"/>
                  <a:pt x="682557" y="61402"/>
                  <a:pt x="676278" y="67570"/>
                </a:cubicBezTo>
                <a:cubicBezTo>
                  <a:pt x="669979" y="73733"/>
                  <a:pt x="666839" y="81392"/>
                  <a:pt x="666839" y="90560"/>
                </a:cubicBezTo>
                <a:cubicBezTo>
                  <a:pt x="666839" y="97629"/>
                  <a:pt x="668658" y="103468"/>
                  <a:pt x="672315" y="108098"/>
                </a:cubicBezTo>
                <a:cubicBezTo>
                  <a:pt x="675971" y="112809"/>
                  <a:pt x="683668" y="118074"/>
                  <a:pt x="695442" y="123916"/>
                </a:cubicBezTo>
                <a:cubicBezTo>
                  <a:pt x="707198" y="129749"/>
                  <a:pt x="715047" y="134580"/>
                  <a:pt x="718991" y="138409"/>
                </a:cubicBezTo>
                <a:cubicBezTo>
                  <a:pt x="722935" y="142217"/>
                  <a:pt x="724888" y="146929"/>
                  <a:pt x="724888" y="152515"/>
                </a:cubicBezTo>
                <a:cubicBezTo>
                  <a:pt x="724888" y="157150"/>
                  <a:pt x="723127" y="161092"/>
                  <a:pt x="719604" y="164391"/>
                </a:cubicBezTo>
                <a:cubicBezTo>
                  <a:pt x="716081" y="167680"/>
                  <a:pt x="711506" y="169304"/>
                  <a:pt x="705915" y="169304"/>
                </a:cubicBezTo>
                <a:cubicBezTo>
                  <a:pt x="697951" y="169304"/>
                  <a:pt x="690771" y="166432"/>
                  <a:pt x="684357" y="160673"/>
                </a:cubicBezTo>
                <a:cubicBezTo>
                  <a:pt x="677963" y="154908"/>
                  <a:pt x="673617" y="146352"/>
                  <a:pt x="671338" y="134999"/>
                </a:cubicBezTo>
                <a:lnTo>
                  <a:pt x="667318" y="134999"/>
                </a:lnTo>
                <a:lnTo>
                  <a:pt x="667318" y="174785"/>
                </a:lnTo>
                <a:lnTo>
                  <a:pt x="671338" y="174785"/>
                </a:lnTo>
                <a:cubicBezTo>
                  <a:pt x="672391" y="172677"/>
                  <a:pt x="673846" y="171622"/>
                  <a:pt x="675723" y="171622"/>
                </a:cubicBezTo>
                <a:cubicBezTo>
                  <a:pt x="677426" y="171622"/>
                  <a:pt x="679628" y="172026"/>
                  <a:pt x="682289" y="172850"/>
                </a:cubicBezTo>
                <a:cubicBezTo>
                  <a:pt x="691058" y="175279"/>
                  <a:pt x="698850" y="176484"/>
                  <a:pt x="705666" y="176484"/>
                </a:cubicBezTo>
                <a:cubicBezTo>
                  <a:pt x="715162" y="176484"/>
                  <a:pt x="723740" y="173388"/>
                  <a:pt x="731417" y="167181"/>
                </a:cubicBezTo>
                <a:cubicBezTo>
                  <a:pt x="739075" y="160979"/>
                  <a:pt x="742904" y="152806"/>
                  <a:pt x="742904" y="142657"/>
                </a:cubicBezTo>
                <a:cubicBezTo>
                  <a:pt x="742904" y="129525"/>
                  <a:pt x="734672" y="118921"/>
                  <a:pt x="718206" y="110895"/>
                </a:cubicBezTo>
                <a:lnTo>
                  <a:pt x="700439" y="102243"/>
                </a:lnTo>
                <a:cubicBezTo>
                  <a:pt x="692724" y="98525"/>
                  <a:pt x="687612" y="94989"/>
                  <a:pt x="685104" y="91654"/>
                </a:cubicBezTo>
                <a:cubicBezTo>
                  <a:pt x="682500" y="88414"/>
                  <a:pt x="681198" y="84510"/>
                  <a:pt x="681198" y="79971"/>
                </a:cubicBezTo>
                <a:cubicBezTo>
                  <a:pt x="681198" y="76322"/>
                  <a:pt x="682940" y="73008"/>
                  <a:pt x="686444" y="70002"/>
                </a:cubicBezTo>
                <a:cubicBezTo>
                  <a:pt x="689929" y="66996"/>
                  <a:pt x="694504" y="65499"/>
                  <a:pt x="700191" y="65499"/>
                </a:cubicBezTo>
                <a:cubicBezTo>
                  <a:pt x="707657" y="65499"/>
                  <a:pt x="713803" y="67645"/>
                  <a:pt x="718628" y="71932"/>
                </a:cubicBezTo>
                <a:cubicBezTo>
                  <a:pt x="723452" y="76239"/>
                  <a:pt x="727415" y="84361"/>
                  <a:pt x="730498" y="96289"/>
                </a:cubicBezTo>
                <a:lnTo>
                  <a:pt x="734518" y="96289"/>
                </a:lnTo>
                <a:lnTo>
                  <a:pt x="734518" y="58306"/>
                </a:lnTo>
                <a:lnTo>
                  <a:pt x="730498" y="58306"/>
                </a:lnTo>
                <a:close/>
                <a:moveTo>
                  <a:pt x="580129" y="74691"/>
                </a:moveTo>
                <a:cubicBezTo>
                  <a:pt x="585432" y="69441"/>
                  <a:pt x="591463" y="66824"/>
                  <a:pt x="598202" y="66824"/>
                </a:cubicBezTo>
                <a:cubicBezTo>
                  <a:pt x="602587" y="66824"/>
                  <a:pt x="606779" y="68124"/>
                  <a:pt x="610800" y="70727"/>
                </a:cubicBezTo>
                <a:cubicBezTo>
                  <a:pt x="614821" y="73329"/>
                  <a:pt x="617826" y="76890"/>
                  <a:pt x="619856" y="81430"/>
                </a:cubicBezTo>
                <a:cubicBezTo>
                  <a:pt x="621158" y="84361"/>
                  <a:pt x="622019" y="89394"/>
                  <a:pt x="622421" y="96536"/>
                </a:cubicBezTo>
                <a:lnTo>
                  <a:pt x="570805" y="96536"/>
                </a:lnTo>
                <a:cubicBezTo>
                  <a:pt x="571705" y="87195"/>
                  <a:pt x="574806" y="79919"/>
                  <a:pt x="580129" y="74691"/>
                </a:cubicBezTo>
                <a:close/>
                <a:moveTo>
                  <a:pt x="647866" y="103581"/>
                </a:moveTo>
                <a:cubicBezTo>
                  <a:pt x="647866" y="89798"/>
                  <a:pt x="643845" y="78790"/>
                  <a:pt x="635804" y="70532"/>
                </a:cubicBezTo>
                <a:cubicBezTo>
                  <a:pt x="627782" y="62305"/>
                  <a:pt x="617501" y="58185"/>
                  <a:pt x="605018" y="58185"/>
                </a:cubicBezTo>
                <a:cubicBezTo>
                  <a:pt x="590238" y="58185"/>
                  <a:pt x="577965" y="63525"/>
                  <a:pt x="568201" y="74189"/>
                </a:cubicBezTo>
                <a:cubicBezTo>
                  <a:pt x="558418" y="84855"/>
                  <a:pt x="553536" y="99729"/>
                  <a:pt x="553536" y="118800"/>
                </a:cubicBezTo>
                <a:cubicBezTo>
                  <a:pt x="553536" y="136412"/>
                  <a:pt x="558284" y="150428"/>
                  <a:pt x="567837" y="160861"/>
                </a:cubicBezTo>
                <a:cubicBezTo>
                  <a:pt x="577353" y="171278"/>
                  <a:pt x="588821" y="176484"/>
                  <a:pt x="602204" y="176484"/>
                </a:cubicBezTo>
                <a:cubicBezTo>
                  <a:pt x="614553" y="176484"/>
                  <a:pt x="624815" y="171929"/>
                  <a:pt x="633009" y="162798"/>
                </a:cubicBezTo>
                <a:cubicBezTo>
                  <a:pt x="641203" y="153666"/>
                  <a:pt x="646162" y="143555"/>
                  <a:pt x="647866" y="132433"/>
                </a:cubicBezTo>
                <a:lnTo>
                  <a:pt x="644075" y="130004"/>
                </a:lnTo>
                <a:cubicBezTo>
                  <a:pt x="640437" y="139749"/>
                  <a:pt x="635900" y="146620"/>
                  <a:pt x="630520" y="150637"/>
                </a:cubicBezTo>
                <a:cubicBezTo>
                  <a:pt x="625121" y="154638"/>
                  <a:pt x="618765" y="156651"/>
                  <a:pt x="611470" y="156651"/>
                </a:cubicBezTo>
                <a:cubicBezTo>
                  <a:pt x="600500" y="156651"/>
                  <a:pt x="590965" y="151962"/>
                  <a:pt x="582867" y="142546"/>
                </a:cubicBezTo>
                <a:cubicBezTo>
                  <a:pt x="574749" y="133123"/>
                  <a:pt x="570728" y="120138"/>
                  <a:pt x="570805" y="103581"/>
                </a:cubicBezTo>
                <a:lnTo>
                  <a:pt x="647866" y="103581"/>
                </a:lnTo>
                <a:close/>
                <a:moveTo>
                  <a:pt x="511664" y="24972"/>
                </a:moveTo>
                <a:cubicBezTo>
                  <a:pt x="508333" y="33162"/>
                  <a:pt x="505729" y="38793"/>
                  <a:pt x="503872" y="41875"/>
                </a:cubicBezTo>
                <a:cubicBezTo>
                  <a:pt x="500215" y="47715"/>
                  <a:pt x="496061" y="52771"/>
                  <a:pt x="491389" y="57040"/>
                </a:cubicBezTo>
                <a:cubicBezTo>
                  <a:pt x="486737" y="61289"/>
                  <a:pt x="482161" y="64310"/>
                  <a:pt x="477700" y="66090"/>
                </a:cubicBezTo>
                <a:lnTo>
                  <a:pt x="477700" y="70115"/>
                </a:lnTo>
                <a:lnTo>
                  <a:pt x="495352" y="70115"/>
                </a:lnTo>
                <a:lnTo>
                  <a:pt x="495352" y="145089"/>
                </a:lnTo>
                <a:cubicBezTo>
                  <a:pt x="495352" y="153128"/>
                  <a:pt x="496214" y="159065"/>
                  <a:pt x="497899" y="162932"/>
                </a:cubicBezTo>
                <a:cubicBezTo>
                  <a:pt x="499603" y="166784"/>
                  <a:pt x="502245" y="169746"/>
                  <a:pt x="505825" y="171818"/>
                </a:cubicBezTo>
                <a:cubicBezTo>
                  <a:pt x="509386" y="173882"/>
                  <a:pt x="513043" y="174921"/>
                  <a:pt x="516776" y="174921"/>
                </a:cubicBezTo>
                <a:cubicBezTo>
                  <a:pt x="522290" y="174921"/>
                  <a:pt x="527651" y="172909"/>
                  <a:pt x="532839" y="168885"/>
                </a:cubicBezTo>
                <a:cubicBezTo>
                  <a:pt x="538028" y="164870"/>
                  <a:pt x="542048" y="158895"/>
                  <a:pt x="544882" y="150928"/>
                </a:cubicBezTo>
                <a:lnTo>
                  <a:pt x="540134" y="150928"/>
                </a:lnTo>
                <a:cubicBezTo>
                  <a:pt x="538755" y="154183"/>
                  <a:pt x="536822" y="156635"/>
                  <a:pt x="534294" y="158295"/>
                </a:cubicBezTo>
                <a:cubicBezTo>
                  <a:pt x="531786" y="159963"/>
                  <a:pt x="529183" y="160786"/>
                  <a:pt x="526502" y="160786"/>
                </a:cubicBezTo>
                <a:cubicBezTo>
                  <a:pt x="523267" y="160786"/>
                  <a:pt x="520605" y="159544"/>
                  <a:pt x="518538" y="157016"/>
                </a:cubicBezTo>
                <a:cubicBezTo>
                  <a:pt x="516470" y="154512"/>
                  <a:pt x="515436" y="149643"/>
                  <a:pt x="515436" y="142410"/>
                </a:cubicBezTo>
                <a:lnTo>
                  <a:pt x="515436" y="70115"/>
                </a:lnTo>
                <a:lnTo>
                  <a:pt x="541474" y="70115"/>
                </a:lnTo>
                <a:lnTo>
                  <a:pt x="541474" y="61595"/>
                </a:lnTo>
                <a:lnTo>
                  <a:pt x="515436" y="61595"/>
                </a:lnTo>
                <a:lnTo>
                  <a:pt x="515436" y="24972"/>
                </a:lnTo>
                <a:lnTo>
                  <a:pt x="511664" y="24972"/>
                </a:lnTo>
                <a:close/>
                <a:moveTo>
                  <a:pt x="431464" y="77907"/>
                </a:moveTo>
                <a:cubicBezTo>
                  <a:pt x="439984" y="89260"/>
                  <a:pt x="444234" y="104845"/>
                  <a:pt x="444234" y="124641"/>
                </a:cubicBezTo>
                <a:cubicBezTo>
                  <a:pt x="444234" y="140475"/>
                  <a:pt x="441688" y="151640"/>
                  <a:pt x="436576" y="158123"/>
                </a:cubicBezTo>
                <a:cubicBezTo>
                  <a:pt x="431464" y="164615"/>
                  <a:pt x="424954" y="167853"/>
                  <a:pt x="417085" y="167853"/>
                </a:cubicBezTo>
                <a:cubicBezTo>
                  <a:pt x="406536" y="167853"/>
                  <a:pt x="398055" y="161975"/>
                  <a:pt x="391603" y="150204"/>
                </a:cubicBezTo>
                <a:cubicBezTo>
                  <a:pt x="385151" y="138447"/>
                  <a:pt x="381915" y="124446"/>
                  <a:pt x="381915" y="108211"/>
                </a:cubicBezTo>
                <a:cubicBezTo>
                  <a:pt x="381915" y="98159"/>
                  <a:pt x="383255" y="89909"/>
                  <a:pt x="385936" y="83501"/>
                </a:cubicBezTo>
                <a:cubicBezTo>
                  <a:pt x="388616" y="77099"/>
                  <a:pt x="392120" y="72604"/>
                  <a:pt x="396466" y="70054"/>
                </a:cubicBezTo>
                <a:cubicBezTo>
                  <a:pt x="400812" y="67488"/>
                  <a:pt x="405120" y="66224"/>
                  <a:pt x="409427" y="66224"/>
                </a:cubicBezTo>
                <a:cubicBezTo>
                  <a:pt x="418349" y="66224"/>
                  <a:pt x="425701" y="70115"/>
                  <a:pt x="431464" y="77907"/>
                </a:cubicBezTo>
                <a:close/>
                <a:moveTo>
                  <a:pt x="386912" y="65560"/>
                </a:moveTo>
                <a:cubicBezTo>
                  <a:pt x="378641" y="70383"/>
                  <a:pt x="371959" y="77848"/>
                  <a:pt x="366886" y="87935"/>
                </a:cubicBezTo>
                <a:cubicBezTo>
                  <a:pt x="361812" y="98046"/>
                  <a:pt x="359285" y="108211"/>
                  <a:pt x="359285" y="118442"/>
                </a:cubicBezTo>
                <a:cubicBezTo>
                  <a:pt x="359285" y="132472"/>
                  <a:pt x="363459" y="145125"/>
                  <a:pt x="371806" y="156427"/>
                </a:cubicBezTo>
                <a:cubicBezTo>
                  <a:pt x="381724" y="169806"/>
                  <a:pt x="395068" y="176484"/>
                  <a:pt x="411859" y="176484"/>
                </a:cubicBezTo>
                <a:cubicBezTo>
                  <a:pt x="422159" y="176484"/>
                  <a:pt x="431521" y="173903"/>
                  <a:pt x="439907" y="168714"/>
                </a:cubicBezTo>
                <a:cubicBezTo>
                  <a:pt x="448312" y="163509"/>
                  <a:pt x="454898" y="155812"/>
                  <a:pt x="459703" y="145588"/>
                </a:cubicBezTo>
                <a:cubicBezTo>
                  <a:pt x="464490" y="135367"/>
                  <a:pt x="466883" y="125254"/>
                  <a:pt x="466883" y="115277"/>
                </a:cubicBezTo>
                <a:cubicBezTo>
                  <a:pt x="466883" y="101075"/>
                  <a:pt x="462537" y="88496"/>
                  <a:pt x="453845" y="77539"/>
                </a:cubicBezTo>
                <a:cubicBezTo>
                  <a:pt x="443621" y="64714"/>
                  <a:pt x="430085" y="58306"/>
                  <a:pt x="413199" y="58306"/>
                </a:cubicBezTo>
                <a:cubicBezTo>
                  <a:pt x="403952" y="58306"/>
                  <a:pt x="395183" y="60735"/>
                  <a:pt x="386912" y="65560"/>
                </a:cubicBezTo>
                <a:close/>
                <a:moveTo>
                  <a:pt x="266774" y="58306"/>
                </a:moveTo>
                <a:lnTo>
                  <a:pt x="261547" y="58306"/>
                </a:lnTo>
                <a:lnTo>
                  <a:pt x="227947" y="71932"/>
                </a:lnTo>
                <a:lnTo>
                  <a:pt x="229785" y="76322"/>
                </a:lnTo>
                <a:cubicBezTo>
                  <a:pt x="232944" y="75110"/>
                  <a:pt x="235662" y="74497"/>
                  <a:pt x="237941" y="74497"/>
                </a:cubicBezTo>
                <a:cubicBezTo>
                  <a:pt x="240047" y="74497"/>
                  <a:pt x="241732" y="75035"/>
                  <a:pt x="242976" y="76090"/>
                </a:cubicBezTo>
                <a:cubicBezTo>
                  <a:pt x="244240" y="77143"/>
                  <a:pt x="245178" y="79132"/>
                  <a:pt x="245790" y="82042"/>
                </a:cubicBezTo>
                <a:cubicBezTo>
                  <a:pt x="246384" y="84974"/>
                  <a:pt x="246690" y="93126"/>
                  <a:pt x="246690" y="106512"/>
                </a:cubicBezTo>
                <a:lnTo>
                  <a:pt x="246690" y="147899"/>
                </a:lnTo>
                <a:cubicBezTo>
                  <a:pt x="246690" y="156000"/>
                  <a:pt x="245695" y="161519"/>
                  <a:pt x="243723" y="164391"/>
                </a:cubicBezTo>
                <a:cubicBezTo>
                  <a:pt x="241732" y="167263"/>
                  <a:pt x="237883" y="168714"/>
                  <a:pt x="232216" y="168714"/>
                </a:cubicBezTo>
                <a:lnTo>
                  <a:pt x="229785" y="168714"/>
                </a:lnTo>
                <a:lnTo>
                  <a:pt x="229785" y="173097"/>
                </a:lnTo>
                <a:lnTo>
                  <a:pt x="284924" y="173097"/>
                </a:lnTo>
                <a:lnTo>
                  <a:pt x="284924" y="168714"/>
                </a:lnTo>
                <a:cubicBezTo>
                  <a:pt x="278836" y="168714"/>
                  <a:pt x="274796" y="168159"/>
                  <a:pt x="272805" y="167068"/>
                </a:cubicBezTo>
                <a:cubicBezTo>
                  <a:pt x="270814" y="165976"/>
                  <a:pt x="269263" y="164255"/>
                  <a:pt x="268114" y="161900"/>
                </a:cubicBezTo>
                <a:cubicBezTo>
                  <a:pt x="267233" y="160099"/>
                  <a:pt x="266774" y="155446"/>
                  <a:pt x="266774" y="147899"/>
                </a:cubicBezTo>
                <a:lnTo>
                  <a:pt x="266774" y="89109"/>
                </a:lnTo>
                <a:cubicBezTo>
                  <a:pt x="276347" y="78558"/>
                  <a:pt x="285977" y="73270"/>
                  <a:pt x="295626" y="73270"/>
                </a:cubicBezTo>
                <a:cubicBezTo>
                  <a:pt x="301868" y="73270"/>
                  <a:pt x="306309" y="75573"/>
                  <a:pt x="308952" y="80166"/>
                </a:cubicBezTo>
                <a:cubicBezTo>
                  <a:pt x="311594" y="84742"/>
                  <a:pt x="312915" y="92117"/>
                  <a:pt x="312915" y="102243"/>
                </a:cubicBezTo>
                <a:lnTo>
                  <a:pt x="312915" y="147899"/>
                </a:lnTo>
                <a:cubicBezTo>
                  <a:pt x="312915" y="154294"/>
                  <a:pt x="312742" y="158123"/>
                  <a:pt x="312417" y="159335"/>
                </a:cubicBezTo>
                <a:cubicBezTo>
                  <a:pt x="311613" y="162415"/>
                  <a:pt x="310177" y="164749"/>
                  <a:pt x="308109" y="166342"/>
                </a:cubicBezTo>
                <a:cubicBezTo>
                  <a:pt x="306041" y="167914"/>
                  <a:pt x="302404" y="168714"/>
                  <a:pt x="297215" y="168714"/>
                </a:cubicBezTo>
                <a:lnTo>
                  <a:pt x="294899" y="168714"/>
                </a:lnTo>
                <a:lnTo>
                  <a:pt x="294899" y="173097"/>
                </a:lnTo>
                <a:lnTo>
                  <a:pt x="350038" y="173097"/>
                </a:lnTo>
                <a:lnTo>
                  <a:pt x="350038" y="168714"/>
                </a:lnTo>
                <a:cubicBezTo>
                  <a:pt x="344677" y="168714"/>
                  <a:pt x="341001" y="168138"/>
                  <a:pt x="339010" y="167008"/>
                </a:cubicBezTo>
                <a:cubicBezTo>
                  <a:pt x="337038" y="165864"/>
                  <a:pt x="335583" y="164294"/>
                  <a:pt x="334702" y="162258"/>
                </a:cubicBezTo>
                <a:cubicBezTo>
                  <a:pt x="333554" y="159731"/>
                  <a:pt x="332998" y="154945"/>
                  <a:pt x="332998" y="147899"/>
                </a:cubicBezTo>
                <a:lnTo>
                  <a:pt x="332998" y="100305"/>
                </a:lnTo>
                <a:cubicBezTo>
                  <a:pt x="332998" y="90239"/>
                  <a:pt x="332098" y="82768"/>
                  <a:pt x="330318" y="77907"/>
                </a:cubicBezTo>
                <a:cubicBezTo>
                  <a:pt x="327714" y="70936"/>
                  <a:pt x="324230" y="65918"/>
                  <a:pt x="319845" y="62874"/>
                </a:cubicBezTo>
                <a:cubicBezTo>
                  <a:pt x="315461" y="59830"/>
                  <a:pt x="310234" y="58306"/>
                  <a:pt x="304146" y="58306"/>
                </a:cubicBezTo>
                <a:cubicBezTo>
                  <a:pt x="292295" y="58306"/>
                  <a:pt x="279850" y="66188"/>
                  <a:pt x="266774" y="81929"/>
                </a:cubicBezTo>
                <a:lnTo>
                  <a:pt x="266774" y="58306"/>
                </a:lnTo>
                <a:close/>
                <a:moveTo>
                  <a:pt x="151939" y="74691"/>
                </a:moveTo>
                <a:cubicBezTo>
                  <a:pt x="157261" y="69441"/>
                  <a:pt x="163292" y="66824"/>
                  <a:pt x="170032" y="66824"/>
                </a:cubicBezTo>
                <a:cubicBezTo>
                  <a:pt x="174397" y="66824"/>
                  <a:pt x="178609" y="68124"/>
                  <a:pt x="182629" y="70727"/>
                </a:cubicBezTo>
                <a:cubicBezTo>
                  <a:pt x="186631" y="73329"/>
                  <a:pt x="189656" y="76890"/>
                  <a:pt x="191685" y="81430"/>
                </a:cubicBezTo>
                <a:cubicBezTo>
                  <a:pt x="192987" y="84361"/>
                  <a:pt x="193829" y="89394"/>
                  <a:pt x="194251" y="96536"/>
                </a:cubicBezTo>
                <a:lnTo>
                  <a:pt x="142634" y="96536"/>
                </a:lnTo>
                <a:cubicBezTo>
                  <a:pt x="143534" y="87195"/>
                  <a:pt x="146636" y="79919"/>
                  <a:pt x="151939" y="74691"/>
                </a:cubicBezTo>
                <a:close/>
                <a:moveTo>
                  <a:pt x="219676" y="103581"/>
                </a:moveTo>
                <a:cubicBezTo>
                  <a:pt x="219676" y="89798"/>
                  <a:pt x="215674" y="78790"/>
                  <a:pt x="207633" y="70532"/>
                </a:cubicBezTo>
                <a:cubicBezTo>
                  <a:pt x="199592" y="62305"/>
                  <a:pt x="189330" y="58185"/>
                  <a:pt x="176847" y="58185"/>
                </a:cubicBezTo>
                <a:cubicBezTo>
                  <a:pt x="162067" y="58185"/>
                  <a:pt x="149795" y="63525"/>
                  <a:pt x="140011" y="74189"/>
                </a:cubicBezTo>
                <a:cubicBezTo>
                  <a:pt x="130247" y="84855"/>
                  <a:pt x="125346" y="99729"/>
                  <a:pt x="125346" y="118800"/>
                </a:cubicBezTo>
                <a:cubicBezTo>
                  <a:pt x="125346" y="136412"/>
                  <a:pt x="130113" y="150428"/>
                  <a:pt x="139648" y="160861"/>
                </a:cubicBezTo>
                <a:cubicBezTo>
                  <a:pt x="149182" y="171278"/>
                  <a:pt x="160650" y="176484"/>
                  <a:pt x="174033" y="176484"/>
                </a:cubicBezTo>
                <a:cubicBezTo>
                  <a:pt x="186382" y="176484"/>
                  <a:pt x="196644" y="171929"/>
                  <a:pt x="204838" y="162798"/>
                </a:cubicBezTo>
                <a:cubicBezTo>
                  <a:pt x="213032" y="153666"/>
                  <a:pt x="217972" y="143555"/>
                  <a:pt x="219676" y="132433"/>
                </a:cubicBezTo>
                <a:lnTo>
                  <a:pt x="215904" y="130004"/>
                </a:lnTo>
                <a:cubicBezTo>
                  <a:pt x="212267" y="139749"/>
                  <a:pt x="207729" y="146620"/>
                  <a:pt x="202330" y="150637"/>
                </a:cubicBezTo>
                <a:cubicBezTo>
                  <a:pt x="196950" y="154638"/>
                  <a:pt x="190594" y="156651"/>
                  <a:pt x="183280" y="156651"/>
                </a:cubicBezTo>
                <a:cubicBezTo>
                  <a:pt x="172329" y="156651"/>
                  <a:pt x="162794" y="151962"/>
                  <a:pt x="154677" y="142546"/>
                </a:cubicBezTo>
                <a:cubicBezTo>
                  <a:pt x="146578" y="133123"/>
                  <a:pt x="142558" y="120138"/>
                  <a:pt x="142634" y="103581"/>
                </a:cubicBezTo>
                <a:lnTo>
                  <a:pt x="219676" y="103581"/>
                </a:lnTo>
                <a:close/>
                <a:moveTo>
                  <a:pt x="56824" y="163105"/>
                </a:moveTo>
                <a:cubicBezTo>
                  <a:pt x="48074" y="163105"/>
                  <a:pt x="40110" y="158738"/>
                  <a:pt x="32969" y="150032"/>
                </a:cubicBezTo>
                <a:cubicBezTo>
                  <a:pt x="25827" y="141296"/>
                  <a:pt x="22266" y="128740"/>
                  <a:pt x="22266" y="112346"/>
                </a:cubicBezTo>
                <a:cubicBezTo>
                  <a:pt x="22266" y="96132"/>
                  <a:pt x="25961" y="83785"/>
                  <a:pt x="33332" y="75364"/>
                </a:cubicBezTo>
                <a:cubicBezTo>
                  <a:pt x="38942" y="68947"/>
                  <a:pt x="45317" y="65730"/>
                  <a:pt x="52459" y="65730"/>
                </a:cubicBezTo>
                <a:cubicBezTo>
                  <a:pt x="56269" y="65730"/>
                  <a:pt x="60174" y="66898"/>
                  <a:pt x="64195" y="69194"/>
                </a:cubicBezTo>
                <a:cubicBezTo>
                  <a:pt x="68216" y="71512"/>
                  <a:pt x="71432" y="74938"/>
                  <a:pt x="73863" y="79492"/>
                </a:cubicBezTo>
                <a:cubicBezTo>
                  <a:pt x="76314" y="84032"/>
                  <a:pt x="77769" y="89065"/>
                  <a:pt x="78248" y="94585"/>
                </a:cubicBezTo>
                <a:lnTo>
                  <a:pt x="78248" y="152037"/>
                </a:lnTo>
                <a:cubicBezTo>
                  <a:pt x="71355" y="159410"/>
                  <a:pt x="64214" y="163105"/>
                  <a:pt x="56824" y="163105"/>
                </a:cubicBezTo>
                <a:close/>
                <a:moveTo>
                  <a:pt x="78248" y="176484"/>
                </a:moveTo>
                <a:lnTo>
                  <a:pt x="83857" y="176484"/>
                </a:lnTo>
                <a:lnTo>
                  <a:pt x="116960" y="162737"/>
                </a:lnTo>
                <a:lnTo>
                  <a:pt x="115620" y="158491"/>
                </a:lnTo>
                <a:cubicBezTo>
                  <a:pt x="111963" y="159865"/>
                  <a:pt x="109053" y="160562"/>
                  <a:pt x="106851" y="160562"/>
                </a:cubicBezTo>
                <a:cubicBezTo>
                  <a:pt x="105071" y="160562"/>
                  <a:pt x="103501" y="159986"/>
                  <a:pt x="102180" y="158856"/>
                </a:cubicBezTo>
                <a:cubicBezTo>
                  <a:pt x="100840" y="157706"/>
                  <a:pt x="99863" y="155693"/>
                  <a:pt x="99250" y="152822"/>
                </a:cubicBezTo>
                <a:cubicBezTo>
                  <a:pt x="98638" y="149950"/>
                  <a:pt x="98331" y="141970"/>
                  <a:pt x="98331" y="128911"/>
                </a:cubicBezTo>
                <a:lnTo>
                  <a:pt x="98331" y="0"/>
                </a:lnTo>
                <a:lnTo>
                  <a:pt x="92856" y="0"/>
                </a:lnTo>
                <a:lnTo>
                  <a:pt x="59638" y="13635"/>
                </a:lnTo>
                <a:lnTo>
                  <a:pt x="61208" y="17905"/>
                </a:lnTo>
                <a:cubicBezTo>
                  <a:pt x="64693" y="16603"/>
                  <a:pt x="67507" y="15952"/>
                  <a:pt x="69613" y="15952"/>
                </a:cubicBezTo>
                <a:cubicBezTo>
                  <a:pt x="71566" y="15952"/>
                  <a:pt x="73174" y="16492"/>
                  <a:pt x="74476" y="17539"/>
                </a:cubicBezTo>
                <a:cubicBezTo>
                  <a:pt x="75778" y="18592"/>
                  <a:pt x="76735" y="20581"/>
                  <a:pt x="77348" y="23492"/>
                </a:cubicBezTo>
                <a:cubicBezTo>
                  <a:pt x="77941" y="26423"/>
                  <a:pt x="78248" y="34253"/>
                  <a:pt x="78248" y="46989"/>
                </a:cubicBezTo>
                <a:lnTo>
                  <a:pt x="78248" y="67570"/>
                </a:lnTo>
                <a:cubicBezTo>
                  <a:pt x="71834" y="61304"/>
                  <a:pt x="63735" y="58185"/>
                  <a:pt x="53914" y="58185"/>
                </a:cubicBezTo>
                <a:cubicBezTo>
                  <a:pt x="38080" y="58185"/>
                  <a:pt x="25138" y="64834"/>
                  <a:pt x="15087" y="78100"/>
                </a:cubicBezTo>
                <a:cubicBezTo>
                  <a:pt x="5016" y="91368"/>
                  <a:pt x="0" y="105974"/>
                  <a:pt x="0" y="121965"/>
                </a:cubicBezTo>
                <a:cubicBezTo>
                  <a:pt x="0" y="137945"/>
                  <a:pt x="4537" y="151041"/>
                  <a:pt x="13632" y="161226"/>
                </a:cubicBezTo>
                <a:cubicBezTo>
                  <a:pt x="22707" y="171414"/>
                  <a:pt x="33332" y="176484"/>
                  <a:pt x="45509" y="176484"/>
                </a:cubicBezTo>
                <a:cubicBezTo>
                  <a:pt x="51521" y="176484"/>
                  <a:pt x="57111" y="175264"/>
                  <a:pt x="62319" y="172788"/>
                </a:cubicBezTo>
                <a:cubicBezTo>
                  <a:pt x="67507" y="170307"/>
                  <a:pt x="72810" y="166223"/>
                  <a:pt x="78248" y="160562"/>
                </a:cubicBezTo>
                <a:lnTo>
                  <a:pt x="78248" y="176484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4E797-BA51-4B75-9AFE-F0BC3E5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212" y="4325989"/>
            <a:ext cx="3640332" cy="1091296"/>
          </a:xfrm>
          <a:custGeom xmlns:a="http://schemas.openxmlformats.org/drawingml/2006/main">
            <a:pathLst>
              <a:path w="3640332" h="1091296" fill="none">
                <a:moveTo>
                  <a:pt x="0" y="1091296"/>
                </a:moveTo>
                <a:lnTo>
                  <a:pt x="3640332" y="1091296"/>
                </a:lnTo>
                <a:lnTo>
                  <a:pt x="3640332" y="0"/>
                </a:lnTo>
                <a:lnTo>
                  <a:pt x="0" y="0"/>
                </a:lnTo>
                <a:lnTo>
                  <a:pt x="0" y="10912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46" cap="flat">
            <a:solidFill>
              <a:srgbClr val="A5A5A5"/>
            </a:solidFill>
            <a:custDash>
              <a:ds d="799970" sp="399990"/>
            </a:custDash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024AA-3C26-4FB7-9C41-351DDEA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911" y="4772902"/>
            <a:ext cx="114529" cy="172227"/>
          </a:xfrm>
          <a:custGeom xmlns:a="http://schemas.openxmlformats.org/drawingml/2006/main">
            <a:pathLst>
              <a:path w="114529" h="172227">
                <a:moveTo>
                  <a:pt x="46256" y="104418"/>
                </a:moveTo>
                <a:cubicBezTo>
                  <a:pt x="49587" y="92819"/>
                  <a:pt x="52669" y="85236"/>
                  <a:pt x="55503" y="81675"/>
                </a:cubicBezTo>
                <a:cubicBezTo>
                  <a:pt x="59715" y="76142"/>
                  <a:pt x="64674" y="73381"/>
                  <a:pt x="70360" y="73381"/>
                </a:cubicBezTo>
                <a:cubicBezTo>
                  <a:pt x="73768" y="73381"/>
                  <a:pt x="76754" y="74892"/>
                  <a:pt x="79358" y="77899"/>
                </a:cubicBezTo>
                <a:cubicBezTo>
                  <a:pt x="81962" y="80890"/>
                  <a:pt x="83264" y="85272"/>
                  <a:pt x="83264" y="91031"/>
                </a:cubicBezTo>
                <a:cubicBezTo>
                  <a:pt x="83264" y="101180"/>
                  <a:pt x="81560" y="111366"/>
                  <a:pt x="78152" y="121589"/>
                </a:cubicBezTo>
                <a:cubicBezTo>
                  <a:pt x="74744" y="131813"/>
                  <a:pt x="70494" y="140547"/>
                  <a:pt x="65420" y="147765"/>
                </a:cubicBezTo>
                <a:cubicBezTo>
                  <a:pt x="60347" y="154981"/>
                  <a:pt x="55503" y="159978"/>
                  <a:pt x="50870" y="162737"/>
                </a:cubicBezTo>
                <a:cubicBezTo>
                  <a:pt x="47960" y="164435"/>
                  <a:pt x="44341" y="165280"/>
                  <a:pt x="40052" y="165280"/>
                </a:cubicBezTo>
                <a:cubicBezTo>
                  <a:pt x="36970" y="165280"/>
                  <a:pt x="33505" y="164075"/>
                  <a:pt x="29695" y="161623"/>
                </a:cubicBezTo>
                <a:lnTo>
                  <a:pt x="46256" y="104418"/>
                </a:lnTo>
                <a:close/>
                <a:moveTo>
                  <a:pt x="69135" y="0"/>
                </a:moveTo>
                <a:lnTo>
                  <a:pt x="28489" y="7180"/>
                </a:lnTo>
                <a:lnTo>
                  <a:pt x="27148" y="12041"/>
                </a:lnTo>
                <a:cubicBezTo>
                  <a:pt x="31762" y="11794"/>
                  <a:pt x="35209" y="12498"/>
                  <a:pt x="37487" y="14105"/>
                </a:cubicBezTo>
                <a:cubicBezTo>
                  <a:pt x="39114" y="15257"/>
                  <a:pt x="39918" y="16791"/>
                  <a:pt x="39918" y="18742"/>
                </a:cubicBezTo>
                <a:cubicBezTo>
                  <a:pt x="39918" y="21024"/>
                  <a:pt x="39038" y="25196"/>
                  <a:pt x="37238" y="31284"/>
                </a:cubicBezTo>
                <a:lnTo>
                  <a:pt x="0" y="160419"/>
                </a:lnTo>
                <a:cubicBezTo>
                  <a:pt x="14934" y="168287"/>
                  <a:pt x="29082" y="172227"/>
                  <a:pt x="42484" y="172227"/>
                </a:cubicBezTo>
                <a:cubicBezTo>
                  <a:pt x="60500" y="172227"/>
                  <a:pt x="76563" y="164631"/>
                  <a:pt x="90673" y="149471"/>
                </a:cubicBezTo>
                <a:cubicBezTo>
                  <a:pt x="106583" y="132254"/>
                  <a:pt x="114529" y="112704"/>
                  <a:pt x="114529" y="90784"/>
                </a:cubicBezTo>
                <a:cubicBezTo>
                  <a:pt x="114529" y="81631"/>
                  <a:pt x="112116" y="73538"/>
                  <a:pt x="107292" y="66510"/>
                </a:cubicBezTo>
                <a:cubicBezTo>
                  <a:pt x="102467" y="59500"/>
                  <a:pt x="95192" y="55980"/>
                  <a:pt x="85447" y="55980"/>
                </a:cubicBezTo>
                <a:cubicBezTo>
                  <a:pt x="80411" y="55980"/>
                  <a:pt x="75740" y="57146"/>
                  <a:pt x="71451" y="59441"/>
                </a:cubicBezTo>
                <a:cubicBezTo>
                  <a:pt x="67143" y="61760"/>
                  <a:pt x="61783" y="66412"/>
                  <a:pt x="55388" y="73381"/>
                </a:cubicBezTo>
                <a:lnTo>
                  <a:pt x="76448" y="0"/>
                </a:lnTo>
                <a:lnTo>
                  <a:pt x="69135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8D29F-F465-43D4-B1E0-9984A8EB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290" y="4867860"/>
            <a:ext cx="70781" cy="109474"/>
          </a:xfrm>
          <a:custGeom xmlns:a="http://schemas.openxmlformats.org/drawingml/2006/main">
            <a:pathLst>
              <a:path w="70781" h="109474">
                <a:moveTo>
                  <a:pt x="67852" y="88818"/>
                </a:moveTo>
                <a:cubicBezTo>
                  <a:pt x="66492" y="91196"/>
                  <a:pt x="64884" y="93028"/>
                  <a:pt x="63027" y="94315"/>
                </a:cubicBezTo>
                <a:cubicBezTo>
                  <a:pt x="61189" y="95615"/>
                  <a:pt x="59121" y="96476"/>
                  <a:pt x="56824" y="96894"/>
                </a:cubicBezTo>
                <a:cubicBezTo>
                  <a:pt x="54526" y="97321"/>
                  <a:pt x="50544" y="97529"/>
                  <a:pt x="44839" y="97529"/>
                </a:cubicBezTo>
                <a:lnTo>
                  <a:pt x="16848" y="97529"/>
                </a:lnTo>
                <a:cubicBezTo>
                  <a:pt x="20122" y="94583"/>
                  <a:pt x="28316" y="85931"/>
                  <a:pt x="41450" y="71587"/>
                </a:cubicBezTo>
                <a:cubicBezTo>
                  <a:pt x="50200" y="62035"/>
                  <a:pt x="56518" y="52995"/>
                  <a:pt x="60423" y="44462"/>
                </a:cubicBezTo>
                <a:cubicBezTo>
                  <a:pt x="62951" y="39024"/>
                  <a:pt x="64214" y="33602"/>
                  <a:pt x="64214" y="28165"/>
                </a:cubicBezTo>
                <a:cubicBezTo>
                  <a:pt x="64214" y="20566"/>
                  <a:pt x="61304" y="13978"/>
                  <a:pt x="55484" y="8391"/>
                </a:cubicBezTo>
                <a:cubicBezTo>
                  <a:pt x="49644" y="2797"/>
                  <a:pt x="42388" y="0"/>
                  <a:pt x="33696" y="0"/>
                </a:cubicBezTo>
                <a:cubicBezTo>
                  <a:pt x="25521" y="0"/>
                  <a:pt x="18705" y="2625"/>
                  <a:pt x="13249" y="7831"/>
                </a:cubicBezTo>
                <a:cubicBezTo>
                  <a:pt x="7792" y="13057"/>
                  <a:pt x="4403" y="20543"/>
                  <a:pt x="3082" y="30311"/>
                </a:cubicBezTo>
                <a:lnTo>
                  <a:pt x="6012" y="30311"/>
                </a:lnTo>
                <a:cubicBezTo>
                  <a:pt x="8022" y="24336"/>
                  <a:pt x="11104" y="19818"/>
                  <a:pt x="15297" y="16737"/>
                </a:cubicBezTo>
                <a:cubicBezTo>
                  <a:pt x="19490" y="13657"/>
                  <a:pt x="24219" y="12100"/>
                  <a:pt x="29503" y="12100"/>
                </a:cubicBezTo>
                <a:cubicBezTo>
                  <a:pt x="35304" y="12100"/>
                  <a:pt x="40282" y="14307"/>
                  <a:pt x="44456" y="18667"/>
                </a:cubicBezTo>
                <a:cubicBezTo>
                  <a:pt x="48611" y="23049"/>
                  <a:pt x="50697" y="28644"/>
                  <a:pt x="50697" y="35442"/>
                </a:cubicBezTo>
                <a:cubicBezTo>
                  <a:pt x="50697" y="44341"/>
                  <a:pt x="46907" y="54184"/>
                  <a:pt x="39306" y="64945"/>
                </a:cubicBezTo>
                <a:cubicBezTo>
                  <a:pt x="31705" y="75700"/>
                  <a:pt x="18609" y="89565"/>
                  <a:pt x="0" y="106549"/>
                </a:cubicBezTo>
                <a:lnTo>
                  <a:pt x="0" y="109474"/>
                </a:lnTo>
                <a:lnTo>
                  <a:pt x="63276" y="109474"/>
                </a:lnTo>
                <a:lnTo>
                  <a:pt x="70781" y="88818"/>
                </a:lnTo>
                <a:lnTo>
                  <a:pt x="67852" y="88818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EF0EB-370E-400C-BCB3-E5535E4C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577" y="4768633"/>
            <a:ext cx="3133397" cy="226875"/>
          </a:xfrm>
          <a:custGeom xmlns:a="http://schemas.openxmlformats.org/drawingml/2006/main">
            <a:pathLst>
              <a:path w="3133397" h="226875">
                <a:moveTo>
                  <a:pt x="3125298" y="51557"/>
                </a:moveTo>
                <a:cubicBezTo>
                  <a:pt x="3130697" y="44529"/>
                  <a:pt x="3133397" y="36966"/>
                  <a:pt x="3133397" y="28852"/>
                </a:cubicBezTo>
                <a:cubicBezTo>
                  <a:pt x="3133397" y="21958"/>
                  <a:pt x="3131214" y="16138"/>
                  <a:pt x="3126830" y="11390"/>
                </a:cubicBezTo>
                <a:cubicBezTo>
                  <a:pt x="3122445" y="6642"/>
                  <a:pt x="3117487" y="4269"/>
                  <a:pt x="3111973" y="4269"/>
                </a:cubicBezTo>
                <a:cubicBezTo>
                  <a:pt x="3107588" y="4269"/>
                  <a:pt x="3103893" y="5684"/>
                  <a:pt x="3100907" y="8518"/>
                </a:cubicBezTo>
                <a:cubicBezTo>
                  <a:pt x="3097901" y="11367"/>
                  <a:pt x="3096388" y="14740"/>
                  <a:pt x="3096388" y="18629"/>
                </a:cubicBezTo>
                <a:cubicBezTo>
                  <a:pt x="3096388" y="22115"/>
                  <a:pt x="3097633" y="25113"/>
                  <a:pt x="3100103" y="27625"/>
                </a:cubicBezTo>
                <a:cubicBezTo>
                  <a:pt x="3102592" y="30154"/>
                  <a:pt x="3105482" y="31395"/>
                  <a:pt x="3108814" y="31395"/>
                </a:cubicBezTo>
                <a:cubicBezTo>
                  <a:pt x="3110192" y="31395"/>
                  <a:pt x="3111820" y="31089"/>
                  <a:pt x="3113677" y="30438"/>
                </a:cubicBezTo>
                <a:cubicBezTo>
                  <a:pt x="3115457" y="29787"/>
                  <a:pt x="3116893" y="29465"/>
                  <a:pt x="3117946" y="29465"/>
                </a:cubicBezTo>
                <a:cubicBezTo>
                  <a:pt x="3118923" y="29465"/>
                  <a:pt x="3119803" y="29982"/>
                  <a:pt x="3120627" y="31037"/>
                </a:cubicBezTo>
                <a:cubicBezTo>
                  <a:pt x="3121431" y="32180"/>
                  <a:pt x="3121833" y="34169"/>
                  <a:pt x="3121833" y="37004"/>
                </a:cubicBezTo>
                <a:cubicBezTo>
                  <a:pt x="3121833" y="41791"/>
                  <a:pt x="3120263" y="46233"/>
                  <a:pt x="3117142" y="50332"/>
                </a:cubicBezTo>
                <a:cubicBezTo>
                  <a:pt x="3114021" y="54429"/>
                  <a:pt x="3108929" y="58296"/>
                  <a:pt x="3101864" y="61953"/>
                </a:cubicBezTo>
                <a:lnTo>
                  <a:pt x="3101864" y="67061"/>
                </a:lnTo>
                <a:cubicBezTo>
                  <a:pt x="3112107" y="63734"/>
                  <a:pt x="3119899" y="58566"/>
                  <a:pt x="3125298" y="51557"/>
                </a:cubicBezTo>
                <a:close/>
                <a:moveTo>
                  <a:pt x="3066885" y="52097"/>
                </a:moveTo>
                <a:cubicBezTo>
                  <a:pt x="3072361" y="45044"/>
                  <a:pt x="3075099" y="37259"/>
                  <a:pt x="3075099" y="28734"/>
                </a:cubicBezTo>
                <a:cubicBezTo>
                  <a:pt x="3075099" y="21673"/>
                  <a:pt x="3072916" y="15831"/>
                  <a:pt x="3068589" y="11194"/>
                </a:cubicBezTo>
                <a:cubicBezTo>
                  <a:pt x="3064243" y="6580"/>
                  <a:pt x="3059399" y="4269"/>
                  <a:pt x="3054038" y="4269"/>
                </a:cubicBezTo>
                <a:cubicBezTo>
                  <a:pt x="3049578" y="4269"/>
                  <a:pt x="3045787" y="5721"/>
                  <a:pt x="3042666" y="8652"/>
                </a:cubicBezTo>
                <a:cubicBezTo>
                  <a:pt x="3039526" y="11562"/>
                  <a:pt x="3037975" y="14972"/>
                  <a:pt x="3037975" y="18876"/>
                </a:cubicBezTo>
                <a:cubicBezTo>
                  <a:pt x="3037975" y="22360"/>
                  <a:pt x="3039181" y="25330"/>
                  <a:pt x="3041632" y="27761"/>
                </a:cubicBezTo>
                <a:cubicBezTo>
                  <a:pt x="3044064" y="30191"/>
                  <a:pt x="3046974" y="31395"/>
                  <a:pt x="3050382" y="31395"/>
                </a:cubicBezTo>
                <a:cubicBezTo>
                  <a:pt x="3052181" y="31395"/>
                  <a:pt x="3053962" y="31089"/>
                  <a:pt x="3055742" y="30438"/>
                </a:cubicBezTo>
                <a:cubicBezTo>
                  <a:pt x="3057523" y="29787"/>
                  <a:pt x="3058825" y="29465"/>
                  <a:pt x="3059629" y="29465"/>
                </a:cubicBezTo>
                <a:cubicBezTo>
                  <a:pt x="3060701" y="29465"/>
                  <a:pt x="3061658" y="30018"/>
                  <a:pt x="3062558" y="31163"/>
                </a:cubicBezTo>
                <a:cubicBezTo>
                  <a:pt x="3063362" y="32293"/>
                  <a:pt x="3063784" y="33999"/>
                  <a:pt x="3063784" y="36279"/>
                </a:cubicBezTo>
                <a:cubicBezTo>
                  <a:pt x="3063784" y="41215"/>
                  <a:pt x="3062501" y="45582"/>
                  <a:pt x="3059935" y="49351"/>
                </a:cubicBezTo>
                <a:cubicBezTo>
                  <a:pt x="3057389" y="53129"/>
                  <a:pt x="3052009" y="57339"/>
                  <a:pt x="3043815" y="61953"/>
                </a:cubicBezTo>
                <a:lnTo>
                  <a:pt x="3043815" y="67061"/>
                </a:lnTo>
                <a:cubicBezTo>
                  <a:pt x="3053713" y="64153"/>
                  <a:pt x="3061409" y="59156"/>
                  <a:pt x="3066885" y="52097"/>
                </a:cubicBezTo>
                <a:close/>
                <a:moveTo>
                  <a:pt x="2982358" y="58296"/>
                </a:moveTo>
                <a:lnTo>
                  <a:pt x="2948642" y="71945"/>
                </a:lnTo>
                <a:lnTo>
                  <a:pt x="2949848" y="76312"/>
                </a:lnTo>
                <a:cubicBezTo>
                  <a:pt x="2953027" y="75108"/>
                  <a:pt x="2955860" y="74495"/>
                  <a:pt x="2958368" y="74495"/>
                </a:cubicBezTo>
                <a:cubicBezTo>
                  <a:pt x="2960493" y="74495"/>
                  <a:pt x="2962255" y="75072"/>
                  <a:pt x="2963671" y="76201"/>
                </a:cubicBezTo>
                <a:cubicBezTo>
                  <a:pt x="2965088" y="77329"/>
                  <a:pt x="2966065" y="79148"/>
                  <a:pt x="2966601" y="81616"/>
                </a:cubicBezTo>
                <a:cubicBezTo>
                  <a:pt x="2967118" y="84083"/>
                  <a:pt x="2967386" y="91824"/>
                  <a:pt x="2967386" y="104799"/>
                </a:cubicBezTo>
                <a:lnTo>
                  <a:pt x="2967386" y="148010"/>
                </a:lnTo>
                <a:cubicBezTo>
                  <a:pt x="2967386" y="154503"/>
                  <a:pt x="2967175" y="158445"/>
                  <a:pt x="2966773" y="159827"/>
                </a:cubicBezTo>
                <a:cubicBezTo>
                  <a:pt x="2965969" y="162662"/>
                  <a:pt x="2964533" y="164726"/>
                  <a:pt x="2962523" y="166028"/>
                </a:cubicBezTo>
                <a:cubicBezTo>
                  <a:pt x="2959747" y="167807"/>
                  <a:pt x="2955535" y="168705"/>
                  <a:pt x="2949848" y="168705"/>
                </a:cubicBezTo>
                <a:lnTo>
                  <a:pt x="2949848" y="173095"/>
                </a:lnTo>
                <a:lnTo>
                  <a:pt x="3006940" y="173095"/>
                </a:lnTo>
                <a:lnTo>
                  <a:pt x="3006940" y="168705"/>
                </a:lnTo>
                <a:cubicBezTo>
                  <a:pt x="3001905" y="168705"/>
                  <a:pt x="2998057" y="167979"/>
                  <a:pt x="2995377" y="166507"/>
                </a:cubicBezTo>
                <a:cubicBezTo>
                  <a:pt x="2992696" y="165056"/>
                  <a:pt x="2990839" y="163231"/>
                  <a:pt x="2989786" y="161031"/>
                </a:cubicBezTo>
                <a:cubicBezTo>
                  <a:pt x="2988235" y="157876"/>
                  <a:pt x="2987469" y="153201"/>
                  <a:pt x="2987469" y="147040"/>
                </a:cubicBezTo>
                <a:lnTo>
                  <a:pt x="2987469" y="93603"/>
                </a:lnTo>
                <a:cubicBezTo>
                  <a:pt x="2991356" y="85983"/>
                  <a:pt x="2995128" y="80509"/>
                  <a:pt x="2998784" y="77172"/>
                </a:cubicBezTo>
                <a:cubicBezTo>
                  <a:pt x="3000488" y="75550"/>
                  <a:pt x="3002077" y="74742"/>
                  <a:pt x="3003533" y="74742"/>
                </a:cubicBezTo>
                <a:cubicBezTo>
                  <a:pt x="3005236" y="74742"/>
                  <a:pt x="3007859" y="76140"/>
                  <a:pt x="3011382" y="78937"/>
                </a:cubicBezTo>
                <a:cubicBezTo>
                  <a:pt x="3014905" y="81727"/>
                  <a:pt x="3018102" y="83126"/>
                  <a:pt x="3020936" y="83126"/>
                </a:cubicBezTo>
                <a:cubicBezTo>
                  <a:pt x="3023865" y="83126"/>
                  <a:pt x="3026373" y="82033"/>
                  <a:pt x="3028479" y="79858"/>
                </a:cubicBezTo>
                <a:cubicBezTo>
                  <a:pt x="3030585" y="77650"/>
                  <a:pt x="3031657" y="74974"/>
                  <a:pt x="3031657" y="71811"/>
                </a:cubicBezTo>
                <a:cubicBezTo>
                  <a:pt x="3031657" y="68250"/>
                  <a:pt x="3030183" y="65110"/>
                  <a:pt x="3027273" y="62372"/>
                </a:cubicBezTo>
                <a:cubicBezTo>
                  <a:pt x="3024344" y="59673"/>
                  <a:pt x="3020649" y="58296"/>
                  <a:pt x="3016188" y="58296"/>
                </a:cubicBezTo>
                <a:cubicBezTo>
                  <a:pt x="3006366" y="58296"/>
                  <a:pt x="2996793" y="66665"/>
                  <a:pt x="2987469" y="83381"/>
                </a:cubicBezTo>
                <a:lnTo>
                  <a:pt x="2987469" y="58296"/>
                </a:lnTo>
                <a:lnTo>
                  <a:pt x="2982358" y="58296"/>
                </a:lnTo>
                <a:close/>
                <a:moveTo>
                  <a:pt x="2872520" y="74683"/>
                </a:moveTo>
                <a:cubicBezTo>
                  <a:pt x="2877823" y="69439"/>
                  <a:pt x="2883854" y="66837"/>
                  <a:pt x="2890593" y="66837"/>
                </a:cubicBezTo>
                <a:cubicBezTo>
                  <a:pt x="2894977" y="66837"/>
                  <a:pt x="2899170" y="68116"/>
                  <a:pt x="2903191" y="70718"/>
                </a:cubicBezTo>
                <a:cubicBezTo>
                  <a:pt x="2907192" y="73329"/>
                  <a:pt x="2910217" y="76888"/>
                  <a:pt x="2912247" y="81420"/>
                </a:cubicBezTo>
                <a:cubicBezTo>
                  <a:pt x="2913548" y="84351"/>
                  <a:pt x="2914410" y="89385"/>
                  <a:pt x="2914812" y="96528"/>
                </a:cubicBezTo>
                <a:lnTo>
                  <a:pt x="2863196" y="96528"/>
                </a:lnTo>
                <a:cubicBezTo>
                  <a:pt x="2864096" y="87187"/>
                  <a:pt x="2867197" y="79910"/>
                  <a:pt x="2872520" y="74683"/>
                </a:cubicBezTo>
                <a:close/>
                <a:moveTo>
                  <a:pt x="2940237" y="103572"/>
                </a:moveTo>
                <a:cubicBezTo>
                  <a:pt x="2940237" y="89789"/>
                  <a:pt x="2936236" y="78780"/>
                  <a:pt x="2928195" y="70532"/>
                </a:cubicBezTo>
                <a:cubicBezTo>
                  <a:pt x="2920154" y="62298"/>
                  <a:pt x="2909892" y="58183"/>
                  <a:pt x="2897409" y="58183"/>
                </a:cubicBezTo>
                <a:cubicBezTo>
                  <a:pt x="2882628" y="58183"/>
                  <a:pt x="2870356" y="63523"/>
                  <a:pt x="2860592" y="74189"/>
                </a:cubicBezTo>
                <a:cubicBezTo>
                  <a:pt x="2850809" y="84853"/>
                  <a:pt x="2845907" y="99729"/>
                  <a:pt x="2845907" y="118800"/>
                </a:cubicBezTo>
                <a:cubicBezTo>
                  <a:pt x="2845907" y="136412"/>
                  <a:pt x="2850675" y="150426"/>
                  <a:pt x="2860209" y="160859"/>
                </a:cubicBezTo>
                <a:cubicBezTo>
                  <a:pt x="2869743" y="171278"/>
                  <a:pt x="2881212" y="176497"/>
                  <a:pt x="2894594" y="176497"/>
                </a:cubicBezTo>
                <a:cubicBezTo>
                  <a:pt x="2906943" y="176497"/>
                  <a:pt x="2917205" y="171929"/>
                  <a:pt x="2925400" y="162789"/>
                </a:cubicBezTo>
                <a:cubicBezTo>
                  <a:pt x="2933594" y="153679"/>
                  <a:pt x="2938533" y="143553"/>
                  <a:pt x="2940237" y="132426"/>
                </a:cubicBezTo>
                <a:lnTo>
                  <a:pt x="2936466" y="129994"/>
                </a:lnTo>
                <a:cubicBezTo>
                  <a:pt x="2932828" y="139739"/>
                  <a:pt x="2928291" y="146613"/>
                  <a:pt x="2922911" y="150635"/>
                </a:cubicBezTo>
                <a:cubicBezTo>
                  <a:pt x="2917512" y="154637"/>
                  <a:pt x="2911155" y="156649"/>
                  <a:pt x="2903861" y="156649"/>
                </a:cubicBezTo>
                <a:cubicBezTo>
                  <a:pt x="2892890" y="156649"/>
                  <a:pt x="2883356" y="151952"/>
                  <a:pt x="2875257" y="142537"/>
                </a:cubicBezTo>
                <a:cubicBezTo>
                  <a:pt x="2867140" y="133113"/>
                  <a:pt x="2863119" y="120138"/>
                  <a:pt x="2863196" y="103572"/>
                </a:cubicBezTo>
                <a:lnTo>
                  <a:pt x="2940237" y="103572"/>
                </a:lnTo>
                <a:close/>
                <a:moveTo>
                  <a:pt x="2790787" y="175884"/>
                </a:moveTo>
                <a:cubicBezTo>
                  <a:pt x="2803289" y="176214"/>
                  <a:pt x="2811637" y="177269"/>
                  <a:pt x="2815849" y="179047"/>
                </a:cubicBezTo>
                <a:cubicBezTo>
                  <a:pt x="2820003" y="180828"/>
                  <a:pt x="2822071" y="183834"/>
                  <a:pt x="2822071" y="188046"/>
                </a:cubicBezTo>
                <a:cubicBezTo>
                  <a:pt x="2822071" y="193900"/>
                  <a:pt x="2818606" y="199397"/>
                  <a:pt x="2811656" y="204551"/>
                </a:cubicBezTo>
                <a:cubicBezTo>
                  <a:pt x="2804725" y="209695"/>
                  <a:pt x="2793946" y="212284"/>
                  <a:pt x="2779338" y="212284"/>
                </a:cubicBezTo>
                <a:cubicBezTo>
                  <a:pt x="2764003" y="212284"/>
                  <a:pt x="2752286" y="209755"/>
                  <a:pt x="2744168" y="204721"/>
                </a:cubicBezTo>
                <a:cubicBezTo>
                  <a:pt x="2739458" y="201813"/>
                  <a:pt x="2737103" y="198403"/>
                  <a:pt x="2737103" y="194499"/>
                </a:cubicBezTo>
                <a:cubicBezTo>
                  <a:pt x="2737103" y="191507"/>
                  <a:pt x="2738080" y="188216"/>
                  <a:pt x="2740032" y="184634"/>
                </a:cubicBezTo>
                <a:cubicBezTo>
                  <a:pt x="2741985" y="181075"/>
                  <a:pt x="2744857" y="177230"/>
                  <a:pt x="2748667" y="173095"/>
                </a:cubicBezTo>
                <a:cubicBezTo>
                  <a:pt x="2758489" y="174471"/>
                  <a:pt x="2772522" y="175390"/>
                  <a:pt x="2790787" y="175884"/>
                </a:cubicBezTo>
                <a:close/>
                <a:moveTo>
                  <a:pt x="2787016" y="72177"/>
                </a:moveTo>
                <a:cubicBezTo>
                  <a:pt x="2792606" y="79490"/>
                  <a:pt x="2795401" y="89580"/>
                  <a:pt x="2795401" y="102480"/>
                </a:cubicBezTo>
                <a:cubicBezTo>
                  <a:pt x="2795401" y="112382"/>
                  <a:pt x="2793429" y="119660"/>
                  <a:pt x="2789447" y="124274"/>
                </a:cubicBezTo>
                <a:cubicBezTo>
                  <a:pt x="2785465" y="128903"/>
                  <a:pt x="2780391" y="131222"/>
                  <a:pt x="2774226" y="131222"/>
                </a:cubicBezTo>
                <a:cubicBezTo>
                  <a:pt x="2767736" y="131222"/>
                  <a:pt x="2762375" y="128543"/>
                  <a:pt x="2758163" y="123182"/>
                </a:cubicBezTo>
                <a:cubicBezTo>
                  <a:pt x="2752649" y="116114"/>
                  <a:pt x="2749892" y="106183"/>
                  <a:pt x="2749892" y="93350"/>
                </a:cubicBezTo>
                <a:cubicBezTo>
                  <a:pt x="2749892" y="83455"/>
                  <a:pt x="2751922" y="76119"/>
                  <a:pt x="2755981" y="71332"/>
                </a:cubicBezTo>
                <a:cubicBezTo>
                  <a:pt x="2760040" y="66546"/>
                  <a:pt x="2765056" y="64153"/>
                  <a:pt x="2771067" y="64153"/>
                </a:cubicBezTo>
                <a:cubicBezTo>
                  <a:pt x="2777558" y="64153"/>
                  <a:pt x="2782880" y="66837"/>
                  <a:pt x="2787016" y="72177"/>
                </a:cubicBezTo>
                <a:close/>
                <a:moveTo>
                  <a:pt x="2733887" y="148625"/>
                </a:moveTo>
                <a:cubicBezTo>
                  <a:pt x="2731570" y="152431"/>
                  <a:pt x="2730421" y="155766"/>
                  <a:pt x="2730421" y="158602"/>
                </a:cubicBezTo>
                <a:cubicBezTo>
                  <a:pt x="2730421" y="161106"/>
                  <a:pt x="2731283" y="163365"/>
                  <a:pt x="2733025" y="165354"/>
                </a:cubicBezTo>
                <a:cubicBezTo>
                  <a:pt x="2734767" y="167351"/>
                  <a:pt x="2737754" y="169587"/>
                  <a:pt x="2741985" y="172115"/>
                </a:cubicBezTo>
                <a:cubicBezTo>
                  <a:pt x="2734270" y="180140"/>
                  <a:pt x="2730134" y="184523"/>
                  <a:pt x="2729560" y="185248"/>
                </a:cubicBezTo>
                <a:cubicBezTo>
                  <a:pt x="2725252" y="190609"/>
                  <a:pt x="2722419" y="194783"/>
                  <a:pt x="2721040" y="197789"/>
                </a:cubicBezTo>
                <a:cubicBezTo>
                  <a:pt x="2720140" y="199742"/>
                  <a:pt x="2719700" y="201692"/>
                  <a:pt x="2719700" y="203630"/>
                </a:cubicBezTo>
                <a:cubicBezTo>
                  <a:pt x="2719700" y="208012"/>
                  <a:pt x="2722744" y="212223"/>
                  <a:pt x="2728832" y="216285"/>
                </a:cubicBezTo>
                <a:cubicBezTo>
                  <a:pt x="2739630" y="223352"/>
                  <a:pt x="2752841" y="226875"/>
                  <a:pt x="2768502" y="226875"/>
                </a:cubicBezTo>
                <a:cubicBezTo>
                  <a:pt x="2788873" y="226875"/>
                  <a:pt x="2805395" y="220959"/>
                  <a:pt x="2818051" y="209106"/>
                </a:cubicBezTo>
                <a:cubicBezTo>
                  <a:pt x="2826647" y="201080"/>
                  <a:pt x="2830955" y="192464"/>
                  <a:pt x="2830955" y="183319"/>
                </a:cubicBezTo>
                <a:cubicBezTo>
                  <a:pt x="2830955" y="176654"/>
                  <a:pt x="2828695" y="171060"/>
                  <a:pt x="2824196" y="166507"/>
                </a:cubicBezTo>
                <a:cubicBezTo>
                  <a:pt x="2819697" y="161965"/>
                  <a:pt x="2813666" y="159176"/>
                  <a:pt x="2806123" y="158123"/>
                </a:cubicBezTo>
                <a:cubicBezTo>
                  <a:pt x="2801164" y="157374"/>
                  <a:pt x="2790328" y="156821"/>
                  <a:pt x="2773614" y="156417"/>
                </a:cubicBezTo>
                <a:cubicBezTo>
                  <a:pt x="2764539" y="156170"/>
                  <a:pt x="2758853" y="155879"/>
                  <a:pt x="2756574" y="155557"/>
                </a:cubicBezTo>
                <a:cubicBezTo>
                  <a:pt x="2752688" y="154981"/>
                  <a:pt x="2750065" y="154062"/>
                  <a:pt x="2748725" y="152760"/>
                </a:cubicBezTo>
                <a:cubicBezTo>
                  <a:pt x="2747384" y="151458"/>
                  <a:pt x="2746714" y="150120"/>
                  <a:pt x="2746714" y="148736"/>
                </a:cubicBezTo>
                <a:cubicBezTo>
                  <a:pt x="2746714" y="147114"/>
                  <a:pt x="2747346" y="145161"/>
                  <a:pt x="2748610" y="142843"/>
                </a:cubicBezTo>
                <a:cubicBezTo>
                  <a:pt x="2749873" y="140524"/>
                  <a:pt x="2752286" y="137825"/>
                  <a:pt x="2755847" y="134744"/>
                </a:cubicBezTo>
                <a:cubicBezTo>
                  <a:pt x="2761610" y="136374"/>
                  <a:pt x="2767257" y="137174"/>
                  <a:pt x="2772771" y="137174"/>
                </a:cubicBezTo>
                <a:cubicBezTo>
                  <a:pt x="2786154" y="137174"/>
                  <a:pt x="2796837" y="133481"/>
                  <a:pt x="2804783" y="126106"/>
                </a:cubicBezTo>
                <a:cubicBezTo>
                  <a:pt x="2812728" y="118718"/>
                  <a:pt x="2816710" y="109832"/>
                  <a:pt x="2816710" y="99436"/>
                </a:cubicBezTo>
                <a:cubicBezTo>
                  <a:pt x="2816710" y="90365"/>
                  <a:pt x="2814432" y="82902"/>
                  <a:pt x="2809895" y="77061"/>
                </a:cubicBezTo>
                <a:lnTo>
                  <a:pt x="2824388" y="77061"/>
                </a:lnTo>
                <a:cubicBezTo>
                  <a:pt x="2827872" y="77061"/>
                  <a:pt x="2829921" y="76925"/>
                  <a:pt x="2830533" y="76680"/>
                </a:cubicBezTo>
                <a:cubicBezTo>
                  <a:pt x="2831127" y="76446"/>
                  <a:pt x="2831567" y="76119"/>
                  <a:pt x="2831797" y="75723"/>
                </a:cubicBezTo>
                <a:cubicBezTo>
                  <a:pt x="2832218" y="74892"/>
                  <a:pt x="2832410" y="73440"/>
                  <a:pt x="2832410" y="71332"/>
                </a:cubicBezTo>
                <a:cubicBezTo>
                  <a:pt x="2832410" y="69454"/>
                  <a:pt x="2832161" y="68152"/>
                  <a:pt x="2831682" y="67429"/>
                </a:cubicBezTo>
                <a:cubicBezTo>
                  <a:pt x="2831433" y="66950"/>
                  <a:pt x="2831031" y="66605"/>
                  <a:pt x="2830457" y="66395"/>
                </a:cubicBezTo>
                <a:cubicBezTo>
                  <a:pt x="2829902" y="66201"/>
                  <a:pt x="2827872" y="66088"/>
                  <a:pt x="2824388" y="66088"/>
                </a:cubicBezTo>
                <a:lnTo>
                  <a:pt x="2800762" y="66088"/>
                </a:lnTo>
                <a:cubicBezTo>
                  <a:pt x="2792970" y="60898"/>
                  <a:pt x="2783761" y="58296"/>
                  <a:pt x="2773135" y="58296"/>
                </a:cubicBezTo>
                <a:cubicBezTo>
                  <a:pt x="2760154" y="58296"/>
                  <a:pt x="2749510" y="62275"/>
                  <a:pt x="2741181" y="70239"/>
                </a:cubicBezTo>
                <a:cubicBezTo>
                  <a:pt x="2732872" y="78190"/>
                  <a:pt x="2728717" y="87688"/>
                  <a:pt x="2728717" y="98711"/>
                </a:cubicBezTo>
                <a:cubicBezTo>
                  <a:pt x="2728717" y="105928"/>
                  <a:pt x="2730536" y="112532"/>
                  <a:pt x="2734193" y="118492"/>
                </a:cubicBezTo>
                <a:cubicBezTo>
                  <a:pt x="2737831" y="124461"/>
                  <a:pt x="2743077" y="129096"/>
                  <a:pt x="2749892" y="132426"/>
                </a:cubicBezTo>
                <a:cubicBezTo>
                  <a:pt x="2741526" y="139418"/>
                  <a:pt x="2736203" y="144817"/>
                  <a:pt x="2733887" y="148625"/>
                </a:cubicBezTo>
                <a:close/>
                <a:moveTo>
                  <a:pt x="2664810" y="58296"/>
                </a:moveTo>
                <a:lnTo>
                  <a:pt x="2631094" y="71945"/>
                </a:lnTo>
                <a:lnTo>
                  <a:pt x="2632320" y="76312"/>
                </a:lnTo>
                <a:cubicBezTo>
                  <a:pt x="2635479" y="75108"/>
                  <a:pt x="2638312" y="74495"/>
                  <a:pt x="2640839" y="74495"/>
                </a:cubicBezTo>
                <a:cubicBezTo>
                  <a:pt x="2642945" y="74495"/>
                  <a:pt x="2644707" y="75072"/>
                  <a:pt x="2646124" y="76201"/>
                </a:cubicBezTo>
                <a:cubicBezTo>
                  <a:pt x="2647540" y="77329"/>
                  <a:pt x="2648517" y="79148"/>
                  <a:pt x="2649053" y="81616"/>
                </a:cubicBezTo>
                <a:cubicBezTo>
                  <a:pt x="2649570" y="84083"/>
                  <a:pt x="2649838" y="91824"/>
                  <a:pt x="2649838" y="104799"/>
                </a:cubicBezTo>
                <a:lnTo>
                  <a:pt x="2649838" y="148010"/>
                </a:lnTo>
                <a:cubicBezTo>
                  <a:pt x="2649838" y="154503"/>
                  <a:pt x="2649646" y="158445"/>
                  <a:pt x="2649225" y="159827"/>
                </a:cubicBezTo>
                <a:cubicBezTo>
                  <a:pt x="2648421" y="162662"/>
                  <a:pt x="2647004" y="164726"/>
                  <a:pt x="2644975" y="166028"/>
                </a:cubicBezTo>
                <a:cubicBezTo>
                  <a:pt x="2642218" y="167807"/>
                  <a:pt x="2637987" y="168705"/>
                  <a:pt x="2632320" y="168705"/>
                </a:cubicBezTo>
                <a:lnTo>
                  <a:pt x="2632320" y="173095"/>
                </a:lnTo>
                <a:lnTo>
                  <a:pt x="2689393" y="173095"/>
                </a:lnTo>
                <a:lnTo>
                  <a:pt x="2689393" y="168705"/>
                </a:lnTo>
                <a:cubicBezTo>
                  <a:pt x="2684376" y="168705"/>
                  <a:pt x="2680509" y="167979"/>
                  <a:pt x="2677848" y="166507"/>
                </a:cubicBezTo>
                <a:cubicBezTo>
                  <a:pt x="2675167" y="165056"/>
                  <a:pt x="2673291" y="163231"/>
                  <a:pt x="2672238" y="161031"/>
                </a:cubicBezTo>
                <a:cubicBezTo>
                  <a:pt x="2670687" y="157876"/>
                  <a:pt x="2669922" y="153201"/>
                  <a:pt x="2669922" y="147040"/>
                </a:cubicBezTo>
                <a:lnTo>
                  <a:pt x="2669922" y="93603"/>
                </a:lnTo>
                <a:cubicBezTo>
                  <a:pt x="2673827" y="85983"/>
                  <a:pt x="2677599" y="80509"/>
                  <a:pt x="2681237" y="77172"/>
                </a:cubicBezTo>
                <a:cubicBezTo>
                  <a:pt x="2682941" y="75550"/>
                  <a:pt x="2684530" y="74742"/>
                  <a:pt x="2685985" y="74742"/>
                </a:cubicBezTo>
                <a:cubicBezTo>
                  <a:pt x="2687689" y="74742"/>
                  <a:pt x="2690312" y="76140"/>
                  <a:pt x="2693853" y="78937"/>
                </a:cubicBezTo>
                <a:cubicBezTo>
                  <a:pt x="2697376" y="81727"/>
                  <a:pt x="2700554" y="83126"/>
                  <a:pt x="2703407" y="83126"/>
                </a:cubicBezTo>
                <a:cubicBezTo>
                  <a:pt x="2706317" y="83126"/>
                  <a:pt x="2708825" y="82033"/>
                  <a:pt x="2710950" y="79858"/>
                </a:cubicBezTo>
                <a:cubicBezTo>
                  <a:pt x="2713056" y="77650"/>
                  <a:pt x="2714109" y="74974"/>
                  <a:pt x="2714109" y="71811"/>
                </a:cubicBezTo>
                <a:cubicBezTo>
                  <a:pt x="2714109" y="68250"/>
                  <a:pt x="2712654" y="65110"/>
                  <a:pt x="2709725" y="62372"/>
                </a:cubicBezTo>
                <a:cubicBezTo>
                  <a:pt x="2706815" y="59673"/>
                  <a:pt x="2703120" y="58296"/>
                  <a:pt x="2698659" y="58296"/>
                </a:cubicBezTo>
                <a:cubicBezTo>
                  <a:pt x="2688837" y="58296"/>
                  <a:pt x="2679265" y="66665"/>
                  <a:pt x="2669922" y="83381"/>
                </a:cubicBezTo>
                <a:lnTo>
                  <a:pt x="2669922" y="58296"/>
                </a:lnTo>
                <a:lnTo>
                  <a:pt x="2664810" y="58296"/>
                </a:lnTo>
                <a:close/>
                <a:moveTo>
                  <a:pt x="2572681" y="61587"/>
                </a:moveTo>
                <a:lnTo>
                  <a:pt x="2572681" y="66088"/>
                </a:lnTo>
                <a:cubicBezTo>
                  <a:pt x="2579976" y="66261"/>
                  <a:pt x="2584800" y="67450"/>
                  <a:pt x="2587098" y="69686"/>
                </a:cubicBezTo>
                <a:cubicBezTo>
                  <a:pt x="2589415" y="71930"/>
                  <a:pt x="2590582" y="76201"/>
                  <a:pt x="2590582" y="82534"/>
                </a:cubicBezTo>
                <a:lnTo>
                  <a:pt x="2590582" y="145692"/>
                </a:lnTo>
                <a:cubicBezTo>
                  <a:pt x="2584494" y="151862"/>
                  <a:pt x="2579229" y="156036"/>
                  <a:pt x="2574807" y="158234"/>
                </a:cubicBezTo>
                <a:cubicBezTo>
                  <a:pt x="2570384" y="160419"/>
                  <a:pt x="2566440" y="161525"/>
                  <a:pt x="2562936" y="161525"/>
                </a:cubicBezTo>
                <a:cubicBezTo>
                  <a:pt x="2557824" y="161525"/>
                  <a:pt x="2553478" y="159902"/>
                  <a:pt x="2549860" y="156649"/>
                </a:cubicBezTo>
                <a:cubicBezTo>
                  <a:pt x="2546241" y="153411"/>
                  <a:pt x="2544442" y="146597"/>
                  <a:pt x="2544442" y="136201"/>
                </a:cubicBezTo>
                <a:lnTo>
                  <a:pt x="2544442" y="61587"/>
                </a:lnTo>
                <a:lnTo>
                  <a:pt x="2505366" y="61587"/>
                </a:lnTo>
                <a:lnTo>
                  <a:pt x="2505366" y="66088"/>
                </a:lnTo>
                <a:cubicBezTo>
                  <a:pt x="2511224" y="66014"/>
                  <a:pt x="2515245" y="66531"/>
                  <a:pt x="2517485" y="67622"/>
                </a:cubicBezTo>
                <a:cubicBezTo>
                  <a:pt x="2519706" y="68713"/>
                  <a:pt x="2521390" y="70285"/>
                  <a:pt x="2522539" y="72311"/>
                </a:cubicBezTo>
                <a:cubicBezTo>
                  <a:pt x="2523669" y="74338"/>
                  <a:pt x="2524243" y="77980"/>
                  <a:pt x="2524243" y="83260"/>
                </a:cubicBezTo>
                <a:lnTo>
                  <a:pt x="2524243" y="133038"/>
                </a:lnTo>
                <a:cubicBezTo>
                  <a:pt x="2524243" y="143435"/>
                  <a:pt x="2525124" y="151458"/>
                  <a:pt x="2526924" y="157143"/>
                </a:cubicBezTo>
                <a:cubicBezTo>
                  <a:pt x="2528704" y="162812"/>
                  <a:pt x="2531882" y="167464"/>
                  <a:pt x="2536477" y="171083"/>
                </a:cubicBezTo>
                <a:cubicBezTo>
                  <a:pt x="2541053" y="174680"/>
                  <a:pt x="2546471" y="176497"/>
                  <a:pt x="2552713" y="176497"/>
                </a:cubicBezTo>
                <a:cubicBezTo>
                  <a:pt x="2558322" y="176497"/>
                  <a:pt x="2563626" y="175159"/>
                  <a:pt x="2568661" y="172482"/>
                </a:cubicBezTo>
                <a:cubicBezTo>
                  <a:pt x="2573696" y="169796"/>
                  <a:pt x="2580991" y="163267"/>
                  <a:pt x="2590582" y="152871"/>
                </a:cubicBezTo>
                <a:lnTo>
                  <a:pt x="2590582" y="176497"/>
                </a:lnTo>
                <a:lnTo>
                  <a:pt x="2596058" y="176497"/>
                </a:lnTo>
                <a:lnTo>
                  <a:pt x="2629410" y="162737"/>
                </a:lnTo>
                <a:lnTo>
                  <a:pt x="2627706" y="158481"/>
                </a:lnTo>
                <a:cubicBezTo>
                  <a:pt x="2624527" y="159865"/>
                  <a:pt x="2621694" y="160553"/>
                  <a:pt x="2619186" y="160553"/>
                </a:cubicBezTo>
                <a:cubicBezTo>
                  <a:pt x="2617386" y="160553"/>
                  <a:pt x="2615835" y="159976"/>
                  <a:pt x="2614495" y="158849"/>
                </a:cubicBezTo>
                <a:cubicBezTo>
                  <a:pt x="2613155" y="157696"/>
                  <a:pt x="2612179" y="155707"/>
                  <a:pt x="2611566" y="152820"/>
                </a:cubicBezTo>
                <a:cubicBezTo>
                  <a:pt x="2610953" y="149948"/>
                  <a:pt x="2610647" y="142035"/>
                  <a:pt x="2610647" y="129135"/>
                </a:cubicBezTo>
                <a:lnTo>
                  <a:pt x="2610647" y="61587"/>
                </a:lnTo>
                <a:lnTo>
                  <a:pt x="2572681" y="61587"/>
                </a:lnTo>
                <a:close/>
                <a:moveTo>
                  <a:pt x="2431502" y="78878"/>
                </a:moveTo>
                <a:cubicBezTo>
                  <a:pt x="2435791" y="76680"/>
                  <a:pt x="2440099" y="75587"/>
                  <a:pt x="2444406" y="75587"/>
                </a:cubicBezTo>
                <a:cubicBezTo>
                  <a:pt x="2452505" y="75587"/>
                  <a:pt x="2459761" y="79416"/>
                  <a:pt x="2466117" y="87089"/>
                </a:cubicBezTo>
                <a:cubicBezTo>
                  <a:pt x="2472493" y="94770"/>
                  <a:pt x="2475671" y="105741"/>
                  <a:pt x="2475671" y="120018"/>
                </a:cubicBezTo>
                <a:cubicBezTo>
                  <a:pt x="2475671" y="135506"/>
                  <a:pt x="2472493" y="147323"/>
                  <a:pt x="2466117" y="155437"/>
                </a:cubicBezTo>
                <a:cubicBezTo>
                  <a:pt x="2459761" y="163558"/>
                  <a:pt x="2452869" y="167598"/>
                  <a:pt x="2445498" y="167598"/>
                </a:cubicBezTo>
                <a:cubicBezTo>
                  <a:pt x="2440864" y="167598"/>
                  <a:pt x="2436346" y="166566"/>
                  <a:pt x="2431923" y="164495"/>
                </a:cubicBezTo>
                <a:cubicBezTo>
                  <a:pt x="2427501" y="162431"/>
                  <a:pt x="2423212" y="159364"/>
                  <a:pt x="2419077" y="155303"/>
                </a:cubicBezTo>
                <a:lnTo>
                  <a:pt x="2419077" y="88600"/>
                </a:lnTo>
                <a:cubicBezTo>
                  <a:pt x="2424112" y="83739"/>
                  <a:pt x="2428247" y="80509"/>
                  <a:pt x="2431502" y="78878"/>
                </a:cubicBezTo>
                <a:close/>
                <a:moveTo>
                  <a:pt x="2419077" y="0"/>
                </a:moveTo>
                <a:lnTo>
                  <a:pt x="2413601" y="0"/>
                </a:lnTo>
                <a:lnTo>
                  <a:pt x="2380135" y="13626"/>
                </a:lnTo>
                <a:lnTo>
                  <a:pt x="2381839" y="17895"/>
                </a:lnTo>
                <a:cubicBezTo>
                  <a:pt x="2385247" y="16595"/>
                  <a:pt x="2388080" y="15944"/>
                  <a:pt x="2390358" y="15944"/>
                </a:cubicBezTo>
                <a:cubicBezTo>
                  <a:pt x="2392311" y="15944"/>
                  <a:pt x="2393919" y="16482"/>
                  <a:pt x="2395221" y="17537"/>
                </a:cubicBezTo>
                <a:cubicBezTo>
                  <a:pt x="2396523" y="18592"/>
                  <a:pt x="2397481" y="20581"/>
                  <a:pt x="2398093" y="23490"/>
                </a:cubicBezTo>
                <a:cubicBezTo>
                  <a:pt x="2398687" y="26423"/>
                  <a:pt x="2398993" y="34207"/>
                  <a:pt x="2398993" y="46868"/>
                </a:cubicBezTo>
                <a:lnTo>
                  <a:pt x="2398993" y="162369"/>
                </a:lnTo>
                <a:cubicBezTo>
                  <a:pt x="2405981" y="167081"/>
                  <a:pt x="2412816" y="170604"/>
                  <a:pt x="2419498" y="172961"/>
                </a:cubicBezTo>
                <a:cubicBezTo>
                  <a:pt x="2426199" y="175316"/>
                  <a:pt x="2432785" y="176497"/>
                  <a:pt x="2439294" y="176497"/>
                </a:cubicBezTo>
                <a:cubicBezTo>
                  <a:pt x="2453156" y="176497"/>
                  <a:pt x="2465734" y="171293"/>
                  <a:pt x="2477011" y="160920"/>
                </a:cubicBezTo>
                <a:cubicBezTo>
                  <a:pt x="2490164" y="148818"/>
                  <a:pt x="2496731" y="132866"/>
                  <a:pt x="2496731" y="113070"/>
                </a:cubicBezTo>
                <a:cubicBezTo>
                  <a:pt x="2496731" y="96132"/>
                  <a:pt x="2492481" y="82745"/>
                  <a:pt x="2483961" y="72977"/>
                </a:cubicBezTo>
                <a:cubicBezTo>
                  <a:pt x="2475441" y="63196"/>
                  <a:pt x="2465447" y="58296"/>
                  <a:pt x="2454017" y="58296"/>
                </a:cubicBezTo>
                <a:cubicBezTo>
                  <a:pt x="2441515" y="58296"/>
                  <a:pt x="2429875" y="65820"/>
                  <a:pt x="2419077" y="80831"/>
                </a:cubicBezTo>
                <a:lnTo>
                  <a:pt x="2419077" y="0"/>
                </a:lnTo>
                <a:close/>
                <a:moveTo>
                  <a:pt x="2344964" y="19550"/>
                </a:moveTo>
                <a:cubicBezTo>
                  <a:pt x="2339527" y="26549"/>
                  <a:pt x="2336808" y="34326"/>
                  <a:pt x="2336808" y="42846"/>
                </a:cubicBezTo>
                <a:cubicBezTo>
                  <a:pt x="2336808" y="49740"/>
                  <a:pt x="2338953" y="55499"/>
                  <a:pt x="2343260" y="60136"/>
                </a:cubicBezTo>
                <a:cubicBezTo>
                  <a:pt x="2347549" y="64750"/>
                  <a:pt x="2352393" y="67061"/>
                  <a:pt x="2357734" y="67061"/>
                </a:cubicBezTo>
                <a:cubicBezTo>
                  <a:pt x="2362291" y="67061"/>
                  <a:pt x="2366120" y="65610"/>
                  <a:pt x="2369241" y="62679"/>
                </a:cubicBezTo>
                <a:cubicBezTo>
                  <a:pt x="2372362" y="59770"/>
                  <a:pt x="2373932" y="56322"/>
                  <a:pt x="2373932" y="52344"/>
                </a:cubicBezTo>
                <a:cubicBezTo>
                  <a:pt x="2373932" y="48857"/>
                  <a:pt x="2372687" y="45911"/>
                  <a:pt x="2370217" y="43518"/>
                </a:cubicBezTo>
                <a:cubicBezTo>
                  <a:pt x="2367748" y="41125"/>
                  <a:pt x="2364837" y="39936"/>
                  <a:pt x="2361506" y="39936"/>
                </a:cubicBezTo>
                <a:cubicBezTo>
                  <a:pt x="2359726" y="39936"/>
                  <a:pt x="2357945" y="40242"/>
                  <a:pt x="2356165" y="40893"/>
                </a:cubicBezTo>
                <a:cubicBezTo>
                  <a:pt x="2354365" y="41544"/>
                  <a:pt x="2353044" y="41866"/>
                  <a:pt x="2352144" y="41866"/>
                </a:cubicBezTo>
                <a:cubicBezTo>
                  <a:pt x="2351168" y="41866"/>
                  <a:pt x="2350229" y="41312"/>
                  <a:pt x="2349349" y="40167"/>
                </a:cubicBezTo>
                <a:cubicBezTo>
                  <a:pt x="2348449" y="39038"/>
                  <a:pt x="2348009" y="37334"/>
                  <a:pt x="2348009" y="35052"/>
                </a:cubicBezTo>
                <a:cubicBezTo>
                  <a:pt x="2348009" y="30018"/>
                  <a:pt x="2349310" y="25651"/>
                  <a:pt x="2351895" y="21920"/>
                </a:cubicBezTo>
                <a:cubicBezTo>
                  <a:pt x="2354499" y="18188"/>
                  <a:pt x="2359898" y="13955"/>
                  <a:pt x="2368092" y="9243"/>
                </a:cubicBezTo>
                <a:lnTo>
                  <a:pt x="2368092" y="4629"/>
                </a:lnTo>
                <a:cubicBezTo>
                  <a:pt x="2358098" y="7538"/>
                  <a:pt x="2350402" y="12519"/>
                  <a:pt x="2344964" y="19550"/>
                </a:cubicBezTo>
                <a:close/>
                <a:moveTo>
                  <a:pt x="2286590" y="19774"/>
                </a:moveTo>
                <a:cubicBezTo>
                  <a:pt x="2281210" y="26804"/>
                  <a:pt x="2278510" y="34364"/>
                  <a:pt x="2278510" y="42478"/>
                </a:cubicBezTo>
                <a:cubicBezTo>
                  <a:pt x="2278510" y="49374"/>
                  <a:pt x="2280693" y="55177"/>
                  <a:pt x="2285077" y="59881"/>
                </a:cubicBezTo>
                <a:cubicBezTo>
                  <a:pt x="2289461" y="64593"/>
                  <a:pt x="2294363" y="66950"/>
                  <a:pt x="2299800" y="66950"/>
                </a:cubicBezTo>
                <a:cubicBezTo>
                  <a:pt x="2304261" y="66950"/>
                  <a:pt x="2307994" y="65550"/>
                  <a:pt x="2311000" y="62753"/>
                </a:cubicBezTo>
                <a:cubicBezTo>
                  <a:pt x="2314006" y="59941"/>
                  <a:pt x="2315499" y="56590"/>
                  <a:pt x="2315499" y="52702"/>
                </a:cubicBezTo>
                <a:cubicBezTo>
                  <a:pt x="2315499" y="49143"/>
                  <a:pt x="2314274" y="46122"/>
                  <a:pt x="2311785" y="43631"/>
                </a:cubicBezTo>
                <a:cubicBezTo>
                  <a:pt x="2309315" y="41163"/>
                  <a:pt x="2306424" y="39936"/>
                  <a:pt x="2303093" y="39936"/>
                </a:cubicBezTo>
                <a:cubicBezTo>
                  <a:pt x="2301638" y="39936"/>
                  <a:pt x="2300011" y="40221"/>
                  <a:pt x="2298230" y="40834"/>
                </a:cubicBezTo>
                <a:cubicBezTo>
                  <a:pt x="2296430" y="41446"/>
                  <a:pt x="2295014" y="41753"/>
                  <a:pt x="2293961" y="41753"/>
                </a:cubicBezTo>
                <a:cubicBezTo>
                  <a:pt x="2292908" y="41753"/>
                  <a:pt x="2292008" y="41178"/>
                  <a:pt x="2291280" y="40049"/>
                </a:cubicBezTo>
                <a:cubicBezTo>
                  <a:pt x="2290476" y="38994"/>
                  <a:pt x="2290074" y="37041"/>
                  <a:pt x="2290074" y="34207"/>
                </a:cubicBezTo>
                <a:cubicBezTo>
                  <a:pt x="2290074" y="29421"/>
                  <a:pt x="2291606" y="25000"/>
                  <a:pt x="2294688" y="20939"/>
                </a:cubicBezTo>
                <a:cubicBezTo>
                  <a:pt x="2297771" y="16886"/>
                  <a:pt x="2302882" y="12975"/>
                  <a:pt x="2310024" y="9243"/>
                </a:cubicBezTo>
                <a:lnTo>
                  <a:pt x="2310024" y="4269"/>
                </a:lnTo>
                <a:cubicBezTo>
                  <a:pt x="2299800" y="7599"/>
                  <a:pt x="2291989" y="12766"/>
                  <a:pt x="2286590" y="19774"/>
                </a:cubicBezTo>
                <a:close/>
                <a:moveTo>
                  <a:pt x="2205604" y="70360"/>
                </a:moveTo>
                <a:lnTo>
                  <a:pt x="2205604" y="61587"/>
                </a:lnTo>
                <a:lnTo>
                  <a:pt x="2176886" y="61587"/>
                </a:lnTo>
                <a:lnTo>
                  <a:pt x="2176886" y="53569"/>
                </a:lnTo>
                <a:cubicBezTo>
                  <a:pt x="2176886" y="36204"/>
                  <a:pt x="2177460" y="25420"/>
                  <a:pt x="2178590" y="21246"/>
                </a:cubicBezTo>
                <a:cubicBezTo>
                  <a:pt x="2179719" y="17059"/>
                  <a:pt x="2181596" y="13978"/>
                  <a:pt x="2184180" y="11981"/>
                </a:cubicBezTo>
                <a:cubicBezTo>
                  <a:pt x="2186784" y="10013"/>
                  <a:pt x="2189943" y="9019"/>
                  <a:pt x="2193676" y="9019"/>
                </a:cubicBezTo>
                <a:cubicBezTo>
                  <a:pt x="2196759" y="9019"/>
                  <a:pt x="2199554" y="9781"/>
                  <a:pt x="2202081" y="11330"/>
                </a:cubicBezTo>
                <a:cubicBezTo>
                  <a:pt x="2204589" y="12864"/>
                  <a:pt x="2207346" y="15847"/>
                  <a:pt x="2210352" y="20275"/>
                </a:cubicBezTo>
                <a:cubicBezTo>
                  <a:pt x="2213358" y="24694"/>
                  <a:pt x="2215885" y="27566"/>
                  <a:pt x="2217953" y="28904"/>
                </a:cubicBezTo>
                <a:cubicBezTo>
                  <a:pt x="2220040" y="30252"/>
                  <a:pt x="2221993" y="30916"/>
                  <a:pt x="2223869" y="30916"/>
                </a:cubicBezTo>
                <a:cubicBezTo>
                  <a:pt x="2226300" y="30916"/>
                  <a:pt x="2228579" y="29848"/>
                  <a:pt x="2230685" y="27702"/>
                </a:cubicBezTo>
                <a:cubicBezTo>
                  <a:pt x="2232791" y="25540"/>
                  <a:pt x="2233844" y="23258"/>
                  <a:pt x="2233844" y="20805"/>
                </a:cubicBezTo>
                <a:cubicBezTo>
                  <a:pt x="2233844" y="16274"/>
                  <a:pt x="2231489" y="12175"/>
                  <a:pt x="2226779" y="8518"/>
                </a:cubicBezTo>
                <a:cubicBezTo>
                  <a:pt x="2219638" y="3006"/>
                  <a:pt x="2211807" y="247"/>
                  <a:pt x="2203287" y="247"/>
                </a:cubicBezTo>
                <a:cubicBezTo>
                  <a:pt x="2194117" y="247"/>
                  <a:pt x="2185865" y="2617"/>
                  <a:pt x="2178532" y="7365"/>
                </a:cubicBezTo>
                <a:cubicBezTo>
                  <a:pt x="2171180" y="12115"/>
                  <a:pt x="2165724" y="18338"/>
                  <a:pt x="2162163" y="26055"/>
                </a:cubicBezTo>
                <a:cubicBezTo>
                  <a:pt x="2158583" y="33752"/>
                  <a:pt x="2156802" y="43175"/>
                  <a:pt x="2156802" y="54295"/>
                </a:cubicBezTo>
                <a:lnTo>
                  <a:pt x="2156802" y="61587"/>
                </a:lnTo>
                <a:lnTo>
                  <a:pt x="2135129" y="61587"/>
                </a:lnTo>
                <a:lnTo>
                  <a:pt x="2135129" y="70360"/>
                </a:lnTo>
                <a:lnTo>
                  <a:pt x="2156802" y="70360"/>
                </a:lnTo>
                <a:lnTo>
                  <a:pt x="2156802" y="143628"/>
                </a:lnTo>
                <a:cubicBezTo>
                  <a:pt x="2156802" y="151571"/>
                  <a:pt x="2156285" y="156934"/>
                  <a:pt x="2155270" y="159693"/>
                </a:cubicBezTo>
                <a:cubicBezTo>
                  <a:pt x="2154256" y="162444"/>
                  <a:pt x="2152418" y="164652"/>
                  <a:pt x="2149737" y="166273"/>
                </a:cubicBezTo>
                <a:cubicBezTo>
                  <a:pt x="2147057" y="167881"/>
                  <a:pt x="2144109" y="168705"/>
                  <a:pt x="2140854" y="168705"/>
                </a:cubicBezTo>
                <a:lnTo>
                  <a:pt x="2135857" y="168705"/>
                </a:lnTo>
                <a:lnTo>
                  <a:pt x="2135857" y="173095"/>
                </a:lnTo>
                <a:lnTo>
                  <a:pt x="2202445" y="173095"/>
                </a:lnTo>
                <a:lnTo>
                  <a:pt x="2202445" y="168705"/>
                </a:lnTo>
                <a:lnTo>
                  <a:pt x="2192336" y="168705"/>
                </a:lnTo>
                <a:cubicBezTo>
                  <a:pt x="2187301" y="168705"/>
                  <a:pt x="2183299" y="166909"/>
                  <a:pt x="2180294" y="163350"/>
                </a:cubicBezTo>
                <a:cubicBezTo>
                  <a:pt x="2178015" y="160591"/>
                  <a:pt x="2176886" y="154024"/>
                  <a:pt x="2176886" y="143628"/>
                </a:cubicBezTo>
                <a:lnTo>
                  <a:pt x="2176886" y="70360"/>
                </a:lnTo>
                <a:lnTo>
                  <a:pt x="2205604" y="70360"/>
                </a:lnTo>
                <a:close/>
                <a:moveTo>
                  <a:pt x="2081713" y="77897"/>
                </a:moveTo>
                <a:cubicBezTo>
                  <a:pt x="2090233" y="89251"/>
                  <a:pt x="2094483" y="104837"/>
                  <a:pt x="2094483" y="124632"/>
                </a:cubicBezTo>
                <a:cubicBezTo>
                  <a:pt x="2094483" y="140465"/>
                  <a:pt x="2091937" y="151631"/>
                  <a:pt x="2086825" y="158123"/>
                </a:cubicBezTo>
                <a:cubicBezTo>
                  <a:pt x="2081713" y="164613"/>
                  <a:pt x="2075223" y="167845"/>
                  <a:pt x="2067354" y="167845"/>
                </a:cubicBezTo>
                <a:cubicBezTo>
                  <a:pt x="2056805" y="167845"/>
                  <a:pt x="2048304" y="161965"/>
                  <a:pt x="2041852" y="150195"/>
                </a:cubicBezTo>
                <a:cubicBezTo>
                  <a:pt x="2035400" y="138438"/>
                  <a:pt x="2032165" y="124446"/>
                  <a:pt x="2032165" y="108209"/>
                </a:cubicBezTo>
                <a:cubicBezTo>
                  <a:pt x="2032165" y="98157"/>
                  <a:pt x="2033505" y="89909"/>
                  <a:pt x="2036185" y="83492"/>
                </a:cubicBezTo>
                <a:cubicBezTo>
                  <a:pt x="2038866" y="77097"/>
                  <a:pt x="2042369" y="72596"/>
                  <a:pt x="2046715" y="70054"/>
                </a:cubicBezTo>
                <a:cubicBezTo>
                  <a:pt x="2051061" y="67488"/>
                  <a:pt x="2055369" y="66224"/>
                  <a:pt x="2059677" y="66224"/>
                </a:cubicBezTo>
                <a:cubicBezTo>
                  <a:pt x="2068599" y="66224"/>
                  <a:pt x="2075950" y="70105"/>
                  <a:pt x="2081713" y="77897"/>
                </a:cubicBezTo>
                <a:close/>
                <a:moveTo>
                  <a:pt x="2037162" y="65550"/>
                </a:moveTo>
                <a:cubicBezTo>
                  <a:pt x="2028891" y="70375"/>
                  <a:pt x="2022209" y="77846"/>
                  <a:pt x="2017135" y="87949"/>
                </a:cubicBezTo>
                <a:cubicBezTo>
                  <a:pt x="2012062" y="98046"/>
                  <a:pt x="2009535" y="108209"/>
                  <a:pt x="2009535" y="118432"/>
                </a:cubicBezTo>
                <a:cubicBezTo>
                  <a:pt x="2009535" y="132462"/>
                  <a:pt x="2013708" y="145138"/>
                  <a:pt x="2022075" y="156417"/>
                </a:cubicBezTo>
                <a:cubicBezTo>
                  <a:pt x="2031973" y="169796"/>
                  <a:pt x="2045318" y="176497"/>
                  <a:pt x="2062108" y="176497"/>
                </a:cubicBezTo>
                <a:cubicBezTo>
                  <a:pt x="2072409" y="176497"/>
                  <a:pt x="2081771" y="173895"/>
                  <a:pt x="2090176" y="168705"/>
                </a:cubicBezTo>
                <a:cubicBezTo>
                  <a:pt x="2098561" y="163499"/>
                  <a:pt x="2105167" y="155804"/>
                  <a:pt x="2109953" y="145581"/>
                </a:cubicBezTo>
                <a:cubicBezTo>
                  <a:pt x="2114739" y="135357"/>
                  <a:pt x="2117132" y="125246"/>
                  <a:pt x="2117132" y="115277"/>
                </a:cubicBezTo>
                <a:cubicBezTo>
                  <a:pt x="2117132" y="101067"/>
                  <a:pt x="2112786" y="88489"/>
                  <a:pt x="2104094" y="77539"/>
                </a:cubicBezTo>
                <a:cubicBezTo>
                  <a:pt x="2093871" y="64714"/>
                  <a:pt x="2080335" y="58296"/>
                  <a:pt x="2063448" y="58296"/>
                </a:cubicBezTo>
                <a:cubicBezTo>
                  <a:pt x="2054201" y="58296"/>
                  <a:pt x="2045432" y="60728"/>
                  <a:pt x="2037162" y="65550"/>
                </a:cubicBezTo>
                <a:close/>
                <a:moveTo>
                  <a:pt x="1918134" y="58296"/>
                </a:moveTo>
                <a:cubicBezTo>
                  <a:pt x="1917157" y="60249"/>
                  <a:pt x="1916315" y="61513"/>
                  <a:pt x="1915568" y="62087"/>
                </a:cubicBezTo>
                <a:cubicBezTo>
                  <a:pt x="1914841" y="62642"/>
                  <a:pt x="1913826" y="62926"/>
                  <a:pt x="1912524" y="62926"/>
                </a:cubicBezTo>
                <a:cubicBezTo>
                  <a:pt x="1911146" y="62926"/>
                  <a:pt x="1908389" y="62321"/>
                  <a:pt x="1904253" y="61109"/>
                </a:cubicBezTo>
                <a:cubicBezTo>
                  <a:pt x="1898012" y="59231"/>
                  <a:pt x="1892689" y="58296"/>
                  <a:pt x="1888305" y="58296"/>
                </a:cubicBezTo>
                <a:cubicBezTo>
                  <a:pt x="1878330" y="58296"/>
                  <a:pt x="1870193" y="61400"/>
                  <a:pt x="1863914" y="67563"/>
                </a:cubicBezTo>
                <a:cubicBezTo>
                  <a:pt x="1857615" y="73726"/>
                  <a:pt x="1854475" y="81384"/>
                  <a:pt x="1854475" y="90560"/>
                </a:cubicBezTo>
                <a:cubicBezTo>
                  <a:pt x="1854475" y="97619"/>
                  <a:pt x="1856294" y="103461"/>
                  <a:pt x="1859951" y="108098"/>
                </a:cubicBezTo>
                <a:cubicBezTo>
                  <a:pt x="1863607" y="112802"/>
                  <a:pt x="1871304" y="118067"/>
                  <a:pt x="1883078" y="123908"/>
                </a:cubicBezTo>
                <a:cubicBezTo>
                  <a:pt x="1894834" y="129747"/>
                  <a:pt x="1902702" y="134595"/>
                  <a:pt x="1906627" y="138401"/>
                </a:cubicBezTo>
                <a:cubicBezTo>
                  <a:pt x="1910571" y="142207"/>
                  <a:pt x="1912524" y="146919"/>
                  <a:pt x="1912524" y="152513"/>
                </a:cubicBezTo>
                <a:cubicBezTo>
                  <a:pt x="1912524" y="157143"/>
                  <a:pt x="1910763" y="161091"/>
                  <a:pt x="1907240" y="164382"/>
                </a:cubicBezTo>
                <a:cubicBezTo>
                  <a:pt x="1903717" y="167673"/>
                  <a:pt x="1899141" y="169302"/>
                  <a:pt x="1893551" y="169302"/>
                </a:cubicBezTo>
                <a:cubicBezTo>
                  <a:pt x="1885586" y="169302"/>
                  <a:pt x="1878407" y="166430"/>
                  <a:pt x="1871993" y="160666"/>
                </a:cubicBezTo>
                <a:cubicBezTo>
                  <a:pt x="1865598" y="154907"/>
                  <a:pt x="1861252" y="146343"/>
                  <a:pt x="1858974" y="134991"/>
                </a:cubicBezTo>
                <a:lnTo>
                  <a:pt x="1854954" y="134991"/>
                </a:lnTo>
                <a:lnTo>
                  <a:pt x="1854954" y="174801"/>
                </a:lnTo>
                <a:lnTo>
                  <a:pt x="1858974" y="174801"/>
                </a:lnTo>
                <a:cubicBezTo>
                  <a:pt x="1860027" y="172668"/>
                  <a:pt x="1861501" y="171621"/>
                  <a:pt x="1863358" y="171621"/>
                </a:cubicBezTo>
                <a:cubicBezTo>
                  <a:pt x="1865062" y="171621"/>
                  <a:pt x="1867264" y="172017"/>
                  <a:pt x="1869925" y="172840"/>
                </a:cubicBezTo>
                <a:cubicBezTo>
                  <a:pt x="1878694" y="175279"/>
                  <a:pt x="1886486" y="176497"/>
                  <a:pt x="1893302" y="176497"/>
                </a:cubicBezTo>
                <a:cubicBezTo>
                  <a:pt x="1902798" y="176497"/>
                  <a:pt x="1911375" y="173378"/>
                  <a:pt x="1919053" y="167179"/>
                </a:cubicBezTo>
                <a:cubicBezTo>
                  <a:pt x="1926711" y="160972"/>
                  <a:pt x="1930540" y="152797"/>
                  <a:pt x="1930540" y="142650"/>
                </a:cubicBezTo>
                <a:cubicBezTo>
                  <a:pt x="1930540" y="129516"/>
                  <a:pt x="1922308" y="118911"/>
                  <a:pt x="1905842" y="110887"/>
                </a:cubicBezTo>
                <a:lnTo>
                  <a:pt x="1888075" y="102256"/>
                </a:lnTo>
                <a:cubicBezTo>
                  <a:pt x="1880360" y="98525"/>
                  <a:pt x="1875248" y="94979"/>
                  <a:pt x="1872740" y="91644"/>
                </a:cubicBezTo>
                <a:cubicBezTo>
                  <a:pt x="1870136" y="88412"/>
                  <a:pt x="1868834" y="84524"/>
                  <a:pt x="1868834" y="79969"/>
                </a:cubicBezTo>
                <a:cubicBezTo>
                  <a:pt x="1868834" y="76312"/>
                  <a:pt x="1870576" y="73000"/>
                  <a:pt x="1874080" y="69992"/>
                </a:cubicBezTo>
                <a:cubicBezTo>
                  <a:pt x="1877564" y="66986"/>
                  <a:pt x="1882140" y="65499"/>
                  <a:pt x="1887826" y="65499"/>
                </a:cubicBezTo>
                <a:cubicBezTo>
                  <a:pt x="1895293" y="65499"/>
                  <a:pt x="1901439" y="67637"/>
                  <a:pt x="1906264" y="71945"/>
                </a:cubicBezTo>
                <a:cubicBezTo>
                  <a:pt x="1911088" y="76238"/>
                  <a:pt x="1915051" y="84351"/>
                  <a:pt x="1918134" y="96281"/>
                </a:cubicBezTo>
                <a:lnTo>
                  <a:pt x="1922154" y="96281"/>
                </a:lnTo>
                <a:lnTo>
                  <a:pt x="1922154" y="58296"/>
                </a:lnTo>
                <a:lnTo>
                  <a:pt x="1918134" y="58296"/>
                </a:lnTo>
                <a:close/>
                <a:moveTo>
                  <a:pt x="1821372" y="58296"/>
                </a:moveTo>
                <a:cubicBezTo>
                  <a:pt x="1820396" y="60249"/>
                  <a:pt x="1819553" y="61513"/>
                  <a:pt x="1818826" y="62087"/>
                </a:cubicBezTo>
                <a:cubicBezTo>
                  <a:pt x="1818079" y="62642"/>
                  <a:pt x="1817065" y="62926"/>
                  <a:pt x="1815782" y="62926"/>
                </a:cubicBezTo>
                <a:cubicBezTo>
                  <a:pt x="1814403" y="62926"/>
                  <a:pt x="1811627" y="62321"/>
                  <a:pt x="1807492" y="61109"/>
                </a:cubicBezTo>
                <a:cubicBezTo>
                  <a:pt x="1801250" y="59231"/>
                  <a:pt x="1795928" y="58296"/>
                  <a:pt x="1791563" y="58296"/>
                </a:cubicBezTo>
                <a:cubicBezTo>
                  <a:pt x="1781569" y="58296"/>
                  <a:pt x="1773432" y="61400"/>
                  <a:pt x="1767152" y="67563"/>
                </a:cubicBezTo>
                <a:cubicBezTo>
                  <a:pt x="1760853" y="73726"/>
                  <a:pt x="1757713" y="81384"/>
                  <a:pt x="1757713" y="90560"/>
                </a:cubicBezTo>
                <a:cubicBezTo>
                  <a:pt x="1757713" y="97619"/>
                  <a:pt x="1759551" y="103461"/>
                  <a:pt x="1763189" y="108098"/>
                </a:cubicBezTo>
                <a:cubicBezTo>
                  <a:pt x="1766846" y="112802"/>
                  <a:pt x="1774561" y="118067"/>
                  <a:pt x="1786317" y="123908"/>
                </a:cubicBezTo>
                <a:cubicBezTo>
                  <a:pt x="1798091" y="129747"/>
                  <a:pt x="1805941" y="134595"/>
                  <a:pt x="1809866" y="138401"/>
                </a:cubicBezTo>
                <a:cubicBezTo>
                  <a:pt x="1813810" y="142207"/>
                  <a:pt x="1815782" y="146919"/>
                  <a:pt x="1815782" y="152513"/>
                </a:cubicBezTo>
                <a:cubicBezTo>
                  <a:pt x="1815782" y="157143"/>
                  <a:pt x="1814001" y="161091"/>
                  <a:pt x="1810478" y="164382"/>
                </a:cubicBezTo>
                <a:cubicBezTo>
                  <a:pt x="1806956" y="167673"/>
                  <a:pt x="1802380" y="169302"/>
                  <a:pt x="1796789" y="169302"/>
                </a:cubicBezTo>
                <a:cubicBezTo>
                  <a:pt x="1788825" y="169302"/>
                  <a:pt x="1781645" y="166430"/>
                  <a:pt x="1775251" y="160666"/>
                </a:cubicBezTo>
                <a:cubicBezTo>
                  <a:pt x="1768837" y="154907"/>
                  <a:pt x="1764491" y="146343"/>
                  <a:pt x="1762213" y="134991"/>
                </a:cubicBezTo>
                <a:lnTo>
                  <a:pt x="1758211" y="134991"/>
                </a:lnTo>
                <a:lnTo>
                  <a:pt x="1758211" y="174801"/>
                </a:lnTo>
                <a:lnTo>
                  <a:pt x="1762213" y="174801"/>
                </a:lnTo>
                <a:cubicBezTo>
                  <a:pt x="1763266" y="172668"/>
                  <a:pt x="1764740" y="171621"/>
                  <a:pt x="1766597" y="171621"/>
                </a:cubicBezTo>
                <a:cubicBezTo>
                  <a:pt x="1768301" y="171621"/>
                  <a:pt x="1770503" y="172017"/>
                  <a:pt x="1773183" y="172840"/>
                </a:cubicBezTo>
                <a:cubicBezTo>
                  <a:pt x="1781932" y="175279"/>
                  <a:pt x="1789725" y="176497"/>
                  <a:pt x="1796540" y="176497"/>
                </a:cubicBezTo>
                <a:cubicBezTo>
                  <a:pt x="1806037" y="176497"/>
                  <a:pt x="1814614" y="173378"/>
                  <a:pt x="1822291" y="167179"/>
                </a:cubicBezTo>
                <a:cubicBezTo>
                  <a:pt x="1829949" y="160972"/>
                  <a:pt x="1833798" y="152797"/>
                  <a:pt x="1833798" y="142650"/>
                </a:cubicBezTo>
                <a:cubicBezTo>
                  <a:pt x="1833798" y="129516"/>
                  <a:pt x="1825546" y="118911"/>
                  <a:pt x="1809081" y="110887"/>
                </a:cubicBezTo>
                <a:lnTo>
                  <a:pt x="1791314" y="102256"/>
                </a:lnTo>
                <a:cubicBezTo>
                  <a:pt x="1783598" y="98525"/>
                  <a:pt x="1778486" y="94979"/>
                  <a:pt x="1775978" y="91644"/>
                </a:cubicBezTo>
                <a:cubicBezTo>
                  <a:pt x="1773374" y="88412"/>
                  <a:pt x="1772072" y="84524"/>
                  <a:pt x="1772072" y="79969"/>
                </a:cubicBezTo>
                <a:cubicBezTo>
                  <a:pt x="1772072" y="76312"/>
                  <a:pt x="1773815" y="73000"/>
                  <a:pt x="1777318" y="69992"/>
                </a:cubicBezTo>
                <a:cubicBezTo>
                  <a:pt x="1780803" y="66986"/>
                  <a:pt x="1785379" y="65499"/>
                  <a:pt x="1791065" y="65499"/>
                </a:cubicBezTo>
                <a:cubicBezTo>
                  <a:pt x="1798532" y="65499"/>
                  <a:pt x="1804677" y="67637"/>
                  <a:pt x="1809502" y="71945"/>
                </a:cubicBezTo>
                <a:cubicBezTo>
                  <a:pt x="1814327" y="76238"/>
                  <a:pt x="1818290" y="84351"/>
                  <a:pt x="1821372" y="96281"/>
                </a:cubicBezTo>
                <a:lnTo>
                  <a:pt x="1825393" y="96281"/>
                </a:lnTo>
                <a:lnTo>
                  <a:pt x="1825393" y="58296"/>
                </a:lnTo>
                <a:lnTo>
                  <a:pt x="1821372" y="58296"/>
                </a:lnTo>
                <a:close/>
                <a:moveTo>
                  <a:pt x="1681763" y="161278"/>
                </a:moveTo>
                <a:cubicBezTo>
                  <a:pt x="1677226" y="161278"/>
                  <a:pt x="1673205" y="159348"/>
                  <a:pt x="1669720" y="155498"/>
                </a:cubicBezTo>
                <a:cubicBezTo>
                  <a:pt x="1666236" y="151654"/>
                  <a:pt x="1664494" y="146785"/>
                  <a:pt x="1664494" y="140944"/>
                </a:cubicBezTo>
                <a:cubicBezTo>
                  <a:pt x="1664494" y="136337"/>
                  <a:pt x="1665872" y="132066"/>
                  <a:pt x="1668629" y="128177"/>
                </a:cubicBezTo>
                <a:cubicBezTo>
                  <a:pt x="1671386" y="124274"/>
                  <a:pt x="1675962" y="120542"/>
                  <a:pt x="1682376" y="116973"/>
                </a:cubicBezTo>
                <a:cubicBezTo>
                  <a:pt x="1685956" y="114948"/>
                  <a:pt x="1693863" y="111500"/>
                  <a:pt x="1706116" y="106616"/>
                </a:cubicBezTo>
                <a:lnTo>
                  <a:pt x="1706116" y="149104"/>
                </a:lnTo>
                <a:cubicBezTo>
                  <a:pt x="1696046" y="157217"/>
                  <a:pt x="1687928" y="161278"/>
                  <a:pt x="1681763" y="161278"/>
                </a:cubicBezTo>
                <a:close/>
                <a:moveTo>
                  <a:pt x="1709773" y="171142"/>
                </a:moveTo>
                <a:cubicBezTo>
                  <a:pt x="1712128" y="173895"/>
                  <a:pt x="1715287" y="175279"/>
                  <a:pt x="1719269" y="175279"/>
                </a:cubicBezTo>
                <a:cubicBezTo>
                  <a:pt x="1727540" y="175279"/>
                  <a:pt x="1736213" y="169183"/>
                  <a:pt x="1745307" y="157009"/>
                </a:cubicBezTo>
                <a:lnTo>
                  <a:pt x="1745307" y="150195"/>
                </a:lnTo>
                <a:cubicBezTo>
                  <a:pt x="1740444" y="155079"/>
                  <a:pt x="1737151" y="158025"/>
                  <a:pt x="1735447" y="159080"/>
                </a:cubicBezTo>
                <a:cubicBezTo>
                  <a:pt x="1734471" y="159655"/>
                  <a:pt x="1733341" y="159940"/>
                  <a:pt x="1732039" y="159940"/>
                </a:cubicBezTo>
                <a:cubicBezTo>
                  <a:pt x="1730814" y="159940"/>
                  <a:pt x="1729742" y="159536"/>
                  <a:pt x="1728823" y="158713"/>
                </a:cubicBezTo>
                <a:cubicBezTo>
                  <a:pt x="1727885" y="157912"/>
                  <a:pt x="1727215" y="156304"/>
                  <a:pt x="1726812" y="153911"/>
                </a:cubicBezTo>
                <a:cubicBezTo>
                  <a:pt x="1726391" y="151518"/>
                  <a:pt x="1726200" y="145004"/>
                  <a:pt x="1726200" y="134377"/>
                </a:cubicBezTo>
                <a:lnTo>
                  <a:pt x="1726200" y="96528"/>
                </a:lnTo>
                <a:cubicBezTo>
                  <a:pt x="1726200" y="85728"/>
                  <a:pt x="1725472" y="78594"/>
                  <a:pt x="1723998" y="75108"/>
                </a:cubicBezTo>
                <a:cubicBezTo>
                  <a:pt x="1721739" y="69745"/>
                  <a:pt x="1718197" y="65820"/>
                  <a:pt x="1713411" y="63291"/>
                </a:cubicBezTo>
                <a:cubicBezTo>
                  <a:pt x="1707093" y="59964"/>
                  <a:pt x="1698975" y="58296"/>
                  <a:pt x="1689077" y="58296"/>
                </a:cubicBezTo>
                <a:cubicBezTo>
                  <a:pt x="1676173" y="58296"/>
                  <a:pt x="1666140" y="61227"/>
                  <a:pt x="1659018" y="67061"/>
                </a:cubicBezTo>
                <a:cubicBezTo>
                  <a:pt x="1651877" y="72902"/>
                  <a:pt x="1648297" y="79318"/>
                  <a:pt x="1648297" y="86304"/>
                </a:cubicBezTo>
                <a:cubicBezTo>
                  <a:pt x="1648297" y="89946"/>
                  <a:pt x="1649254" y="92833"/>
                  <a:pt x="1651168" y="94943"/>
                </a:cubicBezTo>
                <a:cubicBezTo>
                  <a:pt x="1653064" y="97043"/>
                  <a:pt x="1655514" y="98098"/>
                  <a:pt x="1658520" y="98098"/>
                </a:cubicBezTo>
                <a:cubicBezTo>
                  <a:pt x="1661603" y="98098"/>
                  <a:pt x="1664111" y="97089"/>
                  <a:pt x="1666006" y="95054"/>
                </a:cubicBezTo>
                <a:cubicBezTo>
                  <a:pt x="1667921" y="93042"/>
                  <a:pt x="1668878" y="90156"/>
                  <a:pt x="1668878" y="86423"/>
                </a:cubicBezTo>
                <a:lnTo>
                  <a:pt x="1668629" y="79356"/>
                </a:lnTo>
                <a:cubicBezTo>
                  <a:pt x="1668629" y="75797"/>
                  <a:pt x="1670161" y="72632"/>
                  <a:pt x="1673243" y="69858"/>
                </a:cubicBezTo>
                <a:cubicBezTo>
                  <a:pt x="1676249" y="67107"/>
                  <a:pt x="1680308" y="65723"/>
                  <a:pt x="1685420" y="65723"/>
                </a:cubicBezTo>
                <a:cubicBezTo>
                  <a:pt x="1692159" y="65723"/>
                  <a:pt x="1697290" y="67794"/>
                  <a:pt x="1700813" y="71945"/>
                </a:cubicBezTo>
                <a:cubicBezTo>
                  <a:pt x="1704355" y="76081"/>
                  <a:pt x="1706116" y="83702"/>
                  <a:pt x="1706116" y="94822"/>
                </a:cubicBezTo>
                <a:lnTo>
                  <a:pt x="1706116" y="99212"/>
                </a:lnTo>
                <a:cubicBezTo>
                  <a:pt x="1686971" y="106183"/>
                  <a:pt x="1673262" y="112099"/>
                  <a:pt x="1665030" y="116973"/>
                </a:cubicBezTo>
                <a:cubicBezTo>
                  <a:pt x="1656797" y="121842"/>
                  <a:pt x="1651015" y="127025"/>
                  <a:pt x="1647684" y="132545"/>
                </a:cubicBezTo>
                <a:cubicBezTo>
                  <a:pt x="1645252" y="136523"/>
                  <a:pt x="1644046" y="141235"/>
                  <a:pt x="1644046" y="146672"/>
                </a:cubicBezTo>
                <a:cubicBezTo>
                  <a:pt x="1644046" y="155265"/>
                  <a:pt x="1646535" y="162220"/>
                  <a:pt x="1651532" y="167485"/>
                </a:cubicBezTo>
                <a:cubicBezTo>
                  <a:pt x="1656510" y="172765"/>
                  <a:pt x="1662866" y="175390"/>
                  <a:pt x="1670582" y="175390"/>
                </a:cubicBezTo>
                <a:cubicBezTo>
                  <a:pt x="1675522" y="175390"/>
                  <a:pt x="1680193" y="174374"/>
                  <a:pt x="1684577" y="172346"/>
                </a:cubicBezTo>
                <a:cubicBezTo>
                  <a:pt x="1687488" y="170972"/>
                  <a:pt x="1694667" y="165856"/>
                  <a:pt x="1706116" y="157009"/>
                </a:cubicBezTo>
                <a:cubicBezTo>
                  <a:pt x="1706193" y="163671"/>
                  <a:pt x="1707418" y="168383"/>
                  <a:pt x="1709773" y="171142"/>
                </a:cubicBezTo>
                <a:close/>
                <a:moveTo>
                  <a:pt x="1482401" y="58296"/>
                </a:moveTo>
                <a:lnTo>
                  <a:pt x="1477174" y="58296"/>
                </a:lnTo>
                <a:lnTo>
                  <a:pt x="1443573" y="71945"/>
                </a:lnTo>
                <a:lnTo>
                  <a:pt x="1445411" y="76312"/>
                </a:lnTo>
                <a:cubicBezTo>
                  <a:pt x="1448570" y="75108"/>
                  <a:pt x="1451289" y="74495"/>
                  <a:pt x="1453567" y="74495"/>
                </a:cubicBezTo>
                <a:cubicBezTo>
                  <a:pt x="1455673" y="74495"/>
                  <a:pt x="1457339" y="75010"/>
                  <a:pt x="1458545" y="76006"/>
                </a:cubicBezTo>
                <a:cubicBezTo>
                  <a:pt x="1459771" y="77038"/>
                  <a:pt x="1460651" y="78878"/>
                  <a:pt x="1461226" y="81554"/>
                </a:cubicBezTo>
                <a:cubicBezTo>
                  <a:pt x="1461953" y="85123"/>
                  <a:pt x="1462317" y="93042"/>
                  <a:pt x="1462317" y="105277"/>
                </a:cubicBezTo>
                <a:lnTo>
                  <a:pt x="1462317" y="147899"/>
                </a:lnTo>
                <a:cubicBezTo>
                  <a:pt x="1462317" y="154786"/>
                  <a:pt x="1461800" y="159438"/>
                  <a:pt x="1460747" y="161816"/>
                </a:cubicBezTo>
                <a:cubicBezTo>
                  <a:pt x="1459694" y="164225"/>
                  <a:pt x="1458143" y="165967"/>
                  <a:pt x="1456114" y="167060"/>
                </a:cubicBezTo>
                <a:cubicBezTo>
                  <a:pt x="1454084" y="168151"/>
                  <a:pt x="1450523" y="168705"/>
                  <a:pt x="1445411" y="168705"/>
                </a:cubicBezTo>
                <a:lnTo>
                  <a:pt x="1445411" y="173095"/>
                </a:lnTo>
                <a:lnTo>
                  <a:pt x="1500551" y="173095"/>
                </a:lnTo>
                <a:lnTo>
                  <a:pt x="1500551" y="168705"/>
                </a:lnTo>
                <a:cubicBezTo>
                  <a:pt x="1494462" y="168705"/>
                  <a:pt x="1490423" y="168151"/>
                  <a:pt x="1488431" y="167060"/>
                </a:cubicBezTo>
                <a:cubicBezTo>
                  <a:pt x="1486440" y="165967"/>
                  <a:pt x="1484947" y="164322"/>
                  <a:pt x="1483932" y="162122"/>
                </a:cubicBezTo>
                <a:cubicBezTo>
                  <a:pt x="1482917" y="159940"/>
                  <a:pt x="1482401" y="155190"/>
                  <a:pt x="1482401" y="147899"/>
                </a:cubicBezTo>
                <a:lnTo>
                  <a:pt x="1482401" y="88121"/>
                </a:lnTo>
                <a:cubicBezTo>
                  <a:pt x="1486057" y="83664"/>
                  <a:pt x="1491246" y="79640"/>
                  <a:pt x="1497985" y="76081"/>
                </a:cubicBezTo>
                <a:cubicBezTo>
                  <a:pt x="1502293" y="73726"/>
                  <a:pt x="1506620" y="72542"/>
                  <a:pt x="1511004" y="72542"/>
                </a:cubicBezTo>
                <a:cubicBezTo>
                  <a:pt x="1517418" y="72542"/>
                  <a:pt x="1522415" y="75146"/>
                  <a:pt x="1525976" y="80337"/>
                </a:cubicBezTo>
                <a:cubicBezTo>
                  <a:pt x="1528656" y="84315"/>
                  <a:pt x="1529996" y="90844"/>
                  <a:pt x="1529996" y="99938"/>
                </a:cubicBezTo>
                <a:lnTo>
                  <a:pt x="1529996" y="147899"/>
                </a:lnTo>
                <a:cubicBezTo>
                  <a:pt x="1529996" y="154541"/>
                  <a:pt x="1529786" y="158563"/>
                  <a:pt x="1529384" y="159940"/>
                </a:cubicBezTo>
                <a:cubicBezTo>
                  <a:pt x="1528503" y="162871"/>
                  <a:pt x="1526895" y="165056"/>
                  <a:pt x="1524578" y="166507"/>
                </a:cubicBezTo>
                <a:cubicBezTo>
                  <a:pt x="1522262" y="167979"/>
                  <a:pt x="1518030" y="168705"/>
                  <a:pt x="1511866" y="168705"/>
                </a:cubicBezTo>
                <a:lnTo>
                  <a:pt x="1511866" y="173095"/>
                </a:lnTo>
                <a:lnTo>
                  <a:pt x="1568211" y="173095"/>
                </a:lnTo>
                <a:lnTo>
                  <a:pt x="1568211" y="168705"/>
                </a:lnTo>
                <a:cubicBezTo>
                  <a:pt x="1562544" y="168705"/>
                  <a:pt x="1558523" y="168077"/>
                  <a:pt x="1556168" y="166813"/>
                </a:cubicBezTo>
                <a:cubicBezTo>
                  <a:pt x="1553813" y="165550"/>
                  <a:pt x="1552205" y="164001"/>
                  <a:pt x="1551363" y="162122"/>
                </a:cubicBezTo>
                <a:cubicBezTo>
                  <a:pt x="1550501" y="160269"/>
                  <a:pt x="1550080" y="155519"/>
                  <a:pt x="1550080" y="147899"/>
                </a:cubicBezTo>
                <a:lnTo>
                  <a:pt x="1550080" y="94696"/>
                </a:lnTo>
                <a:lnTo>
                  <a:pt x="1549831" y="89467"/>
                </a:lnTo>
                <a:lnTo>
                  <a:pt x="1550080" y="88121"/>
                </a:lnTo>
                <a:cubicBezTo>
                  <a:pt x="1556245" y="82288"/>
                  <a:pt x="1561510" y="78286"/>
                  <a:pt x="1565837" y="76140"/>
                </a:cubicBezTo>
                <a:cubicBezTo>
                  <a:pt x="1570183" y="73994"/>
                  <a:pt x="1574510" y="72902"/>
                  <a:pt x="1578798" y="72902"/>
                </a:cubicBezTo>
                <a:cubicBezTo>
                  <a:pt x="1585786" y="72902"/>
                  <a:pt x="1590860" y="75504"/>
                  <a:pt x="1594019" y="80695"/>
                </a:cubicBezTo>
                <a:cubicBezTo>
                  <a:pt x="1596202" y="84426"/>
                  <a:pt x="1597312" y="90844"/>
                  <a:pt x="1597312" y="99938"/>
                </a:cubicBezTo>
                <a:lnTo>
                  <a:pt x="1597312" y="147899"/>
                </a:lnTo>
                <a:cubicBezTo>
                  <a:pt x="1597312" y="154390"/>
                  <a:pt x="1597140" y="158309"/>
                  <a:pt x="1596814" y="159693"/>
                </a:cubicBezTo>
                <a:cubicBezTo>
                  <a:pt x="1596010" y="162542"/>
                  <a:pt x="1594670" y="164613"/>
                  <a:pt x="1592794" y="165892"/>
                </a:cubicBezTo>
                <a:cubicBezTo>
                  <a:pt x="1590132" y="167770"/>
                  <a:pt x="1586399" y="168705"/>
                  <a:pt x="1581613" y="168705"/>
                </a:cubicBezTo>
                <a:lnTo>
                  <a:pt x="1579296" y="168705"/>
                </a:lnTo>
                <a:lnTo>
                  <a:pt x="1579296" y="173095"/>
                </a:lnTo>
                <a:lnTo>
                  <a:pt x="1634301" y="173095"/>
                </a:lnTo>
                <a:lnTo>
                  <a:pt x="1634301" y="168705"/>
                </a:lnTo>
                <a:cubicBezTo>
                  <a:pt x="1629362" y="168705"/>
                  <a:pt x="1625781" y="168077"/>
                  <a:pt x="1623599" y="166813"/>
                </a:cubicBezTo>
                <a:cubicBezTo>
                  <a:pt x="1621397" y="165550"/>
                  <a:pt x="1619904" y="164037"/>
                  <a:pt x="1619100" y="162258"/>
                </a:cubicBezTo>
                <a:cubicBezTo>
                  <a:pt x="1618047" y="159655"/>
                  <a:pt x="1617511" y="154868"/>
                  <a:pt x="1617511" y="147899"/>
                </a:cubicBezTo>
                <a:lnTo>
                  <a:pt x="1617511" y="99938"/>
                </a:lnTo>
                <a:cubicBezTo>
                  <a:pt x="1617511" y="89863"/>
                  <a:pt x="1616611" y="82498"/>
                  <a:pt x="1614830" y="77786"/>
                </a:cubicBezTo>
                <a:cubicBezTo>
                  <a:pt x="1612150" y="70875"/>
                  <a:pt x="1608531" y="65916"/>
                  <a:pt x="1603936" y="62874"/>
                </a:cubicBezTo>
                <a:cubicBezTo>
                  <a:pt x="1599361" y="59830"/>
                  <a:pt x="1594096" y="58296"/>
                  <a:pt x="1588180" y="58296"/>
                </a:cubicBezTo>
                <a:cubicBezTo>
                  <a:pt x="1582091" y="58296"/>
                  <a:pt x="1576175" y="59830"/>
                  <a:pt x="1570413" y="62874"/>
                </a:cubicBezTo>
                <a:cubicBezTo>
                  <a:pt x="1564650" y="65916"/>
                  <a:pt x="1557585" y="72311"/>
                  <a:pt x="1549238" y="82033"/>
                </a:cubicBezTo>
                <a:cubicBezTo>
                  <a:pt x="1547515" y="74338"/>
                  <a:pt x="1544164" y="68445"/>
                  <a:pt x="1539129" y="64385"/>
                </a:cubicBezTo>
                <a:cubicBezTo>
                  <a:pt x="1534093" y="60324"/>
                  <a:pt x="1528082" y="58296"/>
                  <a:pt x="1521113" y="58296"/>
                </a:cubicBezTo>
                <a:cubicBezTo>
                  <a:pt x="1516977" y="58296"/>
                  <a:pt x="1512785" y="59156"/>
                  <a:pt x="1508572" y="60862"/>
                </a:cubicBezTo>
                <a:cubicBezTo>
                  <a:pt x="1504360" y="62566"/>
                  <a:pt x="1500416" y="64959"/>
                  <a:pt x="1496760" y="68041"/>
                </a:cubicBezTo>
                <a:cubicBezTo>
                  <a:pt x="1495305" y="69267"/>
                  <a:pt x="1490518" y="73919"/>
                  <a:pt x="1482401" y="82033"/>
                </a:cubicBezTo>
                <a:lnTo>
                  <a:pt x="1482401" y="58296"/>
                </a:lnTo>
                <a:close/>
                <a:moveTo>
                  <a:pt x="1376775" y="70360"/>
                </a:moveTo>
                <a:lnTo>
                  <a:pt x="1376775" y="61587"/>
                </a:lnTo>
                <a:lnTo>
                  <a:pt x="1348037" y="61587"/>
                </a:lnTo>
                <a:lnTo>
                  <a:pt x="1348037" y="53569"/>
                </a:lnTo>
                <a:cubicBezTo>
                  <a:pt x="1348037" y="36204"/>
                  <a:pt x="1348612" y="25420"/>
                  <a:pt x="1349741" y="21246"/>
                </a:cubicBezTo>
                <a:cubicBezTo>
                  <a:pt x="1350890" y="17059"/>
                  <a:pt x="1352747" y="13978"/>
                  <a:pt x="1355351" y="11981"/>
                </a:cubicBezTo>
                <a:cubicBezTo>
                  <a:pt x="1357935" y="10013"/>
                  <a:pt x="1361114" y="9019"/>
                  <a:pt x="1364847" y="9019"/>
                </a:cubicBezTo>
                <a:cubicBezTo>
                  <a:pt x="1367929" y="9019"/>
                  <a:pt x="1370725" y="9781"/>
                  <a:pt x="1373233" y="11330"/>
                </a:cubicBezTo>
                <a:cubicBezTo>
                  <a:pt x="1375760" y="12864"/>
                  <a:pt x="1378517" y="15847"/>
                  <a:pt x="1381523" y="20275"/>
                </a:cubicBezTo>
                <a:cubicBezTo>
                  <a:pt x="1384509" y="24694"/>
                  <a:pt x="1387056" y="27566"/>
                  <a:pt x="1389123" y="28904"/>
                </a:cubicBezTo>
                <a:cubicBezTo>
                  <a:pt x="1391191" y="30252"/>
                  <a:pt x="1393163" y="30916"/>
                  <a:pt x="1395020" y="30916"/>
                </a:cubicBezTo>
                <a:cubicBezTo>
                  <a:pt x="1397452" y="30916"/>
                  <a:pt x="1399730" y="29848"/>
                  <a:pt x="1401836" y="27702"/>
                </a:cubicBezTo>
                <a:cubicBezTo>
                  <a:pt x="1403942" y="25540"/>
                  <a:pt x="1405014" y="23258"/>
                  <a:pt x="1405014" y="20805"/>
                </a:cubicBezTo>
                <a:cubicBezTo>
                  <a:pt x="1405014" y="16274"/>
                  <a:pt x="1402659" y="12175"/>
                  <a:pt x="1397950" y="8518"/>
                </a:cubicBezTo>
                <a:cubicBezTo>
                  <a:pt x="1390808" y="3006"/>
                  <a:pt x="1382978" y="247"/>
                  <a:pt x="1374458" y="247"/>
                </a:cubicBezTo>
                <a:cubicBezTo>
                  <a:pt x="1365287" y="247"/>
                  <a:pt x="1357036" y="2617"/>
                  <a:pt x="1349684" y="7365"/>
                </a:cubicBezTo>
                <a:cubicBezTo>
                  <a:pt x="1342351" y="12115"/>
                  <a:pt x="1336875" y="18338"/>
                  <a:pt x="1333314" y="26055"/>
                </a:cubicBezTo>
                <a:cubicBezTo>
                  <a:pt x="1329734" y="33752"/>
                  <a:pt x="1327954" y="43175"/>
                  <a:pt x="1327954" y="54295"/>
                </a:cubicBezTo>
                <a:lnTo>
                  <a:pt x="1327954" y="61587"/>
                </a:lnTo>
                <a:lnTo>
                  <a:pt x="1306300" y="61587"/>
                </a:lnTo>
                <a:lnTo>
                  <a:pt x="1306300" y="70360"/>
                </a:lnTo>
                <a:lnTo>
                  <a:pt x="1327954" y="70360"/>
                </a:lnTo>
                <a:lnTo>
                  <a:pt x="1327954" y="143628"/>
                </a:lnTo>
                <a:cubicBezTo>
                  <a:pt x="1327954" y="151571"/>
                  <a:pt x="1327456" y="156934"/>
                  <a:pt x="1326441" y="159693"/>
                </a:cubicBezTo>
                <a:cubicBezTo>
                  <a:pt x="1325426" y="162444"/>
                  <a:pt x="1323569" y="164652"/>
                  <a:pt x="1320908" y="166273"/>
                </a:cubicBezTo>
                <a:cubicBezTo>
                  <a:pt x="1318228" y="167881"/>
                  <a:pt x="1315260" y="168705"/>
                  <a:pt x="1312024" y="168705"/>
                </a:cubicBezTo>
                <a:lnTo>
                  <a:pt x="1307027" y="168705"/>
                </a:lnTo>
                <a:lnTo>
                  <a:pt x="1307027" y="173095"/>
                </a:lnTo>
                <a:lnTo>
                  <a:pt x="1373596" y="173095"/>
                </a:lnTo>
                <a:lnTo>
                  <a:pt x="1373596" y="168705"/>
                </a:lnTo>
                <a:lnTo>
                  <a:pt x="1363507" y="168705"/>
                </a:lnTo>
                <a:cubicBezTo>
                  <a:pt x="1358471" y="168705"/>
                  <a:pt x="1354451" y="166909"/>
                  <a:pt x="1351445" y="163350"/>
                </a:cubicBezTo>
                <a:cubicBezTo>
                  <a:pt x="1349186" y="160591"/>
                  <a:pt x="1348037" y="154024"/>
                  <a:pt x="1348037" y="143628"/>
                </a:cubicBezTo>
                <a:lnTo>
                  <a:pt x="1348037" y="70360"/>
                </a:lnTo>
                <a:lnTo>
                  <a:pt x="1376775" y="70360"/>
                </a:lnTo>
                <a:close/>
                <a:moveTo>
                  <a:pt x="1222136" y="74683"/>
                </a:moveTo>
                <a:cubicBezTo>
                  <a:pt x="1227439" y="69439"/>
                  <a:pt x="1233470" y="66837"/>
                  <a:pt x="1240210" y="66837"/>
                </a:cubicBezTo>
                <a:cubicBezTo>
                  <a:pt x="1244594" y="66837"/>
                  <a:pt x="1248787" y="68116"/>
                  <a:pt x="1252807" y="70718"/>
                </a:cubicBezTo>
                <a:cubicBezTo>
                  <a:pt x="1256828" y="73329"/>
                  <a:pt x="1259853" y="76888"/>
                  <a:pt x="1261882" y="81420"/>
                </a:cubicBezTo>
                <a:cubicBezTo>
                  <a:pt x="1263165" y="84351"/>
                  <a:pt x="1264027" y="89385"/>
                  <a:pt x="1264429" y="96528"/>
                </a:cubicBezTo>
                <a:lnTo>
                  <a:pt x="1212812" y="96528"/>
                </a:lnTo>
                <a:cubicBezTo>
                  <a:pt x="1213712" y="87187"/>
                  <a:pt x="1216814" y="79910"/>
                  <a:pt x="1222136" y="74683"/>
                </a:cubicBezTo>
                <a:close/>
                <a:moveTo>
                  <a:pt x="1289873" y="103572"/>
                </a:moveTo>
                <a:cubicBezTo>
                  <a:pt x="1289873" y="89789"/>
                  <a:pt x="1285852" y="78780"/>
                  <a:pt x="1277811" y="70532"/>
                </a:cubicBezTo>
                <a:cubicBezTo>
                  <a:pt x="1269789" y="62298"/>
                  <a:pt x="1259527" y="58183"/>
                  <a:pt x="1247025" y="58183"/>
                </a:cubicBezTo>
                <a:cubicBezTo>
                  <a:pt x="1232264" y="58183"/>
                  <a:pt x="1219992" y="63523"/>
                  <a:pt x="1210208" y="74189"/>
                </a:cubicBezTo>
                <a:cubicBezTo>
                  <a:pt x="1200425" y="84853"/>
                  <a:pt x="1195543" y="99729"/>
                  <a:pt x="1195543" y="118800"/>
                </a:cubicBezTo>
                <a:cubicBezTo>
                  <a:pt x="1195543" y="136412"/>
                  <a:pt x="1200310" y="150426"/>
                  <a:pt x="1209845" y="160859"/>
                </a:cubicBezTo>
                <a:cubicBezTo>
                  <a:pt x="1219379" y="171278"/>
                  <a:pt x="1230828" y="176497"/>
                  <a:pt x="1244230" y="176497"/>
                </a:cubicBezTo>
                <a:cubicBezTo>
                  <a:pt x="1256560" y="176497"/>
                  <a:pt x="1266822" y="171929"/>
                  <a:pt x="1275016" y="162789"/>
                </a:cubicBezTo>
                <a:cubicBezTo>
                  <a:pt x="1283210" y="153679"/>
                  <a:pt x="1288169" y="143553"/>
                  <a:pt x="1289873" y="132426"/>
                </a:cubicBezTo>
                <a:lnTo>
                  <a:pt x="1286101" y="129994"/>
                </a:lnTo>
                <a:cubicBezTo>
                  <a:pt x="1282445" y="139739"/>
                  <a:pt x="1277926" y="146613"/>
                  <a:pt x="1272527" y="150635"/>
                </a:cubicBezTo>
                <a:cubicBezTo>
                  <a:pt x="1267128" y="154637"/>
                  <a:pt x="1260772" y="156649"/>
                  <a:pt x="1253477" y="156649"/>
                </a:cubicBezTo>
                <a:cubicBezTo>
                  <a:pt x="1242526" y="156649"/>
                  <a:pt x="1232992" y="151952"/>
                  <a:pt x="1224874" y="142537"/>
                </a:cubicBezTo>
                <a:cubicBezTo>
                  <a:pt x="1216756" y="133113"/>
                  <a:pt x="1212736" y="120138"/>
                  <a:pt x="1212812" y="103572"/>
                </a:cubicBezTo>
                <a:lnTo>
                  <a:pt x="1289873" y="103572"/>
                </a:lnTo>
                <a:close/>
                <a:moveTo>
                  <a:pt x="1158171" y="58296"/>
                </a:moveTo>
                <a:lnTo>
                  <a:pt x="1124590" y="71945"/>
                </a:lnTo>
                <a:lnTo>
                  <a:pt x="1126294" y="76312"/>
                </a:lnTo>
                <a:cubicBezTo>
                  <a:pt x="1129529" y="75108"/>
                  <a:pt x="1132286" y="74495"/>
                  <a:pt x="1134564" y="74495"/>
                </a:cubicBezTo>
                <a:cubicBezTo>
                  <a:pt x="1136670" y="74495"/>
                  <a:pt x="1138336" y="75010"/>
                  <a:pt x="1139561" y="76006"/>
                </a:cubicBezTo>
                <a:cubicBezTo>
                  <a:pt x="1140768" y="77038"/>
                  <a:pt x="1141667" y="78839"/>
                  <a:pt x="1142242" y="81420"/>
                </a:cubicBezTo>
                <a:cubicBezTo>
                  <a:pt x="1142969" y="85002"/>
                  <a:pt x="1143333" y="92833"/>
                  <a:pt x="1143333" y="104919"/>
                </a:cubicBezTo>
                <a:lnTo>
                  <a:pt x="1143333" y="147899"/>
                </a:lnTo>
                <a:cubicBezTo>
                  <a:pt x="1143333" y="154786"/>
                  <a:pt x="1142778" y="159438"/>
                  <a:pt x="1141687" y="161891"/>
                </a:cubicBezTo>
                <a:cubicBezTo>
                  <a:pt x="1140595" y="164322"/>
                  <a:pt x="1139102" y="166065"/>
                  <a:pt x="1137245" y="167119"/>
                </a:cubicBezTo>
                <a:cubicBezTo>
                  <a:pt x="1135369" y="168174"/>
                  <a:pt x="1131731" y="168705"/>
                  <a:pt x="1126294" y="168705"/>
                </a:cubicBezTo>
                <a:lnTo>
                  <a:pt x="1126294" y="173095"/>
                </a:lnTo>
                <a:lnTo>
                  <a:pt x="1180456" y="173095"/>
                </a:lnTo>
                <a:lnTo>
                  <a:pt x="1180456" y="168705"/>
                </a:lnTo>
                <a:cubicBezTo>
                  <a:pt x="1175172" y="168705"/>
                  <a:pt x="1171554" y="168136"/>
                  <a:pt x="1169562" y="167007"/>
                </a:cubicBezTo>
                <a:cubicBezTo>
                  <a:pt x="1167571" y="165856"/>
                  <a:pt x="1166059" y="164135"/>
                  <a:pt x="1165063" y="161816"/>
                </a:cubicBezTo>
                <a:cubicBezTo>
                  <a:pt x="1164049" y="159521"/>
                  <a:pt x="1163532" y="154868"/>
                  <a:pt x="1163532" y="147899"/>
                </a:cubicBezTo>
                <a:lnTo>
                  <a:pt x="1163532" y="58296"/>
                </a:lnTo>
                <a:lnTo>
                  <a:pt x="1158171" y="58296"/>
                </a:lnTo>
                <a:close/>
                <a:moveTo>
                  <a:pt x="1144616" y="3597"/>
                </a:moveTo>
                <a:cubicBezTo>
                  <a:pt x="1142204" y="5991"/>
                  <a:pt x="1141016" y="8884"/>
                  <a:pt x="1141016" y="12288"/>
                </a:cubicBezTo>
                <a:cubicBezTo>
                  <a:pt x="1141016" y="15697"/>
                  <a:pt x="1142242" y="18629"/>
                  <a:pt x="1144673" y="21060"/>
                </a:cubicBezTo>
                <a:cubicBezTo>
                  <a:pt x="1147105" y="23490"/>
                  <a:pt x="1150015" y="24717"/>
                  <a:pt x="1153423" y="24717"/>
                </a:cubicBezTo>
                <a:cubicBezTo>
                  <a:pt x="1156831" y="24717"/>
                  <a:pt x="1159741" y="23490"/>
                  <a:pt x="1162134" y="21060"/>
                </a:cubicBezTo>
                <a:cubicBezTo>
                  <a:pt x="1164527" y="18629"/>
                  <a:pt x="1165733" y="15697"/>
                  <a:pt x="1165733" y="12288"/>
                </a:cubicBezTo>
                <a:cubicBezTo>
                  <a:pt x="1165733" y="8884"/>
                  <a:pt x="1164527" y="5991"/>
                  <a:pt x="1162134" y="3597"/>
                </a:cubicBezTo>
                <a:cubicBezTo>
                  <a:pt x="1159741" y="1204"/>
                  <a:pt x="1156831" y="0"/>
                  <a:pt x="1153423" y="0"/>
                </a:cubicBezTo>
                <a:cubicBezTo>
                  <a:pt x="1149938" y="0"/>
                  <a:pt x="1146990" y="1204"/>
                  <a:pt x="1144616" y="3597"/>
                </a:cubicBezTo>
                <a:close/>
                <a:moveTo>
                  <a:pt x="1088921" y="0"/>
                </a:moveTo>
                <a:lnTo>
                  <a:pt x="1055704" y="13626"/>
                </a:lnTo>
                <a:lnTo>
                  <a:pt x="1057772" y="17895"/>
                </a:lnTo>
                <a:cubicBezTo>
                  <a:pt x="1061007" y="16595"/>
                  <a:pt x="1063688" y="15944"/>
                  <a:pt x="1065794" y="15944"/>
                </a:cubicBezTo>
                <a:cubicBezTo>
                  <a:pt x="1067747" y="15944"/>
                  <a:pt x="1069355" y="16482"/>
                  <a:pt x="1070618" y="17537"/>
                </a:cubicBezTo>
                <a:cubicBezTo>
                  <a:pt x="1071863" y="18592"/>
                  <a:pt x="1072782" y="20558"/>
                  <a:pt x="1073356" y="23430"/>
                </a:cubicBezTo>
                <a:cubicBezTo>
                  <a:pt x="1073911" y="26325"/>
                  <a:pt x="1074199" y="34035"/>
                  <a:pt x="1074199" y="46614"/>
                </a:cubicBezTo>
                <a:lnTo>
                  <a:pt x="1074199" y="147899"/>
                </a:lnTo>
                <a:cubicBezTo>
                  <a:pt x="1074199" y="154786"/>
                  <a:pt x="1073662" y="159438"/>
                  <a:pt x="1072609" y="161891"/>
                </a:cubicBezTo>
                <a:cubicBezTo>
                  <a:pt x="1071556" y="164322"/>
                  <a:pt x="1070101" y="166065"/>
                  <a:pt x="1068225" y="167119"/>
                </a:cubicBezTo>
                <a:cubicBezTo>
                  <a:pt x="1066368" y="168174"/>
                  <a:pt x="1062884" y="168705"/>
                  <a:pt x="1057772" y="168705"/>
                </a:cubicBezTo>
                <a:lnTo>
                  <a:pt x="1057772" y="173095"/>
                </a:lnTo>
                <a:lnTo>
                  <a:pt x="1112413" y="173095"/>
                </a:lnTo>
                <a:lnTo>
                  <a:pt x="1112413" y="168705"/>
                </a:lnTo>
                <a:cubicBezTo>
                  <a:pt x="1106650" y="168705"/>
                  <a:pt x="1102725" y="168113"/>
                  <a:pt x="1100619" y="166924"/>
                </a:cubicBezTo>
                <a:cubicBezTo>
                  <a:pt x="1098494" y="165758"/>
                  <a:pt x="1096943" y="164037"/>
                  <a:pt x="1095929" y="161757"/>
                </a:cubicBezTo>
                <a:cubicBezTo>
                  <a:pt x="1094914" y="159498"/>
                  <a:pt x="1094397" y="154868"/>
                  <a:pt x="1094397" y="147899"/>
                </a:cubicBezTo>
                <a:lnTo>
                  <a:pt x="1094397" y="0"/>
                </a:lnTo>
                <a:lnTo>
                  <a:pt x="1088921" y="0"/>
                </a:lnTo>
                <a:close/>
                <a:moveTo>
                  <a:pt x="973723" y="74683"/>
                </a:moveTo>
                <a:cubicBezTo>
                  <a:pt x="979045" y="69439"/>
                  <a:pt x="985057" y="66837"/>
                  <a:pt x="991796" y="66837"/>
                </a:cubicBezTo>
                <a:cubicBezTo>
                  <a:pt x="996181" y="66837"/>
                  <a:pt x="1000393" y="68116"/>
                  <a:pt x="1004394" y="70718"/>
                </a:cubicBezTo>
                <a:cubicBezTo>
                  <a:pt x="1008415" y="73329"/>
                  <a:pt x="1011440" y="76888"/>
                  <a:pt x="1013469" y="81420"/>
                </a:cubicBezTo>
                <a:cubicBezTo>
                  <a:pt x="1014771" y="84351"/>
                  <a:pt x="1015613" y="89385"/>
                  <a:pt x="1016034" y="96528"/>
                </a:cubicBezTo>
                <a:lnTo>
                  <a:pt x="964418" y="96528"/>
                </a:lnTo>
                <a:cubicBezTo>
                  <a:pt x="965318" y="87187"/>
                  <a:pt x="968419" y="79910"/>
                  <a:pt x="973723" y="74683"/>
                </a:cubicBezTo>
                <a:close/>
                <a:moveTo>
                  <a:pt x="1041460" y="103572"/>
                </a:moveTo>
                <a:cubicBezTo>
                  <a:pt x="1041460" y="89789"/>
                  <a:pt x="1037439" y="78780"/>
                  <a:pt x="1029417" y="70532"/>
                </a:cubicBezTo>
                <a:cubicBezTo>
                  <a:pt x="1021376" y="62298"/>
                  <a:pt x="1011114" y="58183"/>
                  <a:pt x="998612" y="58183"/>
                </a:cubicBezTo>
                <a:cubicBezTo>
                  <a:pt x="983851" y="58183"/>
                  <a:pt x="971579" y="63523"/>
                  <a:pt x="961795" y="74189"/>
                </a:cubicBezTo>
                <a:cubicBezTo>
                  <a:pt x="952012" y="84853"/>
                  <a:pt x="947130" y="99729"/>
                  <a:pt x="947130" y="118800"/>
                </a:cubicBezTo>
                <a:cubicBezTo>
                  <a:pt x="947130" y="136412"/>
                  <a:pt x="951897" y="150426"/>
                  <a:pt x="961431" y="160859"/>
                </a:cubicBezTo>
                <a:cubicBezTo>
                  <a:pt x="970966" y="171278"/>
                  <a:pt x="982434" y="176497"/>
                  <a:pt x="995817" y="176497"/>
                </a:cubicBezTo>
                <a:cubicBezTo>
                  <a:pt x="1008146" y="176497"/>
                  <a:pt x="1018408" y="171929"/>
                  <a:pt x="1026622" y="162789"/>
                </a:cubicBezTo>
                <a:cubicBezTo>
                  <a:pt x="1034816" y="153679"/>
                  <a:pt x="1039756" y="143553"/>
                  <a:pt x="1041460" y="132426"/>
                </a:cubicBezTo>
                <a:lnTo>
                  <a:pt x="1037688" y="129994"/>
                </a:lnTo>
                <a:cubicBezTo>
                  <a:pt x="1034031" y="139739"/>
                  <a:pt x="1029513" y="146613"/>
                  <a:pt x="1024114" y="150635"/>
                </a:cubicBezTo>
                <a:cubicBezTo>
                  <a:pt x="1018715" y="154637"/>
                  <a:pt x="1012378" y="156649"/>
                  <a:pt x="1005064" y="156649"/>
                </a:cubicBezTo>
                <a:cubicBezTo>
                  <a:pt x="994113" y="156649"/>
                  <a:pt x="984578" y="151952"/>
                  <a:pt x="976461" y="142537"/>
                </a:cubicBezTo>
                <a:cubicBezTo>
                  <a:pt x="968343" y="133113"/>
                  <a:pt x="964341" y="120138"/>
                  <a:pt x="964418" y="103572"/>
                </a:cubicBezTo>
                <a:lnTo>
                  <a:pt x="1041460" y="103572"/>
                </a:lnTo>
                <a:close/>
                <a:moveTo>
                  <a:pt x="864249" y="78878"/>
                </a:moveTo>
                <a:cubicBezTo>
                  <a:pt x="868556" y="76680"/>
                  <a:pt x="872845" y="75587"/>
                  <a:pt x="877153" y="75587"/>
                </a:cubicBezTo>
                <a:cubicBezTo>
                  <a:pt x="885270" y="75587"/>
                  <a:pt x="892507" y="79416"/>
                  <a:pt x="898883" y="87089"/>
                </a:cubicBezTo>
                <a:cubicBezTo>
                  <a:pt x="905239" y="94770"/>
                  <a:pt x="908437" y="105741"/>
                  <a:pt x="908437" y="120018"/>
                </a:cubicBezTo>
                <a:cubicBezTo>
                  <a:pt x="908437" y="135506"/>
                  <a:pt x="905239" y="147323"/>
                  <a:pt x="898883" y="155437"/>
                </a:cubicBezTo>
                <a:cubicBezTo>
                  <a:pt x="892507" y="163558"/>
                  <a:pt x="885634" y="167598"/>
                  <a:pt x="878244" y="167598"/>
                </a:cubicBezTo>
                <a:cubicBezTo>
                  <a:pt x="873630" y="167598"/>
                  <a:pt x="869092" y="166566"/>
                  <a:pt x="864670" y="164495"/>
                </a:cubicBezTo>
                <a:cubicBezTo>
                  <a:pt x="860247" y="162431"/>
                  <a:pt x="855978" y="159364"/>
                  <a:pt x="851842" y="155303"/>
                </a:cubicBezTo>
                <a:lnTo>
                  <a:pt x="851842" y="88600"/>
                </a:lnTo>
                <a:cubicBezTo>
                  <a:pt x="856858" y="83739"/>
                  <a:pt x="861013" y="80509"/>
                  <a:pt x="864249" y="78878"/>
                </a:cubicBezTo>
                <a:close/>
                <a:moveTo>
                  <a:pt x="851842" y="0"/>
                </a:moveTo>
                <a:lnTo>
                  <a:pt x="846367" y="0"/>
                </a:lnTo>
                <a:lnTo>
                  <a:pt x="812881" y="13626"/>
                </a:lnTo>
                <a:lnTo>
                  <a:pt x="814585" y="17895"/>
                </a:lnTo>
                <a:cubicBezTo>
                  <a:pt x="817993" y="16595"/>
                  <a:pt x="820846" y="15944"/>
                  <a:pt x="823105" y="15944"/>
                </a:cubicBezTo>
                <a:cubicBezTo>
                  <a:pt x="825058" y="15944"/>
                  <a:pt x="826685" y="16482"/>
                  <a:pt x="827987" y="17537"/>
                </a:cubicBezTo>
                <a:cubicBezTo>
                  <a:pt x="829270" y="18592"/>
                  <a:pt x="830227" y="20581"/>
                  <a:pt x="830840" y="23490"/>
                </a:cubicBezTo>
                <a:cubicBezTo>
                  <a:pt x="831452" y="26423"/>
                  <a:pt x="831759" y="34207"/>
                  <a:pt x="831759" y="46868"/>
                </a:cubicBezTo>
                <a:lnTo>
                  <a:pt x="831759" y="162369"/>
                </a:lnTo>
                <a:cubicBezTo>
                  <a:pt x="838728" y="167081"/>
                  <a:pt x="845563" y="170604"/>
                  <a:pt x="852264" y="172961"/>
                </a:cubicBezTo>
                <a:cubicBezTo>
                  <a:pt x="858964" y="175316"/>
                  <a:pt x="865551" y="176497"/>
                  <a:pt x="872041" y="176497"/>
                </a:cubicBezTo>
                <a:cubicBezTo>
                  <a:pt x="885921" y="176497"/>
                  <a:pt x="898500" y="171293"/>
                  <a:pt x="909777" y="160920"/>
                </a:cubicBezTo>
                <a:cubicBezTo>
                  <a:pt x="922911" y="148818"/>
                  <a:pt x="929497" y="132866"/>
                  <a:pt x="929497" y="113070"/>
                </a:cubicBezTo>
                <a:cubicBezTo>
                  <a:pt x="929497" y="96132"/>
                  <a:pt x="925227" y="82745"/>
                  <a:pt x="916707" y="72977"/>
                </a:cubicBezTo>
                <a:cubicBezTo>
                  <a:pt x="908188" y="63196"/>
                  <a:pt x="898213" y="58296"/>
                  <a:pt x="886764" y="58296"/>
                </a:cubicBezTo>
                <a:cubicBezTo>
                  <a:pt x="874281" y="58296"/>
                  <a:pt x="862621" y="65820"/>
                  <a:pt x="851842" y="80831"/>
                </a:cubicBezTo>
                <a:lnTo>
                  <a:pt x="851842" y="0"/>
                </a:lnTo>
                <a:close/>
                <a:moveTo>
                  <a:pt x="730498" y="58296"/>
                </a:moveTo>
                <a:cubicBezTo>
                  <a:pt x="729521" y="60249"/>
                  <a:pt x="728679" y="61513"/>
                  <a:pt x="727932" y="62087"/>
                </a:cubicBezTo>
                <a:cubicBezTo>
                  <a:pt x="727205" y="62642"/>
                  <a:pt x="726190" y="62926"/>
                  <a:pt x="724888" y="62926"/>
                </a:cubicBezTo>
                <a:cubicBezTo>
                  <a:pt x="723510" y="62926"/>
                  <a:pt x="720753" y="62321"/>
                  <a:pt x="716617" y="61109"/>
                </a:cubicBezTo>
                <a:cubicBezTo>
                  <a:pt x="710376" y="59231"/>
                  <a:pt x="705053" y="58296"/>
                  <a:pt x="700669" y="58296"/>
                </a:cubicBezTo>
                <a:cubicBezTo>
                  <a:pt x="690694" y="58296"/>
                  <a:pt x="682557" y="61400"/>
                  <a:pt x="676278" y="67563"/>
                </a:cubicBezTo>
                <a:cubicBezTo>
                  <a:pt x="669979" y="73726"/>
                  <a:pt x="666839" y="81384"/>
                  <a:pt x="666839" y="90560"/>
                </a:cubicBezTo>
                <a:cubicBezTo>
                  <a:pt x="666839" y="97619"/>
                  <a:pt x="668658" y="103461"/>
                  <a:pt x="672315" y="108098"/>
                </a:cubicBezTo>
                <a:cubicBezTo>
                  <a:pt x="675971" y="112802"/>
                  <a:pt x="683668" y="118067"/>
                  <a:pt x="695442" y="123908"/>
                </a:cubicBezTo>
                <a:cubicBezTo>
                  <a:pt x="707198" y="129747"/>
                  <a:pt x="715047" y="134595"/>
                  <a:pt x="718991" y="138401"/>
                </a:cubicBezTo>
                <a:cubicBezTo>
                  <a:pt x="722935" y="142207"/>
                  <a:pt x="724888" y="146919"/>
                  <a:pt x="724888" y="152513"/>
                </a:cubicBezTo>
                <a:cubicBezTo>
                  <a:pt x="724888" y="157143"/>
                  <a:pt x="723127" y="161091"/>
                  <a:pt x="719604" y="164382"/>
                </a:cubicBezTo>
                <a:cubicBezTo>
                  <a:pt x="716081" y="167673"/>
                  <a:pt x="711506" y="169302"/>
                  <a:pt x="705915" y="169302"/>
                </a:cubicBezTo>
                <a:cubicBezTo>
                  <a:pt x="697951" y="169302"/>
                  <a:pt x="690771" y="166430"/>
                  <a:pt x="684357" y="160666"/>
                </a:cubicBezTo>
                <a:cubicBezTo>
                  <a:pt x="677963" y="154907"/>
                  <a:pt x="673617" y="146343"/>
                  <a:pt x="671338" y="134991"/>
                </a:cubicBezTo>
                <a:lnTo>
                  <a:pt x="667318" y="134991"/>
                </a:lnTo>
                <a:lnTo>
                  <a:pt x="667318" y="174801"/>
                </a:lnTo>
                <a:lnTo>
                  <a:pt x="671338" y="174801"/>
                </a:lnTo>
                <a:cubicBezTo>
                  <a:pt x="672391" y="172668"/>
                  <a:pt x="673846" y="171621"/>
                  <a:pt x="675723" y="171621"/>
                </a:cubicBezTo>
                <a:cubicBezTo>
                  <a:pt x="677426" y="171621"/>
                  <a:pt x="679628" y="172017"/>
                  <a:pt x="682289" y="172840"/>
                </a:cubicBezTo>
                <a:cubicBezTo>
                  <a:pt x="691058" y="175279"/>
                  <a:pt x="698850" y="176497"/>
                  <a:pt x="705666" y="176497"/>
                </a:cubicBezTo>
                <a:cubicBezTo>
                  <a:pt x="715162" y="176497"/>
                  <a:pt x="723740" y="173378"/>
                  <a:pt x="731417" y="167179"/>
                </a:cubicBezTo>
                <a:cubicBezTo>
                  <a:pt x="739075" y="160972"/>
                  <a:pt x="742904" y="152797"/>
                  <a:pt x="742904" y="142650"/>
                </a:cubicBezTo>
                <a:cubicBezTo>
                  <a:pt x="742904" y="129516"/>
                  <a:pt x="734672" y="118911"/>
                  <a:pt x="718206" y="110887"/>
                </a:cubicBezTo>
                <a:lnTo>
                  <a:pt x="700439" y="102256"/>
                </a:lnTo>
                <a:cubicBezTo>
                  <a:pt x="692724" y="98525"/>
                  <a:pt x="687612" y="94979"/>
                  <a:pt x="685104" y="91644"/>
                </a:cubicBezTo>
                <a:cubicBezTo>
                  <a:pt x="682500" y="88412"/>
                  <a:pt x="681198" y="84524"/>
                  <a:pt x="681198" y="79969"/>
                </a:cubicBezTo>
                <a:cubicBezTo>
                  <a:pt x="681198" y="76312"/>
                  <a:pt x="682940" y="73000"/>
                  <a:pt x="686444" y="69992"/>
                </a:cubicBezTo>
                <a:cubicBezTo>
                  <a:pt x="689929" y="66986"/>
                  <a:pt x="694504" y="65499"/>
                  <a:pt x="700191" y="65499"/>
                </a:cubicBezTo>
                <a:cubicBezTo>
                  <a:pt x="707657" y="65499"/>
                  <a:pt x="713803" y="67637"/>
                  <a:pt x="718628" y="71945"/>
                </a:cubicBezTo>
                <a:cubicBezTo>
                  <a:pt x="723452" y="76238"/>
                  <a:pt x="727415" y="84351"/>
                  <a:pt x="730498" y="96281"/>
                </a:cubicBezTo>
                <a:lnTo>
                  <a:pt x="734518" y="96281"/>
                </a:lnTo>
                <a:lnTo>
                  <a:pt x="734518" y="58296"/>
                </a:lnTo>
                <a:lnTo>
                  <a:pt x="730498" y="58296"/>
                </a:lnTo>
                <a:close/>
                <a:moveTo>
                  <a:pt x="580129" y="74683"/>
                </a:moveTo>
                <a:cubicBezTo>
                  <a:pt x="585432" y="69439"/>
                  <a:pt x="591463" y="66837"/>
                  <a:pt x="598202" y="66837"/>
                </a:cubicBezTo>
                <a:cubicBezTo>
                  <a:pt x="602587" y="66837"/>
                  <a:pt x="606779" y="68116"/>
                  <a:pt x="610800" y="70718"/>
                </a:cubicBezTo>
                <a:cubicBezTo>
                  <a:pt x="614821" y="73329"/>
                  <a:pt x="617826" y="76888"/>
                  <a:pt x="619856" y="81420"/>
                </a:cubicBezTo>
                <a:cubicBezTo>
                  <a:pt x="621158" y="84351"/>
                  <a:pt x="622019" y="89385"/>
                  <a:pt x="622421" y="96528"/>
                </a:cubicBezTo>
                <a:lnTo>
                  <a:pt x="570805" y="96528"/>
                </a:lnTo>
                <a:cubicBezTo>
                  <a:pt x="571705" y="87187"/>
                  <a:pt x="574806" y="79910"/>
                  <a:pt x="580129" y="74683"/>
                </a:cubicBezTo>
                <a:close/>
                <a:moveTo>
                  <a:pt x="647866" y="103572"/>
                </a:moveTo>
                <a:cubicBezTo>
                  <a:pt x="647866" y="89789"/>
                  <a:pt x="643845" y="78780"/>
                  <a:pt x="635804" y="70532"/>
                </a:cubicBezTo>
                <a:cubicBezTo>
                  <a:pt x="627782" y="62298"/>
                  <a:pt x="617501" y="58183"/>
                  <a:pt x="605018" y="58183"/>
                </a:cubicBezTo>
                <a:cubicBezTo>
                  <a:pt x="590238" y="58183"/>
                  <a:pt x="577965" y="63523"/>
                  <a:pt x="568201" y="74189"/>
                </a:cubicBezTo>
                <a:cubicBezTo>
                  <a:pt x="558418" y="84853"/>
                  <a:pt x="553536" y="99729"/>
                  <a:pt x="553536" y="118800"/>
                </a:cubicBezTo>
                <a:cubicBezTo>
                  <a:pt x="553536" y="136412"/>
                  <a:pt x="558284" y="150426"/>
                  <a:pt x="567837" y="160859"/>
                </a:cubicBezTo>
                <a:cubicBezTo>
                  <a:pt x="577353" y="171278"/>
                  <a:pt x="588821" y="176497"/>
                  <a:pt x="602204" y="176497"/>
                </a:cubicBezTo>
                <a:cubicBezTo>
                  <a:pt x="614553" y="176497"/>
                  <a:pt x="624815" y="171929"/>
                  <a:pt x="633009" y="162789"/>
                </a:cubicBezTo>
                <a:cubicBezTo>
                  <a:pt x="641203" y="153679"/>
                  <a:pt x="646162" y="143553"/>
                  <a:pt x="647866" y="132426"/>
                </a:cubicBezTo>
                <a:lnTo>
                  <a:pt x="644075" y="129994"/>
                </a:lnTo>
                <a:cubicBezTo>
                  <a:pt x="640437" y="139739"/>
                  <a:pt x="635900" y="146613"/>
                  <a:pt x="630520" y="150635"/>
                </a:cubicBezTo>
                <a:cubicBezTo>
                  <a:pt x="625121" y="154637"/>
                  <a:pt x="618765" y="156649"/>
                  <a:pt x="611470" y="156649"/>
                </a:cubicBezTo>
                <a:cubicBezTo>
                  <a:pt x="600500" y="156649"/>
                  <a:pt x="590965" y="151952"/>
                  <a:pt x="582867" y="142537"/>
                </a:cubicBezTo>
                <a:cubicBezTo>
                  <a:pt x="574749" y="133113"/>
                  <a:pt x="570728" y="120138"/>
                  <a:pt x="570805" y="103572"/>
                </a:cubicBezTo>
                <a:lnTo>
                  <a:pt x="647866" y="103572"/>
                </a:lnTo>
                <a:close/>
                <a:moveTo>
                  <a:pt x="511664" y="24964"/>
                </a:moveTo>
                <a:cubicBezTo>
                  <a:pt x="508333" y="33160"/>
                  <a:pt x="505729" y="38785"/>
                  <a:pt x="503872" y="41866"/>
                </a:cubicBezTo>
                <a:cubicBezTo>
                  <a:pt x="500215" y="47707"/>
                  <a:pt x="496061" y="52761"/>
                  <a:pt x="491389" y="57033"/>
                </a:cubicBezTo>
                <a:cubicBezTo>
                  <a:pt x="486737" y="61281"/>
                  <a:pt x="482161" y="64310"/>
                  <a:pt x="477700" y="66088"/>
                </a:cubicBezTo>
                <a:lnTo>
                  <a:pt x="477700" y="70105"/>
                </a:lnTo>
                <a:lnTo>
                  <a:pt x="495352" y="70105"/>
                </a:lnTo>
                <a:lnTo>
                  <a:pt x="495352" y="145079"/>
                </a:lnTo>
                <a:cubicBezTo>
                  <a:pt x="495352" y="153126"/>
                  <a:pt x="496214" y="159057"/>
                  <a:pt x="497899" y="162923"/>
                </a:cubicBezTo>
                <a:cubicBezTo>
                  <a:pt x="499603" y="166775"/>
                  <a:pt x="502245" y="169744"/>
                  <a:pt x="505825" y="171808"/>
                </a:cubicBezTo>
                <a:cubicBezTo>
                  <a:pt x="509386" y="173880"/>
                  <a:pt x="513043" y="174912"/>
                  <a:pt x="516776" y="174912"/>
                </a:cubicBezTo>
                <a:cubicBezTo>
                  <a:pt x="522290" y="174912"/>
                  <a:pt x="527651" y="172900"/>
                  <a:pt x="532839" y="168885"/>
                </a:cubicBezTo>
                <a:cubicBezTo>
                  <a:pt x="538028" y="164860"/>
                  <a:pt x="542048" y="158885"/>
                  <a:pt x="544882" y="150920"/>
                </a:cubicBezTo>
                <a:lnTo>
                  <a:pt x="540134" y="150920"/>
                </a:lnTo>
                <a:cubicBezTo>
                  <a:pt x="538755" y="154173"/>
                  <a:pt x="536822" y="156626"/>
                  <a:pt x="534294" y="158293"/>
                </a:cubicBezTo>
                <a:cubicBezTo>
                  <a:pt x="531786" y="159963"/>
                  <a:pt x="529183" y="160784"/>
                  <a:pt x="526502" y="160784"/>
                </a:cubicBezTo>
                <a:cubicBezTo>
                  <a:pt x="523267" y="160784"/>
                  <a:pt x="520605" y="159536"/>
                  <a:pt x="518538" y="157009"/>
                </a:cubicBezTo>
                <a:cubicBezTo>
                  <a:pt x="516470" y="154503"/>
                  <a:pt x="515436" y="149642"/>
                  <a:pt x="515436" y="142403"/>
                </a:cubicBezTo>
                <a:lnTo>
                  <a:pt x="515436" y="70105"/>
                </a:lnTo>
                <a:lnTo>
                  <a:pt x="541474" y="70105"/>
                </a:lnTo>
                <a:lnTo>
                  <a:pt x="541474" y="61587"/>
                </a:lnTo>
                <a:lnTo>
                  <a:pt x="515436" y="61587"/>
                </a:lnTo>
                <a:lnTo>
                  <a:pt x="515436" y="24964"/>
                </a:lnTo>
                <a:lnTo>
                  <a:pt x="511664" y="24964"/>
                </a:lnTo>
                <a:close/>
                <a:moveTo>
                  <a:pt x="431464" y="77897"/>
                </a:moveTo>
                <a:cubicBezTo>
                  <a:pt x="439984" y="89251"/>
                  <a:pt x="444234" y="104837"/>
                  <a:pt x="444234" y="124632"/>
                </a:cubicBezTo>
                <a:cubicBezTo>
                  <a:pt x="444234" y="140465"/>
                  <a:pt x="441688" y="151631"/>
                  <a:pt x="436576" y="158123"/>
                </a:cubicBezTo>
                <a:cubicBezTo>
                  <a:pt x="431464" y="164613"/>
                  <a:pt x="424954" y="167845"/>
                  <a:pt x="417085" y="167845"/>
                </a:cubicBezTo>
                <a:cubicBezTo>
                  <a:pt x="406536" y="167845"/>
                  <a:pt x="398055" y="161965"/>
                  <a:pt x="391603" y="150195"/>
                </a:cubicBezTo>
                <a:cubicBezTo>
                  <a:pt x="385151" y="138438"/>
                  <a:pt x="381915" y="124446"/>
                  <a:pt x="381915" y="108209"/>
                </a:cubicBezTo>
                <a:cubicBezTo>
                  <a:pt x="381915" y="98157"/>
                  <a:pt x="383255" y="89909"/>
                  <a:pt x="385936" y="83492"/>
                </a:cubicBezTo>
                <a:cubicBezTo>
                  <a:pt x="388616" y="77097"/>
                  <a:pt x="392120" y="72596"/>
                  <a:pt x="396466" y="70054"/>
                </a:cubicBezTo>
                <a:cubicBezTo>
                  <a:pt x="400812" y="67488"/>
                  <a:pt x="405120" y="66224"/>
                  <a:pt x="409427" y="66224"/>
                </a:cubicBezTo>
                <a:cubicBezTo>
                  <a:pt x="418349" y="66224"/>
                  <a:pt x="425701" y="70105"/>
                  <a:pt x="431464" y="77897"/>
                </a:cubicBezTo>
                <a:close/>
                <a:moveTo>
                  <a:pt x="386912" y="65550"/>
                </a:moveTo>
                <a:cubicBezTo>
                  <a:pt x="378641" y="70375"/>
                  <a:pt x="371959" y="77846"/>
                  <a:pt x="366886" y="87949"/>
                </a:cubicBezTo>
                <a:cubicBezTo>
                  <a:pt x="361812" y="98046"/>
                  <a:pt x="359285" y="108209"/>
                  <a:pt x="359285" y="118432"/>
                </a:cubicBezTo>
                <a:cubicBezTo>
                  <a:pt x="359285" y="132462"/>
                  <a:pt x="363459" y="145138"/>
                  <a:pt x="371806" y="156417"/>
                </a:cubicBezTo>
                <a:cubicBezTo>
                  <a:pt x="381724" y="169796"/>
                  <a:pt x="395068" y="176497"/>
                  <a:pt x="411859" y="176497"/>
                </a:cubicBezTo>
                <a:cubicBezTo>
                  <a:pt x="422159" y="176497"/>
                  <a:pt x="431521" y="173895"/>
                  <a:pt x="439907" y="168705"/>
                </a:cubicBezTo>
                <a:cubicBezTo>
                  <a:pt x="448312" y="163499"/>
                  <a:pt x="454898" y="155804"/>
                  <a:pt x="459703" y="145581"/>
                </a:cubicBezTo>
                <a:cubicBezTo>
                  <a:pt x="464490" y="135357"/>
                  <a:pt x="466883" y="125246"/>
                  <a:pt x="466883" y="115277"/>
                </a:cubicBezTo>
                <a:cubicBezTo>
                  <a:pt x="466883" y="101067"/>
                  <a:pt x="462537" y="88489"/>
                  <a:pt x="453845" y="77539"/>
                </a:cubicBezTo>
                <a:cubicBezTo>
                  <a:pt x="443621" y="64714"/>
                  <a:pt x="430085" y="58296"/>
                  <a:pt x="413199" y="58296"/>
                </a:cubicBezTo>
                <a:cubicBezTo>
                  <a:pt x="403952" y="58296"/>
                  <a:pt x="395183" y="60728"/>
                  <a:pt x="386912" y="65550"/>
                </a:cubicBezTo>
                <a:close/>
                <a:moveTo>
                  <a:pt x="266774" y="58296"/>
                </a:moveTo>
                <a:lnTo>
                  <a:pt x="261547" y="58296"/>
                </a:lnTo>
                <a:lnTo>
                  <a:pt x="227947" y="71945"/>
                </a:lnTo>
                <a:lnTo>
                  <a:pt x="229785" y="76312"/>
                </a:lnTo>
                <a:cubicBezTo>
                  <a:pt x="232944" y="75108"/>
                  <a:pt x="235662" y="74495"/>
                  <a:pt x="237941" y="74495"/>
                </a:cubicBezTo>
                <a:cubicBezTo>
                  <a:pt x="240047" y="74495"/>
                  <a:pt x="241732" y="75026"/>
                  <a:pt x="242976" y="76081"/>
                </a:cubicBezTo>
                <a:cubicBezTo>
                  <a:pt x="244240" y="77135"/>
                  <a:pt x="245178" y="79125"/>
                  <a:pt x="245790" y="82033"/>
                </a:cubicBezTo>
                <a:cubicBezTo>
                  <a:pt x="246384" y="84966"/>
                  <a:pt x="246690" y="93124"/>
                  <a:pt x="246690" y="106505"/>
                </a:cubicBezTo>
                <a:lnTo>
                  <a:pt x="246690" y="147899"/>
                </a:lnTo>
                <a:cubicBezTo>
                  <a:pt x="246690" y="155998"/>
                  <a:pt x="245695" y="161510"/>
                  <a:pt x="243723" y="164382"/>
                </a:cubicBezTo>
                <a:cubicBezTo>
                  <a:pt x="241732" y="167253"/>
                  <a:pt x="237883" y="168705"/>
                  <a:pt x="232216" y="168705"/>
                </a:cubicBezTo>
                <a:lnTo>
                  <a:pt x="229785" y="168705"/>
                </a:lnTo>
                <a:lnTo>
                  <a:pt x="229785" y="173095"/>
                </a:lnTo>
                <a:lnTo>
                  <a:pt x="284924" y="173095"/>
                </a:lnTo>
                <a:lnTo>
                  <a:pt x="284924" y="168705"/>
                </a:lnTo>
                <a:cubicBezTo>
                  <a:pt x="278836" y="168705"/>
                  <a:pt x="274796" y="168151"/>
                  <a:pt x="272805" y="167060"/>
                </a:cubicBezTo>
                <a:cubicBezTo>
                  <a:pt x="270814" y="165967"/>
                  <a:pt x="269263" y="164248"/>
                  <a:pt x="268114" y="161891"/>
                </a:cubicBezTo>
                <a:cubicBezTo>
                  <a:pt x="267233" y="160089"/>
                  <a:pt x="266774" y="155437"/>
                  <a:pt x="266774" y="147899"/>
                </a:cubicBezTo>
                <a:lnTo>
                  <a:pt x="266774" y="89101"/>
                </a:lnTo>
                <a:cubicBezTo>
                  <a:pt x="276347" y="78548"/>
                  <a:pt x="285977" y="73268"/>
                  <a:pt x="295626" y="73268"/>
                </a:cubicBezTo>
                <a:cubicBezTo>
                  <a:pt x="301868" y="73268"/>
                  <a:pt x="306309" y="75566"/>
                  <a:pt x="308952" y="80157"/>
                </a:cubicBezTo>
                <a:cubicBezTo>
                  <a:pt x="311594" y="84734"/>
                  <a:pt x="312915" y="92107"/>
                  <a:pt x="312915" y="102256"/>
                </a:cubicBezTo>
                <a:lnTo>
                  <a:pt x="312915" y="147899"/>
                </a:lnTo>
                <a:cubicBezTo>
                  <a:pt x="312915" y="154294"/>
                  <a:pt x="312742" y="158123"/>
                  <a:pt x="312417" y="159327"/>
                </a:cubicBezTo>
                <a:cubicBezTo>
                  <a:pt x="311613" y="162408"/>
                  <a:pt x="310177" y="164749"/>
                  <a:pt x="308109" y="166335"/>
                </a:cubicBezTo>
                <a:cubicBezTo>
                  <a:pt x="306041" y="167904"/>
                  <a:pt x="302404" y="168705"/>
                  <a:pt x="297215" y="168705"/>
                </a:cubicBezTo>
                <a:lnTo>
                  <a:pt x="294899" y="168705"/>
                </a:lnTo>
                <a:lnTo>
                  <a:pt x="294899" y="173095"/>
                </a:lnTo>
                <a:lnTo>
                  <a:pt x="350038" y="173095"/>
                </a:lnTo>
                <a:lnTo>
                  <a:pt x="350038" y="168705"/>
                </a:lnTo>
                <a:cubicBezTo>
                  <a:pt x="344677" y="168705"/>
                  <a:pt x="341001" y="168136"/>
                  <a:pt x="339010" y="167007"/>
                </a:cubicBezTo>
                <a:cubicBezTo>
                  <a:pt x="337038" y="165856"/>
                  <a:pt x="335583" y="164284"/>
                  <a:pt x="334702" y="162258"/>
                </a:cubicBezTo>
                <a:cubicBezTo>
                  <a:pt x="333554" y="159729"/>
                  <a:pt x="332998" y="154943"/>
                  <a:pt x="332998" y="147899"/>
                </a:cubicBezTo>
                <a:lnTo>
                  <a:pt x="332998" y="100303"/>
                </a:lnTo>
                <a:cubicBezTo>
                  <a:pt x="332998" y="90231"/>
                  <a:pt x="332098" y="82766"/>
                  <a:pt x="330318" y="77897"/>
                </a:cubicBezTo>
                <a:cubicBezTo>
                  <a:pt x="327714" y="70936"/>
                  <a:pt x="324230" y="65916"/>
                  <a:pt x="319845" y="62874"/>
                </a:cubicBezTo>
                <a:cubicBezTo>
                  <a:pt x="315461" y="59830"/>
                  <a:pt x="310234" y="58296"/>
                  <a:pt x="304146" y="58296"/>
                </a:cubicBezTo>
                <a:cubicBezTo>
                  <a:pt x="292295" y="58296"/>
                  <a:pt x="279850" y="66186"/>
                  <a:pt x="266774" y="81922"/>
                </a:cubicBezTo>
                <a:lnTo>
                  <a:pt x="266774" y="58296"/>
                </a:lnTo>
                <a:close/>
                <a:moveTo>
                  <a:pt x="151939" y="74683"/>
                </a:moveTo>
                <a:cubicBezTo>
                  <a:pt x="157261" y="69439"/>
                  <a:pt x="163292" y="66837"/>
                  <a:pt x="170032" y="66837"/>
                </a:cubicBezTo>
                <a:cubicBezTo>
                  <a:pt x="174397" y="66837"/>
                  <a:pt x="178609" y="68116"/>
                  <a:pt x="182629" y="70718"/>
                </a:cubicBezTo>
                <a:cubicBezTo>
                  <a:pt x="186631" y="73329"/>
                  <a:pt x="189656" y="76888"/>
                  <a:pt x="191685" y="81420"/>
                </a:cubicBezTo>
                <a:cubicBezTo>
                  <a:pt x="192987" y="84351"/>
                  <a:pt x="193829" y="89385"/>
                  <a:pt x="194251" y="96528"/>
                </a:cubicBezTo>
                <a:lnTo>
                  <a:pt x="142634" y="96528"/>
                </a:lnTo>
                <a:cubicBezTo>
                  <a:pt x="143534" y="87187"/>
                  <a:pt x="146636" y="79910"/>
                  <a:pt x="151939" y="74683"/>
                </a:cubicBezTo>
                <a:close/>
                <a:moveTo>
                  <a:pt x="219676" y="103572"/>
                </a:moveTo>
                <a:cubicBezTo>
                  <a:pt x="219676" y="89789"/>
                  <a:pt x="215674" y="78780"/>
                  <a:pt x="207633" y="70532"/>
                </a:cubicBezTo>
                <a:cubicBezTo>
                  <a:pt x="199592" y="62298"/>
                  <a:pt x="189330" y="58183"/>
                  <a:pt x="176847" y="58183"/>
                </a:cubicBezTo>
                <a:cubicBezTo>
                  <a:pt x="162067" y="58183"/>
                  <a:pt x="149795" y="63523"/>
                  <a:pt x="140011" y="74189"/>
                </a:cubicBezTo>
                <a:cubicBezTo>
                  <a:pt x="130247" y="84853"/>
                  <a:pt x="125346" y="99729"/>
                  <a:pt x="125346" y="118800"/>
                </a:cubicBezTo>
                <a:cubicBezTo>
                  <a:pt x="125346" y="136412"/>
                  <a:pt x="130113" y="150426"/>
                  <a:pt x="139648" y="160859"/>
                </a:cubicBezTo>
                <a:cubicBezTo>
                  <a:pt x="149182" y="171278"/>
                  <a:pt x="160650" y="176497"/>
                  <a:pt x="174033" y="176497"/>
                </a:cubicBezTo>
                <a:cubicBezTo>
                  <a:pt x="186382" y="176497"/>
                  <a:pt x="196644" y="171929"/>
                  <a:pt x="204838" y="162789"/>
                </a:cubicBezTo>
                <a:cubicBezTo>
                  <a:pt x="213032" y="153679"/>
                  <a:pt x="217972" y="143553"/>
                  <a:pt x="219676" y="132426"/>
                </a:cubicBezTo>
                <a:lnTo>
                  <a:pt x="215904" y="129994"/>
                </a:lnTo>
                <a:cubicBezTo>
                  <a:pt x="212267" y="139739"/>
                  <a:pt x="207729" y="146613"/>
                  <a:pt x="202330" y="150635"/>
                </a:cubicBezTo>
                <a:cubicBezTo>
                  <a:pt x="196950" y="154637"/>
                  <a:pt x="190594" y="156649"/>
                  <a:pt x="183280" y="156649"/>
                </a:cubicBezTo>
                <a:cubicBezTo>
                  <a:pt x="172329" y="156649"/>
                  <a:pt x="162794" y="151952"/>
                  <a:pt x="154677" y="142537"/>
                </a:cubicBezTo>
                <a:cubicBezTo>
                  <a:pt x="146578" y="133113"/>
                  <a:pt x="142558" y="120138"/>
                  <a:pt x="142634" y="103572"/>
                </a:cubicBezTo>
                <a:lnTo>
                  <a:pt x="219676" y="103572"/>
                </a:lnTo>
                <a:close/>
                <a:moveTo>
                  <a:pt x="56824" y="163095"/>
                </a:moveTo>
                <a:cubicBezTo>
                  <a:pt x="48074" y="163095"/>
                  <a:pt x="40110" y="158736"/>
                  <a:pt x="32969" y="150023"/>
                </a:cubicBezTo>
                <a:cubicBezTo>
                  <a:pt x="25827" y="141296"/>
                  <a:pt x="22266" y="128731"/>
                  <a:pt x="22266" y="112344"/>
                </a:cubicBezTo>
                <a:cubicBezTo>
                  <a:pt x="22266" y="96132"/>
                  <a:pt x="25961" y="83777"/>
                  <a:pt x="33332" y="75355"/>
                </a:cubicBezTo>
                <a:cubicBezTo>
                  <a:pt x="38942" y="68939"/>
                  <a:pt x="45317" y="65723"/>
                  <a:pt x="52459" y="65723"/>
                </a:cubicBezTo>
                <a:cubicBezTo>
                  <a:pt x="56269" y="65723"/>
                  <a:pt x="60174" y="66889"/>
                  <a:pt x="64195" y="69192"/>
                </a:cubicBezTo>
                <a:cubicBezTo>
                  <a:pt x="68216" y="71503"/>
                  <a:pt x="71432" y="74936"/>
                  <a:pt x="73863" y="79490"/>
                </a:cubicBezTo>
                <a:cubicBezTo>
                  <a:pt x="76314" y="84030"/>
                  <a:pt x="77769" y="89063"/>
                  <a:pt x="78248" y="94575"/>
                </a:cubicBezTo>
                <a:lnTo>
                  <a:pt x="78248" y="152035"/>
                </a:lnTo>
                <a:cubicBezTo>
                  <a:pt x="71355" y="159402"/>
                  <a:pt x="64214" y="163095"/>
                  <a:pt x="56824" y="163095"/>
                </a:cubicBezTo>
                <a:close/>
                <a:moveTo>
                  <a:pt x="78248" y="176497"/>
                </a:moveTo>
                <a:lnTo>
                  <a:pt x="83857" y="176497"/>
                </a:lnTo>
                <a:lnTo>
                  <a:pt x="116960" y="162737"/>
                </a:lnTo>
                <a:lnTo>
                  <a:pt x="115620" y="158481"/>
                </a:lnTo>
                <a:cubicBezTo>
                  <a:pt x="111963" y="159865"/>
                  <a:pt x="109053" y="160553"/>
                  <a:pt x="106851" y="160553"/>
                </a:cubicBezTo>
                <a:cubicBezTo>
                  <a:pt x="105071" y="160553"/>
                  <a:pt x="103501" y="159976"/>
                  <a:pt x="102180" y="158849"/>
                </a:cubicBezTo>
                <a:cubicBezTo>
                  <a:pt x="100840" y="157696"/>
                  <a:pt x="99863" y="155707"/>
                  <a:pt x="99250" y="152820"/>
                </a:cubicBezTo>
                <a:cubicBezTo>
                  <a:pt x="98638" y="149948"/>
                  <a:pt x="98331" y="141960"/>
                  <a:pt x="98331" y="128903"/>
                </a:cubicBezTo>
                <a:lnTo>
                  <a:pt x="98331" y="0"/>
                </a:lnTo>
                <a:lnTo>
                  <a:pt x="92856" y="0"/>
                </a:lnTo>
                <a:lnTo>
                  <a:pt x="59638" y="13626"/>
                </a:lnTo>
                <a:lnTo>
                  <a:pt x="61208" y="17895"/>
                </a:lnTo>
                <a:cubicBezTo>
                  <a:pt x="64693" y="16595"/>
                  <a:pt x="67507" y="15944"/>
                  <a:pt x="69613" y="15944"/>
                </a:cubicBezTo>
                <a:cubicBezTo>
                  <a:pt x="71566" y="15944"/>
                  <a:pt x="73174" y="16482"/>
                  <a:pt x="74476" y="17537"/>
                </a:cubicBezTo>
                <a:cubicBezTo>
                  <a:pt x="75778" y="18592"/>
                  <a:pt x="76735" y="20581"/>
                  <a:pt x="77348" y="23490"/>
                </a:cubicBezTo>
                <a:cubicBezTo>
                  <a:pt x="77941" y="26423"/>
                  <a:pt x="78248" y="34251"/>
                  <a:pt x="78248" y="46981"/>
                </a:cubicBezTo>
                <a:lnTo>
                  <a:pt x="78248" y="67563"/>
                </a:lnTo>
                <a:cubicBezTo>
                  <a:pt x="71834" y="61302"/>
                  <a:pt x="63735" y="58183"/>
                  <a:pt x="53914" y="58183"/>
                </a:cubicBezTo>
                <a:cubicBezTo>
                  <a:pt x="38080" y="58183"/>
                  <a:pt x="25138" y="64825"/>
                  <a:pt x="15087" y="78093"/>
                </a:cubicBezTo>
                <a:cubicBezTo>
                  <a:pt x="5016" y="91361"/>
                  <a:pt x="0" y="105965"/>
                  <a:pt x="0" y="121955"/>
                </a:cubicBezTo>
                <a:cubicBezTo>
                  <a:pt x="0" y="137945"/>
                  <a:pt x="4537" y="151039"/>
                  <a:pt x="13632" y="161226"/>
                </a:cubicBezTo>
                <a:cubicBezTo>
                  <a:pt x="22707" y="171404"/>
                  <a:pt x="33332" y="176497"/>
                  <a:pt x="45509" y="176497"/>
                </a:cubicBezTo>
                <a:cubicBezTo>
                  <a:pt x="51521" y="176497"/>
                  <a:pt x="57111" y="175256"/>
                  <a:pt x="62319" y="172788"/>
                </a:cubicBezTo>
                <a:cubicBezTo>
                  <a:pt x="67507" y="170298"/>
                  <a:pt x="72810" y="166222"/>
                  <a:pt x="78248" y="160553"/>
                </a:cubicBezTo>
                <a:lnTo>
                  <a:pt x="78248" y="176497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EC21EF54-E834-4962-A704-3183821F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099" y="547423"/>
            <a:ext cx="1918383" cy="1401453"/>
          </a:xfrm>
          <a:custGeom xmlns:a="http://schemas.openxmlformats.org/drawingml/2006/main">
            <a:pathLst>
              <a:path w="1918383" h="1401453">
                <a:moveTo>
                  <a:pt x="0" y="0"/>
                </a:moveTo>
                <a:lnTo>
                  <a:pt x="1918383" y="0"/>
                </a:lnTo>
                <a:lnTo>
                  <a:pt x="1918383" y="1401453"/>
                </a:lnTo>
                <a:lnTo>
                  <a:pt x="0" y="14014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357" name="Native simplex belief floor">
            <a:extLst xmlns:a="http://schemas.openxmlformats.org/drawingml/2006/main">
              <a:ext uri="{FF2B5EF4-FFF2-40B4-BE49-F238E27FC236}">
                <a16:creationId xmlns:a16="http://schemas.microsoft.com/office/drawing/2014/main" id="{B55352A5-1818-49AD-B5BB-6D897537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588" y="1402121"/>
            <a:ext cx="1446649" cy="427349"/>
          </a:xfrm>
          <a:custGeom xmlns:a="http://schemas.openxmlformats.org/drawingml/2006/main">
            <a:pathLst>
              <a:path w="1446649" h="427349">
                <a:moveTo>
                  <a:pt x="0" y="301658"/>
                </a:moveTo>
                <a:lnTo>
                  <a:pt x="761063" y="0"/>
                </a:lnTo>
                <a:lnTo>
                  <a:pt x="1446649" y="427349"/>
                </a:lnTo>
                <a:close/>
              </a:path>
            </a:pathLst>
          </a:custGeom>
          <a:solidFill xmlns:a="http://schemas.openxmlformats.org/drawingml/2006/main">
            <a:srgbClr val="EEF7FC"/>
          </a:solidFill>
          <a:ln xmlns:a="http://schemas.openxmlformats.org/drawingml/2006/main" w="0" cap="rnd">
            <a:noFill/>
            <a:round/>
          </a:ln>
        </p:spPr>
      </p:sp>
      <p:sp>
        <p:nvSpPr>
          <p:cNvPr id="358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A11C1333-630A-464E-9EEC-F2E32433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588" y="1584485"/>
            <a:ext cx="698166" cy="174216"/>
          </a:xfrm>
          <a:custGeom xmlns:a="http://schemas.openxmlformats.org/drawingml/2006/main">
            <a:pathLst>
              <a:path w="698166" h="174216">
                <a:moveTo>
                  <a:pt x="698040" y="110234"/>
                </a:moveTo>
                <a:lnTo>
                  <a:pt x="698166" y="113010"/>
                </a:lnTo>
                <a:lnTo>
                  <a:pt x="698040" y="115786"/>
                </a:lnTo>
                <a:lnTo>
                  <a:pt x="697665" y="118561"/>
                </a:lnTo>
                <a:lnTo>
                  <a:pt x="697041" y="121332"/>
                </a:lnTo>
                <a:lnTo>
                  <a:pt x="696167" y="124098"/>
                </a:lnTo>
                <a:lnTo>
                  <a:pt x="695044" y="126857"/>
                </a:lnTo>
                <a:lnTo>
                  <a:pt x="693672" y="129608"/>
                </a:lnTo>
                <a:lnTo>
                  <a:pt x="692054" y="132349"/>
                </a:lnTo>
                <a:lnTo>
                  <a:pt x="690189" y="135079"/>
                </a:lnTo>
                <a:lnTo>
                  <a:pt x="688079" y="137795"/>
                </a:lnTo>
                <a:lnTo>
                  <a:pt x="685725" y="140496"/>
                </a:lnTo>
                <a:lnTo>
                  <a:pt x="683128" y="143181"/>
                </a:lnTo>
                <a:lnTo>
                  <a:pt x="680290" y="145848"/>
                </a:lnTo>
                <a:lnTo>
                  <a:pt x="677213" y="148494"/>
                </a:lnTo>
                <a:lnTo>
                  <a:pt x="673899" y="151120"/>
                </a:lnTo>
                <a:lnTo>
                  <a:pt x="670349" y="153722"/>
                </a:lnTo>
                <a:lnTo>
                  <a:pt x="666566" y="156300"/>
                </a:lnTo>
                <a:lnTo>
                  <a:pt x="662552" y="158852"/>
                </a:lnTo>
                <a:lnTo>
                  <a:pt x="658309" y="161376"/>
                </a:lnTo>
                <a:lnTo>
                  <a:pt x="653840" y="163871"/>
                </a:lnTo>
                <a:lnTo>
                  <a:pt x="649148" y="166335"/>
                </a:lnTo>
                <a:lnTo>
                  <a:pt x="644235" y="168768"/>
                </a:lnTo>
                <a:lnTo>
                  <a:pt x="639105" y="171166"/>
                </a:lnTo>
                <a:lnTo>
                  <a:pt x="633760" y="173530"/>
                </a:lnTo>
                <a:lnTo>
                  <a:pt x="632122" y="174216"/>
                </a:lnTo>
                <a:lnTo>
                  <a:pt x="0" y="119295"/>
                </a:lnTo>
                <a:lnTo>
                  <a:pt x="300972" y="0"/>
                </a:lnTo>
                <a:lnTo>
                  <a:pt x="303409" y="24"/>
                </a:lnTo>
                <a:lnTo>
                  <a:pt x="313579" y="195"/>
                </a:lnTo>
                <a:lnTo>
                  <a:pt x="323729" y="433"/>
                </a:lnTo>
                <a:lnTo>
                  <a:pt x="333856" y="739"/>
                </a:lnTo>
                <a:lnTo>
                  <a:pt x="343952" y="1113"/>
                </a:lnTo>
                <a:lnTo>
                  <a:pt x="354011" y="1554"/>
                </a:lnTo>
                <a:lnTo>
                  <a:pt x="364027" y="2062"/>
                </a:lnTo>
                <a:lnTo>
                  <a:pt x="373995" y="2637"/>
                </a:lnTo>
                <a:lnTo>
                  <a:pt x="383907" y="3278"/>
                </a:lnTo>
                <a:lnTo>
                  <a:pt x="393759" y="3986"/>
                </a:lnTo>
                <a:lnTo>
                  <a:pt x="403545" y="4759"/>
                </a:lnTo>
                <a:lnTo>
                  <a:pt x="413257" y="5598"/>
                </a:lnTo>
                <a:lnTo>
                  <a:pt x="422892" y="6501"/>
                </a:lnTo>
                <a:lnTo>
                  <a:pt x="432442" y="7468"/>
                </a:lnTo>
                <a:lnTo>
                  <a:pt x="441902" y="8499"/>
                </a:lnTo>
                <a:lnTo>
                  <a:pt x="451266" y="9593"/>
                </a:lnTo>
                <a:lnTo>
                  <a:pt x="460529" y="10749"/>
                </a:lnTo>
                <a:lnTo>
                  <a:pt x="469685" y="11967"/>
                </a:lnTo>
                <a:lnTo>
                  <a:pt x="478729" y="13245"/>
                </a:lnTo>
                <a:lnTo>
                  <a:pt x="487655" y="14584"/>
                </a:lnTo>
                <a:lnTo>
                  <a:pt x="496457" y="15982"/>
                </a:lnTo>
                <a:lnTo>
                  <a:pt x="505131" y="17439"/>
                </a:lnTo>
                <a:lnTo>
                  <a:pt x="513671" y="18953"/>
                </a:lnTo>
                <a:lnTo>
                  <a:pt x="522073" y="20523"/>
                </a:lnTo>
                <a:lnTo>
                  <a:pt x="530330" y="22150"/>
                </a:lnTo>
                <a:lnTo>
                  <a:pt x="538438" y="23831"/>
                </a:lnTo>
                <a:lnTo>
                  <a:pt x="546393" y="25566"/>
                </a:lnTo>
                <a:lnTo>
                  <a:pt x="554189" y="27353"/>
                </a:lnTo>
                <a:lnTo>
                  <a:pt x="561821" y="29192"/>
                </a:lnTo>
                <a:lnTo>
                  <a:pt x="569286" y="31082"/>
                </a:lnTo>
                <a:lnTo>
                  <a:pt x="576578" y="33021"/>
                </a:lnTo>
                <a:lnTo>
                  <a:pt x="583693" y="35008"/>
                </a:lnTo>
                <a:lnTo>
                  <a:pt x="590628" y="37042"/>
                </a:lnTo>
                <a:lnTo>
                  <a:pt x="597377" y="39122"/>
                </a:lnTo>
                <a:lnTo>
                  <a:pt x="603936" y="41246"/>
                </a:lnTo>
                <a:lnTo>
                  <a:pt x="610303" y="43414"/>
                </a:lnTo>
                <a:lnTo>
                  <a:pt x="616472" y="45623"/>
                </a:lnTo>
                <a:lnTo>
                  <a:pt x="622440" y="47874"/>
                </a:lnTo>
                <a:lnTo>
                  <a:pt x="628204" y="50163"/>
                </a:lnTo>
                <a:lnTo>
                  <a:pt x="633760" y="52490"/>
                </a:lnTo>
                <a:lnTo>
                  <a:pt x="639105" y="54854"/>
                </a:lnTo>
                <a:lnTo>
                  <a:pt x="644235" y="57252"/>
                </a:lnTo>
                <a:lnTo>
                  <a:pt x="649148" y="59685"/>
                </a:lnTo>
                <a:lnTo>
                  <a:pt x="653840" y="62149"/>
                </a:lnTo>
                <a:lnTo>
                  <a:pt x="658309" y="64644"/>
                </a:lnTo>
                <a:lnTo>
                  <a:pt x="662552" y="67168"/>
                </a:lnTo>
                <a:lnTo>
                  <a:pt x="666566" y="69720"/>
                </a:lnTo>
                <a:lnTo>
                  <a:pt x="670349" y="72298"/>
                </a:lnTo>
                <a:lnTo>
                  <a:pt x="673899" y="74900"/>
                </a:lnTo>
                <a:lnTo>
                  <a:pt x="677213" y="77526"/>
                </a:lnTo>
                <a:lnTo>
                  <a:pt x="680290" y="80172"/>
                </a:lnTo>
                <a:lnTo>
                  <a:pt x="683128" y="82839"/>
                </a:lnTo>
                <a:lnTo>
                  <a:pt x="685725" y="85524"/>
                </a:lnTo>
                <a:lnTo>
                  <a:pt x="688079" y="88225"/>
                </a:lnTo>
                <a:lnTo>
                  <a:pt x="690189" y="90941"/>
                </a:lnTo>
                <a:lnTo>
                  <a:pt x="692054" y="93670"/>
                </a:lnTo>
                <a:lnTo>
                  <a:pt x="693672" y="96412"/>
                </a:lnTo>
                <a:lnTo>
                  <a:pt x="695044" y="99163"/>
                </a:lnTo>
                <a:lnTo>
                  <a:pt x="696167" y="101922"/>
                </a:lnTo>
                <a:lnTo>
                  <a:pt x="697041" y="104688"/>
                </a:lnTo>
                <a:lnTo>
                  <a:pt x="697665" y="107459"/>
                </a:lnTo>
                <a:lnTo>
                  <a:pt x="698040" y="110234"/>
                </a:lnTo>
                <a:close/>
              </a:path>
            </a:pathLst>
          </a:custGeom>
          <a:solidFill xmlns:a="http://schemas.openxmlformats.org/drawingml/2006/main">
            <a:srgbClr val="DFEEF8"/>
          </a:solidFill>
          <a:ln xmlns:a="http://schemas.openxmlformats.org/drawingml/2006/main" w="0" cap="rnd">
            <a:noFill/>
            <a:round/>
          </a:ln>
        </p:spPr>
      </p:sp>
      <p:sp>
        <p:nvSpPr>
          <p:cNvPr id="359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2C18B487-E578-467C-8C18-2CFD0FFA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588" y="1595685"/>
            <a:ext cx="656653" cy="159442"/>
          </a:xfrm>
          <a:custGeom xmlns:a="http://schemas.openxmlformats.org/drawingml/2006/main">
            <a:pathLst>
              <a:path w="656653" h="159442">
                <a:moveTo>
                  <a:pt x="656540" y="99311"/>
                </a:moveTo>
                <a:lnTo>
                  <a:pt x="656653" y="101810"/>
                </a:lnTo>
                <a:lnTo>
                  <a:pt x="656540" y="104308"/>
                </a:lnTo>
                <a:lnTo>
                  <a:pt x="656203" y="106805"/>
                </a:lnTo>
                <a:lnTo>
                  <a:pt x="655641" y="109299"/>
                </a:lnTo>
                <a:lnTo>
                  <a:pt x="654854" y="111789"/>
                </a:lnTo>
                <a:lnTo>
                  <a:pt x="653843" y="114272"/>
                </a:lnTo>
                <a:lnTo>
                  <a:pt x="652609" y="116748"/>
                </a:lnTo>
                <a:lnTo>
                  <a:pt x="651152" y="119215"/>
                </a:lnTo>
                <a:lnTo>
                  <a:pt x="649474" y="121672"/>
                </a:lnTo>
                <a:lnTo>
                  <a:pt x="647575" y="124116"/>
                </a:lnTo>
                <a:lnTo>
                  <a:pt x="645456" y="126547"/>
                </a:lnTo>
                <a:lnTo>
                  <a:pt x="643119" y="128964"/>
                </a:lnTo>
                <a:lnTo>
                  <a:pt x="640565" y="131363"/>
                </a:lnTo>
                <a:lnTo>
                  <a:pt x="637796" y="133745"/>
                </a:lnTo>
                <a:lnTo>
                  <a:pt x="634813" y="136108"/>
                </a:lnTo>
                <a:lnTo>
                  <a:pt x="631618" y="138450"/>
                </a:lnTo>
                <a:lnTo>
                  <a:pt x="628213" y="140770"/>
                </a:lnTo>
                <a:lnTo>
                  <a:pt x="624601" y="143067"/>
                </a:lnTo>
                <a:lnTo>
                  <a:pt x="620782" y="145339"/>
                </a:lnTo>
                <a:lnTo>
                  <a:pt x="616760" y="147584"/>
                </a:lnTo>
                <a:lnTo>
                  <a:pt x="612537" y="149802"/>
                </a:lnTo>
                <a:lnTo>
                  <a:pt x="608116" y="151991"/>
                </a:lnTo>
                <a:lnTo>
                  <a:pt x="603499" y="154150"/>
                </a:lnTo>
                <a:lnTo>
                  <a:pt x="598688" y="156278"/>
                </a:lnTo>
                <a:lnTo>
                  <a:pt x="593688" y="158372"/>
                </a:lnTo>
                <a:lnTo>
                  <a:pt x="590994" y="159442"/>
                </a:lnTo>
                <a:lnTo>
                  <a:pt x="0" y="108094"/>
                </a:lnTo>
                <a:lnTo>
                  <a:pt x="272605" y="43"/>
                </a:lnTo>
                <a:lnTo>
                  <a:pt x="273871" y="31"/>
                </a:lnTo>
                <a:lnTo>
                  <a:pt x="283040" y="0"/>
                </a:lnTo>
                <a:lnTo>
                  <a:pt x="292209" y="31"/>
                </a:lnTo>
                <a:lnTo>
                  <a:pt x="301372" y="123"/>
                </a:lnTo>
                <a:lnTo>
                  <a:pt x="310525" y="276"/>
                </a:lnTo>
                <a:lnTo>
                  <a:pt x="319661" y="490"/>
                </a:lnTo>
                <a:lnTo>
                  <a:pt x="328774" y="766"/>
                </a:lnTo>
                <a:lnTo>
                  <a:pt x="337860" y="1102"/>
                </a:lnTo>
                <a:lnTo>
                  <a:pt x="346914" y="1499"/>
                </a:lnTo>
                <a:lnTo>
                  <a:pt x="355928" y="1956"/>
                </a:lnTo>
                <a:lnTo>
                  <a:pt x="364899" y="2474"/>
                </a:lnTo>
                <a:lnTo>
                  <a:pt x="373821" y="3051"/>
                </a:lnTo>
                <a:lnTo>
                  <a:pt x="382687" y="3688"/>
                </a:lnTo>
                <a:lnTo>
                  <a:pt x="391494" y="4384"/>
                </a:lnTo>
                <a:lnTo>
                  <a:pt x="400236" y="5139"/>
                </a:lnTo>
                <a:lnTo>
                  <a:pt x="408906" y="5951"/>
                </a:lnTo>
                <a:lnTo>
                  <a:pt x="417501" y="6822"/>
                </a:lnTo>
                <a:lnTo>
                  <a:pt x="426016" y="7750"/>
                </a:lnTo>
                <a:lnTo>
                  <a:pt x="434443" y="8734"/>
                </a:lnTo>
                <a:lnTo>
                  <a:pt x="442780" y="9775"/>
                </a:lnTo>
                <a:lnTo>
                  <a:pt x="451021" y="10871"/>
                </a:lnTo>
                <a:lnTo>
                  <a:pt x="459160" y="12022"/>
                </a:lnTo>
                <a:lnTo>
                  <a:pt x="467193" y="13226"/>
                </a:lnTo>
                <a:lnTo>
                  <a:pt x="475115" y="14485"/>
                </a:lnTo>
                <a:lnTo>
                  <a:pt x="482922" y="15795"/>
                </a:lnTo>
                <a:lnTo>
                  <a:pt x="490608" y="17158"/>
                </a:lnTo>
                <a:lnTo>
                  <a:pt x="498169" y="18572"/>
                </a:lnTo>
                <a:lnTo>
                  <a:pt x="505601" y="20035"/>
                </a:lnTo>
                <a:lnTo>
                  <a:pt x="512899" y="21548"/>
                </a:lnTo>
                <a:lnTo>
                  <a:pt x="520058" y="23110"/>
                </a:lnTo>
                <a:lnTo>
                  <a:pt x="527074" y="24718"/>
                </a:lnTo>
                <a:lnTo>
                  <a:pt x="533943" y="26374"/>
                </a:lnTo>
                <a:lnTo>
                  <a:pt x="540661" y="28074"/>
                </a:lnTo>
                <a:lnTo>
                  <a:pt x="547224" y="29819"/>
                </a:lnTo>
                <a:lnTo>
                  <a:pt x="553628" y="31608"/>
                </a:lnTo>
                <a:lnTo>
                  <a:pt x="559869" y="33438"/>
                </a:lnTo>
                <a:lnTo>
                  <a:pt x="565943" y="35310"/>
                </a:lnTo>
                <a:lnTo>
                  <a:pt x="571847" y="37222"/>
                </a:lnTo>
                <a:lnTo>
                  <a:pt x="577576" y="39173"/>
                </a:lnTo>
                <a:lnTo>
                  <a:pt x="583129" y="41162"/>
                </a:lnTo>
                <a:lnTo>
                  <a:pt x="588500" y="43187"/>
                </a:lnTo>
                <a:lnTo>
                  <a:pt x="593688" y="45247"/>
                </a:lnTo>
                <a:lnTo>
                  <a:pt x="598688" y="47342"/>
                </a:lnTo>
                <a:lnTo>
                  <a:pt x="603499" y="49469"/>
                </a:lnTo>
                <a:lnTo>
                  <a:pt x="608116" y="51628"/>
                </a:lnTo>
                <a:lnTo>
                  <a:pt x="612537" y="53817"/>
                </a:lnTo>
                <a:lnTo>
                  <a:pt x="616760" y="56035"/>
                </a:lnTo>
                <a:lnTo>
                  <a:pt x="620782" y="58280"/>
                </a:lnTo>
                <a:lnTo>
                  <a:pt x="624601" y="60552"/>
                </a:lnTo>
                <a:lnTo>
                  <a:pt x="628213" y="62849"/>
                </a:lnTo>
                <a:lnTo>
                  <a:pt x="631618" y="65169"/>
                </a:lnTo>
                <a:lnTo>
                  <a:pt x="634813" y="67511"/>
                </a:lnTo>
                <a:lnTo>
                  <a:pt x="637796" y="69874"/>
                </a:lnTo>
                <a:lnTo>
                  <a:pt x="640565" y="72256"/>
                </a:lnTo>
                <a:lnTo>
                  <a:pt x="643119" y="74656"/>
                </a:lnTo>
                <a:lnTo>
                  <a:pt x="645456" y="77072"/>
                </a:lnTo>
                <a:lnTo>
                  <a:pt x="647575" y="79503"/>
                </a:lnTo>
                <a:lnTo>
                  <a:pt x="649474" y="81948"/>
                </a:lnTo>
                <a:lnTo>
                  <a:pt x="651152" y="84404"/>
                </a:lnTo>
                <a:lnTo>
                  <a:pt x="652609" y="86871"/>
                </a:lnTo>
                <a:lnTo>
                  <a:pt x="653843" y="89347"/>
                </a:lnTo>
                <a:lnTo>
                  <a:pt x="654854" y="91831"/>
                </a:lnTo>
                <a:lnTo>
                  <a:pt x="655641" y="94320"/>
                </a:lnTo>
                <a:lnTo>
                  <a:pt x="656203" y="96814"/>
                </a:lnTo>
                <a:lnTo>
                  <a:pt x="656540" y="99311"/>
                </a:lnTo>
                <a:close/>
              </a:path>
            </a:pathLst>
          </a:custGeom>
          <a:solidFill xmlns:a="http://schemas.openxmlformats.org/drawingml/2006/main">
            <a:srgbClr val="D1E6F5"/>
          </a:solidFill>
          <a:ln xmlns:a="http://schemas.openxmlformats.org/drawingml/2006/main" w="0" cap="rnd">
            <a:noFill/>
            <a:round/>
          </a:ln>
        </p:spPr>
      </p:sp>
      <p:sp>
        <p:nvSpPr>
          <p:cNvPr id="360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47212D1D-FAB8-475F-AC25-76732D6A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588" y="1606997"/>
            <a:ext cx="615140" cy="144522"/>
          </a:xfrm>
          <a:custGeom xmlns:a="http://schemas.openxmlformats.org/drawingml/2006/main">
            <a:pathLst>
              <a:path w="615140" h="144522">
                <a:moveTo>
                  <a:pt x="615040" y="88277"/>
                </a:moveTo>
                <a:lnTo>
                  <a:pt x="615140" y="90497"/>
                </a:lnTo>
                <a:lnTo>
                  <a:pt x="615040" y="92718"/>
                </a:lnTo>
                <a:lnTo>
                  <a:pt x="614740" y="94938"/>
                </a:lnTo>
                <a:lnTo>
                  <a:pt x="614241" y="97155"/>
                </a:lnTo>
                <a:lnTo>
                  <a:pt x="613541" y="99368"/>
                </a:lnTo>
                <a:lnTo>
                  <a:pt x="612643" y="101575"/>
                </a:lnTo>
                <a:lnTo>
                  <a:pt x="611546" y="103776"/>
                </a:lnTo>
                <a:lnTo>
                  <a:pt x="610251" y="105969"/>
                </a:lnTo>
                <a:lnTo>
                  <a:pt x="608759" y="108153"/>
                </a:lnTo>
                <a:lnTo>
                  <a:pt x="607071" y="110326"/>
                </a:lnTo>
                <a:lnTo>
                  <a:pt x="605188" y="112487"/>
                </a:lnTo>
                <a:lnTo>
                  <a:pt x="603110" y="114634"/>
                </a:lnTo>
                <a:lnTo>
                  <a:pt x="600840" y="116767"/>
                </a:lnTo>
                <a:lnTo>
                  <a:pt x="598379" y="118885"/>
                </a:lnTo>
                <a:lnTo>
                  <a:pt x="595727" y="120985"/>
                </a:lnTo>
                <a:lnTo>
                  <a:pt x="592887" y="123067"/>
                </a:lnTo>
                <a:lnTo>
                  <a:pt x="589861" y="125129"/>
                </a:lnTo>
                <a:lnTo>
                  <a:pt x="586649" y="127171"/>
                </a:lnTo>
                <a:lnTo>
                  <a:pt x="583255" y="129190"/>
                </a:lnTo>
                <a:lnTo>
                  <a:pt x="579680" y="131186"/>
                </a:lnTo>
                <a:lnTo>
                  <a:pt x="575926" y="133158"/>
                </a:lnTo>
                <a:lnTo>
                  <a:pt x="571996" y="135103"/>
                </a:lnTo>
                <a:lnTo>
                  <a:pt x="567892" y="137022"/>
                </a:lnTo>
                <a:lnTo>
                  <a:pt x="563616" y="138913"/>
                </a:lnTo>
                <a:lnTo>
                  <a:pt x="559171" y="140775"/>
                </a:lnTo>
                <a:lnTo>
                  <a:pt x="554560" y="142607"/>
                </a:lnTo>
                <a:lnTo>
                  <a:pt x="549786" y="144407"/>
                </a:lnTo>
                <a:lnTo>
                  <a:pt x="549464" y="144522"/>
                </a:lnTo>
                <a:lnTo>
                  <a:pt x="0" y="96782"/>
                </a:lnTo>
                <a:lnTo>
                  <a:pt x="242463" y="678"/>
                </a:lnTo>
                <a:lnTo>
                  <a:pt x="250489" y="436"/>
                </a:lnTo>
                <a:lnTo>
                  <a:pt x="258609" y="245"/>
                </a:lnTo>
                <a:lnTo>
                  <a:pt x="266745" y="109"/>
                </a:lnTo>
                <a:lnTo>
                  <a:pt x="274890" y="27"/>
                </a:lnTo>
                <a:lnTo>
                  <a:pt x="283040" y="0"/>
                </a:lnTo>
                <a:lnTo>
                  <a:pt x="291190" y="27"/>
                </a:lnTo>
                <a:lnTo>
                  <a:pt x="299335" y="109"/>
                </a:lnTo>
                <a:lnTo>
                  <a:pt x="307471" y="245"/>
                </a:lnTo>
                <a:lnTo>
                  <a:pt x="315592" y="436"/>
                </a:lnTo>
                <a:lnTo>
                  <a:pt x="323693" y="681"/>
                </a:lnTo>
                <a:lnTo>
                  <a:pt x="331769" y="979"/>
                </a:lnTo>
                <a:lnTo>
                  <a:pt x="339817" y="1332"/>
                </a:lnTo>
                <a:lnTo>
                  <a:pt x="347830" y="1739"/>
                </a:lnTo>
                <a:lnTo>
                  <a:pt x="355804" y="2199"/>
                </a:lnTo>
                <a:lnTo>
                  <a:pt x="363734" y="2712"/>
                </a:lnTo>
                <a:lnTo>
                  <a:pt x="371615" y="3278"/>
                </a:lnTo>
                <a:lnTo>
                  <a:pt x="379444" y="3897"/>
                </a:lnTo>
                <a:lnTo>
                  <a:pt x="387214" y="4568"/>
                </a:lnTo>
                <a:lnTo>
                  <a:pt x="394921" y="5290"/>
                </a:lnTo>
                <a:lnTo>
                  <a:pt x="402561" y="6064"/>
                </a:lnTo>
                <a:lnTo>
                  <a:pt x="410129" y="6889"/>
                </a:lnTo>
                <a:lnTo>
                  <a:pt x="417621" y="7764"/>
                </a:lnTo>
                <a:lnTo>
                  <a:pt x="425031" y="8689"/>
                </a:lnTo>
                <a:lnTo>
                  <a:pt x="432356" y="9663"/>
                </a:lnTo>
                <a:lnTo>
                  <a:pt x="439591" y="10686"/>
                </a:lnTo>
                <a:lnTo>
                  <a:pt x="446732" y="11757"/>
                </a:lnTo>
                <a:lnTo>
                  <a:pt x="453774" y="12875"/>
                </a:lnTo>
                <a:lnTo>
                  <a:pt x="460713" y="14040"/>
                </a:lnTo>
                <a:lnTo>
                  <a:pt x="467545" y="15252"/>
                </a:lnTo>
                <a:lnTo>
                  <a:pt x="474266" y="16508"/>
                </a:lnTo>
                <a:lnTo>
                  <a:pt x="480872" y="17809"/>
                </a:lnTo>
                <a:lnTo>
                  <a:pt x="487359" y="19154"/>
                </a:lnTo>
                <a:lnTo>
                  <a:pt x="493722" y="20542"/>
                </a:lnTo>
                <a:lnTo>
                  <a:pt x="499959" y="21972"/>
                </a:lnTo>
                <a:lnTo>
                  <a:pt x="506065" y="23443"/>
                </a:lnTo>
                <a:lnTo>
                  <a:pt x="512037" y="24955"/>
                </a:lnTo>
                <a:lnTo>
                  <a:pt x="517870" y="26506"/>
                </a:lnTo>
                <a:lnTo>
                  <a:pt x="523563" y="28096"/>
                </a:lnTo>
                <a:lnTo>
                  <a:pt x="529110" y="29723"/>
                </a:lnTo>
                <a:lnTo>
                  <a:pt x="534509" y="31387"/>
                </a:lnTo>
                <a:lnTo>
                  <a:pt x="539757" y="33086"/>
                </a:lnTo>
                <a:lnTo>
                  <a:pt x="544850" y="34821"/>
                </a:lnTo>
                <a:lnTo>
                  <a:pt x="549786" y="36588"/>
                </a:lnTo>
                <a:lnTo>
                  <a:pt x="554560" y="38388"/>
                </a:lnTo>
                <a:lnTo>
                  <a:pt x="559171" y="40220"/>
                </a:lnTo>
                <a:lnTo>
                  <a:pt x="563616" y="42082"/>
                </a:lnTo>
                <a:lnTo>
                  <a:pt x="567892" y="43972"/>
                </a:lnTo>
                <a:lnTo>
                  <a:pt x="571996" y="45891"/>
                </a:lnTo>
                <a:lnTo>
                  <a:pt x="575926" y="47837"/>
                </a:lnTo>
                <a:lnTo>
                  <a:pt x="579680" y="49809"/>
                </a:lnTo>
                <a:lnTo>
                  <a:pt x="583255" y="51805"/>
                </a:lnTo>
                <a:lnTo>
                  <a:pt x="586649" y="53824"/>
                </a:lnTo>
                <a:lnTo>
                  <a:pt x="589861" y="55866"/>
                </a:lnTo>
                <a:lnTo>
                  <a:pt x="592887" y="57928"/>
                </a:lnTo>
                <a:lnTo>
                  <a:pt x="595727" y="60010"/>
                </a:lnTo>
                <a:lnTo>
                  <a:pt x="598379" y="62110"/>
                </a:lnTo>
                <a:lnTo>
                  <a:pt x="600840" y="64227"/>
                </a:lnTo>
                <a:lnTo>
                  <a:pt x="603110" y="66361"/>
                </a:lnTo>
                <a:lnTo>
                  <a:pt x="605188" y="68508"/>
                </a:lnTo>
                <a:lnTo>
                  <a:pt x="607071" y="70669"/>
                </a:lnTo>
                <a:lnTo>
                  <a:pt x="608759" y="72842"/>
                </a:lnTo>
                <a:lnTo>
                  <a:pt x="610251" y="75026"/>
                </a:lnTo>
                <a:lnTo>
                  <a:pt x="611546" y="77219"/>
                </a:lnTo>
                <a:lnTo>
                  <a:pt x="612643" y="79420"/>
                </a:lnTo>
                <a:lnTo>
                  <a:pt x="613541" y="81627"/>
                </a:lnTo>
                <a:lnTo>
                  <a:pt x="614241" y="83840"/>
                </a:lnTo>
                <a:lnTo>
                  <a:pt x="614740" y="86057"/>
                </a:lnTo>
                <a:lnTo>
                  <a:pt x="615040" y="88277"/>
                </a:lnTo>
                <a:close/>
              </a:path>
            </a:pathLst>
          </a:custGeom>
          <a:solidFill xmlns:a="http://schemas.openxmlformats.org/drawingml/2006/main">
            <a:srgbClr val="BCD9ED"/>
          </a:solidFill>
          <a:ln xmlns:a="http://schemas.openxmlformats.org/drawingml/2006/main" w="0" cap="rnd">
            <a:noFill/>
            <a:round/>
          </a:ln>
        </p:spPr>
      </p:sp>
      <p:sp>
        <p:nvSpPr>
          <p:cNvPr id="361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01D310D7-09EC-4372-9F92-1D92EC91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588" y="1618309"/>
            <a:ext cx="573628" cy="129545"/>
          </a:xfrm>
          <a:custGeom xmlns:a="http://schemas.openxmlformats.org/drawingml/2006/main">
            <a:pathLst>
              <a:path w="573628" h="129545">
                <a:moveTo>
                  <a:pt x="573540" y="77242"/>
                </a:moveTo>
                <a:lnTo>
                  <a:pt x="573628" y="79185"/>
                </a:lnTo>
                <a:lnTo>
                  <a:pt x="573540" y="81129"/>
                </a:lnTo>
                <a:lnTo>
                  <a:pt x="573278" y="83071"/>
                </a:lnTo>
                <a:lnTo>
                  <a:pt x="572841" y="85010"/>
                </a:lnTo>
                <a:lnTo>
                  <a:pt x="572229" y="86947"/>
                </a:lnTo>
                <a:lnTo>
                  <a:pt x="571443" y="88878"/>
                </a:lnTo>
                <a:lnTo>
                  <a:pt x="570483" y="90804"/>
                </a:lnTo>
                <a:lnTo>
                  <a:pt x="569350" y="92723"/>
                </a:lnTo>
                <a:lnTo>
                  <a:pt x="568044" y="94634"/>
                </a:lnTo>
                <a:lnTo>
                  <a:pt x="566567" y="96535"/>
                </a:lnTo>
                <a:lnTo>
                  <a:pt x="564919" y="98426"/>
                </a:lnTo>
                <a:lnTo>
                  <a:pt x="563102" y="100305"/>
                </a:lnTo>
                <a:lnTo>
                  <a:pt x="561115" y="102172"/>
                </a:lnTo>
                <a:lnTo>
                  <a:pt x="558961" y="104024"/>
                </a:lnTo>
                <a:lnTo>
                  <a:pt x="556641" y="105862"/>
                </a:lnTo>
                <a:lnTo>
                  <a:pt x="554156" y="107684"/>
                </a:lnTo>
                <a:lnTo>
                  <a:pt x="551508" y="109488"/>
                </a:lnTo>
                <a:lnTo>
                  <a:pt x="548698" y="111274"/>
                </a:lnTo>
                <a:lnTo>
                  <a:pt x="545728" y="113041"/>
                </a:lnTo>
                <a:lnTo>
                  <a:pt x="542600" y="114788"/>
                </a:lnTo>
                <a:lnTo>
                  <a:pt x="539316" y="116513"/>
                </a:lnTo>
                <a:lnTo>
                  <a:pt x="535877" y="118216"/>
                </a:lnTo>
                <a:lnTo>
                  <a:pt x="532286" y="119895"/>
                </a:lnTo>
                <a:lnTo>
                  <a:pt x="528544" y="121549"/>
                </a:lnTo>
                <a:lnTo>
                  <a:pt x="524655" y="123178"/>
                </a:lnTo>
                <a:lnTo>
                  <a:pt x="520620" y="124781"/>
                </a:lnTo>
                <a:lnTo>
                  <a:pt x="516442" y="126356"/>
                </a:lnTo>
                <a:lnTo>
                  <a:pt x="512124" y="127903"/>
                </a:lnTo>
                <a:lnTo>
                  <a:pt x="507667" y="129420"/>
                </a:lnTo>
                <a:lnTo>
                  <a:pt x="507282" y="129545"/>
                </a:lnTo>
                <a:lnTo>
                  <a:pt x="0" y="85470"/>
                </a:lnTo>
                <a:lnTo>
                  <a:pt x="209031" y="2617"/>
                </a:lnTo>
                <a:lnTo>
                  <a:pt x="212433" y="2373"/>
                </a:lnTo>
                <a:lnTo>
                  <a:pt x="219372" y="1924"/>
                </a:lnTo>
                <a:lnTo>
                  <a:pt x="226349" y="1522"/>
                </a:lnTo>
                <a:lnTo>
                  <a:pt x="233361" y="1166"/>
                </a:lnTo>
                <a:lnTo>
                  <a:pt x="240402" y="857"/>
                </a:lnTo>
                <a:lnTo>
                  <a:pt x="247469" y="596"/>
                </a:lnTo>
                <a:lnTo>
                  <a:pt x="254557" y="381"/>
                </a:lnTo>
                <a:lnTo>
                  <a:pt x="261663" y="215"/>
                </a:lnTo>
                <a:lnTo>
                  <a:pt x="268782" y="95"/>
                </a:lnTo>
                <a:lnTo>
                  <a:pt x="275909" y="24"/>
                </a:lnTo>
                <a:lnTo>
                  <a:pt x="283040" y="0"/>
                </a:lnTo>
                <a:lnTo>
                  <a:pt x="290171" y="24"/>
                </a:lnTo>
                <a:lnTo>
                  <a:pt x="297299" y="95"/>
                </a:lnTo>
                <a:lnTo>
                  <a:pt x="304417" y="215"/>
                </a:lnTo>
                <a:lnTo>
                  <a:pt x="311523" y="381"/>
                </a:lnTo>
                <a:lnTo>
                  <a:pt x="318611" y="596"/>
                </a:lnTo>
                <a:lnTo>
                  <a:pt x="325678" y="857"/>
                </a:lnTo>
                <a:lnTo>
                  <a:pt x="332720" y="1166"/>
                </a:lnTo>
                <a:lnTo>
                  <a:pt x="339731" y="1522"/>
                </a:lnTo>
                <a:lnTo>
                  <a:pt x="346708" y="1924"/>
                </a:lnTo>
                <a:lnTo>
                  <a:pt x="353647" y="2373"/>
                </a:lnTo>
                <a:lnTo>
                  <a:pt x="360544" y="2868"/>
                </a:lnTo>
                <a:lnTo>
                  <a:pt x="367393" y="3410"/>
                </a:lnTo>
                <a:lnTo>
                  <a:pt x="374192" y="3997"/>
                </a:lnTo>
                <a:lnTo>
                  <a:pt x="380936" y="4629"/>
                </a:lnTo>
                <a:lnTo>
                  <a:pt x="387621" y="5306"/>
                </a:lnTo>
                <a:lnTo>
                  <a:pt x="394243" y="6028"/>
                </a:lnTo>
                <a:lnTo>
                  <a:pt x="400798" y="6793"/>
                </a:lnTo>
                <a:lnTo>
                  <a:pt x="407282" y="7603"/>
                </a:lnTo>
                <a:lnTo>
                  <a:pt x="413692" y="8455"/>
                </a:lnTo>
                <a:lnTo>
                  <a:pt x="420022" y="9350"/>
                </a:lnTo>
                <a:lnTo>
                  <a:pt x="426270" y="10287"/>
                </a:lnTo>
                <a:lnTo>
                  <a:pt x="432432" y="11266"/>
                </a:lnTo>
                <a:lnTo>
                  <a:pt x="438504" y="12285"/>
                </a:lnTo>
                <a:lnTo>
                  <a:pt x="444482" y="13345"/>
                </a:lnTo>
                <a:lnTo>
                  <a:pt x="450363" y="14445"/>
                </a:lnTo>
                <a:lnTo>
                  <a:pt x="456143" y="15583"/>
                </a:lnTo>
                <a:lnTo>
                  <a:pt x="461819" y="16760"/>
                </a:lnTo>
                <a:lnTo>
                  <a:pt x="467387" y="17974"/>
                </a:lnTo>
                <a:lnTo>
                  <a:pt x="472844" y="19225"/>
                </a:lnTo>
                <a:lnTo>
                  <a:pt x="478187" y="20513"/>
                </a:lnTo>
                <a:lnTo>
                  <a:pt x="483412" y="21836"/>
                </a:lnTo>
                <a:lnTo>
                  <a:pt x="488517" y="23193"/>
                </a:lnTo>
                <a:lnTo>
                  <a:pt x="493497" y="24584"/>
                </a:lnTo>
                <a:lnTo>
                  <a:pt x="498351" y="26008"/>
                </a:lnTo>
                <a:lnTo>
                  <a:pt x="503076" y="27464"/>
                </a:lnTo>
                <a:lnTo>
                  <a:pt x="507667" y="28951"/>
                </a:lnTo>
                <a:lnTo>
                  <a:pt x="512124" y="30468"/>
                </a:lnTo>
                <a:lnTo>
                  <a:pt x="516442" y="32015"/>
                </a:lnTo>
                <a:lnTo>
                  <a:pt x="520620" y="33590"/>
                </a:lnTo>
                <a:lnTo>
                  <a:pt x="524655" y="35192"/>
                </a:lnTo>
                <a:lnTo>
                  <a:pt x="528544" y="36821"/>
                </a:lnTo>
                <a:lnTo>
                  <a:pt x="532286" y="38476"/>
                </a:lnTo>
                <a:lnTo>
                  <a:pt x="535877" y="40155"/>
                </a:lnTo>
                <a:lnTo>
                  <a:pt x="539316" y="41858"/>
                </a:lnTo>
                <a:lnTo>
                  <a:pt x="542600" y="43583"/>
                </a:lnTo>
                <a:lnTo>
                  <a:pt x="545728" y="45329"/>
                </a:lnTo>
                <a:lnTo>
                  <a:pt x="548698" y="47096"/>
                </a:lnTo>
                <a:lnTo>
                  <a:pt x="551508" y="48882"/>
                </a:lnTo>
                <a:lnTo>
                  <a:pt x="554156" y="50687"/>
                </a:lnTo>
                <a:lnTo>
                  <a:pt x="556641" y="52509"/>
                </a:lnTo>
                <a:lnTo>
                  <a:pt x="558961" y="54346"/>
                </a:lnTo>
                <a:lnTo>
                  <a:pt x="561115" y="56199"/>
                </a:lnTo>
                <a:lnTo>
                  <a:pt x="563102" y="58066"/>
                </a:lnTo>
                <a:lnTo>
                  <a:pt x="564919" y="59945"/>
                </a:lnTo>
                <a:lnTo>
                  <a:pt x="566567" y="61836"/>
                </a:lnTo>
                <a:lnTo>
                  <a:pt x="568044" y="63737"/>
                </a:lnTo>
                <a:lnTo>
                  <a:pt x="569350" y="65648"/>
                </a:lnTo>
                <a:lnTo>
                  <a:pt x="570483" y="67566"/>
                </a:lnTo>
                <a:lnTo>
                  <a:pt x="571443" y="69492"/>
                </a:lnTo>
                <a:lnTo>
                  <a:pt x="572229" y="71424"/>
                </a:lnTo>
                <a:lnTo>
                  <a:pt x="572841" y="73360"/>
                </a:lnTo>
                <a:lnTo>
                  <a:pt x="573278" y="75300"/>
                </a:lnTo>
                <a:lnTo>
                  <a:pt x="573540" y="77242"/>
                </a:lnTo>
                <a:close/>
              </a:path>
            </a:pathLst>
          </a:custGeom>
          <a:solidFill xmlns:a="http://schemas.openxmlformats.org/drawingml/2006/main">
            <a:srgbClr val="A1C8E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62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7287D5F3-09D4-4075-82E8-DC6BCE35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553" y="1629621"/>
            <a:ext cx="498151" cy="114480"/>
          </a:xfrm>
          <a:custGeom xmlns:a="http://schemas.openxmlformats.org/drawingml/2006/main">
            <a:pathLst>
              <a:path w="498151" h="114480">
                <a:moveTo>
                  <a:pt x="498076" y="66207"/>
                </a:moveTo>
                <a:lnTo>
                  <a:pt x="498151" y="67873"/>
                </a:lnTo>
                <a:lnTo>
                  <a:pt x="498076" y="69539"/>
                </a:lnTo>
                <a:lnTo>
                  <a:pt x="497850" y="71203"/>
                </a:lnTo>
                <a:lnTo>
                  <a:pt x="497476" y="72866"/>
                </a:lnTo>
                <a:lnTo>
                  <a:pt x="496951" y="74526"/>
                </a:lnTo>
                <a:lnTo>
                  <a:pt x="496277" y="76181"/>
                </a:lnTo>
                <a:lnTo>
                  <a:pt x="495455" y="77832"/>
                </a:lnTo>
                <a:lnTo>
                  <a:pt x="494484" y="79477"/>
                </a:lnTo>
                <a:lnTo>
                  <a:pt x="493365" y="81114"/>
                </a:lnTo>
                <a:lnTo>
                  <a:pt x="492099" y="82744"/>
                </a:lnTo>
                <a:lnTo>
                  <a:pt x="490686" y="84365"/>
                </a:lnTo>
                <a:lnTo>
                  <a:pt x="489128" y="85976"/>
                </a:lnTo>
                <a:lnTo>
                  <a:pt x="487425" y="87576"/>
                </a:lnTo>
                <a:lnTo>
                  <a:pt x="485579" y="89164"/>
                </a:lnTo>
                <a:lnTo>
                  <a:pt x="483591" y="90739"/>
                </a:lnTo>
                <a:lnTo>
                  <a:pt x="481461" y="92300"/>
                </a:lnTo>
                <a:lnTo>
                  <a:pt x="479191" y="93847"/>
                </a:lnTo>
                <a:lnTo>
                  <a:pt x="476782" y="95378"/>
                </a:lnTo>
                <a:lnTo>
                  <a:pt x="474237" y="96893"/>
                </a:lnTo>
                <a:lnTo>
                  <a:pt x="471555" y="98390"/>
                </a:lnTo>
                <a:lnTo>
                  <a:pt x="468740" y="99868"/>
                </a:lnTo>
                <a:lnTo>
                  <a:pt x="465792" y="101328"/>
                </a:lnTo>
                <a:lnTo>
                  <a:pt x="462714" y="102767"/>
                </a:lnTo>
                <a:lnTo>
                  <a:pt x="459507" y="104185"/>
                </a:lnTo>
                <a:lnTo>
                  <a:pt x="456174" y="105581"/>
                </a:lnTo>
                <a:lnTo>
                  <a:pt x="452715" y="106955"/>
                </a:lnTo>
                <a:lnTo>
                  <a:pt x="449134" y="108305"/>
                </a:lnTo>
                <a:lnTo>
                  <a:pt x="445433" y="109631"/>
                </a:lnTo>
                <a:lnTo>
                  <a:pt x="441613" y="110931"/>
                </a:lnTo>
                <a:lnTo>
                  <a:pt x="437677" y="112206"/>
                </a:lnTo>
                <a:lnTo>
                  <a:pt x="433628" y="113454"/>
                </a:lnTo>
                <a:lnTo>
                  <a:pt x="430130" y="114480"/>
                </a:lnTo>
                <a:lnTo>
                  <a:pt x="2441" y="77321"/>
                </a:lnTo>
                <a:lnTo>
                  <a:pt x="1873" y="76181"/>
                </a:lnTo>
                <a:lnTo>
                  <a:pt x="1199" y="74526"/>
                </a:lnTo>
                <a:lnTo>
                  <a:pt x="675" y="72866"/>
                </a:lnTo>
                <a:lnTo>
                  <a:pt x="300" y="71203"/>
                </a:lnTo>
                <a:lnTo>
                  <a:pt x="75" y="69539"/>
                </a:lnTo>
                <a:lnTo>
                  <a:pt x="0" y="67873"/>
                </a:lnTo>
                <a:lnTo>
                  <a:pt x="75" y="66207"/>
                </a:lnTo>
                <a:lnTo>
                  <a:pt x="300" y="64543"/>
                </a:lnTo>
                <a:lnTo>
                  <a:pt x="675" y="62880"/>
                </a:lnTo>
                <a:lnTo>
                  <a:pt x="1199" y="61220"/>
                </a:lnTo>
                <a:lnTo>
                  <a:pt x="1685" y="60027"/>
                </a:lnTo>
                <a:lnTo>
                  <a:pt x="133602" y="7740"/>
                </a:lnTo>
                <a:lnTo>
                  <a:pt x="137088" y="7247"/>
                </a:lnTo>
                <a:lnTo>
                  <a:pt x="142582" y="6517"/>
                </a:lnTo>
                <a:lnTo>
                  <a:pt x="148140" y="5823"/>
                </a:lnTo>
                <a:lnTo>
                  <a:pt x="153758" y="5167"/>
                </a:lnTo>
                <a:lnTo>
                  <a:pt x="159434" y="4548"/>
                </a:lnTo>
                <a:lnTo>
                  <a:pt x="165164" y="3968"/>
                </a:lnTo>
                <a:lnTo>
                  <a:pt x="170945" y="3426"/>
                </a:lnTo>
                <a:lnTo>
                  <a:pt x="176773" y="2923"/>
                </a:lnTo>
                <a:lnTo>
                  <a:pt x="182644" y="2459"/>
                </a:lnTo>
                <a:lnTo>
                  <a:pt x="188555" y="2034"/>
                </a:lnTo>
                <a:lnTo>
                  <a:pt x="194503" y="1649"/>
                </a:lnTo>
                <a:lnTo>
                  <a:pt x="200483" y="1304"/>
                </a:lnTo>
                <a:lnTo>
                  <a:pt x="206493" y="999"/>
                </a:lnTo>
                <a:lnTo>
                  <a:pt x="212528" y="735"/>
                </a:lnTo>
                <a:lnTo>
                  <a:pt x="218586" y="510"/>
                </a:lnTo>
                <a:lnTo>
                  <a:pt x="224662" y="327"/>
                </a:lnTo>
                <a:lnTo>
                  <a:pt x="230752" y="184"/>
                </a:lnTo>
                <a:lnTo>
                  <a:pt x="236854" y="82"/>
                </a:lnTo>
                <a:lnTo>
                  <a:pt x="242963" y="20"/>
                </a:lnTo>
                <a:lnTo>
                  <a:pt x="249075" y="0"/>
                </a:lnTo>
                <a:lnTo>
                  <a:pt x="255188" y="20"/>
                </a:lnTo>
                <a:lnTo>
                  <a:pt x="261297" y="82"/>
                </a:lnTo>
                <a:lnTo>
                  <a:pt x="267398" y="184"/>
                </a:lnTo>
                <a:lnTo>
                  <a:pt x="273489" y="327"/>
                </a:lnTo>
                <a:lnTo>
                  <a:pt x="279565" y="510"/>
                </a:lnTo>
                <a:lnTo>
                  <a:pt x="285622" y="735"/>
                </a:lnTo>
                <a:lnTo>
                  <a:pt x="291658" y="999"/>
                </a:lnTo>
                <a:lnTo>
                  <a:pt x="297667" y="1304"/>
                </a:lnTo>
                <a:lnTo>
                  <a:pt x="303648" y="1649"/>
                </a:lnTo>
                <a:lnTo>
                  <a:pt x="309596" y="2034"/>
                </a:lnTo>
                <a:lnTo>
                  <a:pt x="315507" y="2459"/>
                </a:lnTo>
                <a:lnTo>
                  <a:pt x="321378" y="2923"/>
                </a:lnTo>
                <a:lnTo>
                  <a:pt x="327206" y="3426"/>
                </a:lnTo>
                <a:lnTo>
                  <a:pt x="332986" y="3968"/>
                </a:lnTo>
                <a:lnTo>
                  <a:pt x="338716" y="4548"/>
                </a:lnTo>
                <a:lnTo>
                  <a:pt x="344392" y="5167"/>
                </a:lnTo>
                <a:lnTo>
                  <a:pt x="350011" y="5823"/>
                </a:lnTo>
                <a:lnTo>
                  <a:pt x="355569" y="6517"/>
                </a:lnTo>
                <a:lnTo>
                  <a:pt x="361062" y="7247"/>
                </a:lnTo>
                <a:lnTo>
                  <a:pt x="366489" y="8014"/>
                </a:lnTo>
                <a:lnTo>
                  <a:pt x="371844" y="8818"/>
                </a:lnTo>
                <a:lnTo>
                  <a:pt x="377126" y="9656"/>
                </a:lnTo>
                <a:lnTo>
                  <a:pt x="382330" y="10530"/>
                </a:lnTo>
                <a:lnTo>
                  <a:pt x="387454" y="11439"/>
                </a:lnTo>
                <a:lnTo>
                  <a:pt x="392495" y="12381"/>
                </a:lnTo>
                <a:lnTo>
                  <a:pt x="397449" y="13357"/>
                </a:lnTo>
                <a:lnTo>
                  <a:pt x="402314" y="14366"/>
                </a:lnTo>
                <a:lnTo>
                  <a:pt x="407087" y="15406"/>
                </a:lnTo>
                <a:lnTo>
                  <a:pt x="411764" y="16479"/>
                </a:lnTo>
                <a:lnTo>
                  <a:pt x="416344" y="17582"/>
                </a:lnTo>
                <a:lnTo>
                  <a:pt x="420823" y="18716"/>
                </a:lnTo>
                <a:lnTo>
                  <a:pt x="425198" y="19880"/>
                </a:lnTo>
                <a:lnTo>
                  <a:pt x="429467" y="21072"/>
                </a:lnTo>
                <a:lnTo>
                  <a:pt x="433628" y="22292"/>
                </a:lnTo>
                <a:lnTo>
                  <a:pt x="437677" y="23540"/>
                </a:lnTo>
                <a:lnTo>
                  <a:pt x="441613" y="24815"/>
                </a:lnTo>
                <a:lnTo>
                  <a:pt x="445433" y="26115"/>
                </a:lnTo>
                <a:lnTo>
                  <a:pt x="449134" y="27441"/>
                </a:lnTo>
                <a:lnTo>
                  <a:pt x="452715" y="28791"/>
                </a:lnTo>
                <a:lnTo>
                  <a:pt x="456174" y="30165"/>
                </a:lnTo>
                <a:lnTo>
                  <a:pt x="459507" y="31561"/>
                </a:lnTo>
                <a:lnTo>
                  <a:pt x="462714" y="32979"/>
                </a:lnTo>
                <a:lnTo>
                  <a:pt x="465792" y="34419"/>
                </a:lnTo>
                <a:lnTo>
                  <a:pt x="468740" y="35878"/>
                </a:lnTo>
                <a:lnTo>
                  <a:pt x="471555" y="37357"/>
                </a:lnTo>
                <a:lnTo>
                  <a:pt x="474237" y="38854"/>
                </a:lnTo>
                <a:lnTo>
                  <a:pt x="476782" y="40368"/>
                </a:lnTo>
                <a:lnTo>
                  <a:pt x="479191" y="41899"/>
                </a:lnTo>
                <a:lnTo>
                  <a:pt x="481461" y="43446"/>
                </a:lnTo>
                <a:lnTo>
                  <a:pt x="483591" y="45007"/>
                </a:lnTo>
                <a:lnTo>
                  <a:pt x="485579" y="46583"/>
                </a:lnTo>
                <a:lnTo>
                  <a:pt x="487425" y="48171"/>
                </a:lnTo>
                <a:lnTo>
                  <a:pt x="489128" y="49770"/>
                </a:lnTo>
                <a:lnTo>
                  <a:pt x="490686" y="51381"/>
                </a:lnTo>
                <a:lnTo>
                  <a:pt x="492099" y="53002"/>
                </a:lnTo>
                <a:lnTo>
                  <a:pt x="493365" y="54632"/>
                </a:lnTo>
                <a:lnTo>
                  <a:pt x="494484" y="56269"/>
                </a:lnTo>
                <a:lnTo>
                  <a:pt x="495455" y="57914"/>
                </a:lnTo>
                <a:lnTo>
                  <a:pt x="496277" y="59565"/>
                </a:lnTo>
                <a:lnTo>
                  <a:pt x="496951" y="61220"/>
                </a:lnTo>
                <a:lnTo>
                  <a:pt x="497476" y="62880"/>
                </a:lnTo>
                <a:lnTo>
                  <a:pt x="497850" y="64543"/>
                </a:lnTo>
                <a:lnTo>
                  <a:pt x="498076" y="66207"/>
                </a:lnTo>
                <a:close/>
              </a:path>
            </a:pathLst>
          </a:custGeom>
          <a:solidFill xmlns:a="http://schemas.openxmlformats.org/drawingml/2006/main">
            <a:srgbClr val="7CB4D5"/>
          </a:solidFill>
          <a:ln xmlns:a="http://schemas.openxmlformats.org/drawingml/2006/main" w="0" cap="rnd">
            <a:noFill/>
            <a:round/>
          </a:ln>
        </p:spPr>
      </p:sp>
      <p:sp>
        <p:nvSpPr>
          <p:cNvPr id="363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79C6E415-298B-4A43-B3AE-E0BFD880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066" y="1640934"/>
            <a:ext cx="415125" cy="99262"/>
          </a:xfrm>
          <a:custGeom xmlns:a="http://schemas.openxmlformats.org/drawingml/2006/main">
            <a:pathLst>
              <a:path w="415125" h="99262">
                <a:moveTo>
                  <a:pt x="415063" y="55173"/>
                </a:moveTo>
                <a:lnTo>
                  <a:pt x="415125" y="56561"/>
                </a:lnTo>
                <a:lnTo>
                  <a:pt x="415063" y="57949"/>
                </a:lnTo>
                <a:lnTo>
                  <a:pt x="414875" y="59336"/>
                </a:lnTo>
                <a:lnTo>
                  <a:pt x="414563" y="60722"/>
                </a:lnTo>
                <a:lnTo>
                  <a:pt x="414126" y="62105"/>
                </a:lnTo>
                <a:lnTo>
                  <a:pt x="413564" y="63485"/>
                </a:lnTo>
                <a:lnTo>
                  <a:pt x="412879" y="64860"/>
                </a:lnTo>
                <a:lnTo>
                  <a:pt x="412070" y="66231"/>
                </a:lnTo>
                <a:lnTo>
                  <a:pt x="411137" y="67595"/>
                </a:lnTo>
                <a:lnTo>
                  <a:pt x="410082" y="68953"/>
                </a:lnTo>
                <a:lnTo>
                  <a:pt x="408905" y="70304"/>
                </a:lnTo>
                <a:lnTo>
                  <a:pt x="407607" y="71646"/>
                </a:lnTo>
                <a:lnTo>
                  <a:pt x="406188" y="72980"/>
                </a:lnTo>
                <a:lnTo>
                  <a:pt x="404649" y="74303"/>
                </a:lnTo>
                <a:lnTo>
                  <a:pt x="402992" y="75616"/>
                </a:lnTo>
                <a:lnTo>
                  <a:pt x="401217" y="76917"/>
                </a:lnTo>
                <a:lnTo>
                  <a:pt x="399326" y="78206"/>
                </a:lnTo>
                <a:lnTo>
                  <a:pt x="397319" y="79482"/>
                </a:lnTo>
                <a:lnTo>
                  <a:pt x="395197" y="80744"/>
                </a:lnTo>
                <a:lnTo>
                  <a:pt x="392963" y="81991"/>
                </a:lnTo>
                <a:lnTo>
                  <a:pt x="390617" y="83224"/>
                </a:lnTo>
                <a:lnTo>
                  <a:pt x="388160" y="84440"/>
                </a:lnTo>
                <a:lnTo>
                  <a:pt x="385595" y="85639"/>
                </a:lnTo>
                <a:lnTo>
                  <a:pt x="382923" y="86821"/>
                </a:lnTo>
                <a:lnTo>
                  <a:pt x="380145" y="87984"/>
                </a:lnTo>
                <a:lnTo>
                  <a:pt x="377263" y="89129"/>
                </a:lnTo>
                <a:lnTo>
                  <a:pt x="374279" y="90254"/>
                </a:lnTo>
                <a:lnTo>
                  <a:pt x="371194" y="91359"/>
                </a:lnTo>
                <a:lnTo>
                  <a:pt x="368011" y="92443"/>
                </a:lnTo>
                <a:lnTo>
                  <a:pt x="364731" y="93505"/>
                </a:lnTo>
                <a:lnTo>
                  <a:pt x="361357" y="94545"/>
                </a:lnTo>
                <a:lnTo>
                  <a:pt x="357889" y="95562"/>
                </a:lnTo>
                <a:lnTo>
                  <a:pt x="354332" y="96555"/>
                </a:lnTo>
                <a:lnTo>
                  <a:pt x="350686" y="97525"/>
                </a:lnTo>
                <a:lnTo>
                  <a:pt x="346953" y="98470"/>
                </a:lnTo>
                <a:lnTo>
                  <a:pt x="343664" y="99262"/>
                </a:lnTo>
                <a:lnTo>
                  <a:pt x="5881" y="69914"/>
                </a:lnTo>
                <a:lnTo>
                  <a:pt x="5043" y="68953"/>
                </a:lnTo>
                <a:lnTo>
                  <a:pt x="3988" y="67595"/>
                </a:lnTo>
                <a:lnTo>
                  <a:pt x="3056" y="66231"/>
                </a:lnTo>
                <a:lnTo>
                  <a:pt x="2247" y="64860"/>
                </a:lnTo>
                <a:lnTo>
                  <a:pt x="1561" y="63485"/>
                </a:lnTo>
                <a:lnTo>
                  <a:pt x="999" y="62105"/>
                </a:lnTo>
                <a:lnTo>
                  <a:pt x="562" y="60722"/>
                </a:lnTo>
                <a:lnTo>
                  <a:pt x="250" y="59336"/>
                </a:lnTo>
                <a:lnTo>
                  <a:pt x="63" y="57949"/>
                </a:lnTo>
                <a:lnTo>
                  <a:pt x="0" y="56561"/>
                </a:lnTo>
                <a:lnTo>
                  <a:pt x="63" y="55173"/>
                </a:lnTo>
                <a:lnTo>
                  <a:pt x="250" y="53786"/>
                </a:lnTo>
                <a:lnTo>
                  <a:pt x="562" y="52400"/>
                </a:lnTo>
                <a:lnTo>
                  <a:pt x="999" y="51017"/>
                </a:lnTo>
                <a:lnTo>
                  <a:pt x="1561" y="49637"/>
                </a:lnTo>
                <a:lnTo>
                  <a:pt x="2247" y="48262"/>
                </a:lnTo>
                <a:lnTo>
                  <a:pt x="3056" y="46891"/>
                </a:lnTo>
                <a:lnTo>
                  <a:pt x="3988" y="45526"/>
                </a:lnTo>
                <a:lnTo>
                  <a:pt x="5043" y="44168"/>
                </a:lnTo>
                <a:lnTo>
                  <a:pt x="6220" y="42818"/>
                </a:lnTo>
                <a:lnTo>
                  <a:pt x="7519" y="41475"/>
                </a:lnTo>
                <a:lnTo>
                  <a:pt x="8938" y="40142"/>
                </a:lnTo>
                <a:lnTo>
                  <a:pt x="10476" y="38819"/>
                </a:lnTo>
                <a:lnTo>
                  <a:pt x="12133" y="37506"/>
                </a:lnTo>
                <a:lnTo>
                  <a:pt x="13908" y="36205"/>
                </a:lnTo>
                <a:lnTo>
                  <a:pt x="15800" y="34916"/>
                </a:lnTo>
                <a:lnTo>
                  <a:pt x="17807" y="33640"/>
                </a:lnTo>
                <a:lnTo>
                  <a:pt x="19928" y="32378"/>
                </a:lnTo>
                <a:lnTo>
                  <a:pt x="22163" y="31130"/>
                </a:lnTo>
                <a:lnTo>
                  <a:pt x="24509" y="29898"/>
                </a:lnTo>
                <a:lnTo>
                  <a:pt x="26965" y="28682"/>
                </a:lnTo>
                <a:lnTo>
                  <a:pt x="29530" y="27483"/>
                </a:lnTo>
                <a:lnTo>
                  <a:pt x="32203" y="26301"/>
                </a:lnTo>
                <a:lnTo>
                  <a:pt x="34981" y="25137"/>
                </a:lnTo>
                <a:lnTo>
                  <a:pt x="37863" y="23993"/>
                </a:lnTo>
                <a:lnTo>
                  <a:pt x="40847" y="22868"/>
                </a:lnTo>
                <a:lnTo>
                  <a:pt x="43931" y="21763"/>
                </a:lnTo>
                <a:lnTo>
                  <a:pt x="47115" y="20679"/>
                </a:lnTo>
                <a:lnTo>
                  <a:pt x="50394" y="19617"/>
                </a:lnTo>
                <a:lnTo>
                  <a:pt x="53769" y="18577"/>
                </a:lnTo>
                <a:lnTo>
                  <a:pt x="57236" y="17560"/>
                </a:lnTo>
                <a:lnTo>
                  <a:pt x="60794" y="16566"/>
                </a:lnTo>
                <a:lnTo>
                  <a:pt x="64440" y="15597"/>
                </a:lnTo>
                <a:lnTo>
                  <a:pt x="68172" y="14652"/>
                </a:lnTo>
                <a:lnTo>
                  <a:pt x="71988" y="13732"/>
                </a:lnTo>
                <a:lnTo>
                  <a:pt x="75886" y="12839"/>
                </a:lnTo>
                <a:lnTo>
                  <a:pt x="79864" y="11971"/>
                </a:lnTo>
                <a:lnTo>
                  <a:pt x="83918" y="11131"/>
                </a:lnTo>
                <a:lnTo>
                  <a:pt x="88046" y="10318"/>
                </a:lnTo>
                <a:lnTo>
                  <a:pt x="92247" y="9532"/>
                </a:lnTo>
                <a:lnTo>
                  <a:pt x="96517" y="8775"/>
                </a:lnTo>
                <a:lnTo>
                  <a:pt x="100854" y="8047"/>
                </a:lnTo>
                <a:lnTo>
                  <a:pt x="105255" y="7348"/>
                </a:lnTo>
                <a:lnTo>
                  <a:pt x="109718" y="6679"/>
                </a:lnTo>
                <a:lnTo>
                  <a:pt x="114240" y="6039"/>
                </a:lnTo>
                <a:lnTo>
                  <a:pt x="118818" y="5430"/>
                </a:lnTo>
                <a:lnTo>
                  <a:pt x="123450" y="4852"/>
                </a:lnTo>
                <a:lnTo>
                  <a:pt x="128132" y="4305"/>
                </a:lnTo>
                <a:lnTo>
                  <a:pt x="132862" y="3790"/>
                </a:lnTo>
                <a:lnTo>
                  <a:pt x="137637" y="3306"/>
                </a:lnTo>
                <a:lnTo>
                  <a:pt x="142454" y="2855"/>
                </a:lnTo>
                <a:lnTo>
                  <a:pt x="147310" y="2435"/>
                </a:lnTo>
                <a:lnTo>
                  <a:pt x="152203" y="2049"/>
                </a:lnTo>
                <a:lnTo>
                  <a:pt x="157129" y="1695"/>
                </a:lnTo>
                <a:lnTo>
                  <a:pt x="162085" y="1374"/>
                </a:lnTo>
                <a:lnTo>
                  <a:pt x="167069" y="1087"/>
                </a:lnTo>
                <a:lnTo>
                  <a:pt x="172077" y="833"/>
                </a:lnTo>
                <a:lnTo>
                  <a:pt x="177107" y="612"/>
                </a:lnTo>
                <a:lnTo>
                  <a:pt x="182155" y="425"/>
                </a:lnTo>
                <a:lnTo>
                  <a:pt x="187218" y="272"/>
                </a:lnTo>
                <a:lnTo>
                  <a:pt x="192293" y="153"/>
                </a:lnTo>
                <a:lnTo>
                  <a:pt x="197378" y="68"/>
                </a:lnTo>
                <a:lnTo>
                  <a:pt x="202469" y="17"/>
                </a:lnTo>
                <a:lnTo>
                  <a:pt x="207563" y="0"/>
                </a:lnTo>
                <a:lnTo>
                  <a:pt x="212657" y="17"/>
                </a:lnTo>
                <a:lnTo>
                  <a:pt x="217747" y="68"/>
                </a:lnTo>
                <a:lnTo>
                  <a:pt x="222832" y="153"/>
                </a:lnTo>
                <a:lnTo>
                  <a:pt x="227907" y="272"/>
                </a:lnTo>
                <a:lnTo>
                  <a:pt x="232971" y="425"/>
                </a:lnTo>
                <a:lnTo>
                  <a:pt x="238018" y="612"/>
                </a:lnTo>
                <a:lnTo>
                  <a:pt x="243048" y="833"/>
                </a:lnTo>
                <a:lnTo>
                  <a:pt x="248056" y="1087"/>
                </a:lnTo>
                <a:lnTo>
                  <a:pt x="253040" y="1374"/>
                </a:lnTo>
                <a:lnTo>
                  <a:pt x="257996" y="1695"/>
                </a:lnTo>
                <a:lnTo>
                  <a:pt x="262922" y="2049"/>
                </a:lnTo>
                <a:lnTo>
                  <a:pt x="267815" y="2435"/>
                </a:lnTo>
                <a:lnTo>
                  <a:pt x="272671" y="2855"/>
                </a:lnTo>
                <a:lnTo>
                  <a:pt x="277488" y="3306"/>
                </a:lnTo>
                <a:lnTo>
                  <a:pt x="282264" y="3790"/>
                </a:lnTo>
                <a:lnTo>
                  <a:pt x="286994" y="4305"/>
                </a:lnTo>
                <a:lnTo>
                  <a:pt x="291676" y="4852"/>
                </a:lnTo>
                <a:lnTo>
                  <a:pt x="296307" y="5430"/>
                </a:lnTo>
                <a:lnTo>
                  <a:pt x="300885" y="6039"/>
                </a:lnTo>
                <a:lnTo>
                  <a:pt x="305407" y="6679"/>
                </a:lnTo>
                <a:lnTo>
                  <a:pt x="309870" y="7348"/>
                </a:lnTo>
                <a:lnTo>
                  <a:pt x="314271" y="8047"/>
                </a:lnTo>
                <a:lnTo>
                  <a:pt x="318608" y="8775"/>
                </a:lnTo>
                <a:lnTo>
                  <a:pt x="322878" y="9532"/>
                </a:lnTo>
                <a:lnTo>
                  <a:pt x="327079" y="10318"/>
                </a:lnTo>
                <a:lnTo>
                  <a:pt x="331208" y="11131"/>
                </a:lnTo>
                <a:lnTo>
                  <a:pt x="335262" y="11971"/>
                </a:lnTo>
                <a:lnTo>
                  <a:pt x="339239" y="12839"/>
                </a:lnTo>
                <a:lnTo>
                  <a:pt x="343137" y="13732"/>
                </a:lnTo>
                <a:lnTo>
                  <a:pt x="346953" y="14652"/>
                </a:lnTo>
                <a:lnTo>
                  <a:pt x="350686" y="15597"/>
                </a:lnTo>
                <a:lnTo>
                  <a:pt x="354332" y="16566"/>
                </a:lnTo>
                <a:lnTo>
                  <a:pt x="357889" y="17560"/>
                </a:lnTo>
                <a:lnTo>
                  <a:pt x="361357" y="18577"/>
                </a:lnTo>
                <a:lnTo>
                  <a:pt x="364731" y="19617"/>
                </a:lnTo>
                <a:lnTo>
                  <a:pt x="368011" y="20679"/>
                </a:lnTo>
                <a:lnTo>
                  <a:pt x="371194" y="21763"/>
                </a:lnTo>
                <a:lnTo>
                  <a:pt x="374279" y="22868"/>
                </a:lnTo>
                <a:lnTo>
                  <a:pt x="377263" y="23993"/>
                </a:lnTo>
                <a:lnTo>
                  <a:pt x="380145" y="25137"/>
                </a:lnTo>
                <a:lnTo>
                  <a:pt x="382923" y="26301"/>
                </a:lnTo>
                <a:lnTo>
                  <a:pt x="385595" y="27483"/>
                </a:lnTo>
                <a:lnTo>
                  <a:pt x="388160" y="28682"/>
                </a:lnTo>
                <a:lnTo>
                  <a:pt x="390617" y="29898"/>
                </a:lnTo>
                <a:lnTo>
                  <a:pt x="392963" y="31130"/>
                </a:lnTo>
                <a:lnTo>
                  <a:pt x="395197" y="32378"/>
                </a:lnTo>
                <a:lnTo>
                  <a:pt x="397319" y="33640"/>
                </a:lnTo>
                <a:lnTo>
                  <a:pt x="399326" y="34916"/>
                </a:lnTo>
                <a:lnTo>
                  <a:pt x="401217" y="36205"/>
                </a:lnTo>
                <a:lnTo>
                  <a:pt x="402992" y="37506"/>
                </a:lnTo>
                <a:lnTo>
                  <a:pt x="404649" y="38819"/>
                </a:lnTo>
                <a:lnTo>
                  <a:pt x="406188" y="40142"/>
                </a:lnTo>
                <a:lnTo>
                  <a:pt x="407607" y="41475"/>
                </a:lnTo>
                <a:lnTo>
                  <a:pt x="408905" y="42818"/>
                </a:lnTo>
                <a:lnTo>
                  <a:pt x="410082" y="44168"/>
                </a:lnTo>
                <a:lnTo>
                  <a:pt x="411137" y="45526"/>
                </a:lnTo>
                <a:lnTo>
                  <a:pt x="412070" y="46891"/>
                </a:lnTo>
                <a:lnTo>
                  <a:pt x="412879" y="48262"/>
                </a:lnTo>
                <a:lnTo>
                  <a:pt x="413564" y="49637"/>
                </a:lnTo>
                <a:lnTo>
                  <a:pt x="414126" y="51017"/>
                </a:lnTo>
                <a:lnTo>
                  <a:pt x="414563" y="52400"/>
                </a:lnTo>
                <a:lnTo>
                  <a:pt x="414875" y="53786"/>
                </a:lnTo>
                <a:lnTo>
                  <a:pt x="415063" y="55173"/>
                </a:lnTo>
                <a:close/>
              </a:path>
            </a:pathLst>
          </a:custGeom>
          <a:solidFill xmlns:a="http://schemas.openxmlformats.org/drawingml/2006/main">
            <a:srgbClr val="559CC6"/>
          </a:solidFill>
          <a:ln xmlns:a="http://schemas.openxmlformats.org/drawingml/2006/main" w="0" cap="rnd">
            <a:noFill/>
            <a:round/>
          </a:ln>
        </p:spPr>
      </p:sp>
      <p:sp>
        <p:nvSpPr>
          <p:cNvPr id="364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8708BD21-E3FF-4709-BDBB-024C718E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578" y="1652246"/>
            <a:ext cx="332100" cy="83719"/>
          </a:xfrm>
          <a:custGeom xmlns:a="http://schemas.openxmlformats.org/drawingml/2006/main">
            <a:pathLst>
              <a:path w="332100" h="83719">
                <a:moveTo>
                  <a:pt x="332050" y="44138"/>
                </a:moveTo>
                <a:lnTo>
                  <a:pt x="332100" y="45249"/>
                </a:lnTo>
                <a:lnTo>
                  <a:pt x="332050" y="46359"/>
                </a:lnTo>
                <a:lnTo>
                  <a:pt x="331900" y="47469"/>
                </a:lnTo>
                <a:lnTo>
                  <a:pt x="331650" y="48577"/>
                </a:lnTo>
                <a:lnTo>
                  <a:pt x="331301" y="49684"/>
                </a:lnTo>
                <a:lnTo>
                  <a:pt x="330852" y="50788"/>
                </a:lnTo>
                <a:lnTo>
                  <a:pt x="330303" y="51888"/>
                </a:lnTo>
                <a:lnTo>
                  <a:pt x="329656" y="52985"/>
                </a:lnTo>
                <a:lnTo>
                  <a:pt x="328910" y="54076"/>
                </a:lnTo>
                <a:lnTo>
                  <a:pt x="328066" y="55163"/>
                </a:lnTo>
                <a:lnTo>
                  <a:pt x="327124" y="56243"/>
                </a:lnTo>
                <a:lnTo>
                  <a:pt x="326085" y="57317"/>
                </a:lnTo>
                <a:lnTo>
                  <a:pt x="324950" y="58384"/>
                </a:lnTo>
                <a:lnTo>
                  <a:pt x="323719" y="59442"/>
                </a:lnTo>
                <a:lnTo>
                  <a:pt x="322394" y="60493"/>
                </a:lnTo>
                <a:lnTo>
                  <a:pt x="320974" y="61534"/>
                </a:lnTo>
                <a:lnTo>
                  <a:pt x="319461" y="62565"/>
                </a:lnTo>
                <a:lnTo>
                  <a:pt x="317855" y="63585"/>
                </a:lnTo>
                <a:lnTo>
                  <a:pt x="316158" y="64595"/>
                </a:lnTo>
                <a:lnTo>
                  <a:pt x="314370" y="65593"/>
                </a:lnTo>
                <a:lnTo>
                  <a:pt x="312493" y="66579"/>
                </a:lnTo>
                <a:lnTo>
                  <a:pt x="310528" y="67552"/>
                </a:lnTo>
                <a:lnTo>
                  <a:pt x="308476" y="68511"/>
                </a:lnTo>
                <a:lnTo>
                  <a:pt x="306338" y="69457"/>
                </a:lnTo>
                <a:lnTo>
                  <a:pt x="304116" y="70388"/>
                </a:lnTo>
                <a:lnTo>
                  <a:pt x="301810" y="71303"/>
                </a:lnTo>
                <a:lnTo>
                  <a:pt x="299423" y="72203"/>
                </a:lnTo>
                <a:lnTo>
                  <a:pt x="296955" y="73087"/>
                </a:lnTo>
                <a:lnTo>
                  <a:pt x="294409" y="73954"/>
                </a:lnTo>
                <a:lnTo>
                  <a:pt x="291785" y="74804"/>
                </a:lnTo>
                <a:lnTo>
                  <a:pt x="289085" y="75636"/>
                </a:lnTo>
                <a:lnTo>
                  <a:pt x="286312" y="76450"/>
                </a:lnTo>
                <a:lnTo>
                  <a:pt x="283465" y="77244"/>
                </a:lnTo>
                <a:lnTo>
                  <a:pt x="280548" y="78020"/>
                </a:lnTo>
                <a:lnTo>
                  <a:pt x="277563" y="78776"/>
                </a:lnTo>
                <a:lnTo>
                  <a:pt x="274510" y="79511"/>
                </a:lnTo>
                <a:lnTo>
                  <a:pt x="271391" y="80226"/>
                </a:lnTo>
                <a:lnTo>
                  <a:pt x="268209" y="80920"/>
                </a:lnTo>
                <a:lnTo>
                  <a:pt x="264966" y="81593"/>
                </a:lnTo>
                <a:lnTo>
                  <a:pt x="261663" y="82243"/>
                </a:lnTo>
                <a:lnTo>
                  <a:pt x="258303" y="82872"/>
                </a:lnTo>
                <a:lnTo>
                  <a:pt x="254887" y="83477"/>
                </a:lnTo>
                <a:lnTo>
                  <a:pt x="253449" y="83719"/>
                </a:lnTo>
                <a:lnTo>
                  <a:pt x="13061" y="62833"/>
                </a:lnTo>
                <a:lnTo>
                  <a:pt x="12640" y="62565"/>
                </a:lnTo>
                <a:lnTo>
                  <a:pt x="11127" y="61534"/>
                </a:lnTo>
                <a:lnTo>
                  <a:pt x="9707" y="60493"/>
                </a:lnTo>
                <a:lnTo>
                  <a:pt x="8381" y="59442"/>
                </a:lnTo>
                <a:lnTo>
                  <a:pt x="7150" y="58384"/>
                </a:lnTo>
                <a:lnTo>
                  <a:pt x="6015" y="57317"/>
                </a:lnTo>
                <a:lnTo>
                  <a:pt x="4976" y="56243"/>
                </a:lnTo>
                <a:lnTo>
                  <a:pt x="4035" y="55163"/>
                </a:lnTo>
                <a:lnTo>
                  <a:pt x="3191" y="54076"/>
                </a:lnTo>
                <a:lnTo>
                  <a:pt x="2445" y="52985"/>
                </a:lnTo>
                <a:lnTo>
                  <a:pt x="1797" y="51888"/>
                </a:lnTo>
                <a:lnTo>
                  <a:pt x="1249" y="50788"/>
                </a:lnTo>
                <a:lnTo>
                  <a:pt x="800" y="49684"/>
                </a:lnTo>
                <a:lnTo>
                  <a:pt x="450" y="48577"/>
                </a:lnTo>
                <a:lnTo>
                  <a:pt x="200" y="47469"/>
                </a:lnTo>
                <a:lnTo>
                  <a:pt x="50" y="46359"/>
                </a:lnTo>
                <a:lnTo>
                  <a:pt x="0" y="45249"/>
                </a:lnTo>
                <a:lnTo>
                  <a:pt x="50" y="44138"/>
                </a:lnTo>
                <a:lnTo>
                  <a:pt x="200" y="43028"/>
                </a:lnTo>
                <a:lnTo>
                  <a:pt x="450" y="41920"/>
                </a:lnTo>
                <a:lnTo>
                  <a:pt x="800" y="40814"/>
                </a:lnTo>
                <a:lnTo>
                  <a:pt x="1249" y="39710"/>
                </a:lnTo>
                <a:lnTo>
                  <a:pt x="1797" y="38609"/>
                </a:lnTo>
                <a:lnTo>
                  <a:pt x="2445" y="37513"/>
                </a:lnTo>
                <a:lnTo>
                  <a:pt x="3191" y="36421"/>
                </a:lnTo>
                <a:lnTo>
                  <a:pt x="4035" y="35335"/>
                </a:lnTo>
                <a:lnTo>
                  <a:pt x="4976" y="34254"/>
                </a:lnTo>
                <a:lnTo>
                  <a:pt x="6015" y="33180"/>
                </a:lnTo>
                <a:lnTo>
                  <a:pt x="7150" y="32114"/>
                </a:lnTo>
                <a:lnTo>
                  <a:pt x="8381" y="31055"/>
                </a:lnTo>
                <a:lnTo>
                  <a:pt x="9707" y="30005"/>
                </a:lnTo>
                <a:lnTo>
                  <a:pt x="11127" y="28964"/>
                </a:lnTo>
                <a:lnTo>
                  <a:pt x="12640" y="27933"/>
                </a:lnTo>
                <a:lnTo>
                  <a:pt x="14245" y="26912"/>
                </a:lnTo>
                <a:lnTo>
                  <a:pt x="15943" y="25902"/>
                </a:lnTo>
                <a:lnTo>
                  <a:pt x="17730" y="24904"/>
                </a:lnTo>
                <a:lnTo>
                  <a:pt x="19607" y="23919"/>
                </a:lnTo>
                <a:lnTo>
                  <a:pt x="21572" y="22946"/>
                </a:lnTo>
                <a:lnTo>
                  <a:pt x="23624" y="21986"/>
                </a:lnTo>
                <a:lnTo>
                  <a:pt x="25762" y="21041"/>
                </a:lnTo>
                <a:lnTo>
                  <a:pt x="27985" y="20110"/>
                </a:lnTo>
                <a:lnTo>
                  <a:pt x="30290" y="19194"/>
                </a:lnTo>
                <a:lnTo>
                  <a:pt x="32677" y="18294"/>
                </a:lnTo>
                <a:lnTo>
                  <a:pt x="35145" y="17410"/>
                </a:lnTo>
                <a:lnTo>
                  <a:pt x="37692" y="16543"/>
                </a:lnTo>
                <a:lnTo>
                  <a:pt x="40316" y="15693"/>
                </a:lnTo>
                <a:lnTo>
                  <a:pt x="43015" y="14862"/>
                </a:lnTo>
                <a:lnTo>
                  <a:pt x="45789" y="14048"/>
                </a:lnTo>
                <a:lnTo>
                  <a:pt x="48635" y="13253"/>
                </a:lnTo>
                <a:lnTo>
                  <a:pt x="51552" y="12477"/>
                </a:lnTo>
                <a:lnTo>
                  <a:pt x="54538" y="11722"/>
                </a:lnTo>
                <a:lnTo>
                  <a:pt x="57591" y="10986"/>
                </a:lnTo>
                <a:lnTo>
                  <a:pt x="60709" y="10271"/>
                </a:lnTo>
                <a:lnTo>
                  <a:pt x="63891" y="9577"/>
                </a:lnTo>
                <a:lnTo>
                  <a:pt x="67134" y="8905"/>
                </a:lnTo>
                <a:lnTo>
                  <a:pt x="70437" y="8254"/>
                </a:lnTo>
                <a:lnTo>
                  <a:pt x="73798" y="7626"/>
                </a:lnTo>
                <a:lnTo>
                  <a:pt x="77214" y="7020"/>
                </a:lnTo>
                <a:lnTo>
                  <a:pt x="80683" y="6438"/>
                </a:lnTo>
                <a:lnTo>
                  <a:pt x="84204" y="5878"/>
                </a:lnTo>
                <a:lnTo>
                  <a:pt x="87775" y="5343"/>
                </a:lnTo>
                <a:lnTo>
                  <a:pt x="91392" y="4831"/>
                </a:lnTo>
                <a:lnTo>
                  <a:pt x="95055" y="4344"/>
                </a:lnTo>
                <a:lnTo>
                  <a:pt x="98760" y="3882"/>
                </a:lnTo>
                <a:lnTo>
                  <a:pt x="102506" y="3444"/>
                </a:lnTo>
                <a:lnTo>
                  <a:pt x="106290" y="3032"/>
                </a:lnTo>
                <a:lnTo>
                  <a:pt x="110110" y="2645"/>
                </a:lnTo>
                <a:lnTo>
                  <a:pt x="113963" y="2284"/>
                </a:lnTo>
                <a:lnTo>
                  <a:pt x="117848" y="1948"/>
                </a:lnTo>
                <a:lnTo>
                  <a:pt x="121762" y="1639"/>
                </a:lnTo>
                <a:lnTo>
                  <a:pt x="125703" y="1356"/>
                </a:lnTo>
                <a:lnTo>
                  <a:pt x="129668" y="1099"/>
                </a:lnTo>
                <a:lnTo>
                  <a:pt x="133655" y="869"/>
                </a:lnTo>
                <a:lnTo>
                  <a:pt x="137662" y="666"/>
                </a:lnTo>
                <a:lnTo>
                  <a:pt x="141686" y="490"/>
                </a:lnTo>
                <a:lnTo>
                  <a:pt x="145724" y="340"/>
                </a:lnTo>
                <a:lnTo>
                  <a:pt x="149774" y="218"/>
                </a:lnTo>
                <a:lnTo>
                  <a:pt x="153835" y="123"/>
                </a:lnTo>
                <a:lnTo>
                  <a:pt x="157902" y="55"/>
                </a:lnTo>
                <a:lnTo>
                  <a:pt x="161975" y="14"/>
                </a:lnTo>
                <a:lnTo>
                  <a:pt x="166050" y="0"/>
                </a:lnTo>
                <a:lnTo>
                  <a:pt x="170125" y="14"/>
                </a:lnTo>
                <a:lnTo>
                  <a:pt x="174198" y="55"/>
                </a:lnTo>
                <a:lnTo>
                  <a:pt x="178266" y="123"/>
                </a:lnTo>
                <a:lnTo>
                  <a:pt x="182326" y="218"/>
                </a:lnTo>
                <a:lnTo>
                  <a:pt x="186376" y="340"/>
                </a:lnTo>
                <a:lnTo>
                  <a:pt x="190415" y="490"/>
                </a:lnTo>
                <a:lnTo>
                  <a:pt x="194438" y="666"/>
                </a:lnTo>
                <a:lnTo>
                  <a:pt x="198445" y="869"/>
                </a:lnTo>
                <a:lnTo>
                  <a:pt x="202432" y="1099"/>
                </a:lnTo>
                <a:lnTo>
                  <a:pt x="206397" y="1356"/>
                </a:lnTo>
                <a:lnTo>
                  <a:pt x="210338" y="1639"/>
                </a:lnTo>
                <a:lnTo>
                  <a:pt x="214252" y="1948"/>
                </a:lnTo>
                <a:lnTo>
                  <a:pt x="218137" y="2284"/>
                </a:lnTo>
                <a:lnTo>
                  <a:pt x="221991" y="2645"/>
                </a:lnTo>
                <a:lnTo>
                  <a:pt x="225811" y="3032"/>
                </a:lnTo>
                <a:lnTo>
                  <a:pt x="229595" y="3444"/>
                </a:lnTo>
                <a:lnTo>
                  <a:pt x="233341" y="3882"/>
                </a:lnTo>
                <a:lnTo>
                  <a:pt x="237046" y="4344"/>
                </a:lnTo>
                <a:lnTo>
                  <a:pt x="240708" y="4831"/>
                </a:lnTo>
                <a:lnTo>
                  <a:pt x="244326" y="5343"/>
                </a:lnTo>
                <a:lnTo>
                  <a:pt x="247896" y="5878"/>
                </a:lnTo>
                <a:lnTo>
                  <a:pt x="251417" y="6438"/>
                </a:lnTo>
                <a:lnTo>
                  <a:pt x="254887" y="7020"/>
                </a:lnTo>
                <a:lnTo>
                  <a:pt x="258303" y="7626"/>
                </a:lnTo>
                <a:lnTo>
                  <a:pt x="261663" y="8254"/>
                </a:lnTo>
                <a:lnTo>
                  <a:pt x="264966" y="8905"/>
                </a:lnTo>
                <a:lnTo>
                  <a:pt x="268209" y="9577"/>
                </a:lnTo>
                <a:lnTo>
                  <a:pt x="271391" y="10271"/>
                </a:lnTo>
                <a:lnTo>
                  <a:pt x="274510" y="10986"/>
                </a:lnTo>
                <a:lnTo>
                  <a:pt x="277563" y="11722"/>
                </a:lnTo>
                <a:lnTo>
                  <a:pt x="280548" y="12477"/>
                </a:lnTo>
                <a:lnTo>
                  <a:pt x="283465" y="13253"/>
                </a:lnTo>
                <a:lnTo>
                  <a:pt x="286312" y="14048"/>
                </a:lnTo>
                <a:lnTo>
                  <a:pt x="289085" y="14862"/>
                </a:lnTo>
                <a:lnTo>
                  <a:pt x="291785" y="15693"/>
                </a:lnTo>
                <a:lnTo>
                  <a:pt x="294409" y="16543"/>
                </a:lnTo>
                <a:lnTo>
                  <a:pt x="296955" y="17410"/>
                </a:lnTo>
                <a:lnTo>
                  <a:pt x="299423" y="18294"/>
                </a:lnTo>
                <a:lnTo>
                  <a:pt x="301810" y="19194"/>
                </a:lnTo>
                <a:lnTo>
                  <a:pt x="304116" y="20110"/>
                </a:lnTo>
                <a:lnTo>
                  <a:pt x="306338" y="21041"/>
                </a:lnTo>
                <a:lnTo>
                  <a:pt x="308476" y="21986"/>
                </a:lnTo>
                <a:lnTo>
                  <a:pt x="310528" y="22946"/>
                </a:lnTo>
                <a:lnTo>
                  <a:pt x="312493" y="23919"/>
                </a:lnTo>
                <a:lnTo>
                  <a:pt x="314370" y="24904"/>
                </a:lnTo>
                <a:lnTo>
                  <a:pt x="316158" y="25902"/>
                </a:lnTo>
                <a:lnTo>
                  <a:pt x="317855" y="26912"/>
                </a:lnTo>
                <a:lnTo>
                  <a:pt x="319461" y="27933"/>
                </a:lnTo>
                <a:lnTo>
                  <a:pt x="320974" y="28964"/>
                </a:lnTo>
                <a:lnTo>
                  <a:pt x="322394" y="30005"/>
                </a:lnTo>
                <a:lnTo>
                  <a:pt x="323719" y="31055"/>
                </a:lnTo>
                <a:lnTo>
                  <a:pt x="324950" y="32114"/>
                </a:lnTo>
                <a:lnTo>
                  <a:pt x="326085" y="33180"/>
                </a:lnTo>
                <a:lnTo>
                  <a:pt x="327124" y="34254"/>
                </a:lnTo>
                <a:lnTo>
                  <a:pt x="328066" y="35335"/>
                </a:lnTo>
                <a:lnTo>
                  <a:pt x="328910" y="36421"/>
                </a:lnTo>
                <a:lnTo>
                  <a:pt x="329656" y="37513"/>
                </a:lnTo>
                <a:lnTo>
                  <a:pt x="330303" y="38609"/>
                </a:lnTo>
                <a:lnTo>
                  <a:pt x="330852" y="39710"/>
                </a:lnTo>
                <a:lnTo>
                  <a:pt x="331301" y="40814"/>
                </a:lnTo>
                <a:lnTo>
                  <a:pt x="331650" y="41920"/>
                </a:lnTo>
                <a:lnTo>
                  <a:pt x="331900" y="43028"/>
                </a:lnTo>
                <a:lnTo>
                  <a:pt x="332050" y="44138"/>
                </a:lnTo>
                <a:close/>
              </a:path>
            </a:pathLst>
          </a:custGeom>
          <a:solidFill xmlns:a="http://schemas.openxmlformats.org/drawingml/2006/main">
            <a:srgbClr val="2D83B6"/>
          </a:solidFill>
          <a:ln xmlns:a="http://schemas.openxmlformats.org/drawingml/2006/main" w="0" cap="rnd">
            <a:noFill/>
            <a:round/>
          </a:ln>
        </p:spPr>
      </p:sp>
      <p:sp>
        <p:nvSpPr>
          <p:cNvPr id="365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5E5B9C7E-A43F-4ADA-B326-96A99AB5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091" y="1663558"/>
            <a:ext cx="249075" cy="67102"/>
          </a:xfrm>
          <a:custGeom xmlns:a="http://schemas.openxmlformats.org/drawingml/2006/main">
            <a:pathLst>
              <a:path w="249075" h="67102">
                <a:moveTo>
                  <a:pt x="249038" y="33104"/>
                </a:moveTo>
                <a:lnTo>
                  <a:pt x="249075" y="33937"/>
                </a:lnTo>
                <a:lnTo>
                  <a:pt x="249038" y="34769"/>
                </a:lnTo>
                <a:lnTo>
                  <a:pt x="248925" y="35602"/>
                </a:lnTo>
                <a:lnTo>
                  <a:pt x="248738" y="36433"/>
                </a:lnTo>
                <a:lnTo>
                  <a:pt x="248476" y="37263"/>
                </a:lnTo>
                <a:lnTo>
                  <a:pt x="248139" y="38091"/>
                </a:lnTo>
                <a:lnTo>
                  <a:pt x="247727" y="38916"/>
                </a:lnTo>
                <a:lnTo>
                  <a:pt x="247242" y="39738"/>
                </a:lnTo>
                <a:lnTo>
                  <a:pt x="246682" y="40557"/>
                </a:lnTo>
                <a:lnTo>
                  <a:pt x="246049" y="41372"/>
                </a:lnTo>
                <a:lnTo>
                  <a:pt x="245343" y="42182"/>
                </a:lnTo>
                <a:lnTo>
                  <a:pt x="244564" y="42988"/>
                </a:lnTo>
                <a:lnTo>
                  <a:pt x="243713" y="43788"/>
                </a:lnTo>
                <a:lnTo>
                  <a:pt x="242790" y="44582"/>
                </a:lnTo>
                <a:lnTo>
                  <a:pt x="241795" y="45369"/>
                </a:lnTo>
                <a:lnTo>
                  <a:pt x="240730" y="46150"/>
                </a:lnTo>
                <a:lnTo>
                  <a:pt x="239595" y="46923"/>
                </a:lnTo>
                <a:lnTo>
                  <a:pt x="238391" y="47689"/>
                </a:lnTo>
                <a:lnTo>
                  <a:pt x="237118" y="48446"/>
                </a:lnTo>
                <a:lnTo>
                  <a:pt x="235778" y="49195"/>
                </a:lnTo>
                <a:lnTo>
                  <a:pt x="234370" y="49934"/>
                </a:lnTo>
                <a:lnTo>
                  <a:pt x="232896" y="50664"/>
                </a:lnTo>
                <a:lnTo>
                  <a:pt x="231357" y="51383"/>
                </a:lnTo>
                <a:lnTo>
                  <a:pt x="229754" y="52093"/>
                </a:lnTo>
                <a:lnTo>
                  <a:pt x="228087" y="52791"/>
                </a:lnTo>
                <a:lnTo>
                  <a:pt x="226358" y="53477"/>
                </a:lnTo>
                <a:lnTo>
                  <a:pt x="224567" y="54153"/>
                </a:lnTo>
                <a:lnTo>
                  <a:pt x="222716" y="54815"/>
                </a:lnTo>
                <a:lnTo>
                  <a:pt x="220807" y="55466"/>
                </a:lnTo>
                <a:lnTo>
                  <a:pt x="218839" y="56103"/>
                </a:lnTo>
                <a:lnTo>
                  <a:pt x="216814" y="56727"/>
                </a:lnTo>
                <a:lnTo>
                  <a:pt x="214734" y="57337"/>
                </a:lnTo>
                <a:lnTo>
                  <a:pt x="212599" y="57933"/>
                </a:lnTo>
                <a:lnTo>
                  <a:pt x="210411" y="58515"/>
                </a:lnTo>
                <a:lnTo>
                  <a:pt x="208172" y="59082"/>
                </a:lnTo>
                <a:lnTo>
                  <a:pt x="205882" y="59634"/>
                </a:lnTo>
                <a:lnTo>
                  <a:pt x="203543" y="60170"/>
                </a:lnTo>
                <a:lnTo>
                  <a:pt x="201157" y="60690"/>
                </a:lnTo>
                <a:lnTo>
                  <a:pt x="198725" y="61195"/>
                </a:lnTo>
                <a:lnTo>
                  <a:pt x="196247" y="61683"/>
                </a:lnTo>
                <a:lnTo>
                  <a:pt x="193727" y="62154"/>
                </a:lnTo>
                <a:lnTo>
                  <a:pt x="191165" y="62608"/>
                </a:lnTo>
                <a:lnTo>
                  <a:pt x="188563" y="63045"/>
                </a:lnTo>
                <a:lnTo>
                  <a:pt x="185922" y="63464"/>
                </a:lnTo>
                <a:lnTo>
                  <a:pt x="183244" y="63866"/>
                </a:lnTo>
                <a:lnTo>
                  <a:pt x="180531" y="64249"/>
                </a:lnTo>
                <a:lnTo>
                  <a:pt x="177784" y="64615"/>
                </a:lnTo>
                <a:lnTo>
                  <a:pt x="175005" y="64962"/>
                </a:lnTo>
                <a:lnTo>
                  <a:pt x="172196" y="65290"/>
                </a:lnTo>
                <a:lnTo>
                  <a:pt x="169358" y="65599"/>
                </a:lnTo>
                <a:lnTo>
                  <a:pt x="166493" y="65889"/>
                </a:lnTo>
                <a:lnTo>
                  <a:pt x="163603" y="66160"/>
                </a:lnTo>
                <a:lnTo>
                  <a:pt x="160689" y="66412"/>
                </a:lnTo>
                <a:lnTo>
                  <a:pt x="157753" y="66644"/>
                </a:lnTo>
                <a:lnTo>
                  <a:pt x="154798" y="66856"/>
                </a:lnTo>
                <a:lnTo>
                  <a:pt x="151824" y="67048"/>
                </a:lnTo>
                <a:lnTo>
                  <a:pt x="150890" y="67102"/>
                </a:lnTo>
                <a:lnTo>
                  <a:pt x="32593" y="56824"/>
                </a:lnTo>
                <a:lnTo>
                  <a:pt x="32261" y="56727"/>
                </a:lnTo>
                <a:lnTo>
                  <a:pt x="30237" y="56103"/>
                </a:lnTo>
                <a:lnTo>
                  <a:pt x="28269" y="55466"/>
                </a:lnTo>
                <a:lnTo>
                  <a:pt x="26359" y="54815"/>
                </a:lnTo>
                <a:lnTo>
                  <a:pt x="24508" y="54153"/>
                </a:lnTo>
                <a:lnTo>
                  <a:pt x="22718" y="53477"/>
                </a:lnTo>
                <a:lnTo>
                  <a:pt x="20988" y="52791"/>
                </a:lnTo>
                <a:lnTo>
                  <a:pt x="19322" y="52093"/>
                </a:lnTo>
                <a:lnTo>
                  <a:pt x="17718" y="51383"/>
                </a:lnTo>
                <a:lnTo>
                  <a:pt x="16179" y="50664"/>
                </a:lnTo>
                <a:lnTo>
                  <a:pt x="14705" y="49934"/>
                </a:lnTo>
                <a:lnTo>
                  <a:pt x="13298" y="49195"/>
                </a:lnTo>
                <a:lnTo>
                  <a:pt x="11957" y="48446"/>
                </a:lnTo>
                <a:lnTo>
                  <a:pt x="10684" y="47689"/>
                </a:lnTo>
                <a:lnTo>
                  <a:pt x="9480" y="46923"/>
                </a:lnTo>
                <a:lnTo>
                  <a:pt x="8345" y="46150"/>
                </a:lnTo>
                <a:lnTo>
                  <a:pt x="7280" y="45369"/>
                </a:lnTo>
                <a:lnTo>
                  <a:pt x="6286" y="44582"/>
                </a:lnTo>
                <a:lnTo>
                  <a:pt x="5363" y="43788"/>
                </a:lnTo>
                <a:lnTo>
                  <a:pt x="4511" y="42988"/>
                </a:lnTo>
                <a:lnTo>
                  <a:pt x="3732" y="42182"/>
                </a:lnTo>
                <a:lnTo>
                  <a:pt x="3026" y="41372"/>
                </a:lnTo>
                <a:lnTo>
                  <a:pt x="2393" y="40557"/>
                </a:lnTo>
                <a:lnTo>
                  <a:pt x="1833" y="39738"/>
                </a:lnTo>
                <a:lnTo>
                  <a:pt x="1348" y="38916"/>
                </a:lnTo>
                <a:lnTo>
                  <a:pt x="937" y="38091"/>
                </a:lnTo>
                <a:lnTo>
                  <a:pt x="600" y="37263"/>
                </a:lnTo>
                <a:lnTo>
                  <a:pt x="337" y="36433"/>
                </a:lnTo>
                <a:lnTo>
                  <a:pt x="150" y="35602"/>
                </a:lnTo>
                <a:lnTo>
                  <a:pt x="38" y="34769"/>
                </a:lnTo>
                <a:lnTo>
                  <a:pt x="0" y="33937"/>
                </a:lnTo>
                <a:lnTo>
                  <a:pt x="38" y="33104"/>
                </a:lnTo>
                <a:lnTo>
                  <a:pt x="150" y="32271"/>
                </a:lnTo>
                <a:lnTo>
                  <a:pt x="337" y="31440"/>
                </a:lnTo>
                <a:lnTo>
                  <a:pt x="600" y="30610"/>
                </a:lnTo>
                <a:lnTo>
                  <a:pt x="937" y="29782"/>
                </a:lnTo>
                <a:lnTo>
                  <a:pt x="1348" y="28957"/>
                </a:lnTo>
                <a:lnTo>
                  <a:pt x="1833" y="28135"/>
                </a:lnTo>
                <a:lnTo>
                  <a:pt x="2393" y="27316"/>
                </a:lnTo>
                <a:lnTo>
                  <a:pt x="3026" y="26501"/>
                </a:lnTo>
                <a:lnTo>
                  <a:pt x="3732" y="25691"/>
                </a:lnTo>
                <a:lnTo>
                  <a:pt x="4511" y="24885"/>
                </a:lnTo>
                <a:lnTo>
                  <a:pt x="5363" y="24085"/>
                </a:lnTo>
                <a:lnTo>
                  <a:pt x="6286" y="23291"/>
                </a:lnTo>
                <a:lnTo>
                  <a:pt x="7280" y="22504"/>
                </a:lnTo>
                <a:lnTo>
                  <a:pt x="8345" y="21723"/>
                </a:lnTo>
                <a:lnTo>
                  <a:pt x="9480" y="20950"/>
                </a:lnTo>
                <a:lnTo>
                  <a:pt x="10684" y="20184"/>
                </a:lnTo>
                <a:lnTo>
                  <a:pt x="11957" y="19427"/>
                </a:lnTo>
                <a:lnTo>
                  <a:pt x="13298" y="18678"/>
                </a:lnTo>
                <a:lnTo>
                  <a:pt x="14705" y="17939"/>
                </a:lnTo>
                <a:lnTo>
                  <a:pt x="16179" y="17209"/>
                </a:lnTo>
                <a:lnTo>
                  <a:pt x="17718" y="16490"/>
                </a:lnTo>
                <a:lnTo>
                  <a:pt x="19322" y="15781"/>
                </a:lnTo>
                <a:lnTo>
                  <a:pt x="20988" y="15082"/>
                </a:lnTo>
                <a:lnTo>
                  <a:pt x="22718" y="14396"/>
                </a:lnTo>
                <a:lnTo>
                  <a:pt x="24508" y="13721"/>
                </a:lnTo>
                <a:lnTo>
                  <a:pt x="26359" y="13058"/>
                </a:lnTo>
                <a:lnTo>
                  <a:pt x="28269" y="12407"/>
                </a:lnTo>
                <a:lnTo>
                  <a:pt x="30237" y="11770"/>
                </a:lnTo>
                <a:lnTo>
                  <a:pt x="32261" y="11146"/>
                </a:lnTo>
                <a:lnTo>
                  <a:pt x="34342" y="10536"/>
                </a:lnTo>
                <a:lnTo>
                  <a:pt x="36476" y="9940"/>
                </a:lnTo>
                <a:lnTo>
                  <a:pt x="38664" y="9358"/>
                </a:lnTo>
                <a:lnTo>
                  <a:pt x="40903" y="8791"/>
                </a:lnTo>
                <a:lnTo>
                  <a:pt x="43193" y="8239"/>
                </a:lnTo>
                <a:lnTo>
                  <a:pt x="45532" y="7703"/>
                </a:lnTo>
                <a:lnTo>
                  <a:pt x="47918" y="7183"/>
                </a:lnTo>
                <a:lnTo>
                  <a:pt x="50351" y="6678"/>
                </a:lnTo>
                <a:lnTo>
                  <a:pt x="52828" y="6191"/>
                </a:lnTo>
                <a:lnTo>
                  <a:pt x="55348" y="5719"/>
                </a:lnTo>
                <a:lnTo>
                  <a:pt x="57910" y="5265"/>
                </a:lnTo>
                <a:lnTo>
                  <a:pt x="60512" y="4828"/>
                </a:lnTo>
                <a:lnTo>
                  <a:pt x="63153" y="4409"/>
                </a:lnTo>
                <a:lnTo>
                  <a:pt x="65831" y="4007"/>
                </a:lnTo>
                <a:lnTo>
                  <a:pt x="68544" y="3624"/>
                </a:lnTo>
                <a:lnTo>
                  <a:pt x="71291" y="3258"/>
                </a:lnTo>
                <a:lnTo>
                  <a:pt x="74070" y="2911"/>
                </a:lnTo>
                <a:lnTo>
                  <a:pt x="76879" y="2583"/>
                </a:lnTo>
                <a:lnTo>
                  <a:pt x="79717" y="2274"/>
                </a:lnTo>
                <a:lnTo>
                  <a:pt x="82582" y="1984"/>
                </a:lnTo>
                <a:lnTo>
                  <a:pt x="85472" y="1713"/>
                </a:lnTo>
                <a:lnTo>
                  <a:pt x="88386" y="1461"/>
                </a:lnTo>
                <a:lnTo>
                  <a:pt x="91322" y="1229"/>
                </a:lnTo>
                <a:lnTo>
                  <a:pt x="94277" y="1017"/>
                </a:lnTo>
                <a:lnTo>
                  <a:pt x="97251" y="825"/>
                </a:lnTo>
                <a:lnTo>
                  <a:pt x="100242" y="652"/>
                </a:lnTo>
                <a:lnTo>
                  <a:pt x="103246" y="500"/>
                </a:lnTo>
                <a:lnTo>
                  <a:pt x="106264" y="367"/>
                </a:lnTo>
                <a:lnTo>
                  <a:pt x="109293" y="255"/>
                </a:lnTo>
                <a:lnTo>
                  <a:pt x="112331" y="163"/>
                </a:lnTo>
                <a:lnTo>
                  <a:pt x="115376" y="92"/>
                </a:lnTo>
                <a:lnTo>
                  <a:pt x="118427" y="41"/>
                </a:lnTo>
                <a:lnTo>
                  <a:pt x="121481" y="10"/>
                </a:lnTo>
                <a:lnTo>
                  <a:pt x="124538" y="0"/>
                </a:lnTo>
                <a:lnTo>
                  <a:pt x="127594" y="10"/>
                </a:lnTo>
                <a:lnTo>
                  <a:pt x="130648" y="41"/>
                </a:lnTo>
                <a:lnTo>
                  <a:pt x="133699" y="92"/>
                </a:lnTo>
                <a:lnTo>
                  <a:pt x="136744" y="163"/>
                </a:lnTo>
                <a:lnTo>
                  <a:pt x="139782" y="255"/>
                </a:lnTo>
                <a:lnTo>
                  <a:pt x="142811" y="367"/>
                </a:lnTo>
                <a:lnTo>
                  <a:pt x="145829" y="500"/>
                </a:lnTo>
                <a:lnTo>
                  <a:pt x="148834" y="652"/>
                </a:lnTo>
                <a:lnTo>
                  <a:pt x="151824" y="825"/>
                </a:lnTo>
                <a:lnTo>
                  <a:pt x="154798" y="1017"/>
                </a:lnTo>
                <a:lnTo>
                  <a:pt x="157753" y="1229"/>
                </a:lnTo>
                <a:lnTo>
                  <a:pt x="160689" y="1461"/>
                </a:lnTo>
                <a:lnTo>
                  <a:pt x="163603" y="1713"/>
                </a:lnTo>
                <a:lnTo>
                  <a:pt x="166493" y="1984"/>
                </a:lnTo>
                <a:lnTo>
                  <a:pt x="169358" y="2274"/>
                </a:lnTo>
                <a:lnTo>
                  <a:pt x="172196" y="2583"/>
                </a:lnTo>
                <a:lnTo>
                  <a:pt x="175005" y="2911"/>
                </a:lnTo>
                <a:lnTo>
                  <a:pt x="177784" y="3258"/>
                </a:lnTo>
                <a:lnTo>
                  <a:pt x="180531" y="3624"/>
                </a:lnTo>
                <a:lnTo>
                  <a:pt x="183244" y="4007"/>
                </a:lnTo>
                <a:lnTo>
                  <a:pt x="185922" y="4409"/>
                </a:lnTo>
                <a:lnTo>
                  <a:pt x="188563" y="4828"/>
                </a:lnTo>
                <a:lnTo>
                  <a:pt x="191165" y="5265"/>
                </a:lnTo>
                <a:lnTo>
                  <a:pt x="193727" y="5719"/>
                </a:lnTo>
                <a:lnTo>
                  <a:pt x="196247" y="6191"/>
                </a:lnTo>
                <a:lnTo>
                  <a:pt x="198725" y="6678"/>
                </a:lnTo>
                <a:lnTo>
                  <a:pt x="201157" y="7183"/>
                </a:lnTo>
                <a:lnTo>
                  <a:pt x="203543" y="7703"/>
                </a:lnTo>
                <a:lnTo>
                  <a:pt x="205882" y="8239"/>
                </a:lnTo>
                <a:lnTo>
                  <a:pt x="208172" y="8791"/>
                </a:lnTo>
                <a:lnTo>
                  <a:pt x="210411" y="9358"/>
                </a:lnTo>
                <a:lnTo>
                  <a:pt x="212599" y="9940"/>
                </a:lnTo>
                <a:lnTo>
                  <a:pt x="214734" y="10536"/>
                </a:lnTo>
                <a:lnTo>
                  <a:pt x="216814" y="11146"/>
                </a:lnTo>
                <a:lnTo>
                  <a:pt x="218839" y="11770"/>
                </a:lnTo>
                <a:lnTo>
                  <a:pt x="220807" y="12407"/>
                </a:lnTo>
                <a:lnTo>
                  <a:pt x="222716" y="13058"/>
                </a:lnTo>
                <a:lnTo>
                  <a:pt x="224567" y="13721"/>
                </a:lnTo>
                <a:lnTo>
                  <a:pt x="226358" y="14396"/>
                </a:lnTo>
                <a:lnTo>
                  <a:pt x="228087" y="15082"/>
                </a:lnTo>
                <a:lnTo>
                  <a:pt x="229754" y="15781"/>
                </a:lnTo>
                <a:lnTo>
                  <a:pt x="231357" y="16490"/>
                </a:lnTo>
                <a:lnTo>
                  <a:pt x="232896" y="17209"/>
                </a:lnTo>
                <a:lnTo>
                  <a:pt x="234370" y="17939"/>
                </a:lnTo>
                <a:lnTo>
                  <a:pt x="235778" y="18678"/>
                </a:lnTo>
                <a:lnTo>
                  <a:pt x="237118" y="19427"/>
                </a:lnTo>
                <a:lnTo>
                  <a:pt x="238391" y="20184"/>
                </a:lnTo>
                <a:lnTo>
                  <a:pt x="239595" y="20950"/>
                </a:lnTo>
                <a:lnTo>
                  <a:pt x="240730" y="21723"/>
                </a:lnTo>
                <a:lnTo>
                  <a:pt x="241795" y="22504"/>
                </a:lnTo>
                <a:lnTo>
                  <a:pt x="242790" y="23291"/>
                </a:lnTo>
                <a:lnTo>
                  <a:pt x="243713" y="24085"/>
                </a:lnTo>
                <a:lnTo>
                  <a:pt x="244564" y="24885"/>
                </a:lnTo>
                <a:lnTo>
                  <a:pt x="245343" y="25691"/>
                </a:lnTo>
                <a:lnTo>
                  <a:pt x="246049" y="26501"/>
                </a:lnTo>
                <a:lnTo>
                  <a:pt x="246682" y="27316"/>
                </a:lnTo>
                <a:lnTo>
                  <a:pt x="247242" y="28135"/>
                </a:lnTo>
                <a:lnTo>
                  <a:pt x="247727" y="28957"/>
                </a:lnTo>
                <a:lnTo>
                  <a:pt x="248139" y="29782"/>
                </a:lnTo>
                <a:lnTo>
                  <a:pt x="248476" y="30610"/>
                </a:lnTo>
                <a:lnTo>
                  <a:pt x="248738" y="31440"/>
                </a:lnTo>
                <a:lnTo>
                  <a:pt x="248925" y="32271"/>
                </a:lnTo>
                <a:lnTo>
                  <a:pt x="249038" y="33104"/>
                </a:lnTo>
                <a:close/>
              </a:path>
            </a:pathLst>
          </a:custGeom>
          <a:solidFill xmlns:a="http://schemas.openxmlformats.org/drawingml/2006/main">
            <a:srgbClr val="1372A8"/>
          </a:solidFill>
          <a:ln xmlns:a="http://schemas.openxmlformats.org/drawingml/2006/main" w="0" cap="rnd">
            <a:noFill/>
            <a:round/>
          </a:ln>
        </p:spPr>
      </p:sp>
      <p:sp>
        <p:nvSpPr>
          <p:cNvPr id="366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E5233267-C087-4944-90E3-5BC7E916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603" y="1674870"/>
            <a:ext cx="166050" cy="45249"/>
          </a:xfrm>
          <a:custGeom xmlns:a="http://schemas.openxmlformats.org/drawingml/2006/main">
            <a:pathLst>
              <a:path w="166050" h="45249">
                <a:moveTo>
                  <a:pt x="166025" y="22069"/>
                </a:moveTo>
                <a:lnTo>
                  <a:pt x="166050" y="22624"/>
                </a:lnTo>
                <a:lnTo>
                  <a:pt x="166025" y="23180"/>
                </a:lnTo>
                <a:lnTo>
                  <a:pt x="165950" y="23734"/>
                </a:lnTo>
                <a:lnTo>
                  <a:pt x="165825" y="24289"/>
                </a:lnTo>
                <a:lnTo>
                  <a:pt x="165650" y="24842"/>
                </a:lnTo>
                <a:lnTo>
                  <a:pt x="165426" y="25394"/>
                </a:lnTo>
                <a:lnTo>
                  <a:pt x="165152" y="25944"/>
                </a:lnTo>
                <a:lnTo>
                  <a:pt x="164828" y="26492"/>
                </a:lnTo>
                <a:lnTo>
                  <a:pt x="164455" y="27038"/>
                </a:lnTo>
                <a:lnTo>
                  <a:pt x="164033" y="27581"/>
                </a:lnTo>
                <a:lnTo>
                  <a:pt x="163562" y="28122"/>
                </a:lnTo>
                <a:lnTo>
                  <a:pt x="163043" y="28659"/>
                </a:lnTo>
                <a:lnTo>
                  <a:pt x="162475" y="29192"/>
                </a:lnTo>
                <a:lnTo>
                  <a:pt x="161860" y="29721"/>
                </a:lnTo>
                <a:lnTo>
                  <a:pt x="161197" y="30246"/>
                </a:lnTo>
                <a:lnTo>
                  <a:pt x="160487" y="30767"/>
                </a:lnTo>
                <a:lnTo>
                  <a:pt x="159730" y="31282"/>
                </a:lnTo>
                <a:lnTo>
                  <a:pt x="158927" y="31793"/>
                </a:lnTo>
                <a:lnTo>
                  <a:pt x="158079" y="32298"/>
                </a:lnTo>
                <a:lnTo>
                  <a:pt x="157185" y="32797"/>
                </a:lnTo>
                <a:lnTo>
                  <a:pt x="156247" y="33289"/>
                </a:lnTo>
                <a:lnTo>
                  <a:pt x="155264" y="33776"/>
                </a:lnTo>
                <a:lnTo>
                  <a:pt x="154238" y="34256"/>
                </a:lnTo>
                <a:lnTo>
                  <a:pt x="153169" y="34728"/>
                </a:lnTo>
                <a:lnTo>
                  <a:pt x="152058" y="35194"/>
                </a:lnTo>
                <a:lnTo>
                  <a:pt x="150905" y="35652"/>
                </a:lnTo>
                <a:lnTo>
                  <a:pt x="149711" y="36102"/>
                </a:lnTo>
                <a:lnTo>
                  <a:pt x="148478" y="36544"/>
                </a:lnTo>
                <a:lnTo>
                  <a:pt x="147204" y="36977"/>
                </a:lnTo>
                <a:lnTo>
                  <a:pt x="145892" y="37402"/>
                </a:lnTo>
                <a:lnTo>
                  <a:pt x="144543" y="37818"/>
                </a:lnTo>
                <a:lnTo>
                  <a:pt x="143156" y="38225"/>
                </a:lnTo>
                <a:lnTo>
                  <a:pt x="141733" y="38622"/>
                </a:lnTo>
                <a:lnTo>
                  <a:pt x="140274" y="39010"/>
                </a:lnTo>
                <a:lnTo>
                  <a:pt x="138781" y="39388"/>
                </a:lnTo>
                <a:lnTo>
                  <a:pt x="137255" y="39756"/>
                </a:lnTo>
                <a:lnTo>
                  <a:pt x="135696" y="40113"/>
                </a:lnTo>
                <a:lnTo>
                  <a:pt x="134105" y="40460"/>
                </a:lnTo>
                <a:lnTo>
                  <a:pt x="132483" y="40796"/>
                </a:lnTo>
                <a:lnTo>
                  <a:pt x="130832" y="41122"/>
                </a:lnTo>
                <a:lnTo>
                  <a:pt x="129151" y="41436"/>
                </a:lnTo>
                <a:lnTo>
                  <a:pt x="127443" y="41739"/>
                </a:lnTo>
                <a:lnTo>
                  <a:pt x="125709" y="42030"/>
                </a:lnTo>
                <a:lnTo>
                  <a:pt x="123948" y="42310"/>
                </a:lnTo>
                <a:lnTo>
                  <a:pt x="122163" y="42577"/>
                </a:lnTo>
                <a:lnTo>
                  <a:pt x="120354" y="42833"/>
                </a:lnTo>
                <a:lnTo>
                  <a:pt x="118523" y="43077"/>
                </a:lnTo>
                <a:lnTo>
                  <a:pt x="116670" y="43308"/>
                </a:lnTo>
                <a:lnTo>
                  <a:pt x="114797" y="43527"/>
                </a:lnTo>
                <a:lnTo>
                  <a:pt x="112905" y="43733"/>
                </a:lnTo>
                <a:lnTo>
                  <a:pt x="110995" y="43926"/>
                </a:lnTo>
                <a:lnTo>
                  <a:pt x="109069" y="44107"/>
                </a:lnTo>
                <a:lnTo>
                  <a:pt x="107126" y="44275"/>
                </a:lnTo>
                <a:lnTo>
                  <a:pt x="105169" y="44429"/>
                </a:lnTo>
                <a:lnTo>
                  <a:pt x="103199" y="44571"/>
                </a:lnTo>
                <a:lnTo>
                  <a:pt x="101216" y="44699"/>
                </a:lnTo>
                <a:lnTo>
                  <a:pt x="99222" y="44814"/>
                </a:lnTo>
                <a:lnTo>
                  <a:pt x="97219" y="44916"/>
                </a:lnTo>
                <a:lnTo>
                  <a:pt x="95207" y="45004"/>
                </a:lnTo>
                <a:lnTo>
                  <a:pt x="93188" y="45079"/>
                </a:lnTo>
                <a:lnTo>
                  <a:pt x="91163" y="45140"/>
                </a:lnTo>
                <a:lnTo>
                  <a:pt x="89133" y="45187"/>
                </a:lnTo>
                <a:lnTo>
                  <a:pt x="87099" y="45221"/>
                </a:lnTo>
                <a:lnTo>
                  <a:pt x="85063" y="45242"/>
                </a:lnTo>
                <a:lnTo>
                  <a:pt x="83025" y="45249"/>
                </a:lnTo>
                <a:lnTo>
                  <a:pt x="80988" y="45242"/>
                </a:lnTo>
                <a:lnTo>
                  <a:pt x="78951" y="45221"/>
                </a:lnTo>
                <a:lnTo>
                  <a:pt x="76917" y="45187"/>
                </a:lnTo>
                <a:lnTo>
                  <a:pt x="74887" y="45140"/>
                </a:lnTo>
                <a:lnTo>
                  <a:pt x="72862" y="45079"/>
                </a:lnTo>
                <a:lnTo>
                  <a:pt x="70843" y="45004"/>
                </a:lnTo>
                <a:lnTo>
                  <a:pt x="68831" y="44916"/>
                </a:lnTo>
                <a:lnTo>
                  <a:pt x="66828" y="44814"/>
                </a:lnTo>
                <a:lnTo>
                  <a:pt x="64834" y="44699"/>
                </a:lnTo>
                <a:lnTo>
                  <a:pt x="62852" y="44571"/>
                </a:lnTo>
                <a:lnTo>
                  <a:pt x="60881" y="44429"/>
                </a:lnTo>
                <a:lnTo>
                  <a:pt x="58924" y="44275"/>
                </a:lnTo>
                <a:lnTo>
                  <a:pt x="56982" y="44107"/>
                </a:lnTo>
                <a:lnTo>
                  <a:pt x="55055" y="43926"/>
                </a:lnTo>
                <a:lnTo>
                  <a:pt x="53145" y="43733"/>
                </a:lnTo>
                <a:lnTo>
                  <a:pt x="51253" y="43527"/>
                </a:lnTo>
                <a:lnTo>
                  <a:pt x="49380" y="43308"/>
                </a:lnTo>
                <a:lnTo>
                  <a:pt x="47527" y="43077"/>
                </a:lnTo>
                <a:lnTo>
                  <a:pt x="45696" y="42833"/>
                </a:lnTo>
                <a:lnTo>
                  <a:pt x="43887" y="42577"/>
                </a:lnTo>
                <a:lnTo>
                  <a:pt x="42102" y="42310"/>
                </a:lnTo>
                <a:lnTo>
                  <a:pt x="40342" y="42030"/>
                </a:lnTo>
                <a:lnTo>
                  <a:pt x="38607" y="41739"/>
                </a:lnTo>
                <a:lnTo>
                  <a:pt x="36899" y="41436"/>
                </a:lnTo>
                <a:lnTo>
                  <a:pt x="35219" y="41122"/>
                </a:lnTo>
                <a:lnTo>
                  <a:pt x="33567" y="40796"/>
                </a:lnTo>
                <a:lnTo>
                  <a:pt x="31945" y="40460"/>
                </a:lnTo>
                <a:lnTo>
                  <a:pt x="30355" y="40113"/>
                </a:lnTo>
                <a:lnTo>
                  <a:pt x="28795" y="39756"/>
                </a:lnTo>
                <a:lnTo>
                  <a:pt x="27269" y="39388"/>
                </a:lnTo>
                <a:lnTo>
                  <a:pt x="25776" y="39010"/>
                </a:lnTo>
                <a:lnTo>
                  <a:pt x="24317" y="38622"/>
                </a:lnTo>
                <a:lnTo>
                  <a:pt x="22894" y="38225"/>
                </a:lnTo>
                <a:lnTo>
                  <a:pt x="21508" y="37818"/>
                </a:lnTo>
                <a:lnTo>
                  <a:pt x="20158" y="37402"/>
                </a:lnTo>
                <a:lnTo>
                  <a:pt x="18846" y="36977"/>
                </a:lnTo>
                <a:lnTo>
                  <a:pt x="17573" y="36544"/>
                </a:lnTo>
                <a:lnTo>
                  <a:pt x="16339" y="36102"/>
                </a:lnTo>
                <a:lnTo>
                  <a:pt x="15145" y="35652"/>
                </a:lnTo>
                <a:lnTo>
                  <a:pt x="13992" y="35194"/>
                </a:lnTo>
                <a:lnTo>
                  <a:pt x="12881" y="34728"/>
                </a:lnTo>
                <a:lnTo>
                  <a:pt x="11812" y="34256"/>
                </a:lnTo>
                <a:lnTo>
                  <a:pt x="10786" y="33776"/>
                </a:lnTo>
                <a:lnTo>
                  <a:pt x="9803" y="33289"/>
                </a:lnTo>
                <a:lnTo>
                  <a:pt x="8865" y="32797"/>
                </a:lnTo>
                <a:lnTo>
                  <a:pt x="7971" y="32298"/>
                </a:lnTo>
                <a:lnTo>
                  <a:pt x="7123" y="31793"/>
                </a:lnTo>
                <a:lnTo>
                  <a:pt x="6320" y="31282"/>
                </a:lnTo>
                <a:lnTo>
                  <a:pt x="5563" y="30767"/>
                </a:lnTo>
                <a:lnTo>
                  <a:pt x="4853" y="30246"/>
                </a:lnTo>
                <a:lnTo>
                  <a:pt x="4190" y="29721"/>
                </a:lnTo>
                <a:lnTo>
                  <a:pt x="3575" y="29192"/>
                </a:lnTo>
                <a:lnTo>
                  <a:pt x="3007" y="28659"/>
                </a:lnTo>
                <a:lnTo>
                  <a:pt x="2488" y="28122"/>
                </a:lnTo>
                <a:lnTo>
                  <a:pt x="2017" y="27581"/>
                </a:lnTo>
                <a:lnTo>
                  <a:pt x="1595" y="27038"/>
                </a:lnTo>
                <a:lnTo>
                  <a:pt x="1222" y="26492"/>
                </a:lnTo>
                <a:lnTo>
                  <a:pt x="899" y="25944"/>
                </a:lnTo>
                <a:lnTo>
                  <a:pt x="624" y="25394"/>
                </a:lnTo>
                <a:lnTo>
                  <a:pt x="400" y="24842"/>
                </a:lnTo>
                <a:lnTo>
                  <a:pt x="225" y="24289"/>
                </a:lnTo>
                <a:lnTo>
                  <a:pt x="100" y="23734"/>
                </a:lnTo>
                <a:lnTo>
                  <a:pt x="25" y="23180"/>
                </a:lnTo>
                <a:lnTo>
                  <a:pt x="0" y="22624"/>
                </a:lnTo>
                <a:lnTo>
                  <a:pt x="25" y="22069"/>
                </a:lnTo>
                <a:lnTo>
                  <a:pt x="100" y="21514"/>
                </a:lnTo>
                <a:lnTo>
                  <a:pt x="225" y="20960"/>
                </a:lnTo>
                <a:lnTo>
                  <a:pt x="400" y="20407"/>
                </a:lnTo>
                <a:lnTo>
                  <a:pt x="624" y="19855"/>
                </a:lnTo>
                <a:lnTo>
                  <a:pt x="899" y="19305"/>
                </a:lnTo>
                <a:lnTo>
                  <a:pt x="1222" y="18756"/>
                </a:lnTo>
                <a:lnTo>
                  <a:pt x="1595" y="18211"/>
                </a:lnTo>
                <a:lnTo>
                  <a:pt x="2017" y="17667"/>
                </a:lnTo>
                <a:lnTo>
                  <a:pt x="2488" y="17127"/>
                </a:lnTo>
                <a:lnTo>
                  <a:pt x="3007" y="16590"/>
                </a:lnTo>
                <a:lnTo>
                  <a:pt x="3575" y="16057"/>
                </a:lnTo>
                <a:lnTo>
                  <a:pt x="4190" y="15528"/>
                </a:lnTo>
                <a:lnTo>
                  <a:pt x="4853" y="15002"/>
                </a:lnTo>
                <a:lnTo>
                  <a:pt x="5563" y="14482"/>
                </a:lnTo>
                <a:lnTo>
                  <a:pt x="6320" y="13966"/>
                </a:lnTo>
                <a:lnTo>
                  <a:pt x="7123" y="13456"/>
                </a:lnTo>
                <a:lnTo>
                  <a:pt x="7971" y="12951"/>
                </a:lnTo>
                <a:lnTo>
                  <a:pt x="8865" y="12452"/>
                </a:lnTo>
                <a:lnTo>
                  <a:pt x="9803" y="11959"/>
                </a:lnTo>
                <a:lnTo>
                  <a:pt x="10786" y="11473"/>
                </a:lnTo>
                <a:lnTo>
                  <a:pt x="11812" y="10993"/>
                </a:lnTo>
                <a:lnTo>
                  <a:pt x="12881" y="10520"/>
                </a:lnTo>
                <a:lnTo>
                  <a:pt x="13992" y="10055"/>
                </a:lnTo>
                <a:lnTo>
                  <a:pt x="15145" y="9597"/>
                </a:lnTo>
                <a:lnTo>
                  <a:pt x="16339" y="9147"/>
                </a:lnTo>
                <a:lnTo>
                  <a:pt x="17573" y="8705"/>
                </a:lnTo>
                <a:lnTo>
                  <a:pt x="18846" y="8272"/>
                </a:lnTo>
                <a:lnTo>
                  <a:pt x="20158" y="7847"/>
                </a:lnTo>
                <a:lnTo>
                  <a:pt x="21508" y="7431"/>
                </a:lnTo>
                <a:lnTo>
                  <a:pt x="22894" y="7024"/>
                </a:lnTo>
                <a:lnTo>
                  <a:pt x="24317" y="6627"/>
                </a:lnTo>
                <a:lnTo>
                  <a:pt x="25776" y="6239"/>
                </a:lnTo>
                <a:lnTo>
                  <a:pt x="27269" y="5861"/>
                </a:lnTo>
                <a:lnTo>
                  <a:pt x="28795" y="5493"/>
                </a:lnTo>
                <a:lnTo>
                  <a:pt x="30355" y="5135"/>
                </a:lnTo>
                <a:lnTo>
                  <a:pt x="31945" y="4789"/>
                </a:lnTo>
                <a:lnTo>
                  <a:pt x="33567" y="4452"/>
                </a:lnTo>
                <a:lnTo>
                  <a:pt x="35219" y="4127"/>
                </a:lnTo>
                <a:lnTo>
                  <a:pt x="36899" y="3813"/>
                </a:lnTo>
                <a:lnTo>
                  <a:pt x="38607" y="3510"/>
                </a:lnTo>
                <a:lnTo>
                  <a:pt x="40342" y="3219"/>
                </a:lnTo>
                <a:lnTo>
                  <a:pt x="42102" y="2939"/>
                </a:lnTo>
                <a:lnTo>
                  <a:pt x="43887" y="2671"/>
                </a:lnTo>
                <a:lnTo>
                  <a:pt x="45696" y="2416"/>
                </a:lnTo>
                <a:lnTo>
                  <a:pt x="47527" y="2172"/>
                </a:lnTo>
                <a:lnTo>
                  <a:pt x="49380" y="1941"/>
                </a:lnTo>
                <a:lnTo>
                  <a:pt x="51253" y="1722"/>
                </a:lnTo>
                <a:lnTo>
                  <a:pt x="53145" y="1516"/>
                </a:lnTo>
                <a:lnTo>
                  <a:pt x="55055" y="1323"/>
                </a:lnTo>
                <a:lnTo>
                  <a:pt x="56982" y="1142"/>
                </a:lnTo>
                <a:lnTo>
                  <a:pt x="58924" y="974"/>
                </a:lnTo>
                <a:lnTo>
                  <a:pt x="60881" y="820"/>
                </a:lnTo>
                <a:lnTo>
                  <a:pt x="62852" y="678"/>
                </a:lnTo>
                <a:lnTo>
                  <a:pt x="64834" y="550"/>
                </a:lnTo>
                <a:lnTo>
                  <a:pt x="66828" y="435"/>
                </a:lnTo>
                <a:lnTo>
                  <a:pt x="68831" y="333"/>
                </a:lnTo>
                <a:lnTo>
                  <a:pt x="70843" y="245"/>
                </a:lnTo>
                <a:lnTo>
                  <a:pt x="72862" y="170"/>
                </a:lnTo>
                <a:lnTo>
                  <a:pt x="74887" y="109"/>
                </a:lnTo>
                <a:lnTo>
                  <a:pt x="76917" y="61"/>
                </a:lnTo>
                <a:lnTo>
                  <a:pt x="78951" y="27"/>
                </a:lnTo>
                <a:lnTo>
                  <a:pt x="80988" y="7"/>
                </a:lnTo>
                <a:lnTo>
                  <a:pt x="83025" y="0"/>
                </a:lnTo>
                <a:lnTo>
                  <a:pt x="85063" y="7"/>
                </a:lnTo>
                <a:lnTo>
                  <a:pt x="87099" y="27"/>
                </a:lnTo>
                <a:lnTo>
                  <a:pt x="89133" y="61"/>
                </a:lnTo>
                <a:lnTo>
                  <a:pt x="91163" y="109"/>
                </a:lnTo>
                <a:lnTo>
                  <a:pt x="93188" y="170"/>
                </a:lnTo>
                <a:lnTo>
                  <a:pt x="95207" y="245"/>
                </a:lnTo>
                <a:lnTo>
                  <a:pt x="97219" y="333"/>
                </a:lnTo>
                <a:lnTo>
                  <a:pt x="99222" y="435"/>
                </a:lnTo>
                <a:lnTo>
                  <a:pt x="101216" y="550"/>
                </a:lnTo>
                <a:lnTo>
                  <a:pt x="103199" y="678"/>
                </a:lnTo>
                <a:lnTo>
                  <a:pt x="105169" y="820"/>
                </a:lnTo>
                <a:lnTo>
                  <a:pt x="107126" y="974"/>
                </a:lnTo>
                <a:lnTo>
                  <a:pt x="109069" y="1142"/>
                </a:lnTo>
                <a:lnTo>
                  <a:pt x="110995" y="1323"/>
                </a:lnTo>
                <a:lnTo>
                  <a:pt x="112905" y="1516"/>
                </a:lnTo>
                <a:lnTo>
                  <a:pt x="114797" y="1722"/>
                </a:lnTo>
                <a:lnTo>
                  <a:pt x="116670" y="1941"/>
                </a:lnTo>
                <a:lnTo>
                  <a:pt x="118523" y="2172"/>
                </a:lnTo>
                <a:lnTo>
                  <a:pt x="120354" y="2416"/>
                </a:lnTo>
                <a:lnTo>
                  <a:pt x="122163" y="2671"/>
                </a:lnTo>
                <a:lnTo>
                  <a:pt x="123948" y="2939"/>
                </a:lnTo>
                <a:lnTo>
                  <a:pt x="125709" y="3219"/>
                </a:lnTo>
                <a:lnTo>
                  <a:pt x="127443" y="3510"/>
                </a:lnTo>
                <a:lnTo>
                  <a:pt x="129151" y="3813"/>
                </a:lnTo>
                <a:lnTo>
                  <a:pt x="130832" y="4127"/>
                </a:lnTo>
                <a:lnTo>
                  <a:pt x="132483" y="4452"/>
                </a:lnTo>
                <a:lnTo>
                  <a:pt x="134105" y="4789"/>
                </a:lnTo>
                <a:lnTo>
                  <a:pt x="135696" y="5135"/>
                </a:lnTo>
                <a:lnTo>
                  <a:pt x="137255" y="5493"/>
                </a:lnTo>
                <a:lnTo>
                  <a:pt x="138781" y="5861"/>
                </a:lnTo>
                <a:lnTo>
                  <a:pt x="140274" y="6239"/>
                </a:lnTo>
                <a:lnTo>
                  <a:pt x="141733" y="6627"/>
                </a:lnTo>
                <a:lnTo>
                  <a:pt x="143156" y="7024"/>
                </a:lnTo>
                <a:lnTo>
                  <a:pt x="144543" y="7431"/>
                </a:lnTo>
                <a:lnTo>
                  <a:pt x="145892" y="7847"/>
                </a:lnTo>
                <a:lnTo>
                  <a:pt x="147204" y="8272"/>
                </a:lnTo>
                <a:lnTo>
                  <a:pt x="148478" y="8705"/>
                </a:lnTo>
                <a:lnTo>
                  <a:pt x="149711" y="9147"/>
                </a:lnTo>
                <a:lnTo>
                  <a:pt x="150905" y="9597"/>
                </a:lnTo>
                <a:lnTo>
                  <a:pt x="152058" y="10055"/>
                </a:lnTo>
                <a:lnTo>
                  <a:pt x="153169" y="10520"/>
                </a:lnTo>
                <a:lnTo>
                  <a:pt x="154238" y="10993"/>
                </a:lnTo>
                <a:lnTo>
                  <a:pt x="155264" y="11473"/>
                </a:lnTo>
                <a:lnTo>
                  <a:pt x="156247" y="11959"/>
                </a:lnTo>
                <a:lnTo>
                  <a:pt x="157185" y="12452"/>
                </a:lnTo>
                <a:lnTo>
                  <a:pt x="158079" y="12951"/>
                </a:lnTo>
                <a:lnTo>
                  <a:pt x="158927" y="13456"/>
                </a:lnTo>
                <a:lnTo>
                  <a:pt x="159730" y="13966"/>
                </a:lnTo>
                <a:lnTo>
                  <a:pt x="160487" y="14482"/>
                </a:lnTo>
                <a:lnTo>
                  <a:pt x="161197" y="15002"/>
                </a:lnTo>
                <a:lnTo>
                  <a:pt x="161860" y="15528"/>
                </a:lnTo>
                <a:lnTo>
                  <a:pt x="162475" y="16057"/>
                </a:lnTo>
                <a:lnTo>
                  <a:pt x="163043" y="16590"/>
                </a:lnTo>
                <a:lnTo>
                  <a:pt x="163562" y="17127"/>
                </a:lnTo>
                <a:lnTo>
                  <a:pt x="164033" y="17667"/>
                </a:lnTo>
                <a:lnTo>
                  <a:pt x="164455" y="18211"/>
                </a:lnTo>
                <a:lnTo>
                  <a:pt x="164828" y="18756"/>
                </a:lnTo>
                <a:lnTo>
                  <a:pt x="165152" y="19305"/>
                </a:lnTo>
                <a:lnTo>
                  <a:pt x="165426" y="19855"/>
                </a:lnTo>
                <a:lnTo>
                  <a:pt x="165650" y="20407"/>
                </a:lnTo>
                <a:lnTo>
                  <a:pt x="165825" y="20960"/>
                </a:lnTo>
                <a:lnTo>
                  <a:pt x="165950" y="21514"/>
                </a:lnTo>
                <a:lnTo>
                  <a:pt x="166025" y="22069"/>
                </a:lnTo>
                <a:close/>
              </a:path>
            </a:pathLst>
          </a:custGeom>
          <a:solidFill xmlns:a="http://schemas.openxmlformats.org/drawingml/2006/main">
            <a:srgbClr val="075E8C"/>
          </a:solidFill>
          <a:ln xmlns:a="http://schemas.openxmlformats.org/drawingml/2006/main" w="0" cap="rnd">
            <a:noFill/>
            <a:round/>
          </a:ln>
        </p:spPr>
      </p:sp>
      <p:sp>
        <p:nvSpPr>
          <p:cNvPr id="367" name="Native simplex outer edges">
            <a:extLst xmlns:a="http://schemas.openxmlformats.org/drawingml/2006/main">
              <a:ext uri="{FF2B5EF4-FFF2-40B4-BE49-F238E27FC236}">
                <a16:creationId xmlns:a16="http://schemas.microsoft.com/office/drawing/2014/main" id="{93CD4B05-8321-4FE4-A473-59509D41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588" y="566277"/>
            <a:ext cx="1446649" cy="1263193"/>
          </a:xfrm>
          <a:custGeom xmlns:a="http://schemas.openxmlformats.org/drawingml/2006/main">
            <a:pathLst>
              <a:path w="1446649" h="1263193" fill="none">
                <a:moveTo>
                  <a:pt x="0" y="1137502"/>
                </a:moveTo>
                <a:lnTo>
                  <a:pt x="465444" y="0"/>
                </a:lnTo>
                <a:lnTo>
                  <a:pt x="1446649" y="1263193"/>
                </a:lnTo>
                <a:lnTo>
                  <a:pt x="0" y="1137502"/>
                </a:lnTo>
              </a:path>
            </a:pathLst>
          </a:custGeom>
          <a:noFill xmlns:a="http://schemas.openxmlformats.org/drawingml/2006/main"/>
          <a:ln xmlns:a="http://schemas.openxmlformats.org/drawingml/2006/main" w="13209" cap="rnd">
            <a:solidFill>
              <a:srgbClr val="111111"/>
            </a:solidFill>
            <a:round/>
          </a:ln>
        </p:spPr>
      </p:sp>
      <p:sp>
        <p:nvSpPr>
          <p:cNvPr id="368" name="Native simplex hidden edge">
            <a:extLst xmlns:a="http://schemas.openxmlformats.org/drawingml/2006/main">
              <a:ext uri="{FF2B5EF4-FFF2-40B4-BE49-F238E27FC236}">
                <a16:creationId xmlns:a16="http://schemas.microsoft.com/office/drawing/2014/main" id="{711693E4-F2C1-4A65-AA2B-95D06D04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588" y="1402121"/>
            <a:ext cx="761063" cy="301658"/>
          </a:xfrm>
          <a:custGeom xmlns:a="http://schemas.openxmlformats.org/drawingml/2006/main">
            <a:pathLst>
              <a:path w="761063" h="301658" fill="none">
                <a:moveTo>
                  <a:pt x="0" y="301658"/>
                </a:moveTo>
                <a:lnTo>
                  <a:pt x="7610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22" cap="rnd">
            <a:solidFill>
              <a:srgbClr val="555555"/>
            </a:solidFill>
            <a:custDash>
              <a:ds d="88889" sp="111111"/>
            </a:custDash>
            <a:round/>
          </a:ln>
        </p:spPr>
      </p:sp>
      <p:sp>
        <p:nvSpPr>
          <p:cNvPr id="369" name="Native simplex hidden edge">
            <a:extLst xmlns:a="http://schemas.openxmlformats.org/drawingml/2006/main">
              <a:ext uri="{FF2B5EF4-FFF2-40B4-BE49-F238E27FC236}">
                <a16:creationId xmlns:a16="http://schemas.microsoft.com/office/drawing/2014/main" id="{4A3952D5-4109-427B-BD0D-2CF27B6C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032" y="566277"/>
            <a:ext cx="295620" cy="835844"/>
          </a:xfrm>
          <a:custGeom xmlns:a="http://schemas.openxmlformats.org/drawingml/2006/main">
            <a:pathLst>
              <a:path w="295620" h="835844" fill="none">
                <a:moveTo>
                  <a:pt x="0" y="0"/>
                </a:moveTo>
                <a:lnTo>
                  <a:pt x="295620" y="835844"/>
                </a:lnTo>
              </a:path>
            </a:pathLst>
          </a:custGeom>
          <a:noFill xmlns:a="http://schemas.openxmlformats.org/drawingml/2006/main"/>
          <a:ln xmlns:a="http://schemas.openxmlformats.org/drawingml/2006/main" w="11322" cap="rnd">
            <a:solidFill>
              <a:srgbClr val="555555"/>
            </a:solidFill>
            <a:custDash>
              <a:ds d="88889" sp="111111"/>
            </a:custDash>
            <a:round/>
          </a:ln>
        </p:spPr>
      </p:sp>
      <p:sp>
        <p:nvSpPr>
          <p:cNvPr id="370" name="Native simplex hidden edge">
            <a:extLst xmlns:a="http://schemas.openxmlformats.org/drawingml/2006/main">
              <a:ext uri="{FF2B5EF4-FFF2-40B4-BE49-F238E27FC236}">
                <a16:creationId xmlns:a16="http://schemas.microsoft.com/office/drawing/2014/main" id="{EE6EE88F-11EC-48CF-8B6C-BCD15E8B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652" y="1402121"/>
            <a:ext cx="685586" cy="427349"/>
          </a:xfrm>
          <a:custGeom xmlns:a="http://schemas.openxmlformats.org/drawingml/2006/main">
            <a:pathLst>
              <a:path w="685586" h="427349" fill="none">
                <a:moveTo>
                  <a:pt x="685586" y="4273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22" cap="rnd">
            <a:solidFill>
              <a:srgbClr val="555555"/>
            </a:solidFill>
            <a:custDash>
              <a:ds d="88889" sp="111111"/>
            </a:custDash>
            <a:round/>
          </a:ln>
        </p:spPr>
      </p:sp>
      <p:sp>
        <p:nvSpPr>
          <p:cNvPr id="371" name="Native uncertainty projection">
            <a:extLst xmlns:a="http://schemas.openxmlformats.org/drawingml/2006/main">
              <a:ext uri="{FF2B5EF4-FFF2-40B4-BE49-F238E27FC236}">
                <a16:creationId xmlns:a16="http://schemas.microsoft.com/office/drawing/2014/main" id="{FFDD8A41-900D-4AC3-90C4-F187BA87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80" y="1471251"/>
            <a:ext cx="69188" cy="213674"/>
          </a:xfrm>
          <a:custGeom xmlns:a="http://schemas.openxmlformats.org/drawingml/2006/main">
            <a:pathLst>
              <a:path w="69188" h="213674" fill="none">
                <a:moveTo>
                  <a:pt x="0" y="213674"/>
                </a:moveTo>
                <a:lnTo>
                  <a:pt x="69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64" cap="rnd">
            <a:solidFill>
              <a:srgbClr val="FF2222"/>
            </a:solidFill>
            <a:round/>
          </a:ln>
        </p:spPr>
      </p:sp>
      <p:sp>
        <p:nvSpPr>
          <p:cNvPr id="372" name="Native opinion point">
            <a:extLst xmlns:a="http://schemas.openxmlformats.org/drawingml/2006/main">
              <a:ext uri="{FF2B5EF4-FFF2-40B4-BE49-F238E27FC236}">
                <a16:creationId xmlns:a16="http://schemas.microsoft.com/office/drawing/2014/main" id="{C0703CDA-1775-4BA1-A999-63AE64B1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950" y="1444856"/>
            <a:ext cx="52834" cy="52790"/>
          </a:xfrm>
          <a:custGeom xmlns:a="http://schemas.openxmlformats.org/drawingml/2006/main">
            <a:pathLst>
              <a:path w="52834" h="52790">
                <a:moveTo>
                  <a:pt x="52834" y="26395"/>
                </a:moveTo>
                <a:lnTo>
                  <a:pt x="52778" y="28121"/>
                </a:lnTo>
                <a:lnTo>
                  <a:pt x="52608" y="29840"/>
                </a:lnTo>
                <a:lnTo>
                  <a:pt x="52327" y="31545"/>
                </a:lnTo>
                <a:lnTo>
                  <a:pt x="51934" y="33227"/>
                </a:lnTo>
                <a:lnTo>
                  <a:pt x="51432" y="34880"/>
                </a:lnTo>
                <a:lnTo>
                  <a:pt x="50823" y="36496"/>
                </a:lnTo>
                <a:lnTo>
                  <a:pt x="50110" y="38069"/>
                </a:lnTo>
                <a:lnTo>
                  <a:pt x="49295" y="39593"/>
                </a:lnTo>
                <a:lnTo>
                  <a:pt x="48382" y="41059"/>
                </a:lnTo>
                <a:lnTo>
                  <a:pt x="47375" y="42463"/>
                </a:lnTo>
                <a:lnTo>
                  <a:pt x="46278" y="43799"/>
                </a:lnTo>
                <a:lnTo>
                  <a:pt x="45097" y="45059"/>
                </a:lnTo>
                <a:lnTo>
                  <a:pt x="43835" y="46240"/>
                </a:lnTo>
                <a:lnTo>
                  <a:pt x="42499" y="47336"/>
                </a:lnTo>
                <a:lnTo>
                  <a:pt x="41094" y="48342"/>
                </a:lnTo>
                <a:lnTo>
                  <a:pt x="39626" y="49254"/>
                </a:lnTo>
                <a:lnTo>
                  <a:pt x="38101" y="50068"/>
                </a:lnTo>
                <a:lnTo>
                  <a:pt x="36526" y="50781"/>
                </a:lnTo>
                <a:lnTo>
                  <a:pt x="34909" y="51389"/>
                </a:lnTo>
                <a:lnTo>
                  <a:pt x="33254" y="51891"/>
                </a:lnTo>
                <a:lnTo>
                  <a:pt x="31571" y="52283"/>
                </a:lnTo>
                <a:lnTo>
                  <a:pt x="29865" y="52564"/>
                </a:lnTo>
                <a:lnTo>
                  <a:pt x="28145" y="52734"/>
                </a:lnTo>
                <a:lnTo>
                  <a:pt x="26417" y="52790"/>
                </a:lnTo>
                <a:lnTo>
                  <a:pt x="24689" y="52734"/>
                </a:lnTo>
                <a:lnTo>
                  <a:pt x="22969" y="52564"/>
                </a:lnTo>
                <a:lnTo>
                  <a:pt x="21263" y="52283"/>
                </a:lnTo>
                <a:lnTo>
                  <a:pt x="19580" y="51891"/>
                </a:lnTo>
                <a:lnTo>
                  <a:pt x="17926" y="51389"/>
                </a:lnTo>
                <a:lnTo>
                  <a:pt x="16308" y="50781"/>
                </a:lnTo>
                <a:lnTo>
                  <a:pt x="14733" y="50068"/>
                </a:lnTo>
                <a:lnTo>
                  <a:pt x="13209" y="49254"/>
                </a:lnTo>
                <a:lnTo>
                  <a:pt x="11741" y="48342"/>
                </a:lnTo>
                <a:lnTo>
                  <a:pt x="10335" y="47336"/>
                </a:lnTo>
                <a:lnTo>
                  <a:pt x="8999" y="46240"/>
                </a:lnTo>
                <a:lnTo>
                  <a:pt x="7737" y="45059"/>
                </a:lnTo>
                <a:lnTo>
                  <a:pt x="6556" y="43799"/>
                </a:lnTo>
                <a:lnTo>
                  <a:pt x="5459" y="42463"/>
                </a:lnTo>
                <a:lnTo>
                  <a:pt x="4452" y="41059"/>
                </a:lnTo>
                <a:lnTo>
                  <a:pt x="3539" y="39593"/>
                </a:lnTo>
                <a:lnTo>
                  <a:pt x="2724" y="38069"/>
                </a:lnTo>
                <a:lnTo>
                  <a:pt x="2011" y="36496"/>
                </a:lnTo>
                <a:lnTo>
                  <a:pt x="1402" y="34880"/>
                </a:lnTo>
                <a:lnTo>
                  <a:pt x="900" y="33227"/>
                </a:lnTo>
                <a:lnTo>
                  <a:pt x="508" y="31545"/>
                </a:lnTo>
                <a:lnTo>
                  <a:pt x="226" y="29840"/>
                </a:lnTo>
                <a:lnTo>
                  <a:pt x="57" y="28121"/>
                </a:lnTo>
                <a:lnTo>
                  <a:pt x="0" y="26395"/>
                </a:lnTo>
                <a:lnTo>
                  <a:pt x="57" y="24669"/>
                </a:lnTo>
                <a:lnTo>
                  <a:pt x="226" y="22950"/>
                </a:lnTo>
                <a:lnTo>
                  <a:pt x="508" y="21246"/>
                </a:lnTo>
                <a:lnTo>
                  <a:pt x="900" y="19564"/>
                </a:lnTo>
                <a:lnTo>
                  <a:pt x="1402" y="17911"/>
                </a:lnTo>
                <a:lnTo>
                  <a:pt x="2011" y="16294"/>
                </a:lnTo>
                <a:lnTo>
                  <a:pt x="2724" y="14721"/>
                </a:lnTo>
                <a:lnTo>
                  <a:pt x="3539" y="13198"/>
                </a:lnTo>
                <a:lnTo>
                  <a:pt x="4452" y="11731"/>
                </a:lnTo>
                <a:lnTo>
                  <a:pt x="5459" y="10327"/>
                </a:lnTo>
                <a:lnTo>
                  <a:pt x="6556" y="8992"/>
                </a:lnTo>
                <a:lnTo>
                  <a:pt x="7737" y="7731"/>
                </a:lnTo>
                <a:lnTo>
                  <a:pt x="8999" y="6550"/>
                </a:lnTo>
                <a:lnTo>
                  <a:pt x="10335" y="5454"/>
                </a:lnTo>
                <a:lnTo>
                  <a:pt x="11741" y="4448"/>
                </a:lnTo>
                <a:lnTo>
                  <a:pt x="13209" y="3536"/>
                </a:lnTo>
                <a:lnTo>
                  <a:pt x="14733" y="2722"/>
                </a:lnTo>
                <a:lnTo>
                  <a:pt x="16308" y="2009"/>
                </a:lnTo>
                <a:lnTo>
                  <a:pt x="17926" y="1401"/>
                </a:lnTo>
                <a:lnTo>
                  <a:pt x="19580" y="899"/>
                </a:lnTo>
                <a:lnTo>
                  <a:pt x="21263" y="507"/>
                </a:lnTo>
                <a:lnTo>
                  <a:pt x="22969" y="226"/>
                </a:lnTo>
                <a:lnTo>
                  <a:pt x="24689" y="57"/>
                </a:lnTo>
                <a:lnTo>
                  <a:pt x="26417" y="0"/>
                </a:lnTo>
                <a:lnTo>
                  <a:pt x="28145" y="57"/>
                </a:lnTo>
                <a:lnTo>
                  <a:pt x="29865" y="226"/>
                </a:lnTo>
                <a:lnTo>
                  <a:pt x="31571" y="507"/>
                </a:lnTo>
                <a:lnTo>
                  <a:pt x="33254" y="899"/>
                </a:lnTo>
                <a:lnTo>
                  <a:pt x="34909" y="1401"/>
                </a:lnTo>
                <a:lnTo>
                  <a:pt x="36526" y="2009"/>
                </a:lnTo>
                <a:lnTo>
                  <a:pt x="38101" y="2722"/>
                </a:lnTo>
                <a:lnTo>
                  <a:pt x="39626" y="3536"/>
                </a:lnTo>
                <a:lnTo>
                  <a:pt x="41094" y="4448"/>
                </a:lnTo>
                <a:lnTo>
                  <a:pt x="42499" y="5454"/>
                </a:lnTo>
                <a:lnTo>
                  <a:pt x="43835" y="6550"/>
                </a:lnTo>
                <a:lnTo>
                  <a:pt x="45097" y="7731"/>
                </a:lnTo>
                <a:lnTo>
                  <a:pt x="46278" y="8992"/>
                </a:lnTo>
                <a:lnTo>
                  <a:pt x="47375" y="10327"/>
                </a:lnTo>
                <a:lnTo>
                  <a:pt x="48382" y="11731"/>
                </a:lnTo>
                <a:lnTo>
                  <a:pt x="49295" y="13198"/>
                </a:lnTo>
                <a:lnTo>
                  <a:pt x="50110" y="14721"/>
                </a:lnTo>
                <a:lnTo>
                  <a:pt x="50823" y="16294"/>
                </a:lnTo>
                <a:lnTo>
                  <a:pt x="51432" y="17911"/>
                </a:lnTo>
                <a:lnTo>
                  <a:pt x="51934" y="19564"/>
                </a:lnTo>
                <a:lnTo>
                  <a:pt x="52327" y="21246"/>
                </a:lnTo>
                <a:lnTo>
                  <a:pt x="52608" y="22950"/>
                </a:lnTo>
                <a:lnTo>
                  <a:pt x="52778" y="24669"/>
                </a:lnTo>
                <a:lnTo>
                  <a:pt x="52834" y="26395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73" name="Native simplex opinion w">
            <a:extLst xmlns:a="http://schemas.openxmlformats.org/drawingml/2006/main">
              <a:ext uri="{FF2B5EF4-FFF2-40B4-BE49-F238E27FC236}">
                <a16:creationId xmlns:a16="http://schemas.microsoft.com/office/drawing/2014/main" id="{908C3B8A-D92D-4CF9-88F6-887FC629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021" y="1100463"/>
            <a:ext cx="364807" cy="364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8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8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374" name="Native simplex view index">
            <a:extLst xmlns:a="http://schemas.openxmlformats.org/drawingml/2006/main">
              <a:ext uri="{FF2B5EF4-FFF2-40B4-BE49-F238E27FC236}">
                <a16:creationId xmlns:a16="http://schemas.microsoft.com/office/drawing/2014/main" id="{14D4D5B9-BCC6-4AD1-A949-E606EF6C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509" y="1043902"/>
            <a:ext cx="232722" cy="232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75" name="Native exact original lower frame fragment">
            <a:extLst xmlns:a="http://schemas.openxmlformats.org/drawingml/2006/main">
              <a:ext uri="{FF2B5EF4-FFF2-40B4-BE49-F238E27FC236}">
                <a16:creationId xmlns:a16="http://schemas.microsoft.com/office/drawing/2014/main" id="{1AD5F7C9-ABDB-4942-BAF7-E68EEDA8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099" y="1829470"/>
            <a:ext cx="1918383" cy="100553"/>
          </a:xfrm>
          <a:custGeom xmlns:a="http://schemas.openxmlformats.org/drawingml/2006/main">
            <a:pathLst>
              <a:path w="1918383" h="100553">
                <a:moveTo>
                  <a:pt x="0" y="0"/>
                </a:moveTo>
                <a:lnTo>
                  <a:pt x="6290" y="0"/>
                </a:lnTo>
                <a:lnTo>
                  <a:pt x="6290" y="6285"/>
                </a:lnTo>
                <a:lnTo>
                  <a:pt x="12580" y="6285"/>
                </a:lnTo>
                <a:lnTo>
                  <a:pt x="12580" y="12569"/>
                </a:lnTo>
                <a:lnTo>
                  <a:pt x="18869" y="12569"/>
                </a:lnTo>
                <a:lnTo>
                  <a:pt x="18869" y="18854"/>
                </a:lnTo>
                <a:lnTo>
                  <a:pt x="25159" y="18854"/>
                </a:lnTo>
                <a:lnTo>
                  <a:pt x="25159" y="25138"/>
                </a:lnTo>
                <a:lnTo>
                  <a:pt x="31449" y="25138"/>
                </a:lnTo>
                <a:lnTo>
                  <a:pt x="31449" y="31423"/>
                </a:lnTo>
                <a:lnTo>
                  <a:pt x="44028" y="31423"/>
                </a:lnTo>
                <a:lnTo>
                  <a:pt x="44028" y="37707"/>
                </a:lnTo>
                <a:lnTo>
                  <a:pt x="56608" y="37707"/>
                </a:lnTo>
                <a:lnTo>
                  <a:pt x="56608" y="43992"/>
                </a:lnTo>
                <a:lnTo>
                  <a:pt x="62898" y="43992"/>
                </a:lnTo>
                <a:lnTo>
                  <a:pt x="62898" y="50276"/>
                </a:lnTo>
                <a:lnTo>
                  <a:pt x="81767" y="50276"/>
                </a:lnTo>
                <a:lnTo>
                  <a:pt x="81767" y="56561"/>
                </a:lnTo>
                <a:lnTo>
                  <a:pt x="94347" y="56561"/>
                </a:lnTo>
                <a:lnTo>
                  <a:pt x="94347" y="62845"/>
                </a:lnTo>
                <a:lnTo>
                  <a:pt x="125796" y="62845"/>
                </a:lnTo>
                <a:lnTo>
                  <a:pt x="125796" y="69130"/>
                </a:lnTo>
                <a:lnTo>
                  <a:pt x="1918383" y="69130"/>
                </a:lnTo>
                <a:lnTo>
                  <a:pt x="1918383" y="100553"/>
                </a:lnTo>
                <a:lnTo>
                  <a:pt x="113216" y="100553"/>
                </a:lnTo>
                <a:lnTo>
                  <a:pt x="113216" y="94268"/>
                </a:lnTo>
                <a:lnTo>
                  <a:pt x="94347" y="94268"/>
                </a:lnTo>
                <a:lnTo>
                  <a:pt x="94347" y="87984"/>
                </a:lnTo>
                <a:lnTo>
                  <a:pt x="69188" y="87984"/>
                </a:lnTo>
                <a:lnTo>
                  <a:pt x="69188" y="81699"/>
                </a:lnTo>
                <a:lnTo>
                  <a:pt x="56608" y="81699"/>
                </a:lnTo>
                <a:lnTo>
                  <a:pt x="56608" y="75415"/>
                </a:lnTo>
                <a:lnTo>
                  <a:pt x="44028" y="75415"/>
                </a:lnTo>
                <a:lnTo>
                  <a:pt x="44028" y="69130"/>
                </a:lnTo>
                <a:lnTo>
                  <a:pt x="31449" y="69130"/>
                </a:lnTo>
                <a:lnTo>
                  <a:pt x="31449" y="62845"/>
                </a:lnTo>
                <a:lnTo>
                  <a:pt x="25159" y="62845"/>
                </a:lnTo>
                <a:lnTo>
                  <a:pt x="25159" y="56561"/>
                </a:lnTo>
                <a:lnTo>
                  <a:pt x="18869" y="56561"/>
                </a:lnTo>
                <a:lnTo>
                  <a:pt x="18869" y="50276"/>
                </a:lnTo>
                <a:lnTo>
                  <a:pt x="6290" y="50276"/>
                </a:lnTo>
                <a:lnTo>
                  <a:pt x="6290" y="43992"/>
                </a:lnTo>
                <a:lnTo>
                  <a:pt x="0" y="439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CD83"/>
          </a:solidFill>
          <a:ln xmlns:a="http://schemas.openxmlformats.org/drawingml/2006/main" w="0" cap="rnd">
            <a:noFill/>
            <a:round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F6666-7791-49D1-98C9-C8CD1133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816" y="1370489"/>
            <a:ext cx="140930" cy="211922"/>
          </a:xfrm>
          <a:custGeom xmlns:a="http://schemas.openxmlformats.org/drawingml/2006/main">
            <a:pathLst>
              <a:path w="140930" h="211922">
                <a:moveTo>
                  <a:pt x="56901" y="128505"/>
                </a:moveTo>
                <a:cubicBezTo>
                  <a:pt x="60998" y="114222"/>
                  <a:pt x="64788" y="104898"/>
                  <a:pt x="68292" y="100495"/>
                </a:cubicBezTo>
                <a:cubicBezTo>
                  <a:pt x="73481" y="93717"/>
                  <a:pt x="79569" y="90309"/>
                  <a:pt x="86557" y="90309"/>
                </a:cubicBezTo>
                <a:cubicBezTo>
                  <a:pt x="90750" y="90309"/>
                  <a:pt x="94445" y="92167"/>
                  <a:pt x="97642" y="95843"/>
                </a:cubicBezTo>
                <a:cubicBezTo>
                  <a:pt x="100840" y="99538"/>
                  <a:pt x="102429" y="104937"/>
                  <a:pt x="102429" y="112021"/>
                </a:cubicBezTo>
                <a:cubicBezTo>
                  <a:pt x="102429" y="124503"/>
                  <a:pt x="100342" y="137044"/>
                  <a:pt x="96149" y="149622"/>
                </a:cubicBezTo>
                <a:cubicBezTo>
                  <a:pt x="91956" y="162201"/>
                  <a:pt x="86729" y="172942"/>
                  <a:pt x="80488" y="181825"/>
                </a:cubicBezTo>
                <a:cubicBezTo>
                  <a:pt x="74246" y="190709"/>
                  <a:pt x="68292" y="196835"/>
                  <a:pt x="62606" y="200243"/>
                </a:cubicBezTo>
                <a:cubicBezTo>
                  <a:pt x="59007" y="202330"/>
                  <a:pt x="54565" y="203383"/>
                  <a:pt x="49261" y="203383"/>
                </a:cubicBezTo>
                <a:cubicBezTo>
                  <a:pt x="45471" y="203383"/>
                  <a:pt x="41239" y="201890"/>
                  <a:pt x="36549" y="198903"/>
                </a:cubicBezTo>
                <a:lnTo>
                  <a:pt x="56901" y="128505"/>
                </a:lnTo>
                <a:close/>
                <a:moveTo>
                  <a:pt x="85064" y="0"/>
                </a:moveTo>
                <a:lnTo>
                  <a:pt x="35036" y="8845"/>
                </a:lnTo>
                <a:lnTo>
                  <a:pt x="33390" y="14838"/>
                </a:lnTo>
                <a:cubicBezTo>
                  <a:pt x="39076" y="14531"/>
                  <a:pt x="43326" y="15374"/>
                  <a:pt x="46122" y="17384"/>
                </a:cubicBezTo>
                <a:cubicBezTo>
                  <a:pt x="48113" y="18782"/>
                  <a:pt x="49127" y="20677"/>
                  <a:pt x="49127" y="23070"/>
                </a:cubicBezTo>
                <a:cubicBezTo>
                  <a:pt x="49127" y="25866"/>
                  <a:pt x="48017" y="31016"/>
                  <a:pt x="45815" y="38502"/>
                </a:cubicBezTo>
                <a:lnTo>
                  <a:pt x="0" y="197390"/>
                </a:lnTo>
                <a:cubicBezTo>
                  <a:pt x="18361" y="207078"/>
                  <a:pt x="35783" y="211922"/>
                  <a:pt x="52267" y="211922"/>
                </a:cubicBezTo>
                <a:cubicBezTo>
                  <a:pt x="74438" y="211922"/>
                  <a:pt x="94196" y="202579"/>
                  <a:pt x="111561" y="183912"/>
                </a:cubicBezTo>
                <a:cubicBezTo>
                  <a:pt x="131128" y="162756"/>
                  <a:pt x="140930" y="138690"/>
                  <a:pt x="140930" y="111733"/>
                </a:cubicBezTo>
                <a:cubicBezTo>
                  <a:pt x="140930" y="100457"/>
                  <a:pt x="137944" y="90482"/>
                  <a:pt x="132008" y="81847"/>
                </a:cubicBezTo>
                <a:cubicBezTo>
                  <a:pt x="126073" y="73213"/>
                  <a:pt x="117113" y="68905"/>
                  <a:pt x="105128" y="68905"/>
                </a:cubicBezTo>
                <a:cubicBezTo>
                  <a:pt x="98944" y="68905"/>
                  <a:pt x="93200" y="70322"/>
                  <a:pt x="87916" y="73174"/>
                </a:cubicBezTo>
                <a:cubicBezTo>
                  <a:pt x="82613" y="76008"/>
                  <a:pt x="76027" y="81732"/>
                  <a:pt x="68139" y="90309"/>
                </a:cubicBezTo>
                <a:lnTo>
                  <a:pt x="94043" y="0"/>
                </a:lnTo>
                <a:lnTo>
                  <a:pt x="85064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2BF10-308E-454A-80CC-1EF97578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045" y="1487564"/>
            <a:ext cx="51808" cy="134306"/>
          </a:xfrm>
          <a:custGeom xmlns:a="http://schemas.openxmlformats.org/drawingml/2006/main">
            <a:pathLst>
              <a:path w="51808" h="134306">
                <a:moveTo>
                  <a:pt x="1455" y="18648"/>
                </a:moveTo>
                <a:cubicBezTo>
                  <a:pt x="5725" y="16637"/>
                  <a:pt x="9056" y="15623"/>
                  <a:pt x="11449" y="15623"/>
                </a:cubicBezTo>
                <a:cubicBezTo>
                  <a:pt x="13134" y="15623"/>
                  <a:pt x="14570" y="16101"/>
                  <a:pt x="15757" y="17078"/>
                </a:cubicBezTo>
                <a:cubicBezTo>
                  <a:pt x="16963" y="18054"/>
                  <a:pt x="17786" y="19567"/>
                  <a:pt x="18246" y="21654"/>
                </a:cubicBezTo>
                <a:cubicBezTo>
                  <a:pt x="18877" y="24353"/>
                  <a:pt x="19203" y="30499"/>
                  <a:pt x="19203" y="40072"/>
                </a:cubicBezTo>
                <a:lnTo>
                  <a:pt x="19203" y="111121"/>
                </a:lnTo>
                <a:cubicBezTo>
                  <a:pt x="19203" y="119009"/>
                  <a:pt x="18858" y="123738"/>
                  <a:pt x="18131" y="125327"/>
                </a:cubicBezTo>
                <a:cubicBezTo>
                  <a:pt x="17422" y="126916"/>
                  <a:pt x="16159" y="128179"/>
                  <a:pt x="14359" y="129117"/>
                </a:cubicBezTo>
                <a:cubicBezTo>
                  <a:pt x="12540" y="130056"/>
                  <a:pt x="8539" y="130592"/>
                  <a:pt x="2317" y="130707"/>
                </a:cubicBezTo>
                <a:lnTo>
                  <a:pt x="2317" y="134306"/>
                </a:lnTo>
                <a:lnTo>
                  <a:pt x="51808" y="134306"/>
                </a:lnTo>
                <a:lnTo>
                  <a:pt x="51808" y="130707"/>
                </a:lnTo>
                <a:cubicBezTo>
                  <a:pt x="45854" y="130592"/>
                  <a:pt x="41910" y="130036"/>
                  <a:pt x="39976" y="129060"/>
                </a:cubicBezTo>
                <a:cubicBezTo>
                  <a:pt x="38023" y="128103"/>
                  <a:pt x="36759" y="126705"/>
                  <a:pt x="36147" y="124905"/>
                </a:cubicBezTo>
                <a:cubicBezTo>
                  <a:pt x="35515" y="123087"/>
                  <a:pt x="35209" y="118492"/>
                  <a:pt x="35209" y="111121"/>
                </a:cubicBezTo>
                <a:lnTo>
                  <a:pt x="35209" y="0"/>
                </a:lnTo>
                <a:lnTo>
                  <a:pt x="32011" y="0"/>
                </a:lnTo>
                <a:lnTo>
                  <a:pt x="0" y="15623"/>
                </a:lnTo>
                <a:lnTo>
                  <a:pt x="1455" y="18648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EF40D-9EAB-42B5-AB89-C1EECF2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004" y="1304916"/>
            <a:ext cx="51808" cy="134306"/>
          </a:xfrm>
          <a:custGeom xmlns:a="http://schemas.openxmlformats.org/drawingml/2006/main">
            <a:pathLst>
              <a:path w="51808" h="134306">
                <a:moveTo>
                  <a:pt x="1455" y="18629"/>
                </a:moveTo>
                <a:cubicBezTo>
                  <a:pt x="5725" y="16637"/>
                  <a:pt x="9056" y="15623"/>
                  <a:pt x="11449" y="15623"/>
                </a:cubicBezTo>
                <a:cubicBezTo>
                  <a:pt x="13134" y="15623"/>
                  <a:pt x="14570" y="16121"/>
                  <a:pt x="15757" y="17078"/>
                </a:cubicBezTo>
                <a:cubicBezTo>
                  <a:pt x="16963" y="18054"/>
                  <a:pt x="17786" y="19567"/>
                  <a:pt x="18227" y="21634"/>
                </a:cubicBezTo>
                <a:cubicBezTo>
                  <a:pt x="18877" y="24353"/>
                  <a:pt x="19203" y="30499"/>
                  <a:pt x="19203" y="40072"/>
                </a:cubicBezTo>
                <a:lnTo>
                  <a:pt x="19203" y="111102"/>
                </a:lnTo>
                <a:cubicBezTo>
                  <a:pt x="19203" y="119009"/>
                  <a:pt x="18858" y="123738"/>
                  <a:pt x="18131" y="125327"/>
                </a:cubicBezTo>
                <a:cubicBezTo>
                  <a:pt x="17422" y="126916"/>
                  <a:pt x="16159" y="128179"/>
                  <a:pt x="14359" y="129117"/>
                </a:cubicBezTo>
                <a:cubicBezTo>
                  <a:pt x="12540" y="130036"/>
                  <a:pt x="8539" y="130592"/>
                  <a:pt x="2317" y="130707"/>
                </a:cubicBezTo>
                <a:lnTo>
                  <a:pt x="2317" y="134306"/>
                </a:lnTo>
                <a:lnTo>
                  <a:pt x="51808" y="134306"/>
                </a:lnTo>
                <a:lnTo>
                  <a:pt x="51808" y="130707"/>
                </a:lnTo>
                <a:cubicBezTo>
                  <a:pt x="45854" y="130592"/>
                  <a:pt x="41910" y="130036"/>
                  <a:pt x="39976" y="129060"/>
                </a:cubicBezTo>
                <a:cubicBezTo>
                  <a:pt x="38023" y="128084"/>
                  <a:pt x="36759" y="126705"/>
                  <a:pt x="36147" y="124886"/>
                </a:cubicBezTo>
                <a:cubicBezTo>
                  <a:pt x="35515" y="123087"/>
                  <a:pt x="35209" y="118492"/>
                  <a:pt x="35209" y="111102"/>
                </a:cubicBezTo>
                <a:lnTo>
                  <a:pt x="35209" y="0"/>
                </a:lnTo>
                <a:lnTo>
                  <a:pt x="32011" y="0"/>
                </a:lnTo>
                <a:lnTo>
                  <a:pt x="0" y="15623"/>
                </a:lnTo>
                <a:lnTo>
                  <a:pt x="1455" y="18629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BEC6A-C1C6-4965-99C5-C8561856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915" y="1506040"/>
            <a:ext cx="140930" cy="211922"/>
          </a:xfrm>
          <a:custGeom xmlns:a="http://schemas.openxmlformats.org/drawingml/2006/main">
            <a:pathLst>
              <a:path w="140930" h="211922">
                <a:moveTo>
                  <a:pt x="56901" y="128505"/>
                </a:moveTo>
                <a:cubicBezTo>
                  <a:pt x="60998" y="114222"/>
                  <a:pt x="64788" y="104898"/>
                  <a:pt x="68292" y="100495"/>
                </a:cubicBezTo>
                <a:cubicBezTo>
                  <a:pt x="73481" y="93698"/>
                  <a:pt x="79569" y="90309"/>
                  <a:pt x="86557" y="90309"/>
                </a:cubicBezTo>
                <a:cubicBezTo>
                  <a:pt x="90750" y="90309"/>
                  <a:pt x="94445" y="92167"/>
                  <a:pt x="97642" y="95862"/>
                </a:cubicBezTo>
                <a:cubicBezTo>
                  <a:pt x="100840" y="99557"/>
                  <a:pt x="102429" y="104937"/>
                  <a:pt x="102429" y="112021"/>
                </a:cubicBezTo>
                <a:cubicBezTo>
                  <a:pt x="102429" y="124503"/>
                  <a:pt x="100342" y="137044"/>
                  <a:pt x="96149" y="149622"/>
                </a:cubicBezTo>
                <a:cubicBezTo>
                  <a:pt x="91956" y="162201"/>
                  <a:pt x="86729" y="172942"/>
                  <a:pt x="80488" y="181825"/>
                </a:cubicBezTo>
                <a:cubicBezTo>
                  <a:pt x="74246" y="190709"/>
                  <a:pt x="68292" y="196854"/>
                  <a:pt x="62606" y="200243"/>
                </a:cubicBezTo>
                <a:cubicBezTo>
                  <a:pt x="59007" y="202330"/>
                  <a:pt x="54565" y="203383"/>
                  <a:pt x="49261" y="203383"/>
                </a:cubicBezTo>
                <a:cubicBezTo>
                  <a:pt x="45471" y="203383"/>
                  <a:pt x="41239" y="201890"/>
                  <a:pt x="36549" y="198884"/>
                </a:cubicBezTo>
                <a:lnTo>
                  <a:pt x="56901" y="128505"/>
                </a:lnTo>
                <a:close/>
                <a:moveTo>
                  <a:pt x="85064" y="0"/>
                </a:moveTo>
                <a:lnTo>
                  <a:pt x="35036" y="8845"/>
                </a:lnTo>
                <a:lnTo>
                  <a:pt x="33390" y="14838"/>
                </a:lnTo>
                <a:cubicBezTo>
                  <a:pt x="39095" y="14531"/>
                  <a:pt x="43326" y="15374"/>
                  <a:pt x="46122" y="17384"/>
                </a:cubicBezTo>
                <a:cubicBezTo>
                  <a:pt x="48113" y="18782"/>
                  <a:pt x="49127" y="20677"/>
                  <a:pt x="49127" y="23070"/>
                </a:cubicBezTo>
                <a:cubicBezTo>
                  <a:pt x="49127" y="25866"/>
                  <a:pt x="48017" y="30997"/>
                  <a:pt x="45834" y="38502"/>
                </a:cubicBezTo>
                <a:lnTo>
                  <a:pt x="0" y="197390"/>
                </a:lnTo>
                <a:cubicBezTo>
                  <a:pt x="18361" y="207078"/>
                  <a:pt x="35783" y="211922"/>
                  <a:pt x="52267" y="211922"/>
                </a:cubicBezTo>
                <a:cubicBezTo>
                  <a:pt x="74438" y="211922"/>
                  <a:pt x="94196" y="202598"/>
                  <a:pt x="111561" y="183912"/>
                </a:cubicBezTo>
                <a:cubicBezTo>
                  <a:pt x="131147" y="162756"/>
                  <a:pt x="140930" y="138690"/>
                  <a:pt x="140930" y="111733"/>
                </a:cubicBezTo>
                <a:cubicBezTo>
                  <a:pt x="140930" y="100437"/>
                  <a:pt x="137944" y="90482"/>
                  <a:pt x="132008" y="81847"/>
                </a:cubicBezTo>
                <a:cubicBezTo>
                  <a:pt x="126073" y="73213"/>
                  <a:pt x="117113" y="68905"/>
                  <a:pt x="105128" y="68905"/>
                </a:cubicBezTo>
                <a:cubicBezTo>
                  <a:pt x="98944" y="68905"/>
                  <a:pt x="93200" y="70322"/>
                  <a:pt x="87916" y="73155"/>
                </a:cubicBezTo>
                <a:cubicBezTo>
                  <a:pt x="82613" y="76008"/>
                  <a:pt x="76027" y="81732"/>
                  <a:pt x="68139" y="90309"/>
                </a:cubicBezTo>
                <a:lnTo>
                  <a:pt x="94043" y="0"/>
                </a:lnTo>
                <a:lnTo>
                  <a:pt x="85064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A02B3-1FD0-4B43-B89D-A2D253AD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113" y="1623134"/>
            <a:ext cx="86844" cy="134287"/>
          </a:xfrm>
          <a:custGeom xmlns:a="http://schemas.openxmlformats.org/drawingml/2006/main">
            <a:pathLst>
              <a:path w="86844" h="134287">
                <a:moveTo>
                  <a:pt x="83264" y="108957"/>
                </a:moveTo>
                <a:cubicBezTo>
                  <a:pt x="81579" y="111867"/>
                  <a:pt x="79607" y="114107"/>
                  <a:pt x="77348" y="115696"/>
                </a:cubicBezTo>
                <a:cubicBezTo>
                  <a:pt x="75070" y="117286"/>
                  <a:pt x="72542" y="118339"/>
                  <a:pt x="69728" y="118855"/>
                </a:cubicBezTo>
                <a:cubicBezTo>
                  <a:pt x="66914" y="119372"/>
                  <a:pt x="62012" y="119640"/>
                  <a:pt x="55024" y="119640"/>
                </a:cubicBezTo>
                <a:lnTo>
                  <a:pt x="20677" y="119640"/>
                </a:lnTo>
                <a:cubicBezTo>
                  <a:pt x="24679" y="116003"/>
                  <a:pt x="34749" y="105396"/>
                  <a:pt x="50851" y="87801"/>
                </a:cubicBezTo>
                <a:cubicBezTo>
                  <a:pt x="61591" y="76104"/>
                  <a:pt x="69345" y="64999"/>
                  <a:pt x="74151" y="54526"/>
                </a:cubicBezTo>
                <a:cubicBezTo>
                  <a:pt x="77252" y="47864"/>
                  <a:pt x="78803" y="41201"/>
                  <a:pt x="78803" y="34539"/>
                </a:cubicBezTo>
                <a:cubicBezTo>
                  <a:pt x="78803" y="25215"/>
                  <a:pt x="75223" y="17135"/>
                  <a:pt x="68082" y="10281"/>
                </a:cubicBezTo>
                <a:cubicBezTo>
                  <a:pt x="60921" y="3408"/>
                  <a:pt x="52018" y="0"/>
                  <a:pt x="41335" y="0"/>
                </a:cubicBezTo>
                <a:cubicBezTo>
                  <a:pt x="31322" y="0"/>
                  <a:pt x="22955" y="3197"/>
                  <a:pt x="16255" y="9592"/>
                </a:cubicBezTo>
                <a:cubicBezTo>
                  <a:pt x="9573" y="16006"/>
                  <a:pt x="5399" y="25196"/>
                  <a:pt x="3791" y="37161"/>
                </a:cubicBezTo>
                <a:lnTo>
                  <a:pt x="7371" y="37161"/>
                </a:lnTo>
                <a:cubicBezTo>
                  <a:pt x="9841" y="29848"/>
                  <a:pt x="13632" y="24296"/>
                  <a:pt x="18782" y="20505"/>
                </a:cubicBezTo>
                <a:cubicBezTo>
                  <a:pt x="23932" y="16733"/>
                  <a:pt x="29733" y="14838"/>
                  <a:pt x="36204" y="14838"/>
                </a:cubicBezTo>
                <a:cubicBezTo>
                  <a:pt x="43307" y="14838"/>
                  <a:pt x="49434" y="17518"/>
                  <a:pt x="54546" y="22898"/>
                </a:cubicBezTo>
                <a:cubicBezTo>
                  <a:pt x="59657" y="28259"/>
                  <a:pt x="62204" y="35113"/>
                  <a:pt x="62204" y="43460"/>
                </a:cubicBezTo>
                <a:cubicBezTo>
                  <a:pt x="62204" y="54392"/>
                  <a:pt x="57551" y="66454"/>
                  <a:pt x="48228" y="79645"/>
                </a:cubicBezTo>
                <a:cubicBezTo>
                  <a:pt x="38923" y="92856"/>
                  <a:pt x="22841" y="109876"/>
                  <a:pt x="0" y="130687"/>
                </a:cubicBezTo>
                <a:lnTo>
                  <a:pt x="0" y="134287"/>
                </a:lnTo>
                <a:lnTo>
                  <a:pt x="77635" y="134287"/>
                </a:lnTo>
                <a:lnTo>
                  <a:pt x="86844" y="108957"/>
                </a:lnTo>
                <a:lnTo>
                  <a:pt x="83264" y="108957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B7801-C403-4FD5-B933-68304A35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102" y="1440466"/>
            <a:ext cx="51808" cy="134306"/>
          </a:xfrm>
          <a:custGeom xmlns:a="http://schemas.openxmlformats.org/drawingml/2006/main">
            <a:pathLst>
              <a:path w="51808" h="134306">
                <a:moveTo>
                  <a:pt x="1455" y="18629"/>
                </a:moveTo>
                <a:cubicBezTo>
                  <a:pt x="5725" y="16637"/>
                  <a:pt x="9056" y="15623"/>
                  <a:pt x="11449" y="15623"/>
                </a:cubicBezTo>
                <a:cubicBezTo>
                  <a:pt x="13134" y="15623"/>
                  <a:pt x="14570" y="16101"/>
                  <a:pt x="15757" y="17078"/>
                </a:cubicBezTo>
                <a:cubicBezTo>
                  <a:pt x="16963" y="18054"/>
                  <a:pt x="17786" y="19567"/>
                  <a:pt x="18246" y="21634"/>
                </a:cubicBezTo>
                <a:cubicBezTo>
                  <a:pt x="18877" y="24353"/>
                  <a:pt x="19203" y="30499"/>
                  <a:pt x="19203" y="40072"/>
                </a:cubicBezTo>
                <a:lnTo>
                  <a:pt x="19203" y="111102"/>
                </a:lnTo>
                <a:cubicBezTo>
                  <a:pt x="19203" y="119009"/>
                  <a:pt x="18858" y="123738"/>
                  <a:pt x="18131" y="125327"/>
                </a:cubicBezTo>
                <a:cubicBezTo>
                  <a:pt x="17422" y="126916"/>
                  <a:pt x="16159" y="128179"/>
                  <a:pt x="14359" y="129117"/>
                </a:cubicBezTo>
                <a:cubicBezTo>
                  <a:pt x="12540" y="130036"/>
                  <a:pt x="8539" y="130592"/>
                  <a:pt x="2317" y="130707"/>
                </a:cubicBezTo>
                <a:lnTo>
                  <a:pt x="2317" y="134306"/>
                </a:lnTo>
                <a:lnTo>
                  <a:pt x="51808" y="134306"/>
                </a:lnTo>
                <a:lnTo>
                  <a:pt x="51808" y="130707"/>
                </a:lnTo>
                <a:cubicBezTo>
                  <a:pt x="45854" y="130592"/>
                  <a:pt x="41910" y="130036"/>
                  <a:pt x="39976" y="129060"/>
                </a:cubicBezTo>
                <a:cubicBezTo>
                  <a:pt x="38023" y="128103"/>
                  <a:pt x="36759" y="126705"/>
                  <a:pt x="36147" y="124886"/>
                </a:cubicBezTo>
                <a:cubicBezTo>
                  <a:pt x="35515" y="123068"/>
                  <a:pt x="35209" y="118492"/>
                  <a:pt x="35209" y="111102"/>
                </a:cubicBezTo>
                <a:lnTo>
                  <a:pt x="35209" y="0"/>
                </a:lnTo>
                <a:lnTo>
                  <a:pt x="32011" y="0"/>
                </a:lnTo>
                <a:lnTo>
                  <a:pt x="0" y="15623"/>
                </a:lnTo>
                <a:lnTo>
                  <a:pt x="1455" y="18629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F3933-DE64-472C-8D81-D39533A0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144" y="666144"/>
            <a:ext cx="135378" cy="139131"/>
          </a:xfrm>
          <a:custGeom xmlns:a="http://schemas.openxmlformats.org/drawingml/2006/main">
            <a:pathLst>
              <a:path w="135378" h="139131">
                <a:moveTo>
                  <a:pt x="112614" y="3599"/>
                </a:moveTo>
                <a:lnTo>
                  <a:pt x="109321" y="14972"/>
                </a:lnTo>
                <a:cubicBezTo>
                  <a:pt x="102831" y="36645"/>
                  <a:pt x="96704" y="52440"/>
                  <a:pt x="90980" y="62376"/>
                </a:cubicBezTo>
                <a:cubicBezTo>
                  <a:pt x="85236" y="72313"/>
                  <a:pt x="77941" y="82938"/>
                  <a:pt x="69115" y="94273"/>
                </a:cubicBezTo>
                <a:cubicBezTo>
                  <a:pt x="60270" y="105607"/>
                  <a:pt x="53205" y="112920"/>
                  <a:pt x="47921" y="116213"/>
                </a:cubicBezTo>
                <a:cubicBezTo>
                  <a:pt x="42618" y="119506"/>
                  <a:pt x="38329" y="121153"/>
                  <a:pt x="35036" y="121153"/>
                </a:cubicBezTo>
                <a:cubicBezTo>
                  <a:pt x="32930" y="121153"/>
                  <a:pt x="31265" y="120579"/>
                  <a:pt x="30020" y="119430"/>
                </a:cubicBezTo>
                <a:cubicBezTo>
                  <a:pt x="28776" y="118281"/>
                  <a:pt x="28144" y="116769"/>
                  <a:pt x="28144" y="114854"/>
                </a:cubicBezTo>
                <a:cubicBezTo>
                  <a:pt x="28144" y="111370"/>
                  <a:pt x="30097" y="103022"/>
                  <a:pt x="33983" y="89850"/>
                </a:cubicBezTo>
                <a:lnTo>
                  <a:pt x="48074" y="41488"/>
                </a:lnTo>
                <a:cubicBezTo>
                  <a:pt x="52057" y="27608"/>
                  <a:pt x="54048" y="17959"/>
                  <a:pt x="54048" y="12579"/>
                </a:cubicBezTo>
                <a:cubicBezTo>
                  <a:pt x="54048" y="8884"/>
                  <a:pt x="52880" y="5859"/>
                  <a:pt x="50544" y="3523"/>
                </a:cubicBezTo>
                <a:cubicBezTo>
                  <a:pt x="48189" y="1168"/>
                  <a:pt x="45164" y="0"/>
                  <a:pt x="41469" y="0"/>
                </a:cubicBezTo>
                <a:cubicBezTo>
                  <a:pt x="36089" y="0"/>
                  <a:pt x="30193" y="2144"/>
                  <a:pt x="23798" y="6433"/>
                </a:cubicBezTo>
                <a:cubicBezTo>
                  <a:pt x="15412" y="11928"/>
                  <a:pt x="7486" y="20467"/>
                  <a:pt x="0" y="32050"/>
                </a:cubicBezTo>
                <a:lnTo>
                  <a:pt x="4633" y="35343"/>
                </a:lnTo>
                <a:cubicBezTo>
                  <a:pt x="12023" y="25751"/>
                  <a:pt x="16771" y="20218"/>
                  <a:pt x="18858" y="18724"/>
                </a:cubicBezTo>
                <a:cubicBezTo>
                  <a:pt x="20964" y="17212"/>
                  <a:pt x="23051" y="16465"/>
                  <a:pt x="25157" y="16465"/>
                </a:cubicBezTo>
                <a:cubicBezTo>
                  <a:pt x="26153" y="16465"/>
                  <a:pt x="27072" y="16906"/>
                  <a:pt x="27914" y="17748"/>
                </a:cubicBezTo>
                <a:cubicBezTo>
                  <a:pt x="28776" y="18590"/>
                  <a:pt x="29197" y="19605"/>
                  <a:pt x="29197" y="20811"/>
                </a:cubicBezTo>
                <a:cubicBezTo>
                  <a:pt x="29197" y="23511"/>
                  <a:pt x="27589" y="30403"/>
                  <a:pt x="24411" y="41488"/>
                </a:cubicBezTo>
                <a:lnTo>
                  <a:pt x="11372" y="87763"/>
                </a:lnTo>
                <a:cubicBezTo>
                  <a:pt x="6988" y="103233"/>
                  <a:pt x="4786" y="114720"/>
                  <a:pt x="4786" y="122206"/>
                </a:cubicBezTo>
                <a:cubicBezTo>
                  <a:pt x="4786" y="127088"/>
                  <a:pt x="6375" y="131128"/>
                  <a:pt x="9573" y="134325"/>
                </a:cubicBezTo>
                <a:cubicBezTo>
                  <a:pt x="12770" y="137522"/>
                  <a:pt x="16657" y="139131"/>
                  <a:pt x="21252" y="139131"/>
                </a:cubicBezTo>
                <a:cubicBezTo>
                  <a:pt x="31035" y="139131"/>
                  <a:pt x="41642" y="133827"/>
                  <a:pt x="53091" y="123259"/>
                </a:cubicBezTo>
                <a:cubicBezTo>
                  <a:pt x="64520" y="112671"/>
                  <a:pt x="78707" y="93449"/>
                  <a:pt x="95689" y="65593"/>
                </a:cubicBezTo>
                <a:cubicBezTo>
                  <a:pt x="88203" y="90348"/>
                  <a:pt x="83666" y="106430"/>
                  <a:pt x="82058" y="113820"/>
                </a:cubicBezTo>
                <a:cubicBezTo>
                  <a:pt x="80756" y="119411"/>
                  <a:pt x="80105" y="123910"/>
                  <a:pt x="80105" y="127299"/>
                </a:cubicBezTo>
                <a:cubicBezTo>
                  <a:pt x="80105" y="130783"/>
                  <a:pt x="81215" y="133636"/>
                  <a:pt x="83417" y="135838"/>
                </a:cubicBezTo>
                <a:cubicBezTo>
                  <a:pt x="85600" y="138020"/>
                  <a:pt x="88644" y="139131"/>
                  <a:pt x="92550" y="139131"/>
                </a:cubicBezTo>
                <a:cubicBezTo>
                  <a:pt x="97642" y="139131"/>
                  <a:pt x="102926" y="137216"/>
                  <a:pt x="108421" y="133425"/>
                </a:cubicBezTo>
                <a:cubicBezTo>
                  <a:pt x="116711" y="127548"/>
                  <a:pt x="124791" y="118358"/>
                  <a:pt x="132679" y="105875"/>
                </a:cubicBezTo>
                <a:lnTo>
                  <a:pt x="128179" y="102429"/>
                </a:lnTo>
                <a:cubicBezTo>
                  <a:pt x="119908" y="113208"/>
                  <a:pt x="114739" y="119372"/>
                  <a:pt x="112691" y="120923"/>
                </a:cubicBezTo>
                <a:cubicBezTo>
                  <a:pt x="110642" y="122474"/>
                  <a:pt x="108766" y="123259"/>
                  <a:pt x="107062" y="123259"/>
                </a:cubicBezTo>
                <a:cubicBezTo>
                  <a:pt x="105971" y="123259"/>
                  <a:pt x="105090" y="122819"/>
                  <a:pt x="104458" y="121976"/>
                </a:cubicBezTo>
                <a:cubicBezTo>
                  <a:pt x="103807" y="121134"/>
                  <a:pt x="103482" y="119813"/>
                  <a:pt x="103482" y="118013"/>
                </a:cubicBezTo>
                <a:cubicBezTo>
                  <a:pt x="103482" y="114509"/>
                  <a:pt x="105415" y="106124"/>
                  <a:pt x="109321" y="92837"/>
                </a:cubicBezTo>
                <a:lnTo>
                  <a:pt x="135378" y="3599"/>
                </a:lnTo>
                <a:lnTo>
                  <a:pt x="112614" y="3599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A0072-A261-4727-8618-9C7B4C68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227" y="528373"/>
            <a:ext cx="51808" cy="134306"/>
          </a:xfrm>
          <a:custGeom xmlns:a="http://schemas.openxmlformats.org/drawingml/2006/main">
            <a:pathLst>
              <a:path w="51808" h="134306">
                <a:moveTo>
                  <a:pt x="1455" y="18648"/>
                </a:moveTo>
                <a:cubicBezTo>
                  <a:pt x="5725" y="16637"/>
                  <a:pt x="9056" y="15623"/>
                  <a:pt x="11449" y="15623"/>
                </a:cubicBezTo>
                <a:cubicBezTo>
                  <a:pt x="13134" y="15623"/>
                  <a:pt x="14570" y="16121"/>
                  <a:pt x="15757" y="17078"/>
                </a:cubicBezTo>
                <a:cubicBezTo>
                  <a:pt x="16963" y="18054"/>
                  <a:pt x="17786" y="19567"/>
                  <a:pt x="18246" y="21654"/>
                </a:cubicBezTo>
                <a:cubicBezTo>
                  <a:pt x="18877" y="24353"/>
                  <a:pt x="19203" y="30499"/>
                  <a:pt x="19203" y="40072"/>
                </a:cubicBezTo>
                <a:lnTo>
                  <a:pt x="19203" y="111121"/>
                </a:lnTo>
                <a:cubicBezTo>
                  <a:pt x="19203" y="119009"/>
                  <a:pt x="18858" y="123738"/>
                  <a:pt x="18131" y="125327"/>
                </a:cubicBezTo>
                <a:cubicBezTo>
                  <a:pt x="17422" y="126916"/>
                  <a:pt x="16159" y="128179"/>
                  <a:pt x="14359" y="129117"/>
                </a:cubicBezTo>
                <a:cubicBezTo>
                  <a:pt x="12540" y="130056"/>
                  <a:pt x="8539" y="130592"/>
                  <a:pt x="2317" y="130707"/>
                </a:cubicBezTo>
                <a:lnTo>
                  <a:pt x="2317" y="134306"/>
                </a:lnTo>
                <a:lnTo>
                  <a:pt x="51808" y="134306"/>
                </a:lnTo>
                <a:lnTo>
                  <a:pt x="51808" y="130707"/>
                </a:lnTo>
                <a:cubicBezTo>
                  <a:pt x="45854" y="130592"/>
                  <a:pt x="41910" y="130036"/>
                  <a:pt x="39976" y="129060"/>
                </a:cubicBezTo>
                <a:cubicBezTo>
                  <a:pt x="38023" y="128103"/>
                  <a:pt x="36759" y="126705"/>
                  <a:pt x="36147" y="124905"/>
                </a:cubicBezTo>
                <a:cubicBezTo>
                  <a:pt x="35515" y="123087"/>
                  <a:pt x="35209" y="118492"/>
                  <a:pt x="35209" y="111121"/>
                </a:cubicBezTo>
                <a:lnTo>
                  <a:pt x="35209" y="0"/>
                </a:lnTo>
                <a:lnTo>
                  <a:pt x="32011" y="0"/>
                </a:lnTo>
                <a:lnTo>
                  <a:pt x="0" y="15623"/>
                </a:lnTo>
                <a:lnTo>
                  <a:pt x="1455" y="18648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7D5F854F-9BDC-4641-9B5D-86867CD7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736" y="3694187"/>
            <a:ext cx="1905747" cy="1386518"/>
          </a:xfrm>
          <a:custGeom xmlns:a="http://schemas.openxmlformats.org/drawingml/2006/main">
            <a:pathLst>
              <a:path w="1905747" h="1386518">
                <a:moveTo>
                  <a:pt x="0" y="0"/>
                </a:moveTo>
                <a:lnTo>
                  <a:pt x="1905747" y="0"/>
                </a:lnTo>
                <a:lnTo>
                  <a:pt x="1905747" y="1386518"/>
                </a:lnTo>
                <a:lnTo>
                  <a:pt x="0" y="138651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385" name="Native simplex belief floor">
            <a:extLst xmlns:a="http://schemas.openxmlformats.org/drawingml/2006/main">
              <a:ext uri="{FF2B5EF4-FFF2-40B4-BE49-F238E27FC236}">
                <a16:creationId xmlns:a16="http://schemas.microsoft.com/office/drawing/2014/main" id="{C7F694FE-BE8A-4C67-8159-5773C14B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346" y="4538702"/>
            <a:ext cx="1446606" cy="434862"/>
          </a:xfrm>
          <a:custGeom xmlns:a="http://schemas.openxmlformats.org/drawingml/2006/main">
            <a:pathLst>
              <a:path w="1446606" h="434862">
                <a:moveTo>
                  <a:pt x="0" y="308815"/>
                </a:moveTo>
                <a:lnTo>
                  <a:pt x="748462" y="0"/>
                </a:lnTo>
                <a:lnTo>
                  <a:pt x="1446606" y="434862"/>
                </a:lnTo>
                <a:close/>
              </a:path>
            </a:pathLst>
          </a:custGeom>
          <a:solidFill xmlns:a="http://schemas.openxmlformats.org/drawingml/2006/main">
            <a:srgbClr val="EEF7FC"/>
          </a:solidFill>
          <a:ln xmlns:a="http://schemas.openxmlformats.org/drawingml/2006/main" w="0" cap="rnd">
            <a:noFill/>
            <a:round/>
          </a:ln>
        </p:spPr>
      </p:sp>
      <p:sp>
        <p:nvSpPr>
          <p:cNvPr id="386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38E1978A-87CA-42DE-95A2-A70B0043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202" y="4784494"/>
            <a:ext cx="729756" cy="183808"/>
          </a:xfrm>
          <a:custGeom xmlns:a="http://schemas.openxmlformats.org/drawingml/2006/main">
            <a:pathLst>
              <a:path w="729756" h="183808">
                <a:moveTo>
                  <a:pt x="448895" y="516"/>
                </a:moveTo>
                <a:lnTo>
                  <a:pt x="452192" y="612"/>
                </a:lnTo>
                <a:lnTo>
                  <a:pt x="729756" y="173502"/>
                </a:lnTo>
                <a:lnTo>
                  <a:pt x="724848" y="175109"/>
                </a:lnTo>
                <a:lnTo>
                  <a:pt x="718388" y="177121"/>
                </a:lnTo>
                <a:lnTo>
                  <a:pt x="711742" y="179091"/>
                </a:lnTo>
                <a:lnTo>
                  <a:pt x="704913" y="181017"/>
                </a:lnTo>
                <a:lnTo>
                  <a:pt x="697905" y="182899"/>
                </a:lnTo>
                <a:lnTo>
                  <a:pt x="694353" y="183808"/>
                </a:lnTo>
                <a:lnTo>
                  <a:pt x="4964" y="123739"/>
                </a:lnTo>
                <a:lnTo>
                  <a:pt x="4425" y="122861"/>
                </a:lnTo>
                <a:lnTo>
                  <a:pt x="3075" y="120255"/>
                </a:lnTo>
                <a:lnTo>
                  <a:pt x="1969" y="117642"/>
                </a:lnTo>
                <a:lnTo>
                  <a:pt x="1108" y="115022"/>
                </a:lnTo>
                <a:lnTo>
                  <a:pt x="492" y="112397"/>
                </a:lnTo>
                <a:lnTo>
                  <a:pt x="123" y="109769"/>
                </a:lnTo>
                <a:lnTo>
                  <a:pt x="0" y="107140"/>
                </a:lnTo>
                <a:lnTo>
                  <a:pt x="123" y="104511"/>
                </a:lnTo>
                <a:lnTo>
                  <a:pt x="492" y="101883"/>
                </a:lnTo>
                <a:lnTo>
                  <a:pt x="1108" y="99258"/>
                </a:lnTo>
                <a:lnTo>
                  <a:pt x="1969" y="96638"/>
                </a:lnTo>
                <a:lnTo>
                  <a:pt x="3075" y="94025"/>
                </a:lnTo>
                <a:lnTo>
                  <a:pt x="4425" y="91419"/>
                </a:lnTo>
                <a:lnTo>
                  <a:pt x="6019" y="88823"/>
                </a:lnTo>
                <a:lnTo>
                  <a:pt x="7855" y="86238"/>
                </a:lnTo>
                <a:lnTo>
                  <a:pt x="9934" y="83666"/>
                </a:lnTo>
                <a:lnTo>
                  <a:pt x="12252" y="81107"/>
                </a:lnTo>
                <a:lnTo>
                  <a:pt x="14809" y="78564"/>
                </a:lnTo>
                <a:lnTo>
                  <a:pt x="17604" y="76039"/>
                </a:lnTo>
                <a:lnTo>
                  <a:pt x="20634" y="73532"/>
                </a:lnTo>
                <a:lnTo>
                  <a:pt x="23898" y="71046"/>
                </a:lnTo>
                <a:lnTo>
                  <a:pt x="27394" y="68581"/>
                </a:lnTo>
                <a:lnTo>
                  <a:pt x="31120" y="66139"/>
                </a:lnTo>
                <a:lnTo>
                  <a:pt x="35073" y="63722"/>
                </a:lnTo>
                <a:lnTo>
                  <a:pt x="39251" y="61332"/>
                </a:lnTo>
                <a:lnTo>
                  <a:pt x="43652" y="58969"/>
                </a:lnTo>
                <a:lnTo>
                  <a:pt x="48273" y="56635"/>
                </a:lnTo>
                <a:lnTo>
                  <a:pt x="53111" y="54331"/>
                </a:lnTo>
                <a:lnTo>
                  <a:pt x="58164" y="52059"/>
                </a:lnTo>
                <a:lnTo>
                  <a:pt x="63428" y="49820"/>
                </a:lnTo>
                <a:lnTo>
                  <a:pt x="68899" y="47616"/>
                </a:lnTo>
                <a:lnTo>
                  <a:pt x="74576" y="45448"/>
                </a:lnTo>
                <a:lnTo>
                  <a:pt x="80453" y="43317"/>
                </a:lnTo>
                <a:lnTo>
                  <a:pt x="86529" y="41224"/>
                </a:lnTo>
                <a:lnTo>
                  <a:pt x="92799" y="39171"/>
                </a:lnTo>
                <a:lnTo>
                  <a:pt x="99259" y="37159"/>
                </a:lnTo>
                <a:lnTo>
                  <a:pt x="105905" y="35189"/>
                </a:lnTo>
                <a:lnTo>
                  <a:pt x="112734" y="33263"/>
                </a:lnTo>
                <a:lnTo>
                  <a:pt x="119742" y="31381"/>
                </a:lnTo>
                <a:lnTo>
                  <a:pt x="126923" y="29544"/>
                </a:lnTo>
                <a:lnTo>
                  <a:pt x="134274" y="27754"/>
                </a:lnTo>
                <a:lnTo>
                  <a:pt x="141791" y="26013"/>
                </a:lnTo>
                <a:lnTo>
                  <a:pt x="149469" y="24320"/>
                </a:lnTo>
                <a:lnTo>
                  <a:pt x="157302" y="22677"/>
                </a:lnTo>
                <a:lnTo>
                  <a:pt x="165288" y="21084"/>
                </a:lnTo>
                <a:lnTo>
                  <a:pt x="173420" y="19544"/>
                </a:lnTo>
                <a:lnTo>
                  <a:pt x="181693" y="18056"/>
                </a:lnTo>
                <a:lnTo>
                  <a:pt x="190104" y="16622"/>
                </a:lnTo>
                <a:lnTo>
                  <a:pt x="198646" y="15243"/>
                </a:lnTo>
                <a:lnTo>
                  <a:pt x="207315" y="13919"/>
                </a:lnTo>
                <a:lnTo>
                  <a:pt x="216105" y="12651"/>
                </a:lnTo>
                <a:lnTo>
                  <a:pt x="225012" y="11440"/>
                </a:lnTo>
                <a:lnTo>
                  <a:pt x="234029" y="10287"/>
                </a:lnTo>
                <a:lnTo>
                  <a:pt x="243151" y="9192"/>
                </a:lnTo>
                <a:lnTo>
                  <a:pt x="252374" y="8156"/>
                </a:lnTo>
                <a:lnTo>
                  <a:pt x="261690" y="7179"/>
                </a:lnTo>
                <a:lnTo>
                  <a:pt x="271095" y="6263"/>
                </a:lnTo>
                <a:lnTo>
                  <a:pt x="280583" y="5408"/>
                </a:lnTo>
                <a:lnTo>
                  <a:pt x="290148" y="4613"/>
                </a:lnTo>
                <a:lnTo>
                  <a:pt x="299785" y="3881"/>
                </a:lnTo>
                <a:lnTo>
                  <a:pt x="309488" y="3211"/>
                </a:lnTo>
                <a:lnTo>
                  <a:pt x="319250" y="2603"/>
                </a:lnTo>
                <a:lnTo>
                  <a:pt x="329066" y="2059"/>
                </a:lnTo>
                <a:lnTo>
                  <a:pt x="338930" y="1577"/>
                </a:lnTo>
                <a:lnTo>
                  <a:pt x="348837" y="1160"/>
                </a:lnTo>
                <a:lnTo>
                  <a:pt x="358779" y="806"/>
                </a:lnTo>
                <a:lnTo>
                  <a:pt x="368752" y="516"/>
                </a:lnTo>
                <a:lnTo>
                  <a:pt x="378749" y="290"/>
                </a:lnTo>
                <a:lnTo>
                  <a:pt x="388764" y="129"/>
                </a:lnTo>
                <a:lnTo>
                  <a:pt x="398791" y="32"/>
                </a:lnTo>
                <a:lnTo>
                  <a:pt x="408824" y="0"/>
                </a:lnTo>
                <a:lnTo>
                  <a:pt x="418857" y="32"/>
                </a:lnTo>
                <a:lnTo>
                  <a:pt x="428884" y="129"/>
                </a:lnTo>
                <a:lnTo>
                  <a:pt x="438898" y="290"/>
                </a:lnTo>
                <a:lnTo>
                  <a:pt x="448895" y="516"/>
                </a:lnTo>
                <a:close/>
              </a:path>
            </a:pathLst>
          </a:custGeom>
          <a:solidFill xmlns:a="http://schemas.openxmlformats.org/drawingml/2006/main">
            <a:srgbClr val="DFEEF8"/>
          </a:solidFill>
          <a:ln xmlns:a="http://schemas.openxmlformats.org/drawingml/2006/main" w="0" cap="rnd">
            <a:noFill/>
            <a:round/>
          </a:ln>
        </p:spPr>
      </p:sp>
      <p:sp>
        <p:nvSpPr>
          <p:cNvPr id="387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08CAE283-AD77-4EAB-A1E1-2358A465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084" y="4795208"/>
            <a:ext cx="670443" cy="169233"/>
          </a:xfrm>
          <a:custGeom xmlns:a="http://schemas.openxmlformats.org/drawingml/2006/main">
            <a:pathLst>
              <a:path w="670443" h="169233">
                <a:moveTo>
                  <a:pt x="421929" y="1044"/>
                </a:moveTo>
                <a:lnTo>
                  <a:pt x="429732" y="1373"/>
                </a:lnTo>
                <a:lnTo>
                  <a:pt x="670443" y="151308"/>
                </a:lnTo>
                <a:lnTo>
                  <a:pt x="668764" y="151949"/>
                </a:lnTo>
                <a:lnTo>
                  <a:pt x="663474" y="153867"/>
                </a:lnTo>
                <a:lnTo>
                  <a:pt x="658006" y="155750"/>
                </a:lnTo>
                <a:lnTo>
                  <a:pt x="652364" y="157598"/>
                </a:lnTo>
                <a:lnTo>
                  <a:pt x="646549" y="159409"/>
                </a:lnTo>
                <a:lnTo>
                  <a:pt x="640568" y="161182"/>
                </a:lnTo>
                <a:lnTo>
                  <a:pt x="634422" y="162916"/>
                </a:lnTo>
                <a:lnTo>
                  <a:pt x="628115" y="164609"/>
                </a:lnTo>
                <a:lnTo>
                  <a:pt x="621652" y="166262"/>
                </a:lnTo>
                <a:lnTo>
                  <a:pt x="615035" y="167873"/>
                </a:lnTo>
                <a:lnTo>
                  <a:pt x="609165" y="169233"/>
                </a:lnTo>
                <a:lnTo>
                  <a:pt x="8402" y="116887"/>
                </a:lnTo>
                <a:lnTo>
                  <a:pt x="7070" y="115238"/>
                </a:lnTo>
                <a:lnTo>
                  <a:pt x="5417" y="112911"/>
                </a:lnTo>
                <a:lnTo>
                  <a:pt x="3982" y="110575"/>
                </a:lnTo>
                <a:lnTo>
                  <a:pt x="2767" y="108230"/>
                </a:lnTo>
                <a:lnTo>
                  <a:pt x="1772" y="105877"/>
                </a:lnTo>
                <a:lnTo>
                  <a:pt x="997" y="103520"/>
                </a:lnTo>
                <a:lnTo>
                  <a:pt x="443" y="101157"/>
                </a:lnTo>
                <a:lnTo>
                  <a:pt x="111" y="98792"/>
                </a:lnTo>
                <a:lnTo>
                  <a:pt x="0" y="96426"/>
                </a:lnTo>
                <a:lnTo>
                  <a:pt x="111" y="94060"/>
                </a:lnTo>
                <a:lnTo>
                  <a:pt x="443" y="91695"/>
                </a:lnTo>
                <a:lnTo>
                  <a:pt x="997" y="89332"/>
                </a:lnTo>
                <a:lnTo>
                  <a:pt x="1772" y="86975"/>
                </a:lnTo>
                <a:lnTo>
                  <a:pt x="2767" y="84622"/>
                </a:lnTo>
                <a:lnTo>
                  <a:pt x="3982" y="82277"/>
                </a:lnTo>
                <a:lnTo>
                  <a:pt x="5417" y="79941"/>
                </a:lnTo>
                <a:lnTo>
                  <a:pt x="7070" y="77614"/>
                </a:lnTo>
                <a:lnTo>
                  <a:pt x="8940" y="75299"/>
                </a:lnTo>
                <a:lnTo>
                  <a:pt x="11027" y="72996"/>
                </a:lnTo>
                <a:lnTo>
                  <a:pt x="13328" y="70708"/>
                </a:lnTo>
                <a:lnTo>
                  <a:pt x="15843" y="68435"/>
                </a:lnTo>
                <a:lnTo>
                  <a:pt x="18571" y="66179"/>
                </a:lnTo>
                <a:lnTo>
                  <a:pt x="21508" y="63941"/>
                </a:lnTo>
                <a:lnTo>
                  <a:pt x="24655" y="61723"/>
                </a:lnTo>
                <a:lnTo>
                  <a:pt x="28008" y="59525"/>
                </a:lnTo>
                <a:lnTo>
                  <a:pt x="31566" y="57350"/>
                </a:lnTo>
                <a:lnTo>
                  <a:pt x="35326" y="55199"/>
                </a:lnTo>
                <a:lnTo>
                  <a:pt x="39287" y="53072"/>
                </a:lnTo>
                <a:lnTo>
                  <a:pt x="43446" y="50971"/>
                </a:lnTo>
                <a:lnTo>
                  <a:pt x="47800" y="48898"/>
                </a:lnTo>
                <a:lnTo>
                  <a:pt x="52348" y="46853"/>
                </a:lnTo>
                <a:lnTo>
                  <a:pt x="57085" y="44838"/>
                </a:lnTo>
                <a:lnTo>
                  <a:pt x="62009" y="42855"/>
                </a:lnTo>
                <a:lnTo>
                  <a:pt x="67118" y="40903"/>
                </a:lnTo>
                <a:lnTo>
                  <a:pt x="72408" y="38985"/>
                </a:lnTo>
                <a:lnTo>
                  <a:pt x="77876" y="37102"/>
                </a:lnTo>
                <a:lnTo>
                  <a:pt x="83519" y="35254"/>
                </a:lnTo>
                <a:lnTo>
                  <a:pt x="89333" y="33443"/>
                </a:lnTo>
                <a:lnTo>
                  <a:pt x="95315" y="31670"/>
                </a:lnTo>
                <a:lnTo>
                  <a:pt x="101461" y="29936"/>
                </a:lnTo>
                <a:lnTo>
                  <a:pt x="107767" y="28243"/>
                </a:lnTo>
                <a:lnTo>
                  <a:pt x="114231" y="26590"/>
                </a:lnTo>
                <a:lnTo>
                  <a:pt x="120847" y="24979"/>
                </a:lnTo>
                <a:lnTo>
                  <a:pt x="127612" y="23411"/>
                </a:lnTo>
                <a:lnTo>
                  <a:pt x="134522" y="21888"/>
                </a:lnTo>
                <a:lnTo>
                  <a:pt x="141572" y="20409"/>
                </a:lnTo>
                <a:lnTo>
                  <a:pt x="148759" y="18976"/>
                </a:lnTo>
                <a:lnTo>
                  <a:pt x="156078" y="17590"/>
                </a:lnTo>
                <a:lnTo>
                  <a:pt x="163524" y="16251"/>
                </a:lnTo>
                <a:lnTo>
                  <a:pt x="171094" y="14960"/>
                </a:lnTo>
                <a:lnTo>
                  <a:pt x="178782" y="13719"/>
                </a:lnTo>
                <a:lnTo>
                  <a:pt x="186584" y="12527"/>
                </a:lnTo>
                <a:lnTo>
                  <a:pt x="194495" y="11386"/>
                </a:lnTo>
                <a:lnTo>
                  <a:pt x="202511" y="10296"/>
                </a:lnTo>
                <a:lnTo>
                  <a:pt x="210626" y="9258"/>
                </a:lnTo>
                <a:lnTo>
                  <a:pt x="218836" y="8272"/>
                </a:lnTo>
                <a:lnTo>
                  <a:pt x="227136" y="7340"/>
                </a:lnTo>
                <a:lnTo>
                  <a:pt x="235521" y="6461"/>
                </a:lnTo>
                <a:lnTo>
                  <a:pt x="243986" y="5637"/>
                </a:lnTo>
                <a:lnTo>
                  <a:pt x="252525" y="4867"/>
                </a:lnTo>
                <a:lnTo>
                  <a:pt x="261133" y="4152"/>
                </a:lnTo>
                <a:lnTo>
                  <a:pt x="269807" y="3493"/>
                </a:lnTo>
                <a:lnTo>
                  <a:pt x="278539" y="2890"/>
                </a:lnTo>
                <a:lnTo>
                  <a:pt x="287325" y="2343"/>
                </a:lnTo>
                <a:lnTo>
                  <a:pt x="296159" y="1853"/>
                </a:lnTo>
                <a:lnTo>
                  <a:pt x="305037" y="1420"/>
                </a:lnTo>
                <a:lnTo>
                  <a:pt x="313953" y="1044"/>
                </a:lnTo>
                <a:lnTo>
                  <a:pt x="322901" y="725"/>
                </a:lnTo>
                <a:lnTo>
                  <a:pt x="331877" y="464"/>
                </a:lnTo>
                <a:lnTo>
                  <a:pt x="340874" y="261"/>
                </a:lnTo>
                <a:lnTo>
                  <a:pt x="349887" y="116"/>
                </a:lnTo>
                <a:lnTo>
                  <a:pt x="358911" y="29"/>
                </a:lnTo>
                <a:lnTo>
                  <a:pt x="367941" y="0"/>
                </a:lnTo>
                <a:lnTo>
                  <a:pt x="376971" y="29"/>
                </a:lnTo>
                <a:lnTo>
                  <a:pt x="385995" y="116"/>
                </a:lnTo>
                <a:lnTo>
                  <a:pt x="395009" y="261"/>
                </a:lnTo>
                <a:lnTo>
                  <a:pt x="404006" y="464"/>
                </a:lnTo>
                <a:lnTo>
                  <a:pt x="412981" y="725"/>
                </a:lnTo>
                <a:lnTo>
                  <a:pt x="421929" y="1044"/>
                </a:lnTo>
                <a:close/>
              </a:path>
            </a:pathLst>
          </a:custGeom>
          <a:solidFill xmlns:a="http://schemas.openxmlformats.org/drawingml/2006/main">
            <a:srgbClr val="D1E6F5"/>
          </a:solidFill>
          <a:ln xmlns:a="http://schemas.openxmlformats.org/drawingml/2006/main" w="0" cap="rnd">
            <a:noFill/>
            <a:round/>
          </a:ln>
        </p:spPr>
      </p:sp>
      <p:sp>
        <p:nvSpPr>
          <p:cNvPr id="388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595206CC-90F2-4A81-B1E2-78D6F828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966" y="4805922"/>
            <a:ext cx="610263" cy="154501"/>
          </a:xfrm>
          <a:custGeom xmlns:a="http://schemas.openxmlformats.org/drawingml/2006/main">
            <a:pathLst>
              <a:path w="610263" h="154501">
                <a:moveTo>
                  <a:pt x="406528" y="2569"/>
                </a:moveTo>
                <a:lnTo>
                  <a:pt x="408150" y="2681"/>
                </a:lnTo>
                <a:lnTo>
                  <a:pt x="610263" y="128573"/>
                </a:lnTo>
                <a:lnTo>
                  <a:pt x="607587" y="129777"/>
                </a:lnTo>
                <a:lnTo>
                  <a:pt x="603376" y="131568"/>
                </a:lnTo>
                <a:lnTo>
                  <a:pt x="598998" y="133331"/>
                </a:lnTo>
                <a:lnTo>
                  <a:pt x="594457" y="135066"/>
                </a:lnTo>
                <a:lnTo>
                  <a:pt x="589755" y="136771"/>
                </a:lnTo>
                <a:lnTo>
                  <a:pt x="584894" y="138445"/>
                </a:lnTo>
                <a:lnTo>
                  <a:pt x="579879" y="140087"/>
                </a:lnTo>
                <a:lnTo>
                  <a:pt x="574711" y="141697"/>
                </a:lnTo>
                <a:lnTo>
                  <a:pt x="569393" y="143273"/>
                </a:lnTo>
                <a:lnTo>
                  <a:pt x="563930" y="144814"/>
                </a:lnTo>
                <a:lnTo>
                  <a:pt x="558324" y="146320"/>
                </a:lnTo>
                <a:lnTo>
                  <a:pt x="552579" y="147789"/>
                </a:lnTo>
                <a:lnTo>
                  <a:pt x="546698" y="149220"/>
                </a:lnTo>
                <a:lnTo>
                  <a:pt x="540685" y="150614"/>
                </a:lnTo>
                <a:lnTo>
                  <a:pt x="534543" y="151968"/>
                </a:lnTo>
                <a:lnTo>
                  <a:pt x="528276" y="153283"/>
                </a:lnTo>
                <a:lnTo>
                  <a:pt x="522165" y="154501"/>
                </a:lnTo>
                <a:lnTo>
                  <a:pt x="13639" y="110192"/>
                </a:lnTo>
                <a:lnTo>
                  <a:pt x="11847" y="108572"/>
                </a:lnTo>
                <a:lnTo>
                  <a:pt x="9802" y="106538"/>
                </a:lnTo>
                <a:lnTo>
                  <a:pt x="7947" y="104492"/>
                </a:lnTo>
                <a:lnTo>
                  <a:pt x="6284" y="102434"/>
                </a:lnTo>
                <a:lnTo>
                  <a:pt x="4815" y="100365"/>
                </a:lnTo>
                <a:lnTo>
                  <a:pt x="3540" y="98289"/>
                </a:lnTo>
                <a:lnTo>
                  <a:pt x="2460" y="96204"/>
                </a:lnTo>
                <a:lnTo>
                  <a:pt x="1575" y="94113"/>
                </a:lnTo>
                <a:lnTo>
                  <a:pt x="886" y="92017"/>
                </a:lnTo>
                <a:lnTo>
                  <a:pt x="394" y="89918"/>
                </a:lnTo>
                <a:lnTo>
                  <a:pt x="99" y="87815"/>
                </a:lnTo>
                <a:lnTo>
                  <a:pt x="0" y="85712"/>
                </a:lnTo>
                <a:lnTo>
                  <a:pt x="99" y="83609"/>
                </a:lnTo>
                <a:lnTo>
                  <a:pt x="394" y="81506"/>
                </a:lnTo>
                <a:lnTo>
                  <a:pt x="886" y="79407"/>
                </a:lnTo>
                <a:lnTo>
                  <a:pt x="1575" y="77311"/>
                </a:lnTo>
                <a:lnTo>
                  <a:pt x="2460" y="75220"/>
                </a:lnTo>
                <a:lnTo>
                  <a:pt x="3540" y="73135"/>
                </a:lnTo>
                <a:lnTo>
                  <a:pt x="4815" y="71059"/>
                </a:lnTo>
                <a:lnTo>
                  <a:pt x="6284" y="68990"/>
                </a:lnTo>
                <a:lnTo>
                  <a:pt x="7947" y="66932"/>
                </a:lnTo>
                <a:lnTo>
                  <a:pt x="9802" y="64886"/>
                </a:lnTo>
                <a:lnTo>
                  <a:pt x="11847" y="62852"/>
                </a:lnTo>
                <a:lnTo>
                  <a:pt x="14083" y="60831"/>
                </a:lnTo>
                <a:lnTo>
                  <a:pt x="16507" y="58826"/>
                </a:lnTo>
                <a:lnTo>
                  <a:pt x="19119" y="56837"/>
                </a:lnTo>
                <a:lnTo>
                  <a:pt x="21915" y="54865"/>
                </a:lnTo>
                <a:lnTo>
                  <a:pt x="24896" y="52911"/>
                </a:lnTo>
                <a:lnTo>
                  <a:pt x="28058" y="50978"/>
                </a:lnTo>
                <a:lnTo>
                  <a:pt x="31401" y="49065"/>
                </a:lnTo>
                <a:lnTo>
                  <a:pt x="34922" y="47175"/>
                </a:lnTo>
                <a:lnTo>
                  <a:pt x="38619" y="45308"/>
                </a:lnTo>
                <a:lnTo>
                  <a:pt x="42489" y="43465"/>
                </a:lnTo>
                <a:lnTo>
                  <a:pt x="46531" y="41647"/>
                </a:lnTo>
                <a:lnTo>
                  <a:pt x="50742" y="39856"/>
                </a:lnTo>
                <a:lnTo>
                  <a:pt x="55119" y="38093"/>
                </a:lnTo>
                <a:lnTo>
                  <a:pt x="59660" y="36358"/>
                </a:lnTo>
                <a:lnTo>
                  <a:pt x="64363" y="34653"/>
                </a:lnTo>
                <a:lnTo>
                  <a:pt x="69223" y="32979"/>
                </a:lnTo>
                <a:lnTo>
                  <a:pt x="74239" y="31337"/>
                </a:lnTo>
                <a:lnTo>
                  <a:pt x="79407" y="29727"/>
                </a:lnTo>
                <a:lnTo>
                  <a:pt x="84724" y="28151"/>
                </a:lnTo>
                <a:lnTo>
                  <a:pt x="90187" y="26610"/>
                </a:lnTo>
                <a:lnTo>
                  <a:pt x="95793" y="25104"/>
                </a:lnTo>
                <a:lnTo>
                  <a:pt x="101539" y="23635"/>
                </a:lnTo>
                <a:lnTo>
                  <a:pt x="107420" y="22204"/>
                </a:lnTo>
                <a:lnTo>
                  <a:pt x="113433" y="20810"/>
                </a:lnTo>
                <a:lnTo>
                  <a:pt x="119575" y="19456"/>
                </a:lnTo>
                <a:lnTo>
                  <a:pt x="125842" y="18141"/>
                </a:lnTo>
                <a:lnTo>
                  <a:pt x="132230" y="16867"/>
                </a:lnTo>
                <a:lnTo>
                  <a:pt x="138736" y="15635"/>
                </a:lnTo>
                <a:lnTo>
                  <a:pt x="145355" y="14445"/>
                </a:lnTo>
                <a:lnTo>
                  <a:pt x="152083" y="13298"/>
                </a:lnTo>
                <a:lnTo>
                  <a:pt x="158917" y="12194"/>
                </a:lnTo>
                <a:lnTo>
                  <a:pt x="165852" y="11135"/>
                </a:lnTo>
                <a:lnTo>
                  <a:pt x="172884" y="10121"/>
                </a:lnTo>
                <a:lnTo>
                  <a:pt x="180009" y="9152"/>
                </a:lnTo>
                <a:lnTo>
                  <a:pt x="187223" y="8229"/>
                </a:lnTo>
                <a:lnTo>
                  <a:pt x="194521" y="7353"/>
                </a:lnTo>
                <a:lnTo>
                  <a:pt x="201899" y="6524"/>
                </a:lnTo>
                <a:lnTo>
                  <a:pt x="209352" y="5743"/>
                </a:lnTo>
                <a:lnTo>
                  <a:pt x="216876" y="5010"/>
                </a:lnTo>
                <a:lnTo>
                  <a:pt x="224466" y="4326"/>
                </a:lnTo>
                <a:lnTo>
                  <a:pt x="232119" y="3691"/>
                </a:lnTo>
                <a:lnTo>
                  <a:pt x="239828" y="3105"/>
                </a:lnTo>
                <a:lnTo>
                  <a:pt x="247590" y="2569"/>
                </a:lnTo>
                <a:lnTo>
                  <a:pt x="255400" y="2083"/>
                </a:lnTo>
                <a:lnTo>
                  <a:pt x="263253" y="1647"/>
                </a:lnTo>
                <a:lnTo>
                  <a:pt x="271144" y="1262"/>
                </a:lnTo>
                <a:lnTo>
                  <a:pt x="279069" y="928"/>
                </a:lnTo>
                <a:lnTo>
                  <a:pt x="287023" y="645"/>
                </a:lnTo>
                <a:lnTo>
                  <a:pt x="295001" y="413"/>
                </a:lnTo>
                <a:lnTo>
                  <a:pt x="302999" y="232"/>
                </a:lnTo>
                <a:lnTo>
                  <a:pt x="311011" y="103"/>
                </a:lnTo>
                <a:lnTo>
                  <a:pt x="319032" y="26"/>
                </a:lnTo>
                <a:lnTo>
                  <a:pt x="327059" y="0"/>
                </a:lnTo>
                <a:lnTo>
                  <a:pt x="335085" y="26"/>
                </a:lnTo>
                <a:lnTo>
                  <a:pt x="343107" y="103"/>
                </a:lnTo>
                <a:lnTo>
                  <a:pt x="351119" y="232"/>
                </a:lnTo>
                <a:lnTo>
                  <a:pt x="359116" y="413"/>
                </a:lnTo>
                <a:lnTo>
                  <a:pt x="367094" y="645"/>
                </a:lnTo>
                <a:lnTo>
                  <a:pt x="375048" y="928"/>
                </a:lnTo>
                <a:lnTo>
                  <a:pt x="382973" y="1262"/>
                </a:lnTo>
                <a:lnTo>
                  <a:pt x="390865" y="1647"/>
                </a:lnTo>
                <a:lnTo>
                  <a:pt x="398718" y="2083"/>
                </a:lnTo>
                <a:lnTo>
                  <a:pt x="406528" y="2569"/>
                </a:lnTo>
                <a:close/>
              </a:path>
            </a:pathLst>
          </a:custGeom>
          <a:solidFill xmlns:a="http://schemas.openxmlformats.org/drawingml/2006/main">
            <a:srgbClr val="BCD9ED"/>
          </a:solidFill>
          <a:ln xmlns:a="http://schemas.openxmlformats.org/drawingml/2006/main" w="0" cap="rnd">
            <a:noFill/>
            <a:round/>
          </a:ln>
        </p:spPr>
      </p:sp>
      <p:sp>
        <p:nvSpPr>
          <p:cNvPr id="389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E6D1A971-A002-427D-B0CB-BCFFB720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849" y="4816636"/>
            <a:ext cx="548589" cy="139504"/>
          </a:xfrm>
          <a:custGeom xmlns:a="http://schemas.openxmlformats.org/drawingml/2006/main">
            <a:pathLst>
              <a:path w="548589" h="139504">
                <a:moveTo>
                  <a:pt x="382586" y="4384"/>
                </a:moveTo>
                <a:lnTo>
                  <a:pt x="388059" y="4917"/>
                </a:lnTo>
                <a:lnTo>
                  <a:pt x="548589" y="104909"/>
                </a:lnTo>
                <a:lnTo>
                  <a:pt x="547802" y="105390"/>
                </a:lnTo>
                <a:lnTo>
                  <a:pt x="544877" y="107064"/>
                </a:lnTo>
                <a:lnTo>
                  <a:pt x="541796" y="108718"/>
                </a:lnTo>
                <a:lnTo>
                  <a:pt x="538562" y="110352"/>
                </a:lnTo>
                <a:lnTo>
                  <a:pt x="535175" y="111964"/>
                </a:lnTo>
                <a:lnTo>
                  <a:pt x="531638" y="113555"/>
                </a:lnTo>
                <a:lnTo>
                  <a:pt x="527954" y="115122"/>
                </a:lnTo>
                <a:lnTo>
                  <a:pt x="524124" y="116665"/>
                </a:lnTo>
                <a:lnTo>
                  <a:pt x="520150" y="118182"/>
                </a:lnTo>
                <a:lnTo>
                  <a:pt x="516036" y="119674"/>
                </a:lnTo>
                <a:lnTo>
                  <a:pt x="511783" y="121139"/>
                </a:lnTo>
                <a:lnTo>
                  <a:pt x="507394" y="122576"/>
                </a:lnTo>
                <a:lnTo>
                  <a:pt x="502872" y="123985"/>
                </a:lnTo>
                <a:lnTo>
                  <a:pt x="498219" y="125364"/>
                </a:lnTo>
                <a:lnTo>
                  <a:pt x="493439" y="126712"/>
                </a:lnTo>
                <a:lnTo>
                  <a:pt x="488534" y="128030"/>
                </a:lnTo>
                <a:lnTo>
                  <a:pt x="483507" y="129315"/>
                </a:lnTo>
                <a:lnTo>
                  <a:pt x="478361" y="130568"/>
                </a:lnTo>
                <a:lnTo>
                  <a:pt x="473099" y="131787"/>
                </a:lnTo>
                <a:lnTo>
                  <a:pt x="467725" y="132972"/>
                </a:lnTo>
                <a:lnTo>
                  <a:pt x="462241" y="134122"/>
                </a:lnTo>
                <a:lnTo>
                  <a:pt x="456652" y="135237"/>
                </a:lnTo>
                <a:lnTo>
                  <a:pt x="450959" y="136315"/>
                </a:lnTo>
                <a:lnTo>
                  <a:pt x="445168" y="137357"/>
                </a:lnTo>
                <a:lnTo>
                  <a:pt x="439280" y="138360"/>
                </a:lnTo>
                <a:lnTo>
                  <a:pt x="433301" y="139326"/>
                </a:lnTo>
                <a:lnTo>
                  <a:pt x="432132" y="139504"/>
                </a:lnTo>
                <a:lnTo>
                  <a:pt x="21881" y="103758"/>
                </a:lnTo>
                <a:lnTo>
                  <a:pt x="21784" y="103699"/>
                </a:lnTo>
                <a:lnTo>
                  <a:pt x="19176" y="101989"/>
                </a:lnTo>
                <a:lnTo>
                  <a:pt x="16729" y="100264"/>
                </a:lnTo>
                <a:lnTo>
                  <a:pt x="14444" y="98524"/>
                </a:lnTo>
                <a:lnTo>
                  <a:pt x="12323" y="96769"/>
                </a:lnTo>
                <a:lnTo>
                  <a:pt x="10366" y="95001"/>
                </a:lnTo>
                <a:lnTo>
                  <a:pt x="8576" y="93221"/>
                </a:lnTo>
                <a:lnTo>
                  <a:pt x="6953" y="91430"/>
                </a:lnTo>
                <a:lnTo>
                  <a:pt x="5499" y="89629"/>
                </a:lnTo>
                <a:lnTo>
                  <a:pt x="4213" y="87820"/>
                </a:lnTo>
                <a:lnTo>
                  <a:pt x="3097" y="86003"/>
                </a:lnTo>
                <a:lnTo>
                  <a:pt x="2152" y="84179"/>
                </a:lnTo>
                <a:lnTo>
                  <a:pt x="1378" y="82349"/>
                </a:lnTo>
                <a:lnTo>
                  <a:pt x="775" y="80515"/>
                </a:lnTo>
                <a:lnTo>
                  <a:pt x="345" y="78678"/>
                </a:lnTo>
                <a:lnTo>
                  <a:pt x="86" y="76839"/>
                </a:lnTo>
                <a:lnTo>
                  <a:pt x="0" y="74998"/>
                </a:lnTo>
                <a:lnTo>
                  <a:pt x="86" y="73157"/>
                </a:lnTo>
                <a:lnTo>
                  <a:pt x="345" y="71318"/>
                </a:lnTo>
                <a:lnTo>
                  <a:pt x="775" y="69481"/>
                </a:lnTo>
                <a:lnTo>
                  <a:pt x="1378" y="67647"/>
                </a:lnTo>
                <a:lnTo>
                  <a:pt x="2152" y="65817"/>
                </a:lnTo>
                <a:lnTo>
                  <a:pt x="3097" y="63994"/>
                </a:lnTo>
                <a:lnTo>
                  <a:pt x="4213" y="62176"/>
                </a:lnTo>
                <a:lnTo>
                  <a:pt x="5499" y="60367"/>
                </a:lnTo>
                <a:lnTo>
                  <a:pt x="6953" y="58566"/>
                </a:lnTo>
                <a:lnTo>
                  <a:pt x="8576" y="56775"/>
                </a:lnTo>
                <a:lnTo>
                  <a:pt x="10366" y="54995"/>
                </a:lnTo>
                <a:lnTo>
                  <a:pt x="12323" y="53227"/>
                </a:lnTo>
                <a:lnTo>
                  <a:pt x="14444" y="51473"/>
                </a:lnTo>
                <a:lnTo>
                  <a:pt x="16729" y="49732"/>
                </a:lnTo>
                <a:lnTo>
                  <a:pt x="19176" y="48007"/>
                </a:lnTo>
                <a:lnTo>
                  <a:pt x="21784" y="46298"/>
                </a:lnTo>
                <a:lnTo>
                  <a:pt x="24551" y="44606"/>
                </a:lnTo>
                <a:lnTo>
                  <a:pt x="27476" y="42932"/>
                </a:lnTo>
                <a:lnTo>
                  <a:pt x="30557" y="41278"/>
                </a:lnTo>
                <a:lnTo>
                  <a:pt x="33791" y="39644"/>
                </a:lnTo>
                <a:lnTo>
                  <a:pt x="37178" y="38032"/>
                </a:lnTo>
                <a:lnTo>
                  <a:pt x="40715" y="36441"/>
                </a:lnTo>
                <a:lnTo>
                  <a:pt x="44399" y="34874"/>
                </a:lnTo>
                <a:lnTo>
                  <a:pt x="48229" y="33331"/>
                </a:lnTo>
                <a:lnTo>
                  <a:pt x="52203" y="31814"/>
                </a:lnTo>
                <a:lnTo>
                  <a:pt x="56317" y="30322"/>
                </a:lnTo>
                <a:lnTo>
                  <a:pt x="60570" y="28857"/>
                </a:lnTo>
                <a:lnTo>
                  <a:pt x="64959" y="27420"/>
                </a:lnTo>
                <a:lnTo>
                  <a:pt x="69481" y="26011"/>
                </a:lnTo>
                <a:lnTo>
                  <a:pt x="74134" y="24632"/>
                </a:lnTo>
                <a:lnTo>
                  <a:pt x="78914" y="23284"/>
                </a:lnTo>
                <a:lnTo>
                  <a:pt x="83819" y="21966"/>
                </a:lnTo>
                <a:lnTo>
                  <a:pt x="88846" y="20681"/>
                </a:lnTo>
                <a:lnTo>
                  <a:pt x="93992" y="19428"/>
                </a:lnTo>
                <a:lnTo>
                  <a:pt x="99254" y="18209"/>
                </a:lnTo>
                <a:lnTo>
                  <a:pt x="104628" y="17024"/>
                </a:lnTo>
                <a:lnTo>
                  <a:pt x="110112" y="15874"/>
                </a:lnTo>
                <a:lnTo>
                  <a:pt x="115701" y="14759"/>
                </a:lnTo>
                <a:lnTo>
                  <a:pt x="121394" y="13681"/>
                </a:lnTo>
                <a:lnTo>
                  <a:pt x="127185" y="12639"/>
                </a:lnTo>
                <a:lnTo>
                  <a:pt x="133073" y="11636"/>
                </a:lnTo>
                <a:lnTo>
                  <a:pt x="139052" y="10670"/>
                </a:lnTo>
                <a:lnTo>
                  <a:pt x="145121" y="9743"/>
                </a:lnTo>
                <a:lnTo>
                  <a:pt x="151274" y="8856"/>
                </a:lnTo>
                <a:lnTo>
                  <a:pt x="157508" y="8008"/>
                </a:lnTo>
                <a:lnTo>
                  <a:pt x="163820" y="7201"/>
                </a:lnTo>
                <a:lnTo>
                  <a:pt x="170206" y="6434"/>
                </a:lnTo>
                <a:lnTo>
                  <a:pt x="176661" y="5709"/>
                </a:lnTo>
                <a:lnTo>
                  <a:pt x="183183" y="5025"/>
                </a:lnTo>
                <a:lnTo>
                  <a:pt x="189767" y="4384"/>
                </a:lnTo>
                <a:lnTo>
                  <a:pt x="196408" y="3785"/>
                </a:lnTo>
                <a:lnTo>
                  <a:pt x="203104" y="3229"/>
                </a:lnTo>
                <a:lnTo>
                  <a:pt x="209850" y="2717"/>
                </a:lnTo>
                <a:lnTo>
                  <a:pt x="216641" y="2248"/>
                </a:lnTo>
                <a:lnTo>
                  <a:pt x="223475" y="1822"/>
                </a:lnTo>
                <a:lnTo>
                  <a:pt x="230346" y="1441"/>
                </a:lnTo>
                <a:lnTo>
                  <a:pt x="237251" y="1104"/>
                </a:lnTo>
                <a:lnTo>
                  <a:pt x="244186" y="812"/>
                </a:lnTo>
                <a:lnTo>
                  <a:pt x="251145" y="564"/>
                </a:lnTo>
                <a:lnTo>
                  <a:pt x="258126" y="361"/>
                </a:lnTo>
                <a:lnTo>
                  <a:pt x="265124" y="203"/>
                </a:lnTo>
                <a:lnTo>
                  <a:pt x="272134" y="90"/>
                </a:lnTo>
                <a:lnTo>
                  <a:pt x="279153" y="23"/>
                </a:lnTo>
                <a:lnTo>
                  <a:pt x="286176" y="0"/>
                </a:lnTo>
                <a:lnTo>
                  <a:pt x="293200" y="23"/>
                </a:lnTo>
                <a:lnTo>
                  <a:pt x="300218" y="90"/>
                </a:lnTo>
                <a:lnTo>
                  <a:pt x="307229" y="203"/>
                </a:lnTo>
                <a:lnTo>
                  <a:pt x="314227" y="361"/>
                </a:lnTo>
                <a:lnTo>
                  <a:pt x="321208" y="564"/>
                </a:lnTo>
                <a:lnTo>
                  <a:pt x="328167" y="812"/>
                </a:lnTo>
                <a:lnTo>
                  <a:pt x="335102" y="1104"/>
                </a:lnTo>
                <a:lnTo>
                  <a:pt x="342007" y="1441"/>
                </a:lnTo>
                <a:lnTo>
                  <a:pt x="348878" y="1822"/>
                </a:lnTo>
                <a:lnTo>
                  <a:pt x="355712" y="2248"/>
                </a:lnTo>
                <a:lnTo>
                  <a:pt x="362503" y="2717"/>
                </a:lnTo>
                <a:lnTo>
                  <a:pt x="369249" y="3229"/>
                </a:lnTo>
                <a:lnTo>
                  <a:pt x="375945" y="3785"/>
                </a:lnTo>
                <a:lnTo>
                  <a:pt x="382586" y="4384"/>
                </a:lnTo>
                <a:close/>
              </a:path>
            </a:pathLst>
          </a:custGeom>
          <a:solidFill xmlns:a="http://schemas.openxmlformats.org/drawingml/2006/main">
            <a:srgbClr val="A1C8E1"/>
          </a:solidFill>
          <a:ln xmlns:a="http://schemas.openxmlformats.org/drawingml/2006/main" w="0" cap="rnd">
            <a:noFill/>
            <a:round/>
          </a:ln>
        </p:spPr>
      </p:sp>
      <p:sp>
        <p:nvSpPr>
          <p:cNvPr id="390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C690200A-C2C2-4B85-B0A3-244E2F7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731" y="4827350"/>
            <a:ext cx="483788" cy="123990"/>
          </a:xfrm>
          <a:custGeom xmlns:a="http://schemas.openxmlformats.org/drawingml/2006/main">
            <a:pathLst>
              <a:path w="483788" h="123990">
                <a:moveTo>
                  <a:pt x="366199" y="8351"/>
                </a:moveTo>
                <a:lnTo>
                  <a:pt x="371090" y="9098"/>
                </a:lnTo>
                <a:lnTo>
                  <a:pt x="483788" y="79296"/>
                </a:lnTo>
                <a:lnTo>
                  <a:pt x="483237" y="79904"/>
                </a:lnTo>
                <a:lnTo>
                  <a:pt x="481703" y="81429"/>
                </a:lnTo>
                <a:lnTo>
                  <a:pt x="480026" y="82945"/>
                </a:lnTo>
                <a:lnTo>
                  <a:pt x="478208" y="84449"/>
                </a:lnTo>
                <a:lnTo>
                  <a:pt x="476249" y="85941"/>
                </a:lnTo>
                <a:lnTo>
                  <a:pt x="474152" y="87420"/>
                </a:lnTo>
                <a:lnTo>
                  <a:pt x="471916" y="88884"/>
                </a:lnTo>
                <a:lnTo>
                  <a:pt x="469544" y="90335"/>
                </a:lnTo>
                <a:lnTo>
                  <a:pt x="467037" y="91769"/>
                </a:lnTo>
                <a:lnTo>
                  <a:pt x="464397" y="93187"/>
                </a:lnTo>
                <a:lnTo>
                  <a:pt x="461624" y="94587"/>
                </a:lnTo>
                <a:lnTo>
                  <a:pt x="458721" y="95969"/>
                </a:lnTo>
                <a:lnTo>
                  <a:pt x="455690" y="97333"/>
                </a:lnTo>
                <a:lnTo>
                  <a:pt x="452532" y="98676"/>
                </a:lnTo>
                <a:lnTo>
                  <a:pt x="449249" y="99998"/>
                </a:lnTo>
                <a:lnTo>
                  <a:pt x="445843" y="101299"/>
                </a:lnTo>
                <a:lnTo>
                  <a:pt x="442316" y="102578"/>
                </a:lnTo>
                <a:lnTo>
                  <a:pt x="438671" y="103834"/>
                </a:lnTo>
                <a:lnTo>
                  <a:pt x="434909" y="105065"/>
                </a:lnTo>
                <a:lnTo>
                  <a:pt x="431033" y="106273"/>
                </a:lnTo>
                <a:lnTo>
                  <a:pt x="427045" y="107455"/>
                </a:lnTo>
                <a:lnTo>
                  <a:pt x="422948" y="108610"/>
                </a:lnTo>
                <a:lnTo>
                  <a:pt x="418743" y="109740"/>
                </a:lnTo>
                <a:lnTo>
                  <a:pt x="414434" y="110842"/>
                </a:lnTo>
                <a:lnTo>
                  <a:pt x="410024" y="111915"/>
                </a:lnTo>
                <a:lnTo>
                  <a:pt x="405514" y="112960"/>
                </a:lnTo>
                <a:lnTo>
                  <a:pt x="400907" y="113976"/>
                </a:lnTo>
                <a:lnTo>
                  <a:pt x="396207" y="114962"/>
                </a:lnTo>
                <a:lnTo>
                  <a:pt x="391416" y="115917"/>
                </a:lnTo>
                <a:lnTo>
                  <a:pt x="386536" y="116842"/>
                </a:lnTo>
                <a:lnTo>
                  <a:pt x="381572" y="117734"/>
                </a:lnTo>
                <a:lnTo>
                  <a:pt x="376526" y="118595"/>
                </a:lnTo>
                <a:lnTo>
                  <a:pt x="371401" y="119422"/>
                </a:lnTo>
                <a:lnTo>
                  <a:pt x="366199" y="120217"/>
                </a:lnTo>
                <a:lnTo>
                  <a:pt x="360925" y="120977"/>
                </a:lnTo>
                <a:lnTo>
                  <a:pt x="355581" y="121704"/>
                </a:lnTo>
                <a:lnTo>
                  <a:pt x="350171" y="122396"/>
                </a:lnTo>
                <a:lnTo>
                  <a:pt x="344697" y="123053"/>
                </a:lnTo>
                <a:lnTo>
                  <a:pt x="339164" y="123675"/>
                </a:lnTo>
                <a:lnTo>
                  <a:pt x="336156" y="123990"/>
                </a:lnTo>
                <a:lnTo>
                  <a:pt x="36105" y="97846"/>
                </a:lnTo>
                <a:lnTo>
                  <a:pt x="34898" y="97333"/>
                </a:lnTo>
                <a:lnTo>
                  <a:pt x="31867" y="95969"/>
                </a:lnTo>
                <a:lnTo>
                  <a:pt x="28964" y="94587"/>
                </a:lnTo>
                <a:lnTo>
                  <a:pt x="26191" y="93187"/>
                </a:lnTo>
                <a:lnTo>
                  <a:pt x="23551" y="91769"/>
                </a:lnTo>
                <a:lnTo>
                  <a:pt x="21044" y="90335"/>
                </a:lnTo>
                <a:lnTo>
                  <a:pt x="18672" y="88884"/>
                </a:lnTo>
                <a:lnTo>
                  <a:pt x="16436" y="87420"/>
                </a:lnTo>
                <a:lnTo>
                  <a:pt x="14339" y="85941"/>
                </a:lnTo>
                <a:lnTo>
                  <a:pt x="12380" y="84449"/>
                </a:lnTo>
                <a:lnTo>
                  <a:pt x="10562" y="82945"/>
                </a:lnTo>
                <a:lnTo>
                  <a:pt x="8886" y="81429"/>
                </a:lnTo>
                <a:lnTo>
                  <a:pt x="7351" y="79904"/>
                </a:lnTo>
                <a:lnTo>
                  <a:pt x="5960" y="78369"/>
                </a:lnTo>
                <a:lnTo>
                  <a:pt x="4713" y="76825"/>
                </a:lnTo>
                <a:lnTo>
                  <a:pt x="3611" y="75274"/>
                </a:lnTo>
                <a:lnTo>
                  <a:pt x="2655" y="73716"/>
                </a:lnTo>
                <a:lnTo>
                  <a:pt x="1845" y="72153"/>
                </a:lnTo>
                <a:lnTo>
                  <a:pt x="1181" y="70585"/>
                </a:lnTo>
                <a:lnTo>
                  <a:pt x="665" y="69013"/>
                </a:lnTo>
                <a:lnTo>
                  <a:pt x="295" y="67438"/>
                </a:lnTo>
                <a:lnTo>
                  <a:pt x="74" y="65862"/>
                </a:lnTo>
                <a:lnTo>
                  <a:pt x="0" y="64284"/>
                </a:lnTo>
                <a:lnTo>
                  <a:pt x="74" y="62706"/>
                </a:lnTo>
                <a:lnTo>
                  <a:pt x="295" y="61130"/>
                </a:lnTo>
                <a:lnTo>
                  <a:pt x="665" y="59555"/>
                </a:lnTo>
                <a:lnTo>
                  <a:pt x="1181" y="57983"/>
                </a:lnTo>
                <a:lnTo>
                  <a:pt x="1845" y="56415"/>
                </a:lnTo>
                <a:lnTo>
                  <a:pt x="2655" y="54852"/>
                </a:lnTo>
                <a:lnTo>
                  <a:pt x="3611" y="53294"/>
                </a:lnTo>
                <a:lnTo>
                  <a:pt x="4713" y="51743"/>
                </a:lnTo>
                <a:lnTo>
                  <a:pt x="5960" y="50199"/>
                </a:lnTo>
                <a:lnTo>
                  <a:pt x="7351" y="48664"/>
                </a:lnTo>
                <a:lnTo>
                  <a:pt x="8886" y="47139"/>
                </a:lnTo>
                <a:lnTo>
                  <a:pt x="10562" y="45623"/>
                </a:lnTo>
                <a:lnTo>
                  <a:pt x="12380" y="44119"/>
                </a:lnTo>
                <a:lnTo>
                  <a:pt x="14339" y="42627"/>
                </a:lnTo>
                <a:lnTo>
                  <a:pt x="16436" y="41149"/>
                </a:lnTo>
                <a:lnTo>
                  <a:pt x="18672" y="39684"/>
                </a:lnTo>
                <a:lnTo>
                  <a:pt x="21044" y="38233"/>
                </a:lnTo>
                <a:lnTo>
                  <a:pt x="23551" y="36799"/>
                </a:lnTo>
                <a:lnTo>
                  <a:pt x="26191" y="35381"/>
                </a:lnTo>
                <a:lnTo>
                  <a:pt x="28964" y="33981"/>
                </a:lnTo>
                <a:lnTo>
                  <a:pt x="31867" y="32599"/>
                </a:lnTo>
                <a:lnTo>
                  <a:pt x="34898" y="31235"/>
                </a:lnTo>
                <a:lnTo>
                  <a:pt x="38057" y="29892"/>
                </a:lnTo>
                <a:lnTo>
                  <a:pt x="41340" y="28570"/>
                </a:lnTo>
                <a:lnTo>
                  <a:pt x="44745" y="27269"/>
                </a:lnTo>
                <a:lnTo>
                  <a:pt x="48272" y="25990"/>
                </a:lnTo>
                <a:lnTo>
                  <a:pt x="51917" y="24734"/>
                </a:lnTo>
                <a:lnTo>
                  <a:pt x="55679" y="23503"/>
                </a:lnTo>
                <a:lnTo>
                  <a:pt x="59555" y="22295"/>
                </a:lnTo>
                <a:lnTo>
                  <a:pt x="63543" y="21114"/>
                </a:lnTo>
                <a:lnTo>
                  <a:pt x="67641" y="19958"/>
                </a:lnTo>
                <a:lnTo>
                  <a:pt x="71845" y="18828"/>
                </a:lnTo>
                <a:lnTo>
                  <a:pt x="76154" y="17727"/>
                </a:lnTo>
                <a:lnTo>
                  <a:pt x="80565" y="16653"/>
                </a:lnTo>
                <a:lnTo>
                  <a:pt x="85075" y="15608"/>
                </a:lnTo>
                <a:lnTo>
                  <a:pt x="89681" y="14592"/>
                </a:lnTo>
                <a:lnTo>
                  <a:pt x="94381" y="13606"/>
                </a:lnTo>
                <a:lnTo>
                  <a:pt x="99173" y="12651"/>
                </a:lnTo>
                <a:lnTo>
                  <a:pt x="104052" y="11726"/>
                </a:lnTo>
                <a:lnTo>
                  <a:pt x="109016" y="10834"/>
                </a:lnTo>
                <a:lnTo>
                  <a:pt x="114062" y="9973"/>
                </a:lnTo>
                <a:lnTo>
                  <a:pt x="119188" y="9146"/>
                </a:lnTo>
                <a:lnTo>
                  <a:pt x="124389" y="8351"/>
                </a:lnTo>
                <a:lnTo>
                  <a:pt x="129663" y="7591"/>
                </a:lnTo>
                <a:lnTo>
                  <a:pt x="135007" y="6864"/>
                </a:lnTo>
                <a:lnTo>
                  <a:pt x="140417" y="6172"/>
                </a:lnTo>
                <a:lnTo>
                  <a:pt x="145891" y="5515"/>
                </a:lnTo>
                <a:lnTo>
                  <a:pt x="151424" y="4893"/>
                </a:lnTo>
                <a:lnTo>
                  <a:pt x="157014" y="4307"/>
                </a:lnTo>
                <a:lnTo>
                  <a:pt x="162657" y="3758"/>
                </a:lnTo>
                <a:lnTo>
                  <a:pt x="168350" y="3245"/>
                </a:lnTo>
                <a:lnTo>
                  <a:pt x="174089" y="2768"/>
                </a:lnTo>
                <a:lnTo>
                  <a:pt x="179871" y="2329"/>
                </a:lnTo>
                <a:lnTo>
                  <a:pt x="185693" y="1927"/>
                </a:lnTo>
                <a:lnTo>
                  <a:pt x="191550" y="1562"/>
                </a:lnTo>
                <a:lnTo>
                  <a:pt x="197440" y="1235"/>
                </a:lnTo>
                <a:lnTo>
                  <a:pt x="203358" y="946"/>
                </a:lnTo>
                <a:lnTo>
                  <a:pt x="209302" y="696"/>
                </a:lnTo>
                <a:lnTo>
                  <a:pt x="215268" y="483"/>
                </a:lnTo>
                <a:lnTo>
                  <a:pt x="221251" y="310"/>
                </a:lnTo>
                <a:lnTo>
                  <a:pt x="227249" y="174"/>
                </a:lnTo>
                <a:lnTo>
                  <a:pt x="233258" y="77"/>
                </a:lnTo>
                <a:lnTo>
                  <a:pt x="239274" y="19"/>
                </a:lnTo>
                <a:lnTo>
                  <a:pt x="245294" y="0"/>
                </a:lnTo>
                <a:lnTo>
                  <a:pt x="251314" y="19"/>
                </a:lnTo>
                <a:lnTo>
                  <a:pt x="257330" y="77"/>
                </a:lnTo>
                <a:lnTo>
                  <a:pt x="263339" y="174"/>
                </a:lnTo>
                <a:lnTo>
                  <a:pt x="269337" y="310"/>
                </a:lnTo>
                <a:lnTo>
                  <a:pt x="275321" y="483"/>
                </a:lnTo>
                <a:lnTo>
                  <a:pt x="281286" y="696"/>
                </a:lnTo>
                <a:lnTo>
                  <a:pt x="287230" y="946"/>
                </a:lnTo>
                <a:lnTo>
                  <a:pt x="293149" y="1235"/>
                </a:lnTo>
                <a:lnTo>
                  <a:pt x="299038" y="1562"/>
                </a:lnTo>
                <a:lnTo>
                  <a:pt x="304896" y="1927"/>
                </a:lnTo>
                <a:lnTo>
                  <a:pt x="310717" y="2329"/>
                </a:lnTo>
                <a:lnTo>
                  <a:pt x="316499" y="2768"/>
                </a:lnTo>
                <a:lnTo>
                  <a:pt x="322238" y="3245"/>
                </a:lnTo>
                <a:lnTo>
                  <a:pt x="327931" y="3758"/>
                </a:lnTo>
                <a:lnTo>
                  <a:pt x="333574" y="4307"/>
                </a:lnTo>
                <a:lnTo>
                  <a:pt x="339164" y="4893"/>
                </a:lnTo>
                <a:lnTo>
                  <a:pt x="344697" y="5515"/>
                </a:lnTo>
                <a:lnTo>
                  <a:pt x="350171" y="6172"/>
                </a:lnTo>
                <a:lnTo>
                  <a:pt x="355581" y="6864"/>
                </a:lnTo>
                <a:lnTo>
                  <a:pt x="360925" y="7591"/>
                </a:lnTo>
                <a:lnTo>
                  <a:pt x="366199" y="8351"/>
                </a:lnTo>
                <a:close/>
              </a:path>
            </a:pathLst>
          </a:custGeom>
          <a:solidFill xmlns:a="http://schemas.openxmlformats.org/drawingml/2006/main">
            <a:srgbClr val="7CB4D5"/>
          </a:solidFill>
          <a:ln xmlns:a="http://schemas.openxmlformats.org/drawingml/2006/main" w="0" cap="rnd">
            <a:noFill/>
            <a:round/>
          </a:ln>
        </p:spPr>
      </p:sp>
      <p:sp>
        <p:nvSpPr>
          <p:cNvPr id="391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FF762968-00E1-4292-A065-E154504D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613" y="4838064"/>
            <a:ext cx="408824" cy="106928"/>
          </a:xfrm>
          <a:custGeom xmlns:a="http://schemas.openxmlformats.org/drawingml/2006/main">
            <a:pathLst>
              <a:path w="408824" h="106928">
                <a:moveTo>
                  <a:pt x="408762" y="52255"/>
                </a:moveTo>
                <a:lnTo>
                  <a:pt x="408824" y="53570"/>
                </a:lnTo>
                <a:lnTo>
                  <a:pt x="408762" y="54885"/>
                </a:lnTo>
                <a:lnTo>
                  <a:pt x="408577" y="56199"/>
                </a:lnTo>
                <a:lnTo>
                  <a:pt x="408270" y="57511"/>
                </a:lnTo>
                <a:lnTo>
                  <a:pt x="407839" y="58821"/>
                </a:lnTo>
                <a:lnTo>
                  <a:pt x="407286" y="60128"/>
                </a:lnTo>
                <a:lnTo>
                  <a:pt x="406611" y="61430"/>
                </a:lnTo>
                <a:lnTo>
                  <a:pt x="405814" y="62728"/>
                </a:lnTo>
                <a:lnTo>
                  <a:pt x="404896" y="64021"/>
                </a:lnTo>
                <a:lnTo>
                  <a:pt x="403857" y="65307"/>
                </a:lnTo>
                <a:lnTo>
                  <a:pt x="402698" y="66586"/>
                </a:lnTo>
                <a:lnTo>
                  <a:pt x="401419" y="67858"/>
                </a:lnTo>
                <a:lnTo>
                  <a:pt x="400022" y="69121"/>
                </a:lnTo>
                <a:lnTo>
                  <a:pt x="398507" y="70374"/>
                </a:lnTo>
                <a:lnTo>
                  <a:pt x="396874" y="71617"/>
                </a:lnTo>
                <a:lnTo>
                  <a:pt x="395126" y="72850"/>
                </a:lnTo>
                <a:lnTo>
                  <a:pt x="393264" y="74070"/>
                </a:lnTo>
                <a:lnTo>
                  <a:pt x="391287" y="75279"/>
                </a:lnTo>
                <a:lnTo>
                  <a:pt x="389198" y="76474"/>
                </a:lnTo>
                <a:lnTo>
                  <a:pt x="386997" y="77656"/>
                </a:lnTo>
                <a:lnTo>
                  <a:pt x="384687" y="78823"/>
                </a:lnTo>
                <a:lnTo>
                  <a:pt x="382268" y="79975"/>
                </a:lnTo>
                <a:lnTo>
                  <a:pt x="379742" y="81110"/>
                </a:lnTo>
                <a:lnTo>
                  <a:pt x="377110" y="82230"/>
                </a:lnTo>
                <a:lnTo>
                  <a:pt x="374374" y="83332"/>
                </a:lnTo>
                <a:lnTo>
                  <a:pt x="371536" y="84416"/>
                </a:lnTo>
                <a:lnTo>
                  <a:pt x="368597" y="85482"/>
                </a:lnTo>
                <a:lnTo>
                  <a:pt x="365559" y="86528"/>
                </a:lnTo>
                <a:lnTo>
                  <a:pt x="362424" y="87554"/>
                </a:lnTo>
                <a:lnTo>
                  <a:pt x="359194" y="88560"/>
                </a:lnTo>
                <a:lnTo>
                  <a:pt x="355871" y="89545"/>
                </a:lnTo>
                <a:lnTo>
                  <a:pt x="352456" y="90509"/>
                </a:lnTo>
                <a:lnTo>
                  <a:pt x="348953" y="91450"/>
                </a:lnTo>
                <a:lnTo>
                  <a:pt x="345362" y="92368"/>
                </a:lnTo>
                <a:lnTo>
                  <a:pt x="341686" y="93263"/>
                </a:lnTo>
                <a:lnTo>
                  <a:pt x="337928" y="94134"/>
                </a:lnTo>
                <a:lnTo>
                  <a:pt x="334089" y="94980"/>
                </a:lnTo>
                <a:lnTo>
                  <a:pt x="330172" y="95802"/>
                </a:lnTo>
                <a:lnTo>
                  <a:pt x="326180" y="96598"/>
                </a:lnTo>
                <a:lnTo>
                  <a:pt x="322114" y="97368"/>
                </a:lnTo>
                <a:lnTo>
                  <a:pt x="317977" y="98112"/>
                </a:lnTo>
                <a:lnTo>
                  <a:pt x="313772" y="98829"/>
                </a:lnTo>
                <a:lnTo>
                  <a:pt x="309500" y="99519"/>
                </a:lnTo>
                <a:lnTo>
                  <a:pt x="305166" y="100181"/>
                </a:lnTo>
                <a:lnTo>
                  <a:pt x="300771" y="100815"/>
                </a:lnTo>
                <a:lnTo>
                  <a:pt x="296318" y="101420"/>
                </a:lnTo>
                <a:lnTo>
                  <a:pt x="291809" y="101997"/>
                </a:lnTo>
                <a:lnTo>
                  <a:pt x="287248" y="102544"/>
                </a:lnTo>
                <a:lnTo>
                  <a:pt x="282637" y="103062"/>
                </a:lnTo>
                <a:lnTo>
                  <a:pt x="277979" y="103550"/>
                </a:lnTo>
                <a:lnTo>
                  <a:pt x="273276" y="104009"/>
                </a:lnTo>
                <a:lnTo>
                  <a:pt x="268532" y="104436"/>
                </a:lnTo>
                <a:lnTo>
                  <a:pt x="263749" y="104833"/>
                </a:lnTo>
                <a:lnTo>
                  <a:pt x="258931" y="105199"/>
                </a:lnTo>
                <a:lnTo>
                  <a:pt x="254080" y="105535"/>
                </a:lnTo>
                <a:lnTo>
                  <a:pt x="249199" y="105838"/>
                </a:lnTo>
                <a:lnTo>
                  <a:pt x="244291" y="106111"/>
                </a:lnTo>
                <a:lnTo>
                  <a:pt x="239358" y="106351"/>
                </a:lnTo>
                <a:lnTo>
                  <a:pt x="234405" y="106560"/>
                </a:lnTo>
                <a:lnTo>
                  <a:pt x="229434" y="106737"/>
                </a:lnTo>
                <a:lnTo>
                  <a:pt x="224448" y="106882"/>
                </a:lnTo>
                <a:lnTo>
                  <a:pt x="222418" y="106928"/>
                </a:lnTo>
                <a:lnTo>
                  <a:pt x="68071" y="93479"/>
                </a:lnTo>
                <a:lnTo>
                  <a:pt x="67137" y="93263"/>
                </a:lnTo>
                <a:lnTo>
                  <a:pt x="63462" y="92368"/>
                </a:lnTo>
                <a:lnTo>
                  <a:pt x="59871" y="91450"/>
                </a:lnTo>
                <a:lnTo>
                  <a:pt x="56367" y="90509"/>
                </a:lnTo>
                <a:lnTo>
                  <a:pt x="52953" y="89545"/>
                </a:lnTo>
                <a:lnTo>
                  <a:pt x="49629" y="88560"/>
                </a:lnTo>
                <a:lnTo>
                  <a:pt x="46399" y="87554"/>
                </a:lnTo>
                <a:lnTo>
                  <a:pt x="43264" y="86528"/>
                </a:lnTo>
                <a:lnTo>
                  <a:pt x="40227" y="85482"/>
                </a:lnTo>
                <a:lnTo>
                  <a:pt x="37288" y="84416"/>
                </a:lnTo>
                <a:lnTo>
                  <a:pt x="34450" y="83332"/>
                </a:lnTo>
                <a:lnTo>
                  <a:pt x="31714" y="82230"/>
                </a:lnTo>
                <a:lnTo>
                  <a:pt x="29082" y="81110"/>
                </a:lnTo>
                <a:lnTo>
                  <a:pt x="26556" y="79975"/>
                </a:lnTo>
                <a:lnTo>
                  <a:pt x="24137" y="78823"/>
                </a:lnTo>
                <a:lnTo>
                  <a:pt x="21826" y="77656"/>
                </a:lnTo>
                <a:lnTo>
                  <a:pt x="19626" y="76474"/>
                </a:lnTo>
                <a:lnTo>
                  <a:pt x="17537" y="75279"/>
                </a:lnTo>
                <a:lnTo>
                  <a:pt x="15560" y="74070"/>
                </a:lnTo>
                <a:lnTo>
                  <a:pt x="13697" y="72850"/>
                </a:lnTo>
                <a:lnTo>
                  <a:pt x="11949" y="71617"/>
                </a:lnTo>
                <a:lnTo>
                  <a:pt x="10317" y="70374"/>
                </a:lnTo>
                <a:lnTo>
                  <a:pt x="8802" y="69121"/>
                </a:lnTo>
                <a:lnTo>
                  <a:pt x="7405" y="67858"/>
                </a:lnTo>
                <a:lnTo>
                  <a:pt x="6126" y="66586"/>
                </a:lnTo>
                <a:lnTo>
                  <a:pt x="4967" y="65307"/>
                </a:lnTo>
                <a:lnTo>
                  <a:pt x="3928" y="64021"/>
                </a:lnTo>
                <a:lnTo>
                  <a:pt x="3009" y="62728"/>
                </a:lnTo>
                <a:lnTo>
                  <a:pt x="2212" y="61430"/>
                </a:lnTo>
                <a:lnTo>
                  <a:pt x="1537" y="60128"/>
                </a:lnTo>
                <a:lnTo>
                  <a:pt x="984" y="58821"/>
                </a:lnTo>
                <a:lnTo>
                  <a:pt x="554" y="57511"/>
                </a:lnTo>
                <a:lnTo>
                  <a:pt x="246" y="56199"/>
                </a:lnTo>
                <a:lnTo>
                  <a:pt x="62" y="54885"/>
                </a:lnTo>
                <a:lnTo>
                  <a:pt x="0" y="53570"/>
                </a:lnTo>
                <a:lnTo>
                  <a:pt x="62" y="52255"/>
                </a:lnTo>
                <a:lnTo>
                  <a:pt x="246" y="50941"/>
                </a:lnTo>
                <a:lnTo>
                  <a:pt x="554" y="49629"/>
                </a:lnTo>
                <a:lnTo>
                  <a:pt x="984" y="48319"/>
                </a:lnTo>
                <a:lnTo>
                  <a:pt x="1537" y="47012"/>
                </a:lnTo>
                <a:lnTo>
                  <a:pt x="2212" y="45710"/>
                </a:lnTo>
                <a:lnTo>
                  <a:pt x="3009" y="44412"/>
                </a:lnTo>
                <a:lnTo>
                  <a:pt x="3928" y="43119"/>
                </a:lnTo>
                <a:lnTo>
                  <a:pt x="4967" y="41833"/>
                </a:lnTo>
                <a:lnTo>
                  <a:pt x="6126" y="40554"/>
                </a:lnTo>
                <a:lnTo>
                  <a:pt x="7405" y="39282"/>
                </a:lnTo>
                <a:lnTo>
                  <a:pt x="8802" y="38019"/>
                </a:lnTo>
                <a:lnTo>
                  <a:pt x="10317" y="36766"/>
                </a:lnTo>
                <a:lnTo>
                  <a:pt x="11949" y="35523"/>
                </a:lnTo>
                <a:lnTo>
                  <a:pt x="13697" y="34290"/>
                </a:lnTo>
                <a:lnTo>
                  <a:pt x="15560" y="33070"/>
                </a:lnTo>
                <a:lnTo>
                  <a:pt x="17537" y="31861"/>
                </a:lnTo>
                <a:lnTo>
                  <a:pt x="19626" y="30666"/>
                </a:lnTo>
                <a:lnTo>
                  <a:pt x="21826" y="29484"/>
                </a:lnTo>
                <a:lnTo>
                  <a:pt x="24137" y="28317"/>
                </a:lnTo>
                <a:lnTo>
                  <a:pt x="26556" y="27165"/>
                </a:lnTo>
                <a:lnTo>
                  <a:pt x="29082" y="26030"/>
                </a:lnTo>
                <a:lnTo>
                  <a:pt x="31714" y="24910"/>
                </a:lnTo>
                <a:lnTo>
                  <a:pt x="34450" y="23808"/>
                </a:lnTo>
                <a:lnTo>
                  <a:pt x="37288" y="22724"/>
                </a:lnTo>
                <a:lnTo>
                  <a:pt x="40227" y="21658"/>
                </a:lnTo>
                <a:lnTo>
                  <a:pt x="43264" y="20612"/>
                </a:lnTo>
                <a:lnTo>
                  <a:pt x="46399" y="19586"/>
                </a:lnTo>
                <a:lnTo>
                  <a:pt x="49629" y="18580"/>
                </a:lnTo>
                <a:lnTo>
                  <a:pt x="52953" y="17595"/>
                </a:lnTo>
                <a:lnTo>
                  <a:pt x="56367" y="16631"/>
                </a:lnTo>
                <a:lnTo>
                  <a:pt x="59871" y="15690"/>
                </a:lnTo>
                <a:lnTo>
                  <a:pt x="63462" y="14772"/>
                </a:lnTo>
                <a:lnTo>
                  <a:pt x="67137" y="13877"/>
                </a:lnTo>
                <a:lnTo>
                  <a:pt x="70896" y="13006"/>
                </a:lnTo>
                <a:lnTo>
                  <a:pt x="74734" y="12160"/>
                </a:lnTo>
                <a:lnTo>
                  <a:pt x="78651" y="11338"/>
                </a:lnTo>
                <a:lnTo>
                  <a:pt x="82644" y="10542"/>
                </a:lnTo>
                <a:lnTo>
                  <a:pt x="86710" y="9772"/>
                </a:lnTo>
                <a:lnTo>
                  <a:pt x="90847" y="9028"/>
                </a:lnTo>
                <a:lnTo>
                  <a:pt x="95052" y="8311"/>
                </a:lnTo>
                <a:lnTo>
                  <a:pt x="99323" y="7621"/>
                </a:lnTo>
                <a:lnTo>
                  <a:pt x="103658" y="6959"/>
                </a:lnTo>
                <a:lnTo>
                  <a:pt x="108053" y="6325"/>
                </a:lnTo>
                <a:lnTo>
                  <a:pt x="112506" y="5720"/>
                </a:lnTo>
                <a:lnTo>
                  <a:pt x="117014" y="5143"/>
                </a:lnTo>
                <a:lnTo>
                  <a:pt x="121576" y="4596"/>
                </a:lnTo>
                <a:lnTo>
                  <a:pt x="126187" y="4078"/>
                </a:lnTo>
                <a:lnTo>
                  <a:pt x="130845" y="3590"/>
                </a:lnTo>
                <a:lnTo>
                  <a:pt x="135548" y="3131"/>
                </a:lnTo>
                <a:lnTo>
                  <a:pt x="140292" y="2704"/>
                </a:lnTo>
                <a:lnTo>
                  <a:pt x="145074" y="2307"/>
                </a:lnTo>
                <a:lnTo>
                  <a:pt x="149893" y="1941"/>
                </a:lnTo>
                <a:lnTo>
                  <a:pt x="154744" y="1605"/>
                </a:lnTo>
                <a:lnTo>
                  <a:pt x="159625" y="1302"/>
                </a:lnTo>
                <a:lnTo>
                  <a:pt x="164533" y="1029"/>
                </a:lnTo>
                <a:lnTo>
                  <a:pt x="169465" y="789"/>
                </a:lnTo>
                <a:lnTo>
                  <a:pt x="174418" y="580"/>
                </a:lnTo>
                <a:lnTo>
                  <a:pt x="179390" y="403"/>
                </a:lnTo>
                <a:lnTo>
                  <a:pt x="184376" y="258"/>
                </a:lnTo>
                <a:lnTo>
                  <a:pt x="189374" y="145"/>
                </a:lnTo>
                <a:lnTo>
                  <a:pt x="194382" y="65"/>
                </a:lnTo>
                <a:lnTo>
                  <a:pt x="199395" y="16"/>
                </a:lnTo>
                <a:lnTo>
                  <a:pt x="204412" y="0"/>
                </a:lnTo>
                <a:lnTo>
                  <a:pt x="209428" y="16"/>
                </a:lnTo>
                <a:lnTo>
                  <a:pt x="214442" y="65"/>
                </a:lnTo>
                <a:lnTo>
                  <a:pt x="219449" y="145"/>
                </a:lnTo>
                <a:lnTo>
                  <a:pt x="224448" y="258"/>
                </a:lnTo>
                <a:lnTo>
                  <a:pt x="229434" y="403"/>
                </a:lnTo>
                <a:lnTo>
                  <a:pt x="234405" y="580"/>
                </a:lnTo>
                <a:lnTo>
                  <a:pt x="239358" y="789"/>
                </a:lnTo>
                <a:lnTo>
                  <a:pt x="244291" y="1029"/>
                </a:lnTo>
                <a:lnTo>
                  <a:pt x="249199" y="1302"/>
                </a:lnTo>
                <a:lnTo>
                  <a:pt x="254080" y="1605"/>
                </a:lnTo>
                <a:lnTo>
                  <a:pt x="258931" y="1941"/>
                </a:lnTo>
                <a:lnTo>
                  <a:pt x="263749" y="2307"/>
                </a:lnTo>
                <a:lnTo>
                  <a:pt x="268532" y="2704"/>
                </a:lnTo>
                <a:lnTo>
                  <a:pt x="273276" y="3131"/>
                </a:lnTo>
                <a:lnTo>
                  <a:pt x="277979" y="3590"/>
                </a:lnTo>
                <a:lnTo>
                  <a:pt x="282637" y="4078"/>
                </a:lnTo>
                <a:lnTo>
                  <a:pt x="287248" y="4596"/>
                </a:lnTo>
                <a:lnTo>
                  <a:pt x="291809" y="5143"/>
                </a:lnTo>
                <a:lnTo>
                  <a:pt x="296318" y="5720"/>
                </a:lnTo>
                <a:lnTo>
                  <a:pt x="300771" y="6325"/>
                </a:lnTo>
                <a:lnTo>
                  <a:pt x="305166" y="6959"/>
                </a:lnTo>
                <a:lnTo>
                  <a:pt x="309500" y="7621"/>
                </a:lnTo>
                <a:lnTo>
                  <a:pt x="313772" y="8311"/>
                </a:lnTo>
                <a:lnTo>
                  <a:pt x="317977" y="9028"/>
                </a:lnTo>
                <a:lnTo>
                  <a:pt x="322114" y="9772"/>
                </a:lnTo>
                <a:lnTo>
                  <a:pt x="326180" y="10542"/>
                </a:lnTo>
                <a:lnTo>
                  <a:pt x="330172" y="11338"/>
                </a:lnTo>
                <a:lnTo>
                  <a:pt x="334089" y="12160"/>
                </a:lnTo>
                <a:lnTo>
                  <a:pt x="337928" y="13006"/>
                </a:lnTo>
                <a:lnTo>
                  <a:pt x="341686" y="13877"/>
                </a:lnTo>
                <a:lnTo>
                  <a:pt x="345362" y="14772"/>
                </a:lnTo>
                <a:lnTo>
                  <a:pt x="348953" y="15690"/>
                </a:lnTo>
                <a:lnTo>
                  <a:pt x="352456" y="16631"/>
                </a:lnTo>
                <a:lnTo>
                  <a:pt x="355871" y="17595"/>
                </a:lnTo>
                <a:lnTo>
                  <a:pt x="359194" y="18580"/>
                </a:lnTo>
                <a:lnTo>
                  <a:pt x="362424" y="19586"/>
                </a:lnTo>
                <a:lnTo>
                  <a:pt x="365559" y="20612"/>
                </a:lnTo>
                <a:lnTo>
                  <a:pt x="366306" y="20869"/>
                </a:lnTo>
                <a:lnTo>
                  <a:pt x="406814" y="46101"/>
                </a:lnTo>
                <a:lnTo>
                  <a:pt x="407286" y="47012"/>
                </a:lnTo>
                <a:lnTo>
                  <a:pt x="407839" y="48319"/>
                </a:lnTo>
                <a:lnTo>
                  <a:pt x="408270" y="49629"/>
                </a:lnTo>
                <a:lnTo>
                  <a:pt x="408577" y="50941"/>
                </a:lnTo>
                <a:lnTo>
                  <a:pt x="408762" y="52255"/>
                </a:lnTo>
                <a:close/>
              </a:path>
            </a:pathLst>
          </a:custGeom>
          <a:solidFill xmlns:a="http://schemas.openxmlformats.org/drawingml/2006/main">
            <a:srgbClr val="559CC6"/>
          </a:solidFill>
          <a:ln xmlns:a="http://schemas.openxmlformats.org/drawingml/2006/main" w="0" cap="rnd">
            <a:noFill/>
            <a:round/>
          </a:ln>
        </p:spPr>
      </p:sp>
      <p:sp>
        <p:nvSpPr>
          <p:cNvPr id="392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2CE313F8-05DB-41CF-A8F9-4443E9E1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496" y="4848778"/>
            <a:ext cx="327059" cy="85712"/>
          </a:xfrm>
          <a:custGeom xmlns:a="http://schemas.openxmlformats.org/drawingml/2006/main">
            <a:pathLst>
              <a:path w="327059" h="85712">
                <a:moveTo>
                  <a:pt x="327010" y="41804"/>
                </a:moveTo>
                <a:lnTo>
                  <a:pt x="327059" y="42856"/>
                </a:lnTo>
                <a:lnTo>
                  <a:pt x="327010" y="43908"/>
                </a:lnTo>
                <a:lnTo>
                  <a:pt x="326862" y="44959"/>
                </a:lnTo>
                <a:lnTo>
                  <a:pt x="326616" y="46009"/>
                </a:lnTo>
                <a:lnTo>
                  <a:pt x="326271" y="47057"/>
                </a:lnTo>
                <a:lnTo>
                  <a:pt x="325829" y="48102"/>
                </a:lnTo>
                <a:lnTo>
                  <a:pt x="325289" y="49144"/>
                </a:lnTo>
                <a:lnTo>
                  <a:pt x="324651" y="50183"/>
                </a:lnTo>
                <a:lnTo>
                  <a:pt x="323917" y="51217"/>
                </a:lnTo>
                <a:lnTo>
                  <a:pt x="323085" y="52246"/>
                </a:lnTo>
                <a:lnTo>
                  <a:pt x="322158" y="53269"/>
                </a:lnTo>
                <a:lnTo>
                  <a:pt x="321135" y="54286"/>
                </a:lnTo>
                <a:lnTo>
                  <a:pt x="320017" y="55296"/>
                </a:lnTo>
                <a:lnTo>
                  <a:pt x="318805" y="56299"/>
                </a:lnTo>
                <a:lnTo>
                  <a:pt x="317500" y="57294"/>
                </a:lnTo>
                <a:lnTo>
                  <a:pt x="316101" y="58280"/>
                </a:lnTo>
                <a:lnTo>
                  <a:pt x="314611" y="59256"/>
                </a:lnTo>
                <a:lnTo>
                  <a:pt x="313030" y="60223"/>
                </a:lnTo>
                <a:lnTo>
                  <a:pt x="311358" y="61179"/>
                </a:lnTo>
                <a:lnTo>
                  <a:pt x="309598" y="62125"/>
                </a:lnTo>
                <a:lnTo>
                  <a:pt x="307749" y="63058"/>
                </a:lnTo>
                <a:lnTo>
                  <a:pt x="305814" y="63980"/>
                </a:lnTo>
                <a:lnTo>
                  <a:pt x="303793" y="64888"/>
                </a:lnTo>
                <a:lnTo>
                  <a:pt x="301688" y="65784"/>
                </a:lnTo>
                <a:lnTo>
                  <a:pt x="299499" y="66666"/>
                </a:lnTo>
                <a:lnTo>
                  <a:pt x="297229" y="67533"/>
                </a:lnTo>
                <a:lnTo>
                  <a:pt x="294877" y="68385"/>
                </a:lnTo>
                <a:lnTo>
                  <a:pt x="292447" y="69222"/>
                </a:lnTo>
                <a:lnTo>
                  <a:pt x="289939" y="70044"/>
                </a:lnTo>
                <a:lnTo>
                  <a:pt x="287355" y="70848"/>
                </a:lnTo>
                <a:lnTo>
                  <a:pt x="284697" y="71636"/>
                </a:lnTo>
                <a:lnTo>
                  <a:pt x="281965" y="72407"/>
                </a:lnTo>
                <a:lnTo>
                  <a:pt x="279162" y="73160"/>
                </a:lnTo>
                <a:lnTo>
                  <a:pt x="276290" y="73894"/>
                </a:lnTo>
                <a:lnTo>
                  <a:pt x="273349" y="74610"/>
                </a:lnTo>
                <a:lnTo>
                  <a:pt x="270342" y="75307"/>
                </a:lnTo>
                <a:lnTo>
                  <a:pt x="267271" y="75984"/>
                </a:lnTo>
                <a:lnTo>
                  <a:pt x="264138" y="76641"/>
                </a:lnTo>
                <a:lnTo>
                  <a:pt x="260944" y="77278"/>
                </a:lnTo>
                <a:lnTo>
                  <a:pt x="257691" y="77894"/>
                </a:lnTo>
                <a:lnTo>
                  <a:pt x="254381" y="78489"/>
                </a:lnTo>
                <a:lnTo>
                  <a:pt x="251017" y="79063"/>
                </a:lnTo>
                <a:lnTo>
                  <a:pt x="247600" y="79615"/>
                </a:lnTo>
                <a:lnTo>
                  <a:pt x="244133" y="80144"/>
                </a:lnTo>
                <a:lnTo>
                  <a:pt x="240617" y="80652"/>
                </a:lnTo>
                <a:lnTo>
                  <a:pt x="237054" y="81136"/>
                </a:lnTo>
                <a:lnTo>
                  <a:pt x="233447" y="81597"/>
                </a:lnTo>
                <a:lnTo>
                  <a:pt x="229798" y="82035"/>
                </a:lnTo>
                <a:lnTo>
                  <a:pt x="226109" y="82450"/>
                </a:lnTo>
                <a:lnTo>
                  <a:pt x="222383" y="82840"/>
                </a:lnTo>
                <a:lnTo>
                  <a:pt x="218621" y="83207"/>
                </a:lnTo>
                <a:lnTo>
                  <a:pt x="214826" y="83549"/>
                </a:lnTo>
                <a:lnTo>
                  <a:pt x="210999" y="83867"/>
                </a:lnTo>
                <a:lnTo>
                  <a:pt x="207145" y="84160"/>
                </a:lnTo>
                <a:lnTo>
                  <a:pt x="203264" y="84428"/>
                </a:lnTo>
                <a:lnTo>
                  <a:pt x="199359" y="84671"/>
                </a:lnTo>
                <a:lnTo>
                  <a:pt x="195432" y="84889"/>
                </a:lnTo>
                <a:lnTo>
                  <a:pt x="191487" y="85081"/>
                </a:lnTo>
                <a:lnTo>
                  <a:pt x="187524" y="85248"/>
                </a:lnTo>
                <a:lnTo>
                  <a:pt x="183547" y="85390"/>
                </a:lnTo>
                <a:lnTo>
                  <a:pt x="179558" y="85506"/>
                </a:lnTo>
                <a:lnTo>
                  <a:pt x="175559" y="85596"/>
                </a:lnTo>
                <a:lnTo>
                  <a:pt x="171553" y="85660"/>
                </a:lnTo>
                <a:lnTo>
                  <a:pt x="167543" y="85699"/>
                </a:lnTo>
                <a:lnTo>
                  <a:pt x="163529" y="85712"/>
                </a:lnTo>
                <a:lnTo>
                  <a:pt x="159516" y="85699"/>
                </a:lnTo>
                <a:lnTo>
                  <a:pt x="155505" y="85660"/>
                </a:lnTo>
                <a:lnTo>
                  <a:pt x="151499" y="85596"/>
                </a:lnTo>
                <a:lnTo>
                  <a:pt x="147501" y="85506"/>
                </a:lnTo>
                <a:lnTo>
                  <a:pt x="143512" y="85390"/>
                </a:lnTo>
                <a:lnTo>
                  <a:pt x="139535" y="85248"/>
                </a:lnTo>
                <a:lnTo>
                  <a:pt x="135572" y="85081"/>
                </a:lnTo>
                <a:lnTo>
                  <a:pt x="131626" y="84889"/>
                </a:lnTo>
                <a:lnTo>
                  <a:pt x="127700" y="84671"/>
                </a:lnTo>
                <a:lnTo>
                  <a:pt x="123795" y="84428"/>
                </a:lnTo>
                <a:lnTo>
                  <a:pt x="119914" y="84160"/>
                </a:lnTo>
                <a:lnTo>
                  <a:pt x="116059" y="83867"/>
                </a:lnTo>
                <a:lnTo>
                  <a:pt x="112233" y="83549"/>
                </a:lnTo>
                <a:lnTo>
                  <a:pt x="108438" y="83207"/>
                </a:lnTo>
                <a:lnTo>
                  <a:pt x="104676" y="82840"/>
                </a:lnTo>
                <a:lnTo>
                  <a:pt x="100949" y="82450"/>
                </a:lnTo>
                <a:lnTo>
                  <a:pt x="97261" y="82035"/>
                </a:lnTo>
                <a:lnTo>
                  <a:pt x="93612" y="81597"/>
                </a:lnTo>
                <a:lnTo>
                  <a:pt x="90005" y="81136"/>
                </a:lnTo>
                <a:lnTo>
                  <a:pt x="86442" y="80652"/>
                </a:lnTo>
                <a:lnTo>
                  <a:pt x="82926" y="80144"/>
                </a:lnTo>
                <a:lnTo>
                  <a:pt x="79458" y="79615"/>
                </a:lnTo>
                <a:lnTo>
                  <a:pt x="76042" y="79063"/>
                </a:lnTo>
                <a:lnTo>
                  <a:pt x="72677" y="78489"/>
                </a:lnTo>
                <a:lnTo>
                  <a:pt x="69368" y="77894"/>
                </a:lnTo>
                <a:lnTo>
                  <a:pt x="66115" y="77278"/>
                </a:lnTo>
                <a:lnTo>
                  <a:pt x="62921" y="76641"/>
                </a:lnTo>
                <a:lnTo>
                  <a:pt x="59787" y="75984"/>
                </a:lnTo>
                <a:lnTo>
                  <a:pt x="56716" y="75307"/>
                </a:lnTo>
                <a:lnTo>
                  <a:pt x="53710" y="74610"/>
                </a:lnTo>
                <a:lnTo>
                  <a:pt x="50769" y="73894"/>
                </a:lnTo>
                <a:lnTo>
                  <a:pt x="47897" y="73160"/>
                </a:lnTo>
                <a:lnTo>
                  <a:pt x="45094" y="72407"/>
                </a:lnTo>
                <a:lnTo>
                  <a:pt x="42362" y="71636"/>
                </a:lnTo>
                <a:lnTo>
                  <a:pt x="39703" y="70848"/>
                </a:lnTo>
                <a:lnTo>
                  <a:pt x="37119" y="70044"/>
                </a:lnTo>
                <a:lnTo>
                  <a:pt x="34612" y="69222"/>
                </a:lnTo>
                <a:lnTo>
                  <a:pt x="32181" y="68385"/>
                </a:lnTo>
                <a:lnTo>
                  <a:pt x="29830" y="67533"/>
                </a:lnTo>
                <a:lnTo>
                  <a:pt x="27560" y="66666"/>
                </a:lnTo>
                <a:lnTo>
                  <a:pt x="25371" y="65784"/>
                </a:lnTo>
                <a:lnTo>
                  <a:pt x="23266" y="64888"/>
                </a:lnTo>
                <a:lnTo>
                  <a:pt x="21245" y="63980"/>
                </a:lnTo>
                <a:lnTo>
                  <a:pt x="19309" y="63058"/>
                </a:lnTo>
                <a:lnTo>
                  <a:pt x="17461" y="62125"/>
                </a:lnTo>
                <a:lnTo>
                  <a:pt x="15701" y="61179"/>
                </a:lnTo>
                <a:lnTo>
                  <a:pt x="14029" y="60223"/>
                </a:lnTo>
                <a:lnTo>
                  <a:pt x="12448" y="59256"/>
                </a:lnTo>
                <a:lnTo>
                  <a:pt x="10958" y="58280"/>
                </a:lnTo>
                <a:lnTo>
                  <a:pt x="9559" y="57294"/>
                </a:lnTo>
                <a:lnTo>
                  <a:pt x="8254" y="56299"/>
                </a:lnTo>
                <a:lnTo>
                  <a:pt x="7042" y="55296"/>
                </a:lnTo>
                <a:lnTo>
                  <a:pt x="5924" y="54286"/>
                </a:lnTo>
                <a:lnTo>
                  <a:pt x="4901" y="53269"/>
                </a:lnTo>
                <a:lnTo>
                  <a:pt x="3973" y="52246"/>
                </a:lnTo>
                <a:lnTo>
                  <a:pt x="3142" y="51217"/>
                </a:lnTo>
                <a:lnTo>
                  <a:pt x="2408" y="50183"/>
                </a:lnTo>
                <a:lnTo>
                  <a:pt x="1770" y="49144"/>
                </a:lnTo>
                <a:lnTo>
                  <a:pt x="1230" y="48102"/>
                </a:lnTo>
                <a:lnTo>
                  <a:pt x="787" y="47057"/>
                </a:lnTo>
                <a:lnTo>
                  <a:pt x="443" y="46009"/>
                </a:lnTo>
                <a:lnTo>
                  <a:pt x="197" y="44959"/>
                </a:lnTo>
                <a:lnTo>
                  <a:pt x="49" y="43908"/>
                </a:lnTo>
                <a:lnTo>
                  <a:pt x="0" y="42856"/>
                </a:lnTo>
                <a:lnTo>
                  <a:pt x="49" y="41804"/>
                </a:lnTo>
                <a:lnTo>
                  <a:pt x="197" y="40753"/>
                </a:lnTo>
                <a:lnTo>
                  <a:pt x="443" y="39703"/>
                </a:lnTo>
                <a:lnTo>
                  <a:pt x="787" y="38655"/>
                </a:lnTo>
                <a:lnTo>
                  <a:pt x="1230" y="37610"/>
                </a:lnTo>
                <a:lnTo>
                  <a:pt x="1770" y="36568"/>
                </a:lnTo>
                <a:lnTo>
                  <a:pt x="2408" y="35529"/>
                </a:lnTo>
                <a:lnTo>
                  <a:pt x="3142" y="34495"/>
                </a:lnTo>
                <a:lnTo>
                  <a:pt x="3973" y="33466"/>
                </a:lnTo>
                <a:lnTo>
                  <a:pt x="4901" y="32443"/>
                </a:lnTo>
                <a:lnTo>
                  <a:pt x="5924" y="31426"/>
                </a:lnTo>
                <a:lnTo>
                  <a:pt x="7042" y="30416"/>
                </a:lnTo>
                <a:lnTo>
                  <a:pt x="8254" y="29413"/>
                </a:lnTo>
                <a:lnTo>
                  <a:pt x="9559" y="28418"/>
                </a:lnTo>
                <a:lnTo>
                  <a:pt x="10958" y="27432"/>
                </a:lnTo>
                <a:lnTo>
                  <a:pt x="12448" y="26456"/>
                </a:lnTo>
                <a:lnTo>
                  <a:pt x="14029" y="25489"/>
                </a:lnTo>
                <a:lnTo>
                  <a:pt x="15701" y="24533"/>
                </a:lnTo>
                <a:lnTo>
                  <a:pt x="17461" y="23587"/>
                </a:lnTo>
                <a:lnTo>
                  <a:pt x="19309" y="22654"/>
                </a:lnTo>
                <a:lnTo>
                  <a:pt x="21245" y="21732"/>
                </a:lnTo>
                <a:lnTo>
                  <a:pt x="23266" y="20824"/>
                </a:lnTo>
                <a:lnTo>
                  <a:pt x="25371" y="19928"/>
                </a:lnTo>
                <a:lnTo>
                  <a:pt x="27560" y="19046"/>
                </a:lnTo>
                <a:lnTo>
                  <a:pt x="29830" y="18179"/>
                </a:lnTo>
                <a:lnTo>
                  <a:pt x="32181" y="17327"/>
                </a:lnTo>
                <a:lnTo>
                  <a:pt x="34612" y="16490"/>
                </a:lnTo>
                <a:lnTo>
                  <a:pt x="37119" y="15668"/>
                </a:lnTo>
                <a:lnTo>
                  <a:pt x="39703" y="14864"/>
                </a:lnTo>
                <a:lnTo>
                  <a:pt x="42362" y="14076"/>
                </a:lnTo>
                <a:lnTo>
                  <a:pt x="45094" y="13305"/>
                </a:lnTo>
                <a:lnTo>
                  <a:pt x="47897" y="12552"/>
                </a:lnTo>
                <a:lnTo>
                  <a:pt x="50769" y="11818"/>
                </a:lnTo>
                <a:lnTo>
                  <a:pt x="53710" y="11102"/>
                </a:lnTo>
                <a:lnTo>
                  <a:pt x="56716" y="10405"/>
                </a:lnTo>
                <a:lnTo>
                  <a:pt x="59787" y="9728"/>
                </a:lnTo>
                <a:lnTo>
                  <a:pt x="62921" y="9071"/>
                </a:lnTo>
                <a:lnTo>
                  <a:pt x="66115" y="8434"/>
                </a:lnTo>
                <a:lnTo>
                  <a:pt x="69368" y="7818"/>
                </a:lnTo>
                <a:lnTo>
                  <a:pt x="72677" y="7223"/>
                </a:lnTo>
                <a:lnTo>
                  <a:pt x="76042" y="6649"/>
                </a:lnTo>
                <a:lnTo>
                  <a:pt x="79458" y="6097"/>
                </a:lnTo>
                <a:lnTo>
                  <a:pt x="82926" y="5568"/>
                </a:lnTo>
                <a:lnTo>
                  <a:pt x="86442" y="5060"/>
                </a:lnTo>
                <a:lnTo>
                  <a:pt x="90005" y="4576"/>
                </a:lnTo>
                <a:lnTo>
                  <a:pt x="93612" y="4115"/>
                </a:lnTo>
                <a:lnTo>
                  <a:pt x="97261" y="3677"/>
                </a:lnTo>
                <a:lnTo>
                  <a:pt x="100949" y="3262"/>
                </a:lnTo>
                <a:lnTo>
                  <a:pt x="104676" y="2872"/>
                </a:lnTo>
                <a:lnTo>
                  <a:pt x="108438" y="2505"/>
                </a:lnTo>
                <a:lnTo>
                  <a:pt x="112233" y="2163"/>
                </a:lnTo>
                <a:lnTo>
                  <a:pt x="116059" y="1845"/>
                </a:lnTo>
                <a:lnTo>
                  <a:pt x="119914" y="1552"/>
                </a:lnTo>
                <a:lnTo>
                  <a:pt x="123795" y="1284"/>
                </a:lnTo>
                <a:lnTo>
                  <a:pt x="127700" y="1041"/>
                </a:lnTo>
                <a:lnTo>
                  <a:pt x="131626" y="823"/>
                </a:lnTo>
                <a:lnTo>
                  <a:pt x="135572" y="631"/>
                </a:lnTo>
                <a:lnTo>
                  <a:pt x="139535" y="464"/>
                </a:lnTo>
                <a:lnTo>
                  <a:pt x="143512" y="322"/>
                </a:lnTo>
                <a:lnTo>
                  <a:pt x="147501" y="206"/>
                </a:lnTo>
                <a:lnTo>
                  <a:pt x="151499" y="116"/>
                </a:lnTo>
                <a:lnTo>
                  <a:pt x="155505" y="52"/>
                </a:lnTo>
                <a:lnTo>
                  <a:pt x="159516" y="13"/>
                </a:lnTo>
                <a:lnTo>
                  <a:pt x="163529" y="0"/>
                </a:lnTo>
                <a:lnTo>
                  <a:pt x="167543" y="13"/>
                </a:lnTo>
                <a:lnTo>
                  <a:pt x="171553" y="52"/>
                </a:lnTo>
                <a:lnTo>
                  <a:pt x="175559" y="116"/>
                </a:lnTo>
                <a:lnTo>
                  <a:pt x="179558" y="206"/>
                </a:lnTo>
                <a:lnTo>
                  <a:pt x="183547" y="322"/>
                </a:lnTo>
                <a:lnTo>
                  <a:pt x="187524" y="464"/>
                </a:lnTo>
                <a:lnTo>
                  <a:pt x="191487" y="631"/>
                </a:lnTo>
                <a:lnTo>
                  <a:pt x="195432" y="823"/>
                </a:lnTo>
                <a:lnTo>
                  <a:pt x="199359" y="1041"/>
                </a:lnTo>
                <a:lnTo>
                  <a:pt x="203264" y="1284"/>
                </a:lnTo>
                <a:lnTo>
                  <a:pt x="207145" y="1552"/>
                </a:lnTo>
                <a:lnTo>
                  <a:pt x="210999" y="1845"/>
                </a:lnTo>
                <a:lnTo>
                  <a:pt x="214826" y="2163"/>
                </a:lnTo>
                <a:lnTo>
                  <a:pt x="218621" y="2505"/>
                </a:lnTo>
                <a:lnTo>
                  <a:pt x="222383" y="2872"/>
                </a:lnTo>
                <a:lnTo>
                  <a:pt x="226109" y="3262"/>
                </a:lnTo>
                <a:lnTo>
                  <a:pt x="229798" y="3677"/>
                </a:lnTo>
                <a:lnTo>
                  <a:pt x="233447" y="4115"/>
                </a:lnTo>
                <a:lnTo>
                  <a:pt x="237054" y="4576"/>
                </a:lnTo>
                <a:lnTo>
                  <a:pt x="240617" y="5060"/>
                </a:lnTo>
                <a:lnTo>
                  <a:pt x="244133" y="5568"/>
                </a:lnTo>
                <a:lnTo>
                  <a:pt x="247600" y="6097"/>
                </a:lnTo>
                <a:lnTo>
                  <a:pt x="251017" y="6649"/>
                </a:lnTo>
                <a:lnTo>
                  <a:pt x="254381" y="7223"/>
                </a:lnTo>
                <a:lnTo>
                  <a:pt x="257691" y="7818"/>
                </a:lnTo>
                <a:lnTo>
                  <a:pt x="260944" y="8434"/>
                </a:lnTo>
                <a:lnTo>
                  <a:pt x="264138" y="9071"/>
                </a:lnTo>
                <a:lnTo>
                  <a:pt x="267271" y="9728"/>
                </a:lnTo>
                <a:lnTo>
                  <a:pt x="270342" y="10405"/>
                </a:lnTo>
                <a:lnTo>
                  <a:pt x="273349" y="11102"/>
                </a:lnTo>
                <a:lnTo>
                  <a:pt x="276290" y="11818"/>
                </a:lnTo>
                <a:lnTo>
                  <a:pt x="279162" y="12552"/>
                </a:lnTo>
                <a:lnTo>
                  <a:pt x="281965" y="13305"/>
                </a:lnTo>
                <a:lnTo>
                  <a:pt x="284697" y="14076"/>
                </a:lnTo>
                <a:lnTo>
                  <a:pt x="287355" y="14864"/>
                </a:lnTo>
                <a:lnTo>
                  <a:pt x="289939" y="15668"/>
                </a:lnTo>
                <a:lnTo>
                  <a:pt x="292447" y="16490"/>
                </a:lnTo>
                <a:lnTo>
                  <a:pt x="294877" y="17327"/>
                </a:lnTo>
                <a:lnTo>
                  <a:pt x="297229" y="18179"/>
                </a:lnTo>
                <a:lnTo>
                  <a:pt x="299499" y="19046"/>
                </a:lnTo>
                <a:lnTo>
                  <a:pt x="301688" y="19928"/>
                </a:lnTo>
                <a:lnTo>
                  <a:pt x="303793" y="20824"/>
                </a:lnTo>
                <a:lnTo>
                  <a:pt x="305814" y="21732"/>
                </a:lnTo>
                <a:lnTo>
                  <a:pt x="307749" y="22654"/>
                </a:lnTo>
                <a:lnTo>
                  <a:pt x="309598" y="23587"/>
                </a:lnTo>
                <a:lnTo>
                  <a:pt x="311358" y="24533"/>
                </a:lnTo>
                <a:lnTo>
                  <a:pt x="313030" y="25489"/>
                </a:lnTo>
                <a:lnTo>
                  <a:pt x="314611" y="26456"/>
                </a:lnTo>
                <a:lnTo>
                  <a:pt x="316101" y="27432"/>
                </a:lnTo>
                <a:lnTo>
                  <a:pt x="317500" y="28418"/>
                </a:lnTo>
                <a:lnTo>
                  <a:pt x="318805" y="29413"/>
                </a:lnTo>
                <a:lnTo>
                  <a:pt x="320017" y="30416"/>
                </a:lnTo>
                <a:lnTo>
                  <a:pt x="321135" y="31426"/>
                </a:lnTo>
                <a:lnTo>
                  <a:pt x="322158" y="32443"/>
                </a:lnTo>
                <a:lnTo>
                  <a:pt x="323085" y="33466"/>
                </a:lnTo>
                <a:lnTo>
                  <a:pt x="323917" y="34495"/>
                </a:lnTo>
                <a:lnTo>
                  <a:pt x="324651" y="35529"/>
                </a:lnTo>
                <a:lnTo>
                  <a:pt x="325289" y="36568"/>
                </a:lnTo>
                <a:lnTo>
                  <a:pt x="325829" y="37610"/>
                </a:lnTo>
                <a:lnTo>
                  <a:pt x="326271" y="38655"/>
                </a:lnTo>
                <a:lnTo>
                  <a:pt x="326616" y="39703"/>
                </a:lnTo>
                <a:lnTo>
                  <a:pt x="326862" y="40753"/>
                </a:lnTo>
                <a:lnTo>
                  <a:pt x="327010" y="41804"/>
                </a:lnTo>
                <a:close/>
              </a:path>
            </a:pathLst>
          </a:custGeom>
          <a:solidFill xmlns:a="http://schemas.openxmlformats.org/drawingml/2006/main">
            <a:srgbClr val="2D83B6"/>
          </a:solidFill>
          <a:ln xmlns:a="http://schemas.openxmlformats.org/drawingml/2006/main" w="0" cap="rnd">
            <a:noFill/>
            <a:round/>
          </a:ln>
        </p:spPr>
      </p:sp>
      <p:sp>
        <p:nvSpPr>
          <p:cNvPr id="393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55ED9C4E-27EE-47FA-BE21-AA4B78F9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378" y="4859492"/>
            <a:ext cx="245294" cy="64284"/>
          </a:xfrm>
          <a:custGeom xmlns:a="http://schemas.openxmlformats.org/drawingml/2006/main">
            <a:pathLst>
              <a:path w="245294" h="64284">
                <a:moveTo>
                  <a:pt x="245257" y="31353"/>
                </a:moveTo>
                <a:lnTo>
                  <a:pt x="245294" y="32142"/>
                </a:lnTo>
                <a:lnTo>
                  <a:pt x="245257" y="32931"/>
                </a:lnTo>
                <a:lnTo>
                  <a:pt x="245146" y="33719"/>
                </a:lnTo>
                <a:lnTo>
                  <a:pt x="244962" y="34507"/>
                </a:lnTo>
                <a:lnTo>
                  <a:pt x="244704" y="35292"/>
                </a:lnTo>
                <a:lnTo>
                  <a:pt x="244372" y="36077"/>
                </a:lnTo>
                <a:lnTo>
                  <a:pt x="243967" y="36858"/>
                </a:lnTo>
                <a:lnTo>
                  <a:pt x="243488" y="37637"/>
                </a:lnTo>
                <a:lnTo>
                  <a:pt x="242937" y="38413"/>
                </a:lnTo>
                <a:lnTo>
                  <a:pt x="242314" y="39184"/>
                </a:lnTo>
                <a:lnTo>
                  <a:pt x="241619" y="39952"/>
                </a:lnTo>
                <a:lnTo>
                  <a:pt x="240851" y="40715"/>
                </a:lnTo>
                <a:lnTo>
                  <a:pt x="240013" y="41472"/>
                </a:lnTo>
                <a:lnTo>
                  <a:pt x="239104" y="42224"/>
                </a:lnTo>
                <a:lnTo>
                  <a:pt x="238125" y="42970"/>
                </a:lnTo>
                <a:lnTo>
                  <a:pt x="237076" y="43710"/>
                </a:lnTo>
                <a:lnTo>
                  <a:pt x="235958" y="44442"/>
                </a:lnTo>
                <a:lnTo>
                  <a:pt x="234772" y="45167"/>
                </a:lnTo>
                <a:lnTo>
                  <a:pt x="233519" y="45884"/>
                </a:lnTo>
                <a:lnTo>
                  <a:pt x="232198" y="46593"/>
                </a:lnTo>
                <a:lnTo>
                  <a:pt x="230812" y="47294"/>
                </a:lnTo>
                <a:lnTo>
                  <a:pt x="229361" y="47985"/>
                </a:lnTo>
                <a:lnTo>
                  <a:pt x="227845" y="48666"/>
                </a:lnTo>
                <a:lnTo>
                  <a:pt x="226266" y="49338"/>
                </a:lnTo>
                <a:lnTo>
                  <a:pt x="224624" y="49999"/>
                </a:lnTo>
                <a:lnTo>
                  <a:pt x="222921" y="50650"/>
                </a:lnTo>
                <a:lnTo>
                  <a:pt x="221158" y="51289"/>
                </a:lnTo>
                <a:lnTo>
                  <a:pt x="219335" y="51917"/>
                </a:lnTo>
                <a:lnTo>
                  <a:pt x="217455" y="52533"/>
                </a:lnTo>
                <a:lnTo>
                  <a:pt x="215516" y="53136"/>
                </a:lnTo>
                <a:lnTo>
                  <a:pt x="213523" y="53727"/>
                </a:lnTo>
                <a:lnTo>
                  <a:pt x="211474" y="54305"/>
                </a:lnTo>
                <a:lnTo>
                  <a:pt x="209372" y="54870"/>
                </a:lnTo>
                <a:lnTo>
                  <a:pt x="207217" y="55421"/>
                </a:lnTo>
                <a:lnTo>
                  <a:pt x="205012" y="55958"/>
                </a:lnTo>
                <a:lnTo>
                  <a:pt x="202757" y="56480"/>
                </a:lnTo>
                <a:lnTo>
                  <a:pt x="200454" y="56988"/>
                </a:lnTo>
                <a:lnTo>
                  <a:pt x="198103" y="57481"/>
                </a:lnTo>
                <a:lnTo>
                  <a:pt x="195708" y="57959"/>
                </a:lnTo>
                <a:lnTo>
                  <a:pt x="193268" y="58421"/>
                </a:lnTo>
                <a:lnTo>
                  <a:pt x="190786" y="58867"/>
                </a:lnTo>
                <a:lnTo>
                  <a:pt x="188263" y="59297"/>
                </a:lnTo>
                <a:lnTo>
                  <a:pt x="185700" y="59711"/>
                </a:lnTo>
                <a:lnTo>
                  <a:pt x="183100" y="60108"/>
                </a:lnTo>
                <a:lnTo>
                  <a:pt x="180462" y="60489"/>
                </a:lnTo>
                <a:lnTo>
                  <a:pt x="177791" y="60852"/>
                </a:lnTo>
                <a:lnTo>
                  <a:pt x="175085" y="61198"/>
                </a:lnTo>
                <a:lnTo>
                  <a:pt x="172349" y="61527"/>
                </a:lnTo>
                <a:lnTo>
                  <a:pt x="169582" y="61837"/>
                </a:lnTo>
                <a:lnTo>
                  <a:pt x="166787" y="62130"/>
                </a:lnTo>
                <a:lnTo>
                  <a:pt x="163966" y="62405"/>
                </a:lnTo>
                <a:lnTo>
                  <a:pt x="161119" y="62662"/>
                </a:lnTo>
                <a:lnTo>
                  <a:pt x="158250" y="62900"/>
                </a:lnTo>
                <a:lnTo>
                  <a:pt x="155359" y="63120"/>
                </a:lnTo>
                <a:lnTo>
                  <a:pt x="152448" y="63321"/>
                </a:lnTo>
                <a:lnTo>
                  <a:pt x="149519" y="63503"/>
                </a:lnTo>
                <a:lnTo>
                  <a:pt x="146574" y="63666"/>
                </a:lnTo>
                <a:lnTo>
                  <a:pt x="143615" y="63811"/>
                </a:lnTo>
                <a:lnTo>
                  <a:pt x="140643" y="63936"/>
                </a:lnTo>
                <a:lnTo>
                  <a:pt x="137660" y="64042"/>
                </a:lnTo>
                <a:lnTo>
                  <a:pt x="134669" y="64129"/>
                </a:lnTo>
                <a:lnTo>
                  <a:pt x="131670" y="64197"/>
                </a:lnTo>
                <a:lnTo>
                  <a:pt x="128665" y="64245"/>
                </a:lnTo>
                <a:lnTo>
                  <a:pt x="125657" y="64274"/>
                </a:lnTo>
                <a:lnTo>
                  <a:pt x="122647" y="64284"/>
                </a:lnTo>
                <a:lnTo>
                  <a:pt x="119637" y="64274"/>
                </a:lnTo>
                <a:lnTo>
                  <a:pt x="116629" y="64245"/>
                </a:lnTo>
                <a:lnTo>
                  <a:pt x="113625" y="64197"/>
                </a:lnTo>
                <a:lnTo>
                  <a:pt x="110626" y="64129"/>
                </a:lnTo>
                <a:lnTo>
                  <a:pt x="107634" y="64042"/>
                </a:lnTo>
                <a:lnTo>
                  <a:pt x="104651" y="63936"/>
                </a:lnTo>
                <a:lnTo>
                  <a:pt x="101679" y="63811"/>
                </a:lnTo>
                <a:lnTo>
                  <a:pt x="98720" y="63666"/>
                </a:lnTo>
                <a:lnTo>
                  <a:pt x="95775" y="63503"/>
                </a:lnTo>
                <a:lnTo>
                  <a:pt x="92846" y="63321"/>
                </a:lnTo>
                <a:lnTo>
                  <a:pt x="89936" y="63120"/>
                </a:lnTo>
                <a:lnTo>
                  <a:pt x="87044" y="62900"/>
                </a:lnTo>
                <a:lnTo>
                  <a:pt x="84175" y="62662"/>
                </a:lnTo>
                <a:lnTo>
                  <a:pt x="81329" y="62405"/>
                </a:lnTo>
                <a:lnTo>
                  <a:pt x="78507" y="62130"/>
                </a:lnTo>
                <a:lnTo>
                  <a:pt x="75712" y="61837"/>
                </a:lnTo>
                <a:lnTo>
                  <a:pt x="72945" y="61527"/>
                </a:lnTo>
                <a:lnTo>
                  <a:pt x="70209" y="61198"/>
                </a:lnTo>
                <a:lnTo>
                  <a:pt x="67504" y="60852"/>
                </a:lnTo>
                <a:lnTo>
                  <a:pt x="64832" y="60489"/>
                </a:lnTo>
                <a:lnTo>
                  <a:pt x="62195" y="60108"/>
                </a:lnTo>
                <a:lnTo>
                  <a:pt x="59594" y="59711"/>
                </a:lnTo>
                <a:lnTo>
                  <a:pt x="57031" y="59297"/>
                </a:lnTo>
                <a:lnTo>
                  <a:pt x="54508" y="58867"/>
                </a:lnTo>
                <a:lnTo>
                  <a:pt x="52026" y="58421"/>
                </a:lnTo>
                <a:lnTo>
                  <a:pt x="49586" y="57959"/>
                </a:lnTo>
                <a:lnTo>
                  <a:pt x="47191" y="57481"/>
                </a:lnTo>
                <a:lnTo>
                  <a:pt x="44841" y="56988"/>
                </a:lnTo>
                <a:lnTo>
                  <a:pt x="42537" y="56480"/>
                </a:lnTo>
                <a:lnTo>
                  <a:pt x="40282" y="55958"/>
                </a:lnTo>
                <a:lnTo>
                  <a:pt x="38077" y="55421"/>
                </a:lnTo>
                <a:lnTo>
                  <a:pt x="35922" y="54870"/>
                </a:lnTo>
                <a:lnTo>
                  <a:pt x="33820" y="54305"/>
                </a:lnTo>
                <a:lnTo>
                  <a:pt x="31772" y="53727"/>
                </a:lnTo>
                <a:lnTo>
                  <a:pt x="29778" y="53136"/>
                </a:lnTo>
                <a:lnTo>
                  <a:pt x="27840" y="52533"/>
                </a:lnTo>
                <a:lnTo>
                  <a:pt x="25959" y="51917"/>
                </a:lnTo>
                <a:lnTo>
                  <a:pt x="24136" y="51289"/>
                </a:lnTo>
                <a:lnTo>
                  <a:pt x="22373" y="50650"/>
                </a:lnTo>
                <a:lnTo>
                  <a:pt x="20670" y="49999"/>
                </a:lnTo>
                <a:lnTo>
                  <a:pt x="19028" y="49338"/>
                </a:lnTo>
                <a:lnTo>
                  <a:pt x="17449" y="48666"/>
                </a:lnTo>
                <a:lnTo>
                  <a:pt x="15933" y="47985"/>
                </a:lnTo>
                <a:lnTo>
                  <a:pt x="14482" y="47294"/>
                </a:lnTo>
                <a:lnTo>
                  <a:pt x="13096" y="46593"/>
                </a:lnTo>
                <a:lnTo>
                  <a:pt x="11775" y="45884"/>
                </a:lnTo>
                <a:lnTo>
                  <a:pt x="10522" y="45167"/>
                </a:lnTo>
                <a:lnTo>
                  <a:pt x="9336" y="44442"/>
                </a:lnTo>
                <a:lnTo>
                  <a:pt x="8218" y="43710"/>
                </a:lnTo>
                <a:lnTo>
                  <a:pt x="7169" y="42970"/>
                </a:lnTo>
                <a:lnTo>
                  <a:pt x="6190" y="42224"/>
                </a:lnTo>
                <a:lnTo>
                  <a:pt x="5281" y="41472"/>
                </a:lnTo>
                <a:lnTo>
                  <a:pt x="4443" y="40715"/>
                </a:lnTo>
                <a:lnTo>
                  <a:pt x="3676" y="39952"/>
                </a:lnTo>
                <a:lnTo>
                  <a:pt x="2980" y="39184"/>
                </a:lnTo>
                <a:lnTo>
                  <a:pt x="2357" y="38413"/>
                </a:lnTo>
                <a:lnTo>
                  <a:pt x="1806" y="37637"/>
                </a:lnTo>
                <a:lnTo>
                  <a:pt x="1327" y="36858"/>
                </a:lnTo>
                <a:lnTo>
                  <a:pt x="922" y="36077"/>
                </a:lnTo>
                <a:lnTo>
                  <a:pt x="591" y="35292"/>
                </a:lnTo>
                <a:lnTo>
                  <a:pt x="332" y="34507"/>
                </a:lnTo>
                <a:lnTo>
                  <a:pt x="148" y="33719"/>
                </a:lnTo>
                <a:lnTo>
                  <a:pt x="37" y="32931"/>
                </a:lnTo>
                <a:lnTo>
                  <a:pt x="0" y="32142"/>
                </a:lnTo>
                <a:lnTo>
                  <a:pt x="37" y="31353"/>
                </a:lnTo>
                <a:lnTo>
                  <a:pt x="148" y="30565"/>
                </a:lnTo>
                <a:lnTo>
                  <a:pt x="332" y="29777"/>
                </a:lnTo>
                <a:lnTo>
                  <a:pt x="591" y="28992"/>
                </a:lnTo>
                <a:lnTo>
                  <a:pt x="922" y="28207"/>
                </a:lnTo>
                <a:lnTo>
                  <a:pt x="1327" y="27426"/>
                </a:lnTo>
                <a:lnTo>
                  <a:pt x="1806" y="26647"/>
                </a:lnTo>
                <a:lnTo>
                  <a:pt x="2357" y="25871"/>
                </a:lnTo>
                <a:lnTo>
                  <a:pt x="2980" y="25100"/>
                </a:lnTo>
                <a:lnTo>
                  <a:pt x="3676" y="24332"/>
                </a:lnTo>
                <a:lnTo>
                  <a:pt x="4443" y="23569"/>
                </a:lnTo>
                <a:lnTo>
                  <a:pt x="5281" y="22812"/>
                </a:lnTo>
                <a:lnTo>
                  <a:pt x="6190" y="22060"/>
                </a:lnTo>
                <a:lnTo>
                  <a:pt x="7169" y="21314"/>
                </a:lnTo>
                <a:lnTo>
                  <a:pt x="8218" y="20574"/>
                </a:lnTo>
                <a:lnTo>
                  <a:pt x="9336" y="19842"/>
                </a:lnTo>
                <a:lnTo>
                  <a:pt x="10522" y="19117"/>
                </a:lnTo>
                <a:lnTo>
                  <a:pt x="11775" y="18400"/>
                </a:lnTo>
                <a:lnTo>
                  <a:pt x="13096" y="17691"/>
                </a:lnTo>
                <a:lnTo>
                  <a:pt x="14482" y="16990"/>
                </a:lnTo>
                <a:lnTo>
                  <a:pt x="15933" y="16299"/>
                </a:lnTo>
                <a:lnTo>
                  <a:pt x="17449" y="15618"/>
                </a:lnTo>
                <a:lnTo>
                  <a:pt x="19028" y="14946"/>
                </a:lnTo>
                <a:lnTo>
                  <a:pt x="20670" y="14285"/>
                </a:lnTo>
                <a:lnTo>
                  <a:pt x="22373" y="13634"/>
                </a:lnTo>
                <a:lnTo>
                  <a:pt x="24136" y="12995"/>
                </a:lnTo>
                <a:lnTo>
                  <a:pt x="25959" y="12367"/>
                </a:lnTo>
                <a:lnTo>
                  <a:pt x="27840" y="11751"/>
                </a:lnTo>
                <a:lnTo>
                  <a:pt x="29778" y="11148"/>
                </a:lnTo>
                <a:lnTo>
                  <a:pt x="31772" y="10557"/>
                </a:lnTo>
                <a:lnTo>
                  <a:pt x="33820" y="9979"/>
                </a:lnTo>
                <a:lnTo>
                  <a:pt x="35922" y="9414"/>
                </a:lnTo>
                <a:lnTo>
                  <a:pt x="38077" y="8863"/>
                </a:lnTo>
                <a:lnTo>
                  <a:pt x="40282" y="8326"/>
                </a:lnTo>
                <a:lnTo>
                  <a:pt x="42537" y="7804"/>
                </a:lnTo>
                <a:lnTo>
                  <a:pt x="44841" y="7296"/>
                </a:lnTo>
                <a:lnTo>
                  <a:pt x="47191" y="6803"/>
                </a:lnTo>
                <a:lnTo>
                  <a:pt x="49586" y="6325"/>
                </a:lnTo>
                <a:lnTo>
                  <a:pt x="52026" y="5863"/>
                </a:lnTo>
                <a:lnTo>
                  <a:pt x="54508" y="5417"/>
                </a:lnTo>
                <a:lnTo>
                  <a:pt x="57031" y="4987"/>
                </a:lnTo>
                <a:lnTo>
                  <a:pt x="59594" y="4573"/>
                </a:lnTo>
                <a:lnTo>
                  <a:pt x="62195" y="4176"/>
                </a:lnTo>
                <a:lnTo>
                  <a:pt x="64832" y="3795"/>
                </a:lnTo>
                <a:lnTo>
                  <a:pt x="67504" y="3432"/>
                </a:lnTo>
                <a:lnTo>
                  <a:pt x="70209" y="3086"/>
                </a:lnTo>
                <a:lnTo>
                  <a:pt x="72945" y="2757"/>
                </a:lnTo>
                <a:lnTo>
                  <a:pt x="75712" y="2447"/>
                </a:lnTo>
                <a:lnTo>
                  <a:pt x="78507" y="2154"/>
                </a:lnTo>
                <a:lnTo>
                  <a:pt x="81329" y="1879"/>
                </a:lnTo>
                <a:lnTo>
                  <a:pt x="84175" y="1622"/>
                </a:lnTo>
                <a:lnTo>
                  <a:pt x="87044" y="1384"/>
                </a:lnTo>
                <a:lnTo>
                  <a:pt x="89936" y="1164"/>
                </a:lnTo>
                <a:lnTo>
                  <a:pt x="92846" y="963"/>
                </a:lnTo>
                <a:lnTo>
                  <a:pt x="95775" y="781"/>
                </a:lnTo>
                <a:lnTo>
                  <a:pt x="98720" y="618"/>
                </a:lnTo>
                <a:lnTo>
                  <a:pt x="101679" y="473"/>
                </a:lnTo>
                <a:lnTo>
                  <a:pt x="104651" y="348"/>
                </a:lnTo>
                <a:lnTo>
                  <a:pt x="107634" y="242"/>
                </a:lnTo>
                <a:lnTo>
                  <a:pt x="110626" y="155"/>
                </a:lnTo>
                <a:lnTo>
                  <a:pt x="113625" y="87"/>
                </a:lnTo>
                <a:lnTo>
                  <a:pt x="116629" y="39"/>
                </a:lnTo>
                <a:lnTo>
                  <a:pt x="119637" y="10"/>
                </a:lnTo>
                <a:lnTo>
                  <a:pt x="122647" y="0"/>
                </a:lnTo>
                <a:lnTo>
                  <a:pt x="125657" y="10"/>
                </a:lnTo>
                <a:lnTo>
                  <a:pt x="128665" y="39"/>
                </a:lnTo>
                <a:lnTo>
                  <a:pt x="131670" y="87"/>
                </a:lnTo>
                <a:lnTo>
                  <a:pt x="134669" y="155"/>
                </a:lnTo>
                <a:lnTo>
                  <a:pt x="137660" y="242"/>
                </a:lnTo>
                <a:lnTo>
                  <a:pt x="140643" y="348"/>
                </a:lnTo>
                <a:lnTo>
                  <a:pt x="143615" y="473"/>
                </a:lnTo>
                <a:lnTo>
                  <a:pt x="146574" y="618"/>
                </a:lnTo>
                <a:lnTo>
                  <a:pt x="149519" y="781"/>
                </a:lnTo>
                <a:lnTo>
                  <a:pt x="152448" y="963"/>
                </a:lnTo>
                <a:lnTo>
                  <a:pt x="155359" y="1164"/>
                </a:lnTo>
                <a:lnTo>
                  <a:pt x="158250" y="1384"/>
                </a:lnTo>
                <a:lnTo>
                  <a:pt x="161119" y="1622"/>
                </a:lnTo>
                <a:lnTo>
                  <a:pt x="163966" y="1879"/>
                </a:lnTo>
                <a:lnTo>
                  <a:pt x="166787" y="2154"/>
                </a:lnTo>
                <a:lnTo>
                  <a:pt x="169582" y="2447"/>
                </a:lnTo>
                <a:lnTo>
                  <a:pt x="172349" y="2757"/>
                </a:lnTo>
                <a:lnTo>
                  <a:pt x="175085" y="3086"/>
                </a:lnTo>
                <a:lnTo>
                  <a:pt x="177791" y="3432"/>
                </a:lnTo>
                <a:lnTo>
                  <a:pt x="180462" y="3795"/>
                </a:lnTo>
                <a:lnTo>
                  <a:pt x="183100" y="4176"/>
                </a:lnTo>
                <a:lnTo>
                  <a:pt x="185700" y="4573"/>
                </a:lnTo>
                <a:lnTo>
                  <a:pt x="188263" y="4987"/>
                </a:lnTo>
                <a:lnTo>
                  <a:pt x="190786" y="5417"/>
                </a:lnTo>
                <a:lnTo>
                  <a:pt x="193268" y="5863"/>
                </a:lnTo>
                <a:lnTo>
                  <a:pt x="195708" y="6325"/>
                </a:lnTo>
                <a:lnTo>
                  <a:pt x="198103" y="6803"/>
                </a:lnTo>
                <a:lnTo>
                  <a:pt x="200454" y="7296"/>
                </a:lnTo>
                <a:lnTo>
                  <a:pt x="202757" y="7804"/>
                </a:lnTo>
                <a:lnTo>
                  <a:pt x="205012" y="8326"/>
                </a:lnTo>
                <a:lnTo>
                  <a:pt x="207217" y="8863"/>
                </a:lnTo>
                <a:lnTo>
                  <a:pt x="209372" y="9414"/>
                </a:lnTo>
                <a:lnTo>
                  <a:pt x="211474" y="9979"/>
                </a:lnTo>
                <a:lnTo>
                  <a:pt x="213523" y="10557"/>
                </a:lnTo>
                <a:lnTo>
                  <a:pt x="215516" y="11148"/>
                </a:lnTo>
                <a:lnTo>
                  <a:pt x="217455" y="11751"/>
                </a:lnTo>
                <a:lnTo>
                  <a:pt x="219335" y="12367"/>
                </a:lnTo>
                <a:lnTo>
                  <a:pt x="221158" y="12995"/>
                </a:lnTo>
                <a:lnTo>
                  <a:pt x="222921" y="13634"/>
                </a:lnTo>
                <a:lnTo>
                  <a:pt x="224624" y="14285"/>
                </a:lnTo>
                <a:lnTo>
                  <a:pt x="226266" y="14946"/>
                </a:lnTo>
                <a:lnTo>
                  <a:pt x="227845" y="15618"/>
                </a:lnTo>
                <a:lnTo>
                  <a:pt x="229361" y="16299"/>
                </a:lnTo>
                <a:lnTo>
                  <a:pt x="230812" y="16990"/>
                </a:lnTo>
                <a:lnTo>
                  <a:pt x="232198" y="17691"/>
                </a:lnTo>
                <a:lnTo>
                  <a:pt x="233519" y="18400"/>
                </a:lnTo>
                <a:lnTo>
                  <a:pt x="234772" y="19117"/>
                </a:lnTo>
                <a:lnTo>
                  <a:pt x="235958" y="19842"/>
                </a:lnTo>
                <a:lnTo>
                  <a:pt x="237076" y="20574"/>
                </a:lnTo>
                <a:lnTo>
                  <a:pt x="238125" y="21314"/>
                </a:lnTo>
                <a:lnTo>
                  <a:pt x="239104" y="22060"/>
                </a:lnTo>
                <a:lnTo>
                  <a:pt x="240013" y="22812"/>
                </a:lnTo>
                <a:lnTo>
                  <a:pt x="240851" y="23569"/>
                </a:lnTo>
                <a:lnTo>
                  <a:pt x="241619" y="24332"/>
                </a:lnTo>
                <a:lnTo>
                  <a:pt x="242314" y="25100"/>
                </a:lnTo>
                <a:lnTo>
                  <a:pt x="242937" y="25871"/>
                </a:lnTo>
                <a:lnTo>
                  <a:pt x="243488" y="26647"/>
                </a:lnTo>
                <a:lnTo>
                  <a:pt x="243967" y="27426"/>
                </a:lnTo>
                <a:lnTo>
                  <a:pt x="244372" y="28207"/>
                </a:lnTo>
                <a:lnTo>
                  <a:pt x="244704" y="28992"/>
                </a:lnTo>
                <a:lnTo>
                  <a:pt x="244962" y="29777"/>
                </a:lnTo>
                <a:lnTo>
                  <a:pt x="245146" y="30565"/>
                </a:lnTo>
                <a:lnTo>
                  <a:pt x="245257" y="31353"/>
                </a:lnTo>
                <a:close/>
              </a:path>
            </a:pathLst>
          </a:custGeom>
          <a:solidFill xmlns:a="http://schemas.openxmlformats.org/drawingml/2006/main">
            <a:srgbClr val="1372A8"/>
          </a:solidFill>
          <a:ln xmlns:a="http://schemas.openxmlformats.org/drawingml/2006/main" w="0" cap="rnd">
            <a:noFill/>
            <a:round/>
          </a:ln>
        </p:spPr>
      </p:sp>
      <p:sp>
        <p:nvSpPr>
          <p:cNvPr id="394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18FDF33A-0E32-438E-8B12-F2100835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260" y="4870206"/>
            <a:ext cx="163529" cy="42856"/>
          </a:xfrm>
          <a:custGeom xmlns:a="http://schemas.openxmlformats.org/drawingml/2006/main">
            <a:pathLst>
              <a:path w="163529" h="42856">
                <a:moveTo>
                  <a:pt x="163505" y="20902"/>
                </a:moveTo>
                <a:lnTo>
                  <a:pt x="163529" y="21428"/>
                </a:lnTo>
                <a:lnTo>
                  <a:pt x="163505" y="21954"/>
                </a:lnTo>
                <a:lnTo>
                  <a:pt x="163431" y="22479"/>
                </a:lnTo>
                <a:lnTo>
                  <a:pt x="163308" y="23004"/>
                </a:lnTo>
                <a:lnTo>
                  <a:pt x="163136" y="23528"/>
                </a:lnTo>
                <a:lnTo>
                  <a:pt x="162915" y="24051"/>
                </a:lnTo>
                <a:lnTo>
                  <a:pt x="162644" y="24572"/>
                </a:lnTo>
                <a:lnTo>
                  <a:pt x="162326" y="25091"/>
                </a:lnTo>
                <a:lnTo>
                  <a:pt x="161958" y="25608"/>
                </a:lnTo>
                <a:lnTo>
                  <a:pt x="161543" y="26123"/>
                </a:lnTo>
                <a:lnTo>
                  <a:pt x="161079" y="26635"/>
                </a:lnTo>
                <a:lnTo>
                  <a:pt x="160568" y="27143"/>
                </a:lnTo>
                <a:lnTo>
                  <a:pt x="160009" y="27648"/>
                </a:lnTo>
                <a:lnTo>
                  <a:pt x="159403" y="28150"/>
                </a:lnTo>
                <a:lnTo>
                  <a:pt x="158750" y="28647"/>
                </a:lnTo>
                <a:lnTo>
                  <a:pt x="158051" y="29140"/>
                </a:lnTo>
                <a:lnTo>
                  <a:pt x="157305" y="29628"/>
                </a:lnTo>
                <a:lnTo>
                  <a:pt x="156515" y="30112"/>
                </a:lnTo>
                <a:lnTo>
                  <a:pt x="155679" y="30590"/>
                </a:lnTo>
                <a:lnTo>
                  <a:pt x="154799" y="31062"/>
                </a:lnTo>
                <a:lnTo>
                  <a:pt x="153875" y="31529"/>
                </a:lnTo>
                <a:lnTo>
                  <a:pt x="152907" y="31990"/>
                </a:lnTo>
                <a:lnTo>
                  <a:pt x="151897" y="32444"/>
                </a:lnTo>
                <a:lnTo>
                  <a:pt x="150844" y="32892"/>
                </a:lnTo>
                <a:lnTo>
                  <a:pt x="149750" y="33333"/>
                </a:lnTo>
                <a:lnTo>
                  <a:pt x="148614" y="33766"/>
                </a:lnTo>
                <a:lnTo>
                  <a:pt x="147439" y="34193"/>
                </a:lnTo>
                <a:lnTo>
                  <a:pt x="146224" y="34611"/>
                </a:lnTo>
                <a:lnTo>
                  <a:pt x="144970" y="35022"/>
                </a:lnTo>
                <a:lnTo>
                  <a:pt x="143678" y="35424"/>
                </a:lnTo>
                <a:lnTo>
                  <a:pt x="142348" y="35818"/>
                </a:lnTo>
                <a:lnTo>
                  <a:pt x="140983" y="36203"/>
                </a:lnTo>
                <a:lnTo>
                  <a:pt x="139581" y="36580"/>
                </a:lnTo>
                <a:lnTo>
                  <a:pt x="138145" y="36947"/>
                </a:lnTo>
                <a:lnTo>
                  <a:pt x="136675" y="37305"/>
                </a:lnTo>
                <a:lnTo>
                  <a:pt x="135171" y="37653"/>
                </a:lnTo>
                <a:lnTo>
                  <a:pt x="133636" y="37992"/>
                </a:lnTo>
                <a:lnTo>
                  <a:pt x="132069" y="38321"/>
                </a:lnTo>
                <a:lnTo>
                  <a:pt x="130472" y="38639"/>
                </a:lnTo>
                <a:lnTo>
                  <a:pt x="128845" y="38947"/>
                </a:lnTo>
                <a:lnTo>
                  <a:pt x="127191" y="39245"/>
                </a:lnTo>
                <a:lnTo>
                  <a:pt x="125509" y="39532"/>
                </a:lnTo>
                <a:lnTo>
                  <a:pt x="123800" y="39807"/>
                </a:lnTo>
                <a:lnTo>
                  <a:pt x="122066" y="40072"/>
                </a:lnTo>
                <a:lnTo>
                  <a:pt x="120308" y="40326"/>
                </a:lnTo>
                <a:lnTo>
                  <a:pt x="118527" y="40568"/>
                </a:lnTo>
                <a:lnTo>
                  <a:pt x="116724" y="40799"/>
                </a:lnTo>
                <a:lnTo>
                  <a:pt x="114899" y="41018"/>
                </a:lnTo>
                <a:lnTo>
                  <a:pt x="113055" y="41225"/>
                </a:lnTo>
                <a:lnTo>
                  <a:pt x="111191" y="41420"/>
                </a:lnTo>
                <a:lnTo>
                  <a:pt x="109310" y="41603"/>
                </a:lnTo>
                <a:lnTo>
                  <a:pt x="107413" y="41774"/>
                </a:lnTo>
                <a:lnTo>
                  <a:pt x="105500" y="41933"/>
                </a:lnTo>
                <a:lnTo>
                  <a:pt x="103572" y="42080"/>
                </a:lnTo>
                <a:lnTo>
                  <a:pt x="101632" y="42214"/>
                </a:lnTo>
                <a:lnTo>
                  <a:pt x="99679" y="42335"/>
                </a:lnTo>
                <a:lnTo>
                  <a:pt x="97716" y="42444"/>
                </a:lnTo>
                <a:lnTo>
                  <a:pt x="95743" y="42541"/>
                </a:lnTo>
                <a:lnTo>
                  <a:pt x="93762" y="42624"/>
                </a:lnTo>
                <a:lnTo>
                  <a:pt x="91774" y="42695"/>
                </a:lnTo>
                <a:lnTo>
                  <a:pt x="89779" y="42753"/>
                </a:lnTo>
                <a:lnTo>
                  <a:pt x="87780" y="42798"/>
                </a:lnTo>
                <a:lnTo>
                  <a:pt x="85777" y="42830"/>
                </a:lnTo>
                <a:lnTo>
                  <a:pt x="83771" y="42850"/>
                </a:lnTo>
                <a:lnTo>
                  <a:pt x="81765" y="42856"/>
                </a:lnTo>
                <a:lnTo>
                  <a:pt x="79758" y="42850"/>
                </a:lnTo>
                <a:lnTo>
                  <a:pt x="77753" y="42830"/>
                </a:lnTo>
                <a:lnTo>
                  <a:pt x="75750" y="42798"/>
                </a:lnTo>
                <a:lnTo>
                  <a:pt x="73750" y="42753"/>
                </a:lnTo>
                <a:lnTo>
                  <a:pt x="71756" y="42695"/>
                </a:lnTo>
                <a:lnTo>
                  <a:pt x="69767" y="42624"/>
                </a:lnTo>
                <a:lnTo>
                  <a:pt x="67786" y="42541"/>
                </a:lnTo>
                <a:lnTo>
                  <a:pt x="65813" y="42444"/>
                </a:lnTo>
                <a:lnTo>
                  <a:pt x="63850" y="42335"/>
                </a:lnTo>
                <a:lnTo>
                  <a:pt x="61898" y="42214"/>
                </a:lnTo>
                <a:lnTo>
                  <a:pt x="59957" y="42080"/>
                </a:lnTo>
                <a:lnTo>
                  <a:pt x="58030" y="41933"/>
                </a:lnTo>
                <a:lnTo>
                  <a:pt x="56117" y="41774"/>
                </a:lnTo>
                <a:lnTo>
                  <a:pt x="54219" y="41603"/>
                </a:lnTo>
                <a:lnTo>
                  <a:pt x="52338" y="41420"/>
                </a:lnTo>
                <a:lnTo>
                  <a:pt x="50475" y="41225"/>
                </a:lnTo>
                <a:lnTo>
                  <a:pt x="48630" y="41018"/>
                </a:lnTo>
                <a:lnTo>
                  <a:pt x="46806" y="40799"/>
                </a:lnTo>
                <a:lnTo>
                  <a:pt x="45002" y="40568"/>
                </a:lnTo>
                <a:lnTo>
                  <a:pt x="43221" y="40326"/>
                </a:lnTo>
                <a:lnTo>
                  <a:pt x="41463" y="40072"/>
                </a:lnTo>
                <a:lnTo>
                  <a:pt x="39729" y="39807"/>
                </a:lnTo>
                <a:lnTo>
                  <a:pt x="38021" y="39532"/>
                </a:lnTo>
                <a:lnTo>
                  <a:pt x="36339" y="39245"/>
                </a:lnTo>
                <a:lnTo>
                  <a:pt x="34684" y="38947"/>
                </a:lnTo>
                <a:lnTo>
                  <a:pt x="33058" y="38639"/>
                </a:lnTo>
                <a:lnTo>
                  <a:pt x="31460" y="38321"/>
                </a:lnTo>
                <a:lnTo>
                  <a:pt x="29894" y="37992"/>
                </a:lnTo>
                <a:lnTo>
                  <a:pt x="28358" y="37653"/>
                </a:lnTo>
                <a:lnTo>
                  <a:pt x="26855" y="37305"/>
                </a:lnTo>
                <a:lnTo>
                  <a:pt x="25385" y="36947"/>
                </a:lnTo>
                <a:lnTo>
                  <a:pt x="23948" y="36580"/>
                </a:lnTo>
                <a:lnTo>
                  <a:pt x="22547" y="36203"/>
                </a:lnTo>
                <a:lnTo>
                  <a:pt x="21181" y="35818"/>
                </a:lnTo>
                <a:lnTo>
                  <a:pt x="19852" y="35424"/>
                </a:lnTo>
                <a:lnTo>
                  <a:pt x="18560" y="35022"/>
                </a:lnTo>
                <a:lnTo>
                  <a:pt x="17306" y="34611"/>
                </a:lnTo>
                <a:lnTo>
                  <a:pt x="16091" y="34193"/>
                </a:lnTo>
                <a:lnTo>
                  <a:pt x="14915" y="33766"/>
                </a:lnTo>
                <a:lnTo>
                  <a:pt x="13780" y="33333"/>
                </a:lnTo>
                <a:lnTo>
                  <a:pt x="12686" y="32892"/>
                </a:lnTo>
                <a:lnTo>
                  <a:pt x="11633" y="32444"/>
                </a:lnTo>
                <a:lnTo>
                  <a:pt x="10622" y="31990"/>
                </a:lnTo>
                <a:lnTo>
                  <a:pt x="9655" y="31529"/>
                </a:lnTo>
                <a:lnTo>
                  <a:pt x="8730" y="31062"/>
                </a:lnTo>
                <a:lnTo>
                  <a:pt x="7850" y="30590"/>
                </a:lnTo>
                <a:lnTo>
                  <a:pt x="7015" y="30112"/>
                </a:lnTo>
                <a:lnTo>
                  <a:pt x="6224" y="29628"/>
                </a:lnTo>
                <a:lnTo>
                  <a:pt x="5479" y="29140"/>
                </a:lnTo>
                <a:lnTo>
                  <a:pt x="4780" y="28647"/>
                </a:lnTo>
                <a:lnTo>
                  <a:pt x="4127" y="28150"/>
                </a:lnTo>
                <a:lnTo>
                  <a:pt x="3521" y="27648"/>
                </a:lnTo>
                <a:lnTo>
                  <a:pt x="2962" y="27143"/>
                </a:lnTo>
                <a:lnTo>
                  <a:pt x="2450" y="26635"/>
                </a:lnTo>
                <a:lnTo>
                  <a:pt x="1987" y="26123"/>
                </a:lnTo>
                <a:lnTo>
                  <a:pt x="1571" y="25608"/>
                </a:lnTo>
                <a:lnTo>
                  <a:pt x="1204" y="25091"/>
                </a:lnTo>
                <a:lnTo>
                  <a:pt x="885" y="24572"/>
                </a:lnTo>
                <a:lnTo>
                  <a:pt x="615" y="24051"/>
                </a:lnTo>
                <a:lnTo>
                  <a:pt x="394" y="23528"/>
                </a:lnTo>
                <a:lnTo>
                  <a:pt x="222" y="23004"/>
                </a:lnTo>
                <a:lnTo>
                  <a:pt x="98" y="22479"/>
                </a:lnTo>
                <a:lnTo>
                  <a:pt x="25" y="21954"/>
                </a:lnTo>
                <a:lnTo>
                  <a:pt x="0" y="21428"/>
                </a:lnTo>
                <a:lnTo>
                  <a:pt x="25" y="20902"/>
                </a:lnTo>
                <a:lnTo>
                  <a:pt x="98" y="20377"/>
                </a:lnTo>
                <a:lnTo>
                  <a:pt x="222" y="19852"/>
                </a:lnTo>
                <a:lnTo>
                  <a:pt x="394" y="19328"/>
                </a:lnTo>
                <a:lnTo>
                  <a:pt x="615" y="18805"/>
                </a:lnTo>
                <a:lnTo>
                  <a:pt x="885" y="18284"/>
                </a:lnTo>
                <a:lnTo>
                  <a:pt x="1204" y="17765"/>
                </a:lnTo>
                <a:lnTo>
                  <a:pt x="1571" y="17248"/>
                </a:lnTo>
                <a:lnTo>
                  <a:pt x="1987" y="16733"/>
                </a:lnTo>
                <a:lnTo>
                  <a:pt x="2450" y="16221"/>
                </a:lnTo>
                <a:lnTo>
                  <a:pt x="2962" y="15713"/>
                </a:lnTo>
                <a:lnTo>
                  <a:pt x="3521" y="15208"/>
                </a:lnTo>
                <a:lnTo>
                  <a:pt x="4127" y="14706"/>
                </a:lnTo>
                <a:lnTo>
                  <a:pt x="4780" y="14209"/>
                </a:lnTo>
                <a:lnTo>
                  <a:pt x="5479" y="13716"/>
                </a:lnTo>
                <a:lnTo>
                  <a:pt x="6224" y="13228"/>
                </a:lnTo>
                <a:lnTo>
                  <a:pt x="7015" y="12744"/>
                </a:lnTo>
                <a:lnTo>
                  <a:pt x="7850" y="12266"/>
                </a:lnTo>
                <a:lnTo>
                  <a:pt x="8730" y="11794"/>
                </a:lnTo>
                <a:lnTo>
                  <a:pt x="9655" y="11327"/>
                </a:lnTo>
                <a:lnTo>
                  <a:pt x="10622" y="10866"/>
                </a:lnTo>
                <a:lnTo>
                  <a:pt x="11633" y="10412"/>
                </a:lnTo>
                <a:lnTo>
                  <a:pt x="12686" y="9964"/>
                </a:lnTo>
                <a:lnTo>
                  <a:pt x="13780" y="9523"/>
                </a:lnTo>
                <a:lnTo>
                  <a:pt x="14915" y="9090"/>
                </a:lnTo>
                <a:lnTo>
                  <a:pt x="16091" y="8663"/>
                </a:lnTo>
                <a:lnTo>
                  <a:pt x="17306" y="8245"/>
                </a:lnTo>
                <a:lnTo>
                  <a:pt x="18560" y="7834"/>
                </a:lnTo>
                <a:lnTo>
                  <a:pt x="19852" y="7432"/>
                </a:lnTo>
                <a:lnTo>
                  <a:pt x="21181" y="7038"/>
                </a:lnTo>
                <a:lnTo>
                  <a:pt x="22547" y="6653"/>
                </a:lnTo>
                <a:lnTo>
                  <a:pt x="23948" y="6276"/>
                </a:lnTo>
                <a:lnTo>
                  <a:pt x="25385" y="5909"/>
                </a:lnTo>
                <a:lnTo>
                  <a:pt x="26855" y="5551"/>
                </a:lnTo>
                <a:lnTo>
                  <a:pt x="28358" y="5203"/>
                </a:lnTo>
                <a:lnTo>
                  <a:pt x="29894" y="4864"/>
                </a:lnTo>
                <a:lnTo>
                  <a:pt x="31460" y="4535"/>
                </a:lnTo>
                <a:lnTo>
                  <a:pt x="33058" y="4217"/>
                </a:lnTo>
                <a:lnTo>
                  <a:pt x="34684" y="3909"/>
                </a:lnTo>
                <a:lnTo>
                  <a:pt x="36339" y="3611"/>
                </a:lnTo>
                <a:lnTo>
                  <a:pt x="38021" y="3324"/>
                </a:lnTo>
                <a:lnTo>
                  <a:pt x="39729" y="3049"/>
                </a:lnTo>
                <a:lnTo>
                  <a:pt x="41463" y="2784"/>
                </a:lnTo>
                <a:lnTo>
                  <a:pt x="43221" y="2530"/>
                </a:lnTo>
                <a:lnTo>
                  <a:pt x="45002" y="2288"/>
                </a:lnTo>
                <a:lnTo>
                  <a:pt x="46806" y="2057"/>
                </a:lnTo>
                <a:lnTo>
                  <a:pt x="48630" y="1838"/>
                </a:lnTo>
                <a:lnTo>
                  <a:pt x="50475" y="1631"/>
                </a:lnTo>
                <a:lnTo>
                  <a:pt x="52338" y="1436"/>
                </a:lnTo>
                <a:lnTo>
                  <a:pt x="54219" y="1253"/>
                </a:lnTo>
                <a:lnTo>
                  <a:pt x="56117" y="1082"/>
                </a:lnTo>
                <a:lnTo>
                  <a:pt x="58030" y="923"/>
                </a:lnTo>
                <a:lnTo>
                  <a:pt x="59957" y="776"/>
                </a:lnTo>
                <a:lnTo>
                  <a:pt x="61898" y="642"/>
                </a:lnTo>
                <a:lnTo>
                  <a:pt x="63850" y="521"/>
                </a:lnTo>
                <a:lnTo>
                  <a:pt x="65813" y="412"/>
                </a:lnTo>
                <a:lnTo>
                  <a:pt x="67786" y="315"/>
                </a:lnTo>
                <a:lnTo>
                  <a:pt x="69767" y="232"/>
                </a:lnTo>
                <a:lnTo>
                  <a:pt x="71756" y="161"/>
                </a:lnTo>
                <a:lnTo>
                  <a:pt x="73750" y="103"/>
                </a:lnTo>
                <a:lnTo>
                  <a:pt x="75750" y="58"/>
                </a:lnTo>
                <a:lnTo>
                  <a:pt x="77753" y="26"/>
                </a:lnTo>
                <a:lnTo>
                  <a:pt x="79758" y="6"/>
                </a:lnTo>
                <a:lnTo>
                  <a:pt x="81765" y="0"/>
                </a:lnTo>
                <a:lnTo>
                  <a:pt x="83771" y="6"/>
                </a:lnTo>
                <a:lnTo>
                  <a:pt x="85777" y="26"/>
                </a:lnTo>
                <a:lnTo>
                  <a:pt x="87780" y="58"/>
                </a:lnTo>
                <a:lnTo>
                  <a:pt x="89779" y="103"/>
                </a:lnTo>
                <a:lnTo>
                  <a:pt x="91774" y="161"/>
                </a:lnTo>
                <a:lnTo>
                  <a:pt x="93762" y="232"/>
                </a:lnTo>
                <a:lnTo>
                  <a:pt x="95743" y="315"/>
                </a:lnTo>
                <a:lnTo>
                  <a:pt x="97716" y="412"/>
                </a:lnTo>
                <a:lnTo>
                  <a:pt x="99679" y="521"/>
                </a:lnTo>
                <a:lnTo>
                  <a:pt x="101632" y="642"/>
                </a:lnTo>
                <a:lnTo>
                  <a:pt x="103572" y="776"/>
                </a:lnTo>
                <a:lnTo>
                  <a:pt x="105500" y="923"/>
                </a:lnTo>
                <a:lnTo>
                  <a:pt x="107413" y="1082"/>
                </a:lnTo>
                <a:lnTo>
                  <a:pt x="109310" y="1253"/>
                </a:lnTo>
                <a:lnTo>
                  <a:pt x="111191" y="1436"/>
                </a:lnTo>
                <a:lnTo>
                  <a:pt x="113055" y="1631"/>
                </a:lnTo>
                <a:lnTo>
                  <a:pt x="114899" y="1838"/>
                </a:lnTo>
                <a:lnTo>
                  <a:pt x="116724" y="2057"/>
                </a:lnTo>
                <a:lnTo>
                  <a:pt x="118527" y="2288"/>
                </a:lnTo>
                <a:lnTo>
                  <a:pt x="120308" y="2530"/>
                </a:lnTo>
                <a:lnTo>
                  <a:pt x="122066" y="2784"/>
                </a:lnTo>
                <a:lnTo>
                  <a:pt x="123800" y="3049"/>
                </a:lnTo>
                <a:lnTo>
                  <a:pt x="125509" y="3324"/>
                </a:lnTo>
                <a:lnTo>
                  <a:pt x="127191" y="3611"/>
                </a:lnTo>
                <a:lnTo>
                  <a:pt x="128845" y="3909"/>
                </a:lnTo>
                <a:lnTo>
                  <a:pt x="130472" y="4217"/>
                </a:lnTo>
                <a:lnTo>
                  <a:pt x="132069" y="4535"/>
                </a:lnTo>
                <a:lnTo>
                  <a:pt x="133636" y="4864"/>
                </a:lnTo>
                <a:lnTo>
                  <a:pt x="135171" y="5203"/>
                </a:lnTo>
                <a:lnTo>
                  <a:pt x="136675" y="5551"/>
                </a:lnTo>
                <a:lnTo>
                  <a:pt x="138145" y="5909"/>
                </a:lnTo>
                <a:lnTo>
                  <a:pt x="139581" y="6276"/>
                </a:lnTo>
                <a:lnTo>
                  <a:pt x="140983" y="6653"/>
                </a:lnTo>
                <a:lnTo>
                  <a:pt x="142348" y="7038"/>
                </a:lnTo>
                <a:lnTo>
                  <a:pt x="143678" y="7432"/>
                </a:lnTo>
                <a:lnTo>
                  <a:pt x="144970" y="7834"/>
                </a:lnTo>
                <a:lnTo>
                  <a:pt x="146224" y="8245"/>
                </a:lnTo>
                <a:lnTo>
                  <a:pt x="147439" y="8663"/>
                </a:lnTo>
                <a:lnTo>
                  <a:pt x="148614" y="9090"/>
                </a:lnTo>
                <a:lnTo>
                  <a:pt x="149750" y="9523"/>
                </a:lnTo>
                <a:lnTo>
                  <a:pt x="150844" y="9964"/>
                </a:lnTo>
                <a:lnTo>
                  <a:pt x="151897" y="10412"/>
                </a:lnTo>
                <a:lnTo>
                  <a:pt x="152907" y="10866"/>
                </a:lnTo>
                <a:lnTo>
                  <a:pt x="153875" y="11327"/>
                </a:lnTo>
                <a:lnTo>
                  <a:pt x="154799" y="11794"/>
                </a:lnTo>
                <a:lnTo>
                  <a:pt x="155679" y="12266"/>
                </a:lnTo>
                <a:lnTo>
                  <a:pt x="156515" y="12744"/>
                </a:lnTo>
                <a:lnTo>
                  <a:pt x="157305" y="13228"/>
                </a:lnTo>
                <a:lnTo>
                  <a:pt x="158051" y="13716"/>
                </a:lnTo>
                <a:lnTo>
                  <a:pt x="158750" y="14209"/>
                </a:lnTo>
                <a:lnTo>
                  <a:pt x="159403" y="14706"/>
                </a:lnTo>
                <a:lnTo>
                  <a:pt x="160009" y="15208"/>
                </a:lnTo>
                <a:lnTo>
                  <a:pt x="160568" y="15713"/>
                </a:lnTo>
                <a:lnTo>
                  <a:pt x="161079" y="16221"/>
                </a:lnTo>
                <a:lnTo>
                  <a:pt x="161543" y="16733"/>
                </a:lnTo>
                <a:lnTo>
                  <a:pt x="161958" y="17248"/>
                </a:lnTo>
                <a:lnTo>
                  <a:pt x="162326" y="17765"/>
                </a:lnTo>
                <a:lnTo>
                  <a:pt x="162644" y="18284"/>
                </a:lnTo>
                <a:lnTo>
                  <a:pt x="162915" y="18805"/>
                </a:lnTo>
                <a:lnTo>
                  <a:pt x="163136" y="19328"/>
                </a:lnTo>
                <a:lnTo>
                  <a:pt x="163308" y="19852"/>
                </a:lnTo>
                <a:lnTo>
                  <a:pt x="163431" y="20377"/>
                </a:lnTo>
                <a:lnTo>
                  <a:pt x="163505" y="20902"/>
                </a:lnTo>
                <a:close/>
              </a:path>
            </a:pathLst>
          </a:custGeom>
          <a:solidFill xmlns:a="http://schemas.openxmlformats.org/drawingml/2006/main">
            <a:srgbClr val="075E8C"/>
          </a:solidFill>
          <a:ln xmlns:a="http://schemas.openxmlformats.org/drawingml/2006/main" w="0" cap="rnd">
            <a:noFill/>
            <a:round/>
          </a:ln>
        </p:spPr>
      </p:sp>
      <p:sp>
        <p:nvSpPr>
          <p:cNvPr id="395" name="Native simplex outer edges">
            <a:extLst xmlns:a="http://schemas.openxmlformats.org/drawingml/2006/main">
              <a:ext uri="{FF2B5EF4-FFF2-40B4-BE49-F238E27FC236}">
                <a16:creationId xmlns:a16="http://schemas.microsoft.com/office/drawing/2014/main" id="{A84984E0-FE01-4B9D-909E-69034B8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346" y="3713094"/>
            <a:ext cx="1446606" cy="1260471"/>
          </a:xfrm>
          <a:custGeom xmlns:a="http://schemas.openxmlformats.org/drawingml/2006/main">
            <a:pathLst>
              <a:path w="1446606" h="1260471" fill="none">
                <a:moveTo>
                  <a:pt x="0" y="1134424"/>
                </a:moveTo>
                <a:lnTo>
                  <a:pt x="452851" y="0"/>
                </a:lnTo>
                <a:lnTo>
                  <a:pt x="1446606" y="1260471"/>
                </a:lnTo>
                <a:lnTo>
                  <a:pt x="0" y="1134424"/>
                </a:lnTo>
              </a:path>
            </a:pathLst>
          </a:custGeom>
          <a:noFill xmlns:a="http://schemas.openxmlformats.org/drawingml/2006/main"/>
          <a:ln xmlns:a="http://schemas.openxmlformats.org/drawingml/2006/main" w="13208" cap="rnd">
            <a:solidFill>
              <a:srgbClr val="111111"/>
            </a:solidFill>
            <a:round/>
          </a:ln>
        </p:spPr>
      </p:sp>
      <p:sp>
        <p:nvSpPr>
          <p:cNvPr id="396" name="Native simplex hidden edge">
            <a:extLst xmlns:a="http://schemas.openxmlformats.org/drawingml/2006/main">
              <a:ext uri="{FF2B5EF4-FFF2-40B4-BE49-F238E27FC236}">
                <a16:creationId xmlns:a16="http://schemas.microsoft.com/office/drawing/2014/main" id="{5C7A39E8-E4E2-4784-8E4D-FEF727EF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346" y="4538702"/>
            <a:ext cx="748462" cy="308815"/>
          </a:xfrm>
          <a:custGeom xmlns:a="http://schemas.openxmlformats.org/drawingml/2006/main">
            <a:pathLst>
              <a:path w="748462" h="308815" fill="none">
                <a:moveTo>
                  <a:pt x="0" y="308815"/>
                </a:moveTo>
                <a:lnTo>
                  <a:pt x="7484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21" cap="rnd">
            <a:solidFill>
              <a:srgbClr val="555555"/>
            </a:solidFill>
            <a:custDash>
              <a:ds d="88889" sp="111111"/>
            </a:custDash>
            <a:round/>
          </a:ln>
        </p:spPr>
      </p:sp>
      <p:sp>
        <p:nvSpPr>
          <p:cNvPr id="397" name="Native simplex hidden edge">
            <a:extLst xmlns:a="http://schemas.openxmlformats.org/drawingml/2006/main">
              <a:ext uri="{FF2B5EF4-FFF2-40B4-BE49-F238E27FC236}">
                <a16:creationId xmlns:a16="http://schemas.microsoft.com/office/drawing/2014/main" id="{490FCE89-9611-4E5C-B3A2-13F1038B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197" y="3713094"/>
            <a:ext cx="295611" cy="825608"/>
          </a:xfrm>
          <a:custGeom xmlns:a="http://schemas.openxmlformats.org/drawingml/2006/main">
            <a:pathLst>
              <a:path w="295611" h="825608" fill="none">
                <a:moveTo>
                  <a:pt x="0" y="0"/>
                </a:moveTo>
                <a:lnTo>
                  <a:pt x="295611" y="825608"/>
                </a:lnTo>
              </a:path>
            </a:pathLst>
          </a:custGeom>
          <a:noFill xmlns:a="http://schemas.openxmlformats.org/drawingml/2006/main"/>
          <a:ln xmlns:a="http://schemas.openxmlformats.org/drawingml/2006/main" w="11321" cap="rnd">
            <a:solidFill>
              <a:srgbClr val="555555"/>
            </a:solidFill>
            <a:custDash>
              <a:ds d="88889" sp="111111"/>
            </a:custDash>
            <a:round/>
          </a:ln>
        </p:spPr>
      </p:sp>
      <p:sp>
        <p:nvSpPr>
          <p:cNvPr id="398" name="Native simplex hidden edge">
            <a:extLst xmlns:a="http://schemas.openxmlformats.org/drawingml/2006/main">
              <a:ext uri="{FF2B5EF4-FFF2-40B4-BE49-F238E27FC236}">
                <a16:creationId xmlns:a16="http://schemas.microsoft.com/office/drawing/2014/main" id="{2FC5B15C-4EBD-41FF-BD39-32DC4F04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808" y="4538702"/>
            <a:ext cx="698145" cy="434862"/>
          </a:xfrm>
          <a:custGeom xmlns:a="http://schemas.openxmlformats.org/drawingml/2006/main">
            <a:pathLst>
              <a:path w="698145" h="434862" fill="none">
                <a:moveTo>
                  <a:pt x="698145" y="43486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21" cap="rnd">
            <a:solidFill>
              <a:srgbClr val="555555"/>
            </a:solidFill>
            <a:custDash>
              <a:ds d="88889" sp="111111"/>
            </a:custDash>
            <a:round/>
          </a:ln>
        </p:spPr>
      </p:sp>
      <p:sp>
        <p:nvSpPr>
          <p:cNvPr id="399" name="Native uncertainty projection">
            <a:extLst xmlns:a="http://schemas.openxmlformats.org/drawingml/2006/main">
              <a:ext uri="{FF2B5EF4-FFF2-40B4-BE49-F238E27FC236}">
                <a16:creationId xmlns:a16="http://schemas.microsoft.com/office/drawing/2014/main" id="{3911DECB-384F-413D-B36E-47B59BD5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998" y="4671052"/>
            <a:ext cx="113213" cy="220582"/>
          </a:xfrm>
          <a:custGeom xmlns:a="http://schemas.openxmlformats.org/drawingml/2006/main">
            <a:pathLst>
              <a:path w="113213" h="220582" fill="none">
                <a:moveTo>
                  <a:pt x="113213" y="2205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63" cap="rnd">
            <a:solidFill>
              <a:srgbClr val="FF2222"/>
            </a:solidFill>
            <a:round/>
          </a:ln>
        </p:spPr>
      </p:sp>
      <p:sp>
        <p:nvSpPr>
          <p:cNvPr id="400" name="Native opinion point">
            <a:extLst xmlns:a="http://schemas.openxmlformats.org/drawingml/2006/main">
              <a:ext uri="{FF2B5EF4-FFF2-40B4-BE49-F238E27FC236}">
                <a16:creationId xmlns:a16="http://schemas.microsoft.com/office/drawing/2014/main" id="{DB86BAC5-64A0-4AA5-A9A8-9A281417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582" y="4644582"/>
            <a:ext cx="52833" cy="52940"/>
          </a:xfrm>
          <a:custGeom xmlns:a="http://schemas.openxmlformats.org/drawingml/2006/main">
            <a:pathLst>
              <a:path w="52833" h="52940">
                <a:moveTo>
                  <a:pt x="52833" y="26470"/>
                </a:moveTo>
                <a:lnTo>
                  <a:pt x="52776" y="28201"/>
                </a:lnTo>
                <a:lnTo>
                  <a:pt x="52607" y="29925"/>
                </a:lnTo>
                <a:lnTo>
                  <a:pt x="52325" y="31634"/>
                </a:lnTo>
                <a:lnTo>
                  <a:pt x="51932" y="33321"/>
                </a:lnTo>
                <a:lnTo>
                  <a:pt x="51431" y="34978"/>
                </a:lnTo>
                <a:lnTo>
                  <a:pt x="50822" y="36599"/>
                </a:lnTo>
                <a:lnTo>
                  <a:pt x="50108" y="38177"/>
                </a:lnTo>
                <a:lnTo>
                  <a:pt x="49293" y="39705"/>
                </a:lnTo>
                <a:lnTo>
                  <a:pt x="48381" y="41176"/>
                </a:lnTo>
                <a:lnTo>
                  <a:pt x="47374" y="42584"/>
                </a:lnTo>
                <a:lnTo>
                  <a:pt x="46277" y="43923"/>
                </a:lnTo>
                <a:lnTo>
                  <a:pt x="45095" y="45187"/>
                </a:lnTo>
                <a:lnTo>
                  <a:pt x="43834" y="46371"/>
                </a:lnTo>
                <a:lnTo>
                  <a:pt x="42498" y="47470"/>
                </a:lnTo>
                <a:lnTo>
                  <a:pt x="41092" y="48479"/>
                </a:lnTo>
                <a:lnTo>
                  <a:pt x="39624" y="49393"/>
                </a:lnTo>
                <a:lnTo>
                  <a:pt x="38100" y="50210"/>
                </a:lnTo>
                <a:lnTo>
                  <a:pt x="36525" y="50925"/>
                </a:lnTo>
                <a:lnTo>
                  <a:pt x="34908" y="51535"/>
                </a:lnTo>
                <a:lnTo>
                  <a:pt x="33253" y="52038"/>
                </a:lnTo>
                <a:lnTo>
                  <a:pt x="31570" y="52431"/>
                </a:lnTo>
                <a:lnTo>
                  <a:pt x="29864" y="52713"/>
                </a:lnTo>
                <a:lnTo>
                  <a:pt x="28144" y="52883"/>
                </a:lnTo>
                <a:lnTo>
                  <a:pt x="26416" y="52940"/>
                </a:lnTo>
                <a:lnTo>
                  <a:pt x="24689" y="52883"/>
                </a:lnTo>
                <a:lnTo>
                  <a:pt x="22968" y="52713"/>
                </a:lnTo>
                <a:lnTo>
                  <a:pt x="21263" y="52431"/>
                </a:lnTo>
                <a:lnTo>
                  <a:pt x="19579" y="52038"/>
                </a:lnTo>
                <a:lnTo>
                  <a:pt x="17925" y="51535"/>
                </a:lnTo>
                <a:lnTo>
                  <a:pt x="16307" y="50925"/>
                </a:lnTo>
                <a:lnTo>
                  <a:pt x="14733" y="50210"/>
                </a:lnTo>
                <a:lnTo>
                  <a:pt x="13208" y="49393"/>
                </a:lnTo>
                <a:lnTo>
                  <a:pt x="11740" y="48479"/>
                </a:lnTo>
                <a:lnTo>
                  <a:pt x="10335" y="47470"/>
                </a:lnTo>
                <a:lnTo>
                  <a:pt x="8999" y="46371"/>
                </a:lnTo>
                <a:lnTo>
                  <a:pt x="7737" y="45187"/>
                </a:lnTo>
                <a:lnTo>
                  <a:pt x="6555" y="43923"/>
                </a:lnTo>
                <a:lnTo>
                  <a:pt x="5459" y="42584"/>
                </a:lnTo>
                <a:lnTo>
                  <a:pt x="4452" y="41176"/>
                </a:lnTo>
                <a:lnTo>
                  <a:pt x="3539" y="39705"/>
                </a:lnTo>
                <a:lnTo>
                  <a:pt x="2724" y="38177"/>
                </a:lnTo>
                <a:lnTo>
                  <a:pt x="2011" y="36599"/>
                </a:lnTo>
                <a:lnTo>
                  <a:pt x="1402" y="34978"/>
                </a:lnTo>
                <a:lnTo>
                  <a:pt x="900" y="33321"/>
                </a:lnTo>
                <a:lnTo>
                  <a:pt x="508" y="31634"/>
                </a:lnTo>
                <a:lnTo>
                  <a:pt x="226" y="29925"/>
                </a:lnTo>
                <a:lnTo>
                  <a:pt x="57" y="28201"/>
                </a:lnTo>
                <a:lnTo>
                  <a:pt x="0" y="26470"/>
                </a:lnTo>
                <a:lnTo>
                  <a:pt x="57" y="24739"/>
                </a:lnTo>
                <a:lnTo>
                  <a:pt x="226" y="23015"/>
                </a:lnTo>
                <a:lnTo>
                  <a:pt x="508" y="21306"/>
                </a:lnTo>
                <a:lnTo>
                  <a:pt x="900" y="19619"/>
                </a:lnTo>
                <a:lnTo>
                  <a:pt x="1402" y="17961"/>
                </a:lnTo>
                <a:lnTo>
                  <a:pt x="2011" y="16340"/>
                </a:lnTo>
                <a:lnTo>
                  <a:pt x="2724" y="14763"/>
                </a:lnTo>
                <a:lnTo>
                  <a:pt x="3539" y="13235"/>
                </a:lnTo>
                <a:lnTo>
                  <a:pt x="4452" y="11764"/>
                </a:lnTo>
                <a:lnTo>
                  <a:pt x="5459" y="10356"/>
                </a:lnTo>
                <a:lnTo>
                  <a:pt x="6555" y="9017"/>
                </a:lnTo>
                <a:lnTo>
                  <a:pt x="7737" y="7753"/>
                </a:lnTo>
                <a:lnTo>
                  <a:pt x="8999" y="6569"/>
                </a:lnTo>
                <a:lnTo>
                  <a:pt x="10335" y="5470"/>
                </a:lnTo>
                <a:lnTo>
                  <a:pt x="11740" y="4461"/>
                </a:lnTo>
                <a:lnTo>
                  <a:pt x="13208" y="3546"/>
                </a:lnTo>
                <a:lnTo>
                  <a:pt x="14733" y="2730"/>
                </a:lnTo>
                <a:lnTo>
                  <a:pt x="16307" y="2015"/>
                </a:lnTo>
                <a:lnTo>
                  <a:pt x="17925" y="1405"/>
                </a:lnTo>
                <a:lnTo>
                  <a:pt x="19579" y="902"/>
                </a:lnTo>
                <a:lnTo>
                  <a:pt x="21263" y="509"/>
                </a:lnTo>
                <a:lnTo>
                  <a:pt x="22968" y="226"/>
                </a:lnTo>
                <a:lnTo>
                  <a:pt x="24689" y="57"/>
                </a:lnTo>
                <a:lnTo>
                  <a:pt x="26416" y="0"/>
                </a:lnTo>
                <a:lnTo>
                  <a:pt x="28144" y="57"/>
                </a:lnTo>
                <a:lnTo>
                  <a:pt x="29864" y="226"/>
                </a:lnTo>
                <a:lnTo>
                  <a:pt x="31570" y="509"/>
                </a:lnTo>
                <a:lnTo>
                  <a:pt x="33253" y="902"/>
                </a:lnTo>
                <a:lnTo>
                  <a:pt x="34908" y="1405"/>
                </a:lnTo>
                <a:lnTo>
                  <a:pt x="36525" y="2015"/>
                </a:lnTo>
                <a:lnTo>
                  <a:pt x="38100" y="2730"/>
                </a:lnTo>
                <a:lnTo>
                  <a:pt x="39624" y="3546"/>
                </a:lnTo>
                <a:lnTo>
                  <a:pt x="41092" y="4461"/>
                </a:lnTo>
                <a:lnTo>
                  <a:pt x="42498" y="5470"/>
                </a:lnTo>
                <a:lnTo>
                  <a:pt x="43834" y="6569"/>
                </a:lnTo>
                <a:lnTo>
                  <a:pt x="45095" y="7753"/>
                </a:lnTo>
                <a:lnTo>
                  <a:pt x="46277" y="9017"/>
                </a:lnTo>
                <a:lnTo>
                  <a:pt x="47374" y="10356"/>
                </a:lnTo>
                <a:lnTo>
                  <a:pt x="48381" y="11764"/>
                </a:lnTo>
                <a:lnTo>
                  <a:pt x="49293" y="13235"/>
                </a:lnTo>
                <a:lnTo>
                  <a:pt x="50108" y="14763"/>
                </a:lnTo>
                <a:lnTo>
                  <a:pt x="50822" y="16340"/>
                </a:lnTo>
                <a:lnTo>
                  <a:pt x="51431" y="17961"/>
                </a:lnTo>
                <a:lnTo>
                  <a:pt x="51932" y="19619"/>
                </a:lnTo>
                <a:lnTo>
                  <a:pt x="52325" y="21306"/>
                </a:lnTo>
                <a:lnTo>
                  <a:pt x="52607" y="23015"/>
                </a:lnTo>
                <a:lnTo>
                  <a:pt x="52776" y="24739"/>
                </a:lnTo>
                <a:lnTo>
                  <a:pt x="52833" y="26470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01" name="Native simplex opinion w">
            <a:extLst xmlns:a="http://schemas.openxmlformats.org/drawingml/2006/main">
              <a:ext uri="{FF2B5EF4-FFF2-40B4-BE49-F238E27FC236}">
                <a16:creationId xmlns:a16="http://schemas.microsoft.com/office/drawing/2014/main" id="{88CB804D-59F4-4A34-A7A4-74EE8D47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731" y="4362237"/>
            <a:ext cx="364796" cy="365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8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8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402" name="Native simplex view index">
            <a:extLst xmlns:a="http://schemas.openxmlformats.org/drawingml/2006/main">
              <a:ext uri="{FF2B5EF4-FFF2-40B4-BE49-F238E27FC236}">
                <a16:creationId xmlns:a16="http://schemas.microsoft.com/office/drawing/2014/main" id="{738FF9A2-C919-4A19-ACF5-FC4560CD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7211" y="4305515"/>
            <a:ext cx="232715" cy="233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03" name="Native exact original lower frame fragment">
            <a:extLst xmlns:a="http://schemas.openxmlformats.org/drawingml/2006/main">
              <a:ext uri="{FF2B5EF4-FFF2-40B4-BE49-F238E27FC236}">
                <a16:creationId xmlns:a16="http://schemas.microsoft.com/office/drawing/2014/main" id="{A7D70A3E-7065-4C0E-AA52-49C42A60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736" y="4992472"/>
            <a:ext cx="1905747" cy="88233"/>
          </a:xfrm>
          <a:custGeom xmlns:a="http://schemas.openxmlformats.org/drawingml/2006/main">
            <a:pathLst>
              <a:path w="1905747" h="88233">
                <a:moveTo>
                  <a:pt x="0" y="0"/>
                </a:moveTo>
                <a:lnTo>
                  <a:pt x="6290" y="0"/>
                </a:lnTo>
                <a:lnTo>
                  <a:pt x="6290" y="6302"/>
                </a:lnTo>
                <a:lnTo>
                  <a:pt x="12579" y="6302"/>
                </a:lnTo>
                <a:lnTo>
                  <a:pt x="12579" y="12605"/>
                </a:lnTo>
                <a:lnTo>
                  <a:pt x="18869" y="12605"/>
                </a:lnTo>
                <a:lnTo>
                  <a:pt x="18869" y="18907"/>
                </a:lnTo>
                <a:lnTo>
                  <a:pt x="25158" y="18907"/>
                </a:lnTo>
                <a:lnTo>
                  <a:pt x="25158" y="25209"/>
                </a:lnTo>
                <a:lnTo>
                  <a:pt x="37738" y="25209"/>
                </a:lnTo>
                <a:lnTo>
                  <a:pt x="37738" y="31512"/>
                </a:lnTo>
                <a:lnTo>
                  <a:pt x="44027" y="31512"/>
                </a:lnTo>
                <a:lnTo>
                  <a:pt x="44027" y="37814"/>
                </a:lnTo>
                <a:lnTo>
                  <a:pt x="62896" y="37814"/>
                </a:lnTo>
                <a:lnTo>
                  <a:pt x="62896" y="44116"/>
                </a:lnTo>
                <a:lnTo>
                  <a:pt x="81765" y="44116"/>
                </a:lnTo>
                <a:lnTo>
                  <a:pt x="81765" y="50419"/>
                </a:lnTo>
                <a:lnTo>
                  <a:pt x="94344" y="50419"/>
                </a:lnTo>
                <a:lnTo>
                  <a:pt x="94344" y="56721"/>
                </a:lnTo>
                <a:lnTo>
                  <a:pt x="1905747" y="56721"/>
                </a:lnTo>
                <a:lnTo>
                  <a:pt x="1905747" y="88233"/>
                </a:lnTo>
                <a:lnTo>
                  <a:pt x="94344" y="88233"/>
                </a:lnTo>
                <a:lnTo>
                  <a:pt x="94344" y="81931"/>
                </a:lnTo>
                <a:lnTo>
                  <a:pt x="75475" y="81931"/>
                </a:lnTo>
                <a:lnTo>
                  <a:pt x="75475" y="75628"/>
                </a:lnTo>
                <a:lnTo>
                  <a:pt x="56606" y="75628"/>
                </a:lnTo>
                <a:lnTo>
                  <a:pt x="56606" y="69326"/>
                </a:lnTo>
                <a:lnTo>
                  <a:pt x="44027" y="69326"/>
                </a:lnTo>
                <a:lnTo>
                  <a:pt x="44027" y="63024"/>
                </a:lnTo>
                <a:lnTo>
                  <a:pt x="31448" y="63024"/>
                </a:lnTo>
                <a:lnTo>
                  <a:pt x="31448" y="56721"/>
                </a:lnTo>
                <a:lnTo>
                  <a:pt x="18869" y="56721"/>
                </a:lnTo>
                <a:lnTo>
                  <a:pt x="18869" y="50419"/>
                </a:lnTo>
                <a:lnTo>
                  <a:pt x="6290" y="50419"/>
                </a:lnTo>
                <a:lnTo>
                  <a:pt x="6290" y="44116"/>
                </a:lnTo>
                <a:lnTo>
                  <a:pt x="0" y="441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6C9EC"/>
          </a:solidFill>
          <a:ln xmlns:a="http://schemas.openxmlformats.org/drawingml/2006/main" w="0" cap="rnd">
            <a:noFill/>
            <a:round/>
          </a:ln>
        </p:spPr>
      </p:sp>
      <p:sp>
        <p:nvSpPr>
          <p:cNvPr id="404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859B8C39-1827-411F-B1AE-E6D54CB8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870" y="2132673"/>
            <a:ext cx="1906895" cy="1399539"/>
          </a:xfrm>
          <a:custGeom xmlns:a="http://schemas.openxmlformats.org/drawingml/2006/main">
            <a:pathLst>
              <a:path w="1906895" h="1399539">
                <a:moveTo>
                  <a:pt x="0" y="0"/>
                </a:moveTo>
                <a:lnTo>
                  <a:pt x="1906895" y="0"/>
                </a:lnTo>
                <a:lnTo>
                  <a:pt x="1906895" y="1399539"/>
                </a:lnTo>
                <a:lnTo>
                  <a:pt x="0" y="13995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405" name="Native simplex belief floor">
            <a:extLst xmlns:a="http://schemas.openxmlformats.org/drawingml/2006/main">
              <a:ext uri="{FF2B5EF4-FFF2-40B4-BE49-F238E27FC236}">
                <a16:creationId xmlns:a16="http://schemas.microsoft.com/office/drawing/2014/main" id="{D474DF44-384C-4967-8BC5-C3648647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0779" y="2977440"/>
            <a:ext cx="1447478" cy="441296"/>
          </a:xfrm>
          <a:custGeom xmlns:a="http://schemas.openxmlformats.org/drawingml/2006/main">
            <a:pathLst>
              <a:path w="1447478" h="441296">
                <a:moveTo>
                  <a:pt x="0" y="308907"/>
                </a:moveTo>
                <a:lnTo>
                  <a:pt x="755206" y="0"/>
                </a:lnTo>
                <a:lnTo>
                  <a:pt x="1447478" y="441296"/>
                </a:lnTo>
                <a:close/>
              </a:path>
            </a:pathLst>
          </a:custGeom>
          <a:solidFill xmlns:a="http://schemas.openxmlformats.org/drawingml/2006/main">
            <a:srgbClr val="EEF7FC"/>
          </a:solidFill>
          <a:ln xmlns:a="http://schemas.openxmlformats.org/drawingml/2006/main" w="0" cap="rnd">
            <a:noFill/>
            <a:round/>
          </a:ln>
        </p:spPr>
      </p:sp>
      <p:sp>
        <p:nvSpPr>
          <p:cNvPr id="406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C5D5AC11-86F8-46A7-A9C8-69343FD2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782" y="3286347"/>
            <a:ext cx="781405" cy="93767"/>
          </a:xfrm>
          <a:custGeom xmlns:a="http://schemas.openxmlformats.org/drawingml/2006/main">
            <a:pathLst>
              <a:path w="781405" h="93767">
                <a:moveTo>
                  <a:pt x="781269" y="73794"/>
                </a:moveTo>
                <a:lnTo>
                  <a:pt x="781405" y="75651"/>
                </a:lnTo>
                <a:lnTo>
                  <a:pt x="781269" y="77507"/>
                </a:lnTo>
                <a:lnTo>
                  <a:pt x="780860" y="79363"/>
                </a:lnTo>
                <a:lnTo>
                  <a:pt x="780178" y="81216"/>
                </a:lnTo>
                <a:lnTo>
                  <a:pt x="779223" y="83066"/>
                </a:lnTo>
                <a:lnTo>
                  <a:pt x="777998" y="84911"/>
                </a:lnTo>
                <a:lnTo>
                  <a:pt x="776501" y="86751"/>
                </a:lnTo>
                <a:lnTo>
                  <a:pt x="774734" y="88584"/>
                </a:lnTo>
                <a:lnTo>
                  <a:pt x="772699" y="90409"/>
                </a:lnTo>
                <a:lnTo>
                  <a:pt x="770395" y="92226"/>
                </a:lnTo>
                <a:lnTo>
                  <a:pt x="768203" y="93767"/>
                </a:lnTo>
                <a:lnTo>
                  <a:pt x="0" y="23506"/>
                </a:lnTo>
                <a:lnTo>
                  <a:pt x="108" y="23486"/>
                </a:lnTo>
                <a:lnTo>
                  <a:pt x="7875" y="22158"/>
                </a:lnTo>
                <a:lnTo>
                  <a:pt x="15835" y="20861"/>
                </a:lnTo>
                <a:lnTo>
                  <a:pt x="23982" y="19597"/>
                </a:lnTo>
                <a:lnTo>
                  <a:pt x="32314" y="18367"/>
                </a:lnTo>
                <a:lnTo>
                  <a:pt x="40823" y="17172"/>
                </a:lnTo>
                <a:lnTo>
                  <a:pt x="49506" y="16012"/>
                </a:lnTo>
                <a:lnTo>
                  <a:pt x="58356" y="14887"/>
                </a:lnTo>
                <a:lnTo>
                  <a:pt x="67369" y="13800"/>
                </a:lnTo>
                <a:lnTo>
                  <a:pt x="76540" y="12749"/>
                </a:lnTo>
                <a:lnTo>
                  <a:pt x="85862" y="11737"/>
                </a:lnTo>
                <a:lnTo>
                  <a:pt x="95330" y="10763"/>
                </a:lnTo>
                <a:lnTo>
                  <a:pt x="104938" y="9828"/>
                </a:lnTo>
                <a:lnTo>
                  <a:pt x="114681" y="8933"/>
                </a:lnTo>
                <a:lnTo>
                  <a:pt x="124552" y="8078"/>
                </a:lnTo>
                <a:lnTo>
                  <a:pt x="134546" y="7263"/>
                </a:lnTo>
                <a:lnTo>
                  <a:pt x="144657" y="6490"/>
                </a:lnTo>
                <a:lnTo>
                  <a:pt x="154879" y="5759"/>
                </a:lnTo>
                <a:lnTo>
                  <a:pt x="165205" y="5069"/>
                </a:lnTo>
                <a:lnTo>
                  <a:pt x="175629" y="4422"/>
                </a:lnTo>
                <a:lnTo>
                  <a:pt x="186145" y="3818"/>
                </a:lnTo>
                <a:lnTo>
                  <a:pt x="196747" y="3257"/>
                </a:lnTo>
                <a:lnTo>
                  <a:pt x="207428" y="2740"/>
                </a:lnTo>
                <a:lnTo>
                  <a:pt x="218182" y="2267"/>
                </a:lnTo>
                <a:lnTo>
                  <a:pt x="229002" y="1838"/>
                </a:lnTo>
                <a:lnTo>
                  <a:pt x="239882" y="1454"/>
                </a:lnTo>
                <a:lnTo>
                  <a:pt x="250815" y="1114"/>
                </a:lnTo>
                <a:lnTo>
                  <a:pt x="261795" y="819"/>
                </a:lnTo>
                <a:lnTo>
                  <a:pt x="272814" y="569"/>
                </a:lnTo>
                <a:lnTo>
                  <a:pt x="283868" y="364"/>
                </a:lnTo>
                <a:lnTo>
                  <a:pt x="294948" y="205"/>
                </a:lnTo>
                <a:lnTo>
                  <a:pt x="306048" y="91"/>
                </a:lnTo>
                <a:lnTo>
                  <a:pt x="317161" y="23"/>
                </a:lnTo>
                <a:lnTo>
                  <a:pt x="328282" y="0"/>
                </a:lnTo>
                <a:lnTo>
                  <a:pt x="339402" y="23"/>
                </a:lnTo>
                <a:lnTo>
                  <a:pt x="350515" y="91"/>
                </a:lnTo>
                <a:lnTo>
                  <a:pt x="361616" y="205"/>
                </a:lnTo>
                <a:lnTo>
                  <a:pt x="372696" y="364"/>
                </a:lnTo>
                <a:lnTo>
                  <a:pt x="383749" y="569"/>
                </a:lnTo>
                <a:lnTo>
                  <a:pt x="394769" y="819"/>
                </a:lnTo>
                <a:lnTo>
                  <a:pt x="405749" y="1114"/>
                </a:lnTo>
                <a:lnTo>
                  <a:pt x="416682" y="1454"/>
                </a:lnTo>
                <a:lnTo>
                  <a:pt x="427562" y="1838"/>
                </a:lnTo>
                <a:lnTo>
                  <a:pt x="438382" y="2267"/>
                </a:lnTo>
                <a:lnTo>
                  <a:pt x="449136" y="2740"/>
                </a:lnTo>
                <a:lnTo>
                  <a:pt x="459817" y="3257"/>
                </a:lnTo>
                <a:lnTo>
                  <a:pt x="470418" y="3818"/>
                </a:lnTo>
                <a:lnTo>
                  <a:pt x="480934" y="4422"/>
                </a:lnTo>
                <a:lnTo>
                  <a:pt x="491359" y="5069"/>
                </a:lnTo>
                <a:lnTo>
                  <a:pt x="501685" y="5759"/>
                </a:lnTo>
                <a:lnTo>
                  <a:pt x="511906" y="6490"/>
                </a:lnTo>
                <a:lnTo>
                  <a:pt x="522017" y="7263"/>
                </a:lnTo>
                <a:lnTo>
                  <a:pt x="532011" y="8078"/>
                </a:lnTo>
                <a:lnTo>
                  <a:pt x="541883" y="8933"/>
                </a:lnTo>
                <a:lnTo>
                  <a:pt x="551625" y="9828"/>
                </a:lnTo>
                <a:lnTo>
                  <a:pt x="561234" y="10763"/>
                </a:lnTo>
                <a:lnTo>
                  <a:pt x="570702" y="11737"/>
                </a:lnTo>
                <a:lnTo>
                  <a:pt x="580024" y="12749"/>
                </a:lnTo>
                <a:lnTo>
                  <a:pt x="589194" y="13800"/>
                </a:lnTo>
                <a:lnTo>
                  <a:pt x="598207" y="14887"/>
                </a:lnTo>
                <a:lnTo>
                  <a:pt x="607058" y="16012"/>
                </a:lnTo>
                <a:lnTo>
                  <a:pt x="615740" y="17172"/>
                </a:lnTo>
                <a:lnTo>
                  <a:pt x="624250" y="18367"/>
                </a:lnTo>
                <a:lnTo>
                  <a:pt x="632581" y="19597"/>
                </a:lnTo>
                <a:lnTo>
                  <a:pt x="640729" y="20861"/>
                </a:lnTo>
                <a:lnTo>
                  <a:pt x="648688" y="22158"/>
                </a:lnTo>
                <a:lnTo>
                  <a:pt x="656455" y="23486"/>
                </a:lnTo>
                <a:lnTo>
                  <a:pt x="664024" y="24847"/>
                </a:lnTo>
                <a:lnTo>
                  <a:pt x="671391" y="26238"/>
                </a:lnTo>
                <a:lnTo>
                  <a:pt x="678551" y="27658"/>
                </a:lnTo>
                <a:lnTo>
                  <a:pt x="685500" y="29108"/>
                </a:lnTo>
                <a:lnTo>
                  <a:pt x="692234" y="30586"/>
                </a:lnTo>
                <a:lnTo>
                  <a:pt x="698749" y="32090"/>
                </a:lnTo>
                <a:lnTo>
                  <a:pt x="705040" y="33621"/>
                </a:lnTo>
                <a:lnTo>
                  <a:pt x="711105" y="35178"/>
                </a:lnTo>
                <a:lnTo>
                  <a:pt x="716939" y="36758"/>
                </a:lnTo>
                <a:lnTo>
                  <a:pt x="722539" y="38363"/>
                </a:lnTo>
                <a:lnTo>
                  <a:pt x="727901" y="39989"/>
                </a:lnTo>
                <a:lnTo>
                  <a:pt x="733023" y="41637"/>
                </a:lnTo>
                <a:lnTo>
                  <a:pt x="737901" y="43306"/>
                </a:lnTo>
                <a:lnTo>
                  <a:pt x="742532" y="44994"/>
                </a:lnTo>
                <a:lnTo>
                  <a:pt x="746913" y="46700"/>
                </a:lnTo>
                <a:lnTo>
                  <a:pt x="751043" y="48424"/>
                </a:lnTo>
                <a:lnTo>
                  <a:pt x="754918" y="50165"/>
                </a:lnTo>
                <a:lnTo>
                  <a:pt x="758535" y="51920"/>
                </a:lnTo>
                <a:lnTo>
                  <a:pt x="761894" y="53690"/>
                </a:lnTo>
                <a:lnTo>
                  <a:pt x="764991" y="55474"/>
                </a:lnTo>
                <a:lnTo>
                  <a:pt x="767826" y="57269"/>
                </a:lnTo>
                <a:lnTo>
                  <a:pt x="770395" y="59076"/>
                </a:lnTo>
                <a:lnTo>
                  <a:pt x="772699" y="60892"/>
                </a:lnTo>
                <a:lnTo>
                  <a:pt x="774734" y="62717"/>
                </a:lnTo>
                <a:lnTo>
                  <a:pt x="776501" y="64550"/>
                </a:lnTo>
                <a:lnTo>
                  <a:pt x="777998" y="66390"/>
                </a:lnTo>
                <a:lnTo>
                  <a:pt x="779223" y="68236"/>
                </a:lnTo>
                <a:lnTo>
                  <a:pt x="780178" y="70086"/>
                </a:lnTo>
                <a:lnTo>
                  <a:pt x="780860" y="71939"/>
                </a:lnTo>
                <a:lnTo>
                  <a:pt x="781269" y="73794"/>
                </a:lnTo>
                <a:close/>
              </a:path>
            </a:pathLst>
          </a:custGeom>
          <a:solidFill xmlns:a="http://schemas.openxmlformats.org/drawingml/2006/main">
            <a:srgbClr val="DFEEF8"/>
          </a:solidFill>
          <a:ln xmlns:a="http://schemas.openxmlformats.org/drawingml/2006/main" w="0" cap="rnd">
            <a:noFill/>
            <a:round/>
          </a:ln>
        </p:spPr>
      </p:sp>
      <p:sp>
        <p:nvSpPr>
          <p:cNvPr id="407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C3C0ACCC-E7AA-471A-9F3B-9845FD38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075" y="3293912"/>
            <a:ext cx="694801" cy="82426"/>
          </a:xfrm>
          <a:custGeom xmlns:a="http://schemas.openxmlformats.org/drawingml/2006/main">
            <a:pathLst>
              <a:path w="694801" h="82426">
                <a:moveTo>
                  <a:pt x="694678" y="66415"/>
                </a:moveTo>
                <a:lnTo>
                  <a:pt x="694801" y="68086"/>
                </a:lnTo>
                <a:lnTo>
                  <a:pt x="694678" y="69757"/>
                </a:lnTo>
                <a:lnTo>
                  <a:pt x="694309" y="71426"/>
                </a:lnTo>
                <a:lnTo>
                  <a:pt x="693696" y="73094"/>
                </a:lnTo>
                <a:lnTo>
                  <a:pt x="692837" y="74759"/>
                </a:lnTo>
                <a:lnTo>
                  <a:pt x="691734" y="76420"/>
                </a:lnTo>
                <a:lnTo>
                  <a:pt x="690387" y="78076"/>
                </a:lnTo>
                <a:lnTo>
                  <a:pt x="688797" y="79726"/>
                </a:lnTo>
                <a:lnTo>
                  <a:pt x="686965" y="81369"/>
                </a:lnTo>
                <a:lnTo>
                  <a:pt x="685624" y="82426"/>
                </a:lnTo>
                <a:lnTo>
                  <a:pt x="0" y="19718"/>
                </a:lnTo>
                <a:lnTo>
                  <a:pt x="5787" y="18775"/>
                </a:lnTo>
                <a:lnTo>
                  <a:pt x="13120" y="17638"/>
                </a:lnTo>
                <a:lnTo>
                  <a:pt x="20618" y="16531"/>
                </a:lnTo>
                <a:lnTo>
                  <a:pt x="28277" y="15455"/>
                </a:lnTo>
                <a:lnTo>
                  <a:pt x="36091" y="14411"/>
                </a:lnTo>
                <a:lnTo>
                  <a:pt x="44056" y="13399"/>
                </a:lnTo>
                <a:lnTo>
                  <a:pt x="52168" y="12420"/>
                </a:lnTo>
                <a:lnTo>
                  <a:pt x="60421" y="11475"/>
                </a:lnTo>
                <a:lnTo>
                  <a:pt x="68811" y="10563"/>
                </a:lnTo>
                <a:lnTo>
                  <a:pt x="77332" y="9687"/>
                </a:lnTo>
                <a:lnTo>
                  <a:pt x="85980" y="8845"/>
                </a:lnTo>
                <a:lnTo>
                  <a:pt x="94748" y="8039"/>
                </a:lnTo>
                <a:lnTo>
                  <a:pt x="103633" y="7270"/>
                </a:lnTo>
                <a:lnTo>
                  <a:pt x="112627" y="6537"/>
                </a:lnTo>
                <a:lnTo>
                  <a:pt x="121727" y="5841"/>
                </a:lnTo>
                <a:lnTo>
                  <a:pt x="130927" y="5183"/>
                </a:lnTo>
                <a:lnTo>
                  <a:pt x="140220" y="4562"/>
                </a:lnTo>
                <a:lnTo>
                  <a:pt x="149602" y="3980"/>
                </a:lnTo>
                <a:lnTo>
                  <a:pt x="159066" y="3436"/>
                </a:lnTo>
                <a:lnTo>
                  <a:pt x="168608" y="2932"/>
                </a:lnTo>
                <a:lnTo>
                  <a:pt x="178221" y="2466"/>
                </a:lnTo>
                <a:lnTo>
                  <a:pt x="187899" y="2040"/>
                </a:lnTo>
                <a:lnTo>
                  <a:pt x="197637" y="1654"/>
                </a:lnTo>
                <a:lnTo>
                  <a:pt x="207429" y="1308"/>
                </a:lnTo>
                <a:lnTo>
                  <a:pt x="217269" y="1002"/>
                </a:lnTo>
                <a:lnTo>
                  <a:pt x="227151" y="737"/>
                </a:lnTo>
                <a:lnTo>
                  <a:pt x="237069" y="512"/>
                </a:lnTo>
                <a:lnTo>
                  <a:pt x="247017" y="328"/>
                </a:lnTo>
                <a:lnTo>
                  <a:pt x="256989" y="184"/>
                </a:lnTo>
                <a:lnTo>
                  <a:pt x="266979" y="82"/>
                </a:lnTo>
                <a:lnTo>
                  <a:pt x="276981" y="21"/>
                </a:lnTo>
                <a:lnTo>
                  <a:pt x="286989" y="0"/>
                </a:lnTo>
                <a:lnTo>
                  <a:pt x="296997" y="21"/>
                </a:lnTo>
                <a:lnTo>
                  <a:pt x="307000" y="82"/>
                </a:lnTo>
                <a:lnTo>
                  <a:pt x="316990" y="184"/>
                </a:lnTo>
                <a:lnTo>
                  <a:pt x="326962" y="328"/>
                </a:lnTo>
                <a:lnTo>
                  <a:pt x="336910" y="512"/>
                </a:lnTo>
                <a:lnTo>
                  <a:pt x="346828" y="737"/>
                </a:lnTo>
                <a:lnTo>
                  <a:pt x="356709" y="1002"/>
                </a:lnTo>
                <a:lnTo>
                  <a:pt x="366549" y="1308"/>
                </a:lnTo>
                <a:lnTo>
                  <a:pt x="376341" y="1654"/>
                </a:lnTo>
                <a:lnTo>
                  <a:pt x="386079" y="2040"/>
                </a:lnTo>
                <a:lnTo>
                  <a:pt x="395758" y="2466"/>
                </a:lnTo>
                <a:lnTo>
                  <a:pt x="405371" y="2932"/>
                </a:lnTo>
                <a:lnTo>
                  <a:pt x="414912" y="3436"/>
                </a:lnTo>
                <a:lnTo>
                  <a:pt x="424377" y="3980"/>
                </a:lnTo>
                <a:lnTo>
                  <a:pt x="433759" y="4562"/>
                </a:lnTo>
                <a:lnTo>
                  <a:pt x="443052" y="5183"/>
                </a:lnTo>
                <a:lnTo>
                  <a:pt x="452251" y="5841"/>
                </a:lnTo>
                <a:lnTo>
                  <a:pt x="461351" y="6537"/>
                </a:lnTo>
                <a:lnTo>
                  <a:pt x="470346" y="7270"/>
                </a:lnTo>
                <a:lnTo>
                  <a:pt x="479230" y="8039"/>
                </a:lnTo>
                <a:lnTo>
                  <a:pt x="487999" y="8845"/>
                </a:lnTo>
                <a:lnTo>
                  <a:pt x="496646" y="9687"/>
                </a:lnTo>
                <a:lnTo>
                  <a:pt x="505167" y="10563"/>
                </a:lnTo>
                <a:lnTo>
                  <a:pt x="513557" y="11475"/>
                </a:lnTo>
                <a:lnTo>
                  <a:pt x="521810" y="12420"/>
                </a:lnTo>
                <a:lnTo>
                  <a:pt x="529922" y="13399"/>
                </a:lnTo>
                <a:lnTo>
                  <a:pt x="537888" y="14411"/>
                </a:lnTo>
                <a:lnTo>
                  <a:pt x="545702" y="15455"/>
                </a:lnTo>
                <a:lnTo>
                  <a:pt x="553361" y="16531"/>
                </a:lnTo>
                <a:lnTo>
                  <a:pt x="560859" y="17638"/>
                </a:lnTo>
                <a:lnTo>
                  <a:pt x="568192" y="18775"/>
                </a:lnTo>
                <a:lnTo>
                  <a:pt x="575355" y="19942"/>
                </a:lnTo>
                <a:lnTo>
                  <a:pt x="582345" y="21138"/>
                </a:lnTo>
                <a:lnTo>
                  <a:pt x="589157" y="22362"/>
                </a:lnTo>
                <a:lnTo>
                  <a:pt x="595788" y="23614"/>
                </a:lnTo>
                <a:lnTo>
                  <a:pt x="602232" y="24893"/>
                </a:lnTo>
                <a:lnTo>
                  <a:pt x="608486" y="26197"/>
                </a:lnTo>
                <a:lnTo>
                  <a:pt x="614546" y="27527"/>
                </a:lnTo>
                <a:lnTo>
                  <a:pt x="620410" y="28881"/>
                </a:lnTo>
                <a:lnTo>
                  <a:pt x="626072" y="30259"/>
                </a:lnTo>
                <a:lnTo>
                  <a:pt x="631530" y="31660"/>
                </a:lnTo>
                <a:lnTo>
                  <a:pt x="636781" y="33083"/>
                </a:lnTo>
                <a:lnTo>
                  <a:pt x="641821" y="34526"/>
                </a:lnTo>
                <a:lnTo>
                  <a:pt x="646647" y="35990"/>
                </a:lnTo>
                <a:lnTo>
                  <a:pt x="651256" y="37474"/>
                </a:lnTo>
                <a:lnTo>
                  <a:pt x="655646" y="38975"/>
                </a:lnTo>
                <a:lnTo>
                  <a:pt x="659814" y="40495"/>
                </a:lnTo>
                <a:lnTo>
                  <a:pt x="663758" y="42030"/>
                </a:lnTo>
                <a:lnTo>
                  <a:pt x="667474" y="43582"/>
                </a:lnTo>
                <a:lnTo>
                  <a:pt x="670962" y="45148"/>
                </a:lnTo>
                <a:lnTo>
                  <a:pt x="674218" y="46728"/>
                </a:lnTo>
                <a:lnTo>
                  <a:pt x="677240" y="48321"/>
                </a:lnTo>
                <a:lnTo>
                  <a:pt x="680028" y="49926"/>
                </a:lnTo>
                <a:lnTo>
                  <a:pt x="682579" y="51542"/>
                </a:lnTo>
                <a:lnTo>
                  <a:pt x="684892" y="53168"/>
                </a:lnTo>
                <a:lnTo>
                  <a:pt x="686965" y="54803"/>
                </a:lnTo>
                <a:lnTo>
                  <a:pt x="688797" y="56446"/>
                </a:lnTo>
                <a:lnTo>
                  <a:pt x="690387" y="58095"/>
                </a:lnTo>
                <a:lnTo>
                  <a:pt x="691734" y="59751"/>
                </a:lnTo>
                <a:lnTo>
                  <a:pt x="692837" y="61412"/>
                </a:lnTo>
                <a:lnTo>
                  <a:pt x="693696" y="63077"/>
                </a:lnTo>
                <a:lnTo>
                  <a:pt x="694309" y="64745"/>
                </a:lnTo>
                <a:lnTo>
                  <a:pt x="694678" y="66415"/>
                </a:lnTo>
                <a:close/>
              </a:path>
            </a:pathLst>
          </a:custGeom>
          <a:solidFill xmlns:a="http://schemas.openxmlformats.org/drawingml/2006/main">
            <a:srgbClr val="D1E6F5"/>
          </a:solidFill>
          <a:ln xmlns:a="http://schemas.openxmlformats.org/drawingml/2006/main" w="0" cap="rnd">
            <a:noFill/>
            <a:round/>
          </a:ln>
        </p:spPr>
      </p:sp>
      <p:sp>
        <p:nvSpPr>
          <p:cNvPr id="408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DF5D94A3-8574-4EA6-91BE-BA04EFA7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768" y="3301477"/>
            <a:ext cx="607795" cy="71049"/>
          </a:xfrm>
          <a:custGeom xmlns:a="http://schemas.openxmlformats.org/drawingml/2006/main">
            <a:pathLst>
              <a:path w="607795" h="71049">
                <a:moveTo>
                  <a:pt x="607686" y="59035"/>
                </a:moveTo>
                <a:lnTo>
                  <a:pt x="607795" y="60521"/>
                </a:lnTo>
                <a:lnTo>
                  <a:pt x="607686" y="62006"/>
                </a:lnTo>
                <a:lnTo>
                  <a:pt x="607358" y="63490"/>
                </a:lnTo>
                <a:lnTo>
                  <a:pt x="606813" y="64973"/>
                </a:lnTo>
                <a:lnTo>
                  <a:pt x="606050" y="66453"/>
                </a:lnTo>
                <a:lnTo>
                  <a:pt x="605069" y="67929"/>
                </a:lnTo>
                <a:lnTo>
                  <a:pt x="603872" y="69401"/>
                </a:lnTo>
                <a:lnTo>
                  <a:pt x="602458" y="70867"/>
                </a:lnTo>
                <a:lnTo>
                  <a:pt x="602256" y="71049"/>
                </a:lnTo>
                <a:lnTo>
                  <a:pt x="0" y="15966"/>
                </a:lnTo>
                <a:lnTo>
                  <a:pt x="1857" y="15678"/>
                </a:lnTo>
                <a:lnTo>
                  <a:pt x="8522" y="14694"/>
                </a:lnTo>
                <a:lnTo>
                  <a:pt x="15329" y="13738"/>
                </a:lnTo>
                <a:lnTo>
                  <a:pt x="22275" y="12809"/>
                </a:lnTo>
                <a:lnTo>
                  <a:pt x="29356" y="11910"/>
                </a:lnTo>
                <a:lnTo>
                  <a:pt x="36566" y="11040"/>
                </a:lnTo>
                <a:lnTo>
                  <a:pt x="43903" y="10200"/>
                </a:lnTo>
                <a:lnTo>
                  <a:pt x="51360" y="9390"/>
                </a:lnTo>
                <a:lnTo>
                  <a:pt x="58935" y="8610"/>
                </a:lnTo>
                <a:lnTo>
                  <a:pt x="66621" y="7862"/>
                </a:lnTo>
                <a:lnTo>
                  <a:pt x="74415" y="7146"/>
                </a:lnTo>
                <a:lnTo>
                  <a:pt x="82313" y="6462"/>
                </a:lnTo>
                <a:lnTo>
                  <a:pt x="90308" y="5811"/>
                </a:lnTo>
                <a:lnTo>
                  <a:pt x="98397" y="5192"/>
                </a:lnTo>
                <a:lnTo>
                  <a:pt x="106574" y="4607"/>
                </a:lnTo>
                <a:lnTo>
                  <a:pt x="114835" y="4055"/>
                </a:lnTo>
                <a:lnTo>
                  <a:pt x="123174" y="3538"/>
                </a:lnTo>
                <a:lnTo>
                  <a:pt x="131587" y="3055"/>
                </a:lnTo>
                <a:lnTo>
                  <a:pt x="140068" y="2606"/>
                </a:lnTo>
                <a:lnTo>
                  <a:pt x="148613" y="2192"/>
                </a:lnTo>
                <a:lnTo>
                  <a:pt x="157216" y="1814"/>
                </a:lnTo>
                <a:lnTo>
                  <a:pt x="165872" y="1471"/>
                </a:lnTo>
                <a:lnTo>
                  <a:pt x="174576" y="1163"/>
                </a:lnTo>
                <a:lnTo>
                  <a:pt x="183323" y="891"/>
                </a:lnTo>
                <a:lnTo>
                  <a:pt x="192107" y="655"/>
                </a:lnTo>
                <a:lnTo>
                  <a:pt x="200922" y="455"/>
                </a:lnTo>
                <a:lnTo>
                  <a:pt x="209765" y="291"/>
                </a:lnTo>
                <a:lnTo>
                  <a:pt x="218629" y="164"/>
                </a:lnTo>
                <a:lnTo>
                  <a:pt x="227509" y="73"/>
                </a:lnTo>
                <a:lnTo>
                  <a:pt x="236400" y="18"/>
                </a:lnTo>
                <a:lnTo>
                  <a:pt x="245296" y="0"/>
                </a:lnTo>
                <a:lnTo>
                  <a:pt x="254192" y="18"/>
                </a:lnTo>
                <a:lnTo>
                  <a:pt x="263083" y="73"/>
                </a:lnTo>
                <a:lnTo>
                  <a:pt x="271963" y="164"/>
                </a:lnTo>
                <a:lnTo>
                  <a:pt x="280827" y="291"/>
                </a:lnTo>
                <a:lnTo>
                  <a:pt x="289670" y="455"/>
                </a:lnTo>
                <a:lnTo>
                  <a:pt x="298486" y="655"/>
                </a:lnTo>
                <a:lnTo>
                  <a:pt x="307270" y="891"/>
                </a:lnTo>
                <a:lnTo>
                  <a:pt x="316016" y="1163"/>
                </a:lnTo>
                <a:lnTo>
                  <a:pt x="324720" y="1471"/>
                </a:lnTo>
                <a:lnTo>
                  <a:pt x="333376" y="1814"/>
                </a:lnTo>
                <a:lnTo>
                  <a:pt x="341979" y="2192"/>
                </a:lnTo>
                <a:lnTo>
                  <a:pt x="350524" y="2606"/>
                </a:lnTo>
                <a:lnTo>
                  <a:pt x="359006" y="3055"/>
                </a:lnTo>
                <a:lnTo>
                  <a:pt x="367418" y="3538"/>
                </a:lnTo>
                <a:lnTo>
                  <a:pt x="375758" y="4055"/>
                </a:lnTo>
                <a:lnTo>
                  <a:pt x="384019" y="4607"/>
                </a:lnTo>
                <a:lnTo>
                  <a:pt x="392196" y="5192"/>
                </a:lnTo>
                <a:lnTo>
                  <a:pt x="400284" y="5811"/>
                </a:lnTo>
                <a:lnTo>
                  <a:pt x="408280" y="6462"/>
                </a:lnTo>
                <a:lnTo>
                  <a:pt x="416177" y="7146"/>
                </a:lnTo>
                <a:lnTo>
                  <a:pt x="423971" y="7862"/>
                </a:lnTo>
                <a:lnTo>
                  <a:pt x="431658" y="8610"/>
                </a:lnTo>
                <a:lnTo>
                  <a:pt x="439232" y="9390"/>
                </a:lnTo>
                <a:lnTo>
                  <a:pt x="446690" y="10200"/>
                </a:lnTo>
                <a:lnTo>
                  <a:pt x="454026" y="11040"/>
                </a:lnTo>
                <a:lnTo>
                  <a:pt x="461237" y="11910"/>
                </a:lnTo>
                <a:lnTo>
                  <a:pt x="468317" y="12809"/>
                </a:lnTo>
                <a:lnTo>
                  <a:pt x="475263" y="13738"/>
                </a:lnTo>
                <a:lnTo>
                  <a:pt x="482071" y="14694"/>
                </a:lnTo>
                <a:lnTo>
                  <a:pt x="488736" y="15678"/>
                </a:lnTo>
                <a:lnTo>
                  <a:pt x="495254" y="16689"/>
                </a:lnTo>
                <a:lnTo>
                  <a:pt x="501622" y="17726"/>
                </a:lnTo>
                <a:lnTo>
                  <a:pt x="507835" y="18789"/>
                </a:lnTo>
                <a:lnTo>
                  <a:pt x="513890" y="19877"/>
                </a:lnTo>
                <a:lnTo>
                  <a:pt x="519784" y="20990"/>
                </a:lnTo>
                <a:lnTo>
                  <a:pt x="525512" y="22127"/>
                </a:lnTo>
                <a:lnTo>
                  <a:pt x="531071" y="23286"/>
                </a:lnTo>
                <a:lnTo>
                  <a:pt x="536458" y="24469"/>
                </a:lnTo>
                <a:lnTo>
                  <a:pt x="541670" y="25672"/>
                </a:lnTo>
                <a:lnTo>
                  <a:pt x="546703" y="26897"/>
                </a:lnTo>
                <a:lnTo>
                  <a:pt x="551555" y="28142"/>
                </a:lnTo>
                <a:lnTo>
                  <a:pt x="556222" y="29407"/>
                </a:lnTo>
                <a:lnTo>
                  <a:pt x="560702" y="30690"/>
                </a:lnTo>
                <a:lnTo>
                  <a:pt x="564992" y="31991"/>
                </a:lnTo>
                <a:lnTo>
                  <a:pt x="569089" y="33310"/>
                </a:lnTo>
                <a:lnTo>
                  <a:pt x="572991" y="34645"/>
                </a:lnTo>
                <a:lnTo>
                  <a:pt x="576696" y="35995"/>
                </a:lnTo>
                <a:lnTo>
                  <a:pt x="580202" y="37360"/>
                </a:lnTo>
                <a:lnTo>
                  <a:pt x="583505" y="38740"/>
                </a:lnTo>
                <a:lnTo>
                  <a:pt x="586605" y="40132"/>
                </a:lnTo>
                <a:lnTo>
                  <a:pt x="589499" y="41536"/>
                </a:lnTo>
                <a:lnTo>
                  <a:pt x="592186" y="42952"/>
                </a:lnTo>
                <a:lnTo>
                  <a:pt x="594664" y="44379"/>
                </a:lnTo>
                <a:lnTo>
                  <a:pt x="596932" y="45815"/>
                </a:lnTo>
                <a:lnTo>
                  <a:pt x="598987" y="47260"/>
                </a:lnTo>
                <a:lnTo>
                  <a:pt x="600830" y="48714"/>
                </a:lnTo>
                <a:lnTo>
                  <a:pt x="602458" y="50174"/>
                </a:lnTo>
                <a:lnTo>
                  <a:pt x="603872" y="51640"/>
                </a:lnTo>
                <a:lnTo>
                  <a:pt x="605069" y="53112"/>
                </a:lnTo>
                <a:lnTo>
                  <a:pt x="606050" y="54589"/>
                </a:lnTo>
                <a:lnTo>
                  <a:pt x="606813" y="56068"/>
                </a:lnTo>
                <a:lnTo>
                  <a:pt x="607358" y="57551"/>
                </a:lnTo>
                <a:lnTo>
                  <a:pt x="607686" y="59035"/>
                </a:lnTo>
                <a:close/>
              </a:path>
            </a:pathLst>
          </a:custGeom>
          <a:solidFill xmlns:a="http://schemas.openxmlformats.org/drawingml/2006/main">
            <a:srgbClr val="BCD9ED"/>
          </a:solidFill>
          <a:ln xmlns:a="http://schemas.openxmlformats.org/drawingml/2006/main" w="0" cap="rnd">
            <a:noFill/>
            <a:round/>
          </a:ln>
        </p:spPr>
      </p:sp>
      <p:sp>
        <p:nvSpPr>
          <p:cNvPr id="409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805B9C24-1EE7-4670-B6A1-73A8EA45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3069" y="3309042"/>
            <a:ext cx="520182" cy="59615"/>
          </a:xfrm>
          <a:custGeom xmlns:a="http://schemas.openxmlformats.org/drawingml/2006/main">
            <a:pathLst>
              <a:path w="520182" h="59615">
                <a:moveTo>
                  <a:pt x="520086" y="51656"/>
                </a:moveTo>
                <a:lnTo>
                  <a:pt x="520182" y="52956"/>
                </a:lnTo>
                <a:lnTo>
                  <a:pt x="520086" y="54255"/>
                </a:lnTo>
                <a:lnTo>
                  <a:pt x="519800" y="55554"/>
                </a:lnTo>
                <a:lnTo>
                  <a:pt x="519322" y="56851"/>
                </a:lnTo>
                <a:lnTo>
                  <a:pt x="518655" y="58146"/>
                </a:lnTo>
                <a:lnTo>
                  <a:pt x="517797" y="59438"/>
                </a:lnTo>
                <a:lnTo>
                  <a:pt x="517652" y="59615"/>
                </a:lnTo>
                <a:lnTo>
                  <a:pt x="0" y="12270"/>
                </a:lnTo>
                <a:lnTo>
                  <a:pt x="1774" y="12020"/>
                </a:lnTo>
                <a:lnTo>
                  <a:pt x="7852" y="11208"/>
                </a:lnTo>
                <a:lnTo>
                  <a:pt x="14048" y="10421"/>
                </a:lnTo>
                <a:lnTo>
                  <a:pt x="20357" y="9660"/>
                </a:lnTo>
                <a:lnTo>
                  <a:pt x="26776" y="8925"/>
                </a:lnTo>
                <a:lnTo>
                  <a:pt x="33301" y="8216"/>
                </a:lnTo>
                <a:lnTo>
                  <a:pt x="39929" y="7534"/>
                </a:lnTo>
                <a:lnTo>
                  <a:pt x="46655" y="6880"/>
                </a:lnTo>
                <a:lnTo>
                  <a:pt x="53475" y="6253"/>
                </a:lnTo>
                <a:lnTo>
                  <a:pt x="60385" y="5654"/>
                </a:lnTo>
                <a:lnTo>
                  <a:pt x="67381" y="5084"/>
                </a:lnTo>
                <a:lnTo>
                  <a:pt x="74458" y="4543"/>
                </a:lnTo>
                <a:lnTo>
                  <a:pt x="81613" y="4031"/>
                </a:lnTo>
                <a:lnTo>
                  <a:pt x="88841" y="3548"/>
                </a:lnTo>
                <a:lnTo>
                  <a:pt x="96138" y="3096"/>
                </a:lnTo>
                <a:lnTo>
                  <a:pt x="103500" y="2673"/>
                </a:lnTo>
                <a:lnTo>
                  <a:pt x="110921" y="2280"/>
                </a:lnTo>
                <a:lnTo>
                  <a:pt x="118398" y="1918"/>
                </a:lnTo>
                <a:lnTo>
                  <a:pt x="125925" y="1587"/>
                </a:lnTo>
                <a:lnTo>
                  <a:pt x="133499" y="1287"/>
                </a:lnTo>
                <a:lnTo>
                  <a:pt x="141115" y="1018"/>
                </a:lnTo>
                <a:lnTo>
                  <a:pt x="148769" y="780"/>
                </a:lnTo>
                <a:lnTo>
                  <a:pt x="156454" y="573"/>
                </a:lnTo>
                <a:lnTo>
                  <a:pt x="164168" y="398"/>
                </a:lnTo>
                <a:lnTo>
                  <a:pt x="171906" y="255"/>
                </a:lnTo>
                <a:lnTo>
                  <a:pt x="179662" y="143"/>
                </a:lnTo>
                <a:lnTo>
                  <a:pt x="187432" y="64"/>
                </a:lnTo>
                <a:lnTo>
                  <a:pt x="195211" y="16"/>
                </a:lnTo>
                <a:lnTo>
                  <a:pt x="202995" y="0"/>
                </a:lnTo>
                <a:lnTo>
                  <a:pt x="210779" y="16"/>
                </a:lnTo>
                <a:lnTo>
                  <a:pt x="218559" y="64"/>
                </a:lnTo>
                <a:lnTo>
                  <a:pt x="226329" y="143"/>
                </a:lnTo>
                <a:lnTo>
                  <a:pt x="234085" y="255"/>
                </a:lnTo>
                <a:lnTo>
                  <a:pt x="241822" y="398"/>
                </a:lnTo>
                <a:lnTo>
                  <a:pt x="249536" y="573"/>
                </a:lnTo>
                <a:lnTo>
                  <a:pt x="257222" y="780"/>
                </a:lnTo>
                <a:lnTo>
                  <a:pt x="264875" y="1018"/>
                </a:lnTo>
                <a:lnTo>
                  <a:pt x="272491" y="1287"/>
                </a:lnTo>
                <a:lnTo>
                  <a:pt x="280065" y="1587"/>
                </a:lnTo>
                <a:lnTo>
                  <a:pt x="287593" y="1918"/>
                </a:lnTo>
                <a:lnTo>
                  <a:pt x="295070" y="2280"/>
                </a:lnTo>
                <a:lnTo>
                  <a:pt x="302491" y="2673"/>
                </a:lnTo>
                <a:lnTo>
                  <a:pt x="309852" y="3096"/>
                </a:lnTo>
                <a:lnTo>
                  <a:pt x="317149" y="3548"/>
                </a:lnTo>
                <a:lnTo>
                  <a:pt x="324377" y="4031"/>
                </a:lnTo>
                <a:lnTo>
                  <a:pt x="331532" y="4543"/>
                </a:lnTo>
                <a:lnTo>
                  <a:pt x="338610" y="5084"/>
                </a:lnTo>
                <a:lnTo>
                  <a:pt x="345606" y="5654"/>
                </a:lnTo>
                <a:lnTo>
                  <a:pt x="352516" y="6253"/>
                </a:lnTo>
                <a:lnTo>
                  <a:pt x="359336" y="6880"/>
                </a:lnTo>
                <a:lnTo>
                  <a:pt x="366062" y="7534"/>
                </a:lnTo>
                <a:lnTo>
                  <a:pt x="372689" y="8216"/>
                </a:lnTo>
                <a:lnTo>
                  <a:pt x="379215" y="8925"/>
                </a:lnTo>
                <a:lnTo>
                  <a:pt x="385634" y="9660"/>
                </a:lnTo>
                <a:lnTo>
                  <a:pt x="391943" y="10421"/>
                </a:lnTo>
                <a:lnTo>
                  <a:pt x="398139" y="11208"/>
                </a:lnTo>
                <a:lnTo>
                  <a:pt x="404216" y="12020"/>
                </a:lnTo>
                <a:lnTo>
                  <a:pt x="410173" y="12857"/>
                </a:lnTo>
                <a:lnTo>
                  <a:pt x="416005" y="13718"/>
                </a:lnTo>
                <a:lnTo>
                  <a:pt x="421708" y="14603"/>
                </a:lnTo>
                <a:lnTo>
                  <a:pt x="427280" y="15510"/>
                </a:lnTo>
                <a:lnTo>
                  <a:pt x="432717" y="16441"/>
                </a:lnTo>
                <a:lnTo>
                  <a:pt x="438015" y="17393"/>
                </a:lnTo>
                <a:lnTo>
                  <a:pt x="443172" y="18366"/>
                </a:lnTo>
                <a:lnTo>
                  <a:pt x="448184" y="19361"/>
                </a:lnTo>
                <a:lnTo>
                  <a:pt x="453048" y="20376"/>
                </a:lnTo>
                <a:lnTo>
                  <a:pt x="457762" y="21410"/>
                </a:lnTo>
                <a:lnTo>
                  <a:pt x="462322" y="22463"/>
                </a:lnTo>
                <a:lnTo>
                  <a:pt x="466726" y="23535"/>
                </a:lnTo>
                <a:lnTo>
                  <a:pt x="470972" y="24624"/>
                </a:lnTo>
                <a:lnTo>
                  <a:pt x="475055" y="25731"/>
                </a:lnTo>
                <a:lnTo>
                  <a:pt x="478975" y="26854"/>
                </a:lnTo>
                <a:lnTo>
                  <a:pt x="482729" y="27992"/>
                </a:lnTo>
                <a:lnTo>
                  <a:pt x="486314" y="29146"/>
                </a:lnTo>
                <a:lnTo>
                  <a:pt x="489729" y="30314"/>
                </a:lnTo>
                <a:lnTo>
                  <a:pt x="492970" y="31496"/>
                </a:lnTo>
                <a:lnTo>
                  <a:pt x="496038" y="32690"/>
                </a:lnTo>
                <a:lnTo>
                  <a:pt x="498928" y="33897"/>
                </a:lnTo>
                <a:lnTo>
                  <a:pt x="501640" y="35115"/>
                </a:lnTo>
                <a:lnTo>
                  <a:pt x="504173" y="36344"/>
                </a:lnTo>
                <a:lnTo>
                  <a:pt x="506524" y="37583"/>
                </a:lnTo>
                <a:lnTo>
                  <a:pt x="508692" y="38832"/>
                </a:lnTo>
                <a:lnTo>
                  <a:pt x="510676" y="40088"/>
                </a:lnTo>
                <a:lnTo>
                  <a:pt x="512475" y="41353"/>
                </a:lnTo>
                <a:lnTo>
                  <a:pt x="514087" y="42624"/>
                </a:lnTo>
                <a:lnTo>
                  <a:pt x="515512" y="43902"/>
                </a:lnTo>
                <a:lnTo>
                  <a:pt x="516749" y="45185"/>
                </a:lnTo>
                <a:lnTo>
                  <a:pt x="517797" y="46473"/>
                </a:lnTo>
                <a:lnTo>
                  <a:pt x="518655" y="47765"/>
                </a:lnTo>
                <a:lnTo>
                  <a:pt x="519322" y="49060"/>
                </a:lnTo>
                <a:lnTo>
                  <a:pt x="519800" y="50357"/>
                </a:lnTo>
                <a:lnTo>
                  <a:pt x="520086" y="51656"/>
                </a:lnTo>
                <a:close/>
              </a:path>
            </a:pathLst>
          </a:custGeom>
          <a:solidFill xmlns:a="http://schemas.openxmlformats.org/drawingml/2006/main">
            <a:srgbClr val="A1C8E1"/>
          </a:solidFill>
          <a:ln xmlns:a="http://schemas.openxmlformats.org/drawingml/2006/main" w="0" cap="rnd">
            <a:noFill/>
            <a:round/>
          </a:ln>
        </p:spPr>
      </p:sp>
      <p:sp>
        <p:nvSpPr>
          <p:cNvPr id="410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543F8F52-4E41-4150-9DB6-EFA7824A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6345" y="3316607"/>
            <a:ext cx="431593" cy="48091"/>
          </a:xfrm>
          <a:custGeom xmlns:a="http://schemas.openxmlformats.org/drawingml/2006/main">
            <a:pathLst>
              <a:path w="431593" h="48091">
                <a:moveTo>
                  <a:pt x="431511" y="44277"/>
                </a:moveTo>
                <a:lnTo>
                  <a:pt x="431593" y="45390"/>
                </a:lnTo>
                <a:lnTo>
                  <a:pt x="431511" y="46504"/>
                </a:lnTo>
                <a:lnTo>
                  <a:pt x="431266" y="47618"/>
                </a:lnTo>
                <a:lnTo>
                  <a:pt x="431092" y="48091"/>
                </a:lnTo>
                <a:lnTo>
                  <a:pt x="0" y="8663"/>
                </a:lnTo>
                <a:lnTo>
                  <a:pt x="3172" y="8280"/>
                </a:lnTo>
                <a:lnTo>
                  <a:pt x="8674" y="7650"/>
                </a:lnTo>
                <a:lnTo>
                  <a:pt x="14267" y="7042"/>
                </a:lnTo>
                <a:lnTo>
                  <a:pt x="19948" y="6458"/>
                </a:lnTo>
                <a:lnTo>
                  <a:pt x="25713" y="5897"/>
                </a:lnTo>
                <a:lnTo>
                  <a:pt x="31558" y="5360"/>
                </a:lnTo>
                <a:lnTo>
                  <a:pt x="37481" y="4847"/>
                </a:lnTo>
                <a:lnTo>
                  <a:pt x="43478" y="4358"/>
                </a:lnTo>
                <a:lnTo>
                  <a:pt x="49544" y="3894"/>
                </a:lnTo>
                <a:lnTo>
                  <a:pt x="55677" y="3455"/>
                </a:lnTo>
                <a:lnTo>
                  <a:pt x="61873" y="3041"/>
                </a:lnTo>
                <a:lnTo>
                  <a:pt x="68127" y="2653"/>
                </a:lnTo>
                <a:lnTo>
                  <a:pt x="74437" y="2291"/>
                </a:lnTo>
                <a:lnTo>
                  <a:pt x="80798" y="1954"/>
                </a:lnTo>
                <a:lnTo>
                  <a:pt x="87207" y="1644"/>
                </a:lnTo>
                <a:lnTo>
                  <a:pt x="93659" y="1360"/>
                </a:lnTo>
                <a:lnTo>
                  <a:pt x="100151" y="1103"/>
                </a:lnTo>
                <a:lnTo>
                  <a:pt x="106679" y="872"/>
                </a:lnTo>
                <a:lnTo>
                  <a:pt x="113239" y="668"/>
                </a:lnTo>
                <a:lnTo>
                  <a:pt x="119827" y="491"/>
                </a:lnTo>
                <a:lnTo>
                  <a:pt x="126439" y="341"/>
                </a:lnTo>
                <a:lnTo>
                  <a:pt x="133071" y="219"/>
                </a:lnTo>
                <a:lnTo>
                  <a:pt x="139719" y="123"/>
                </a:lnTo>
                <a:lnTo>
                  <a:pt x="146379" y="55"/>
                </a:lnTo>
                <a:lnTo>
                  <a:pt x="153047" y="14"/>
                </a:lnTo>
                <a:lnTo>
                  <a:pt x="159719" y="0"/>
                </a:lnTo>
                <a:lnTo>
                  <a:pt x="166391" y="14"/>
                </a:lnTo>
                <a:lnTo>
                  <a:pt x="173059" y="55"/>
                </a:lnTo>
                <a:lnTo>
                  <a:pt x="179719" y="123"/>
                </a:lnTo>
                <a:lnTo>
                  <a:pt x="186367" y="219"/>
                </a:lnTo>
                <a:lnTo>
                  <a:pt x="192999" y="341"/>
                </a:lnTo>
                <a:lnTo>
                  <a:pt x="199611" y="491"/>
                </a:lnTo>
                <a:lnTo>
                  <a:pt x="206199" y="668"/>
                </a:lnTo>
                <a:lnTo>
                  <a:pt x="212759" y="872"/>
                </a:lnTo>
                <a:lnTo>
                  <a:pt x="219287" y="1103"/>
                </a:lnTo>
                <a:lnTo>
                  <a:pt x="225779" y="1360"/>
                </a:lnTo>
                <a:lnTo>
                  <a:pt x="232231" y="1644"/>
                </a:lnTo>
                <a:lnTo>
                  <a:pt x="238640" y="1954"/>
                </a:lnTo>
                <a:lnTo>
                  <a:pt x="245001" y="2291"/>
                </a:lnTo>
                <a:lnTo>
                  <a:pt x="251311" y="2653"/>
                </a:lnTo>
                <a:lnTo>
                  <a:pt x="257565" y="3041"/>
                </a:lnTo>
                <a:lnTo>
                  <a:pt x="263761" y="3455"/>
                </a:lnTo>
                <a:lnTo>
                  <a:pt x="269894" y="3894"/>
                </a:lnTo>
                <a:lnTo>
                  <a:pt x="275960" y="4358"/>
                </a:lnTo>
                <a:lnTo>
                  <a:pt x="281957" y="4847"/>
                </a:lnTo>
                <a:lnTo>
                  <a:pt x="287880" y="5360"/>
                </a:lnTo>
                <a:lnTo>
                  <a:pt x="293725" y="5897"/>
                </a:lnTo>
                <a:lnTo>
                  <a:pt x="299490" y="6458"/>
                </a:lnTo>
                <a:lnTo>
                  <a:pt x="305171" y="7042"/>
                </a:lnTo>
                <a:lnTo>
                  <a:pt x="310764" y="7650"/>
                </a:lnTo>
                <a:lnTo>
                  <a:pt x="316266" y="8280"/>
                </a:lnTo>
                <a:lnTo>
                  <a:pt x="321674" y="8932"/>
                </a:lnTo>
                <a:lnTo>
                  <a:pt x="326985" y="9607"/>
                </a:lnTo>
                <a:lnTo>
                  <a:pt x="332194" y="10303"/>
                </a:lnTo>
                <a:lnTo>
                  <a:pt x="337300" y="11020"/>
                </a:lnTo>
                <a:lnTo>
                  <a:pt x="342299" y="11758"/>
                </a:lnTo>
                <a:lnTo>
                  <a:pt x="347187" y="12517"/>
                </a:lnTo>
                <a:lnTo>
                  <a:pt x="351963" y="13295"/>
                </a:lnTo>
                <a:lnTo>
                  <a:pt x="356623" y="14092"/>
                </a:lnTo>
                <a:lnTo>
                  <a:pt x="361165" y="14908"/>
                </a:lnTo>
                <a:lnTo>
                  <a:pt x="365585" y="15743"/>
                </a:lnTo>
                <a:lnTo>
                  <a:pt x="369881" y="16595"/>
                </a:lnTo>
                <a:lnTo>
                  <a:pt x="374050" y="17465"/>
                </a:lnTo>
                <a:lnTo>
                  <a:pt x="378090" y="18351"/>
                </a:lnTo>
                <a:lnTo>
                  <a:pt x="381999" y="19254"/>
                </a:lnTo>
                <a:lnTo>
                  <a:pt x="385774" y="20173"/>
                </a:lnTo>
                <a:lnTo>
                  <a:pt x="389413" y="21107"/>
                </a:lnTo>
                <a:lnTo>
                  <a:pt x="392913" y="22055"/>
                </a:lnTo>
                <a:lnTo>
                  <a:pt x="396273" y="23018"/>
                </a:lnTo>
                <a:lnTo>
                  <a:pt x="399491" y="23994"/>
                </a:lnTo>
                <a:lnTo>
                  <a:pt x="402564" y="24982"/>
                </a:lnTo>
                <a:lnTo>
                  <a:pt x="405490" y="25984"/>
                </a:lnTo>
                <a:lnTo>
                  <a:pt x="408269" y="26996"/>
                </a:lnTo>
                <a:lnTo>
                  <a:pt x="410898" y="28020"/>
                </a:lnTo>
                <a:lnTo>
                  <a:pt x="413376" y="29055"/>
                </a:lnTo>
                <a:lnTo>
                  <a:pt x="415701" y="30099"/>
                </a:lnTo>
                <a:lnTo>
                  <a:pt x="417871" y="31152"/>
                </a:lnTo>
                <a:lnTo>
                  <a:pt x="419886" y="32214"/>
                </a:lnTo>
                <a:lnTo>
                  <a:pt x="421745" y="33284"/>
                </a:lnTo>
                <a:lnTo>
                  <a:pt x="423446" y="34361"/>
                </a:lnTo>
                <a:lnTo>
                  <a:pt x="424987" y="35445"/>
                </a:lnTo>
                <a:lnTo>
                  <a:pt x="426369" y="36535"/>
                </a:lnTo>
                <a:lnTo>
                  <a:pt x="427591" y="37630"/>
                </a:lnTo>
                <a:lnTo>
                  <a:pt x="428651" y="38730"/>
                </a:lnTo>
                <a:lnTo>
                  <a:pt x="429549" y="39834"/>
                </a:lnTo>
                <a:lnTo>
                  <a:pt x="430284" y="40941"/>
                </a:lnTo>
                <a:lnTo>
                  <a:pt x="430857" y="42051"/>
                </a:lnTo>
                <a:lnTo>
                  <a:pt x="431266" y="43163"/>
                </a:lnTo>
                <a:lnTo>
                  <a:pt x="431511" y="44277"/>
                </a:lnTo>
                <a:close/>
              </a:path>
            </a:pathLst>
          </a:custGeom>
          <a:solidFill xmlns:a="http://schemas.openxmlformats.org/drawingml/2006/main">
            <a:srgbClr val="7CB4D5"/>
          </a:solidFill>
          <a:ln xmlns:a="http://schemas.openxmlformats.org/drawingml/2006/main" w="0" cap="rnd">
            <a:noFill/>
            <a:round/>
          </a:ln>
        </p:spPr>
      </p:sp>
      <p:sp>
        <p:nvSpPr>
          <p:cNvPr id="411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0CDEF5E3-69E2-4FE0-B6DF-34AF203E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330" y="3324173"/>
            <a:ext cx="341121" cy="36411"/>
          </a:xfrm>
          <a:custGeom xmlns:a="http://schemas.openxmlformats.org/drawingml/2006/main">
            <a:pathLst>
              <a:path w="341121" h="36411">
                <a:moveTo>
                  <a:pt x="341023" y="35969"/>
                </a:moveTo>
                <a:lnTo>
                  <a:pt x="341121" y="36411"/>
                </a:lnTo>
                <a:lnTo>
                  <a:pt x="0" y="5212"/>
                </a:lnTo>
                <a:lnTo>
                  <a:pt x="3062" y="4914"/>
                </a:lnTo>
                <a:lnTo>
                  <a:pt x="7934" y="4466"/>
                </a:lnTo>
                <a:lnTo>
                  <a:pt x="12869" y="4039"/>
                </a:lnTo>
                <a:lnTo>
                  <a:pt x="17866" y="3632"/>
                </a:lnTo>
                <a:lnTo>
                  <a:pt x="22922" y="3245"/>
                </a:lnTo>
                <a:lnTo>
                  <a:pt x="28033" y="2879"/>
                </a:lnTo>
                <a:lnTo>
                  <a:pt x="33196" y="2535"/>
                </a:lnTo>
                <a:lnTo>
                  <a:pt x="38408" y="2211"/>
                </a:lnTo>
                <a:lnTo>
                  <a:pt x="43666" y="1909"/>
                </a:lnTo>
                <a:lnTo>
                  <a:pt x="48967" y="1629"/>
                </a:lnTo>
                <a:lnTo>
                  <a:pt x="54307" y="1370"/>
                </a:lnTo>
                <a:lnTo>
                  <a:pt x="59684" y="1134"/>
                </a:lnTo>
                <a:lnTo>
                  <a:pt x="65094" y="919"/>
                </a:lnTo>
                <a:lnTo>
                  <a:pt x="70534" y="727"/>
                </a:lnTo>
                <a:lnTo>
                  <a:pt x="76001" y="557"/>
                </a:lnTo>
                <a:lnTo>
                  <a:pt x="81491" y="409"/>
                </a:lnTo>
                <a:lnTo>
                  <a:pt x="87001" y="284"/>
                </a:lnTo>
                <a:lnTo>
                  <a:pt x="92527" y="182"/>
                </a:lnTo>
                <a:lnTo>
                  <a:pt x="98067" y="102"/>
                </a:lnTo>
                <a:lnTo>
                  <a:pt x="103617" y="46"/>
                </a:lnTo>
                <a:lnTo>
                  <a:pt x="109174" y="11"/>
                </a:lnTo>
                <a:lnTo>
                  <a:pt x="114734" y="0"/>
                </a:lnTo>
                <a:lnTo>
                  <a:pt x="120294" y="11"/>
                </a:lnTo>
                <a:lnTo>
                  <a:pt x="125851" y="46"/>
                </a:lnTo>
                <a:lnTo>
                  <a:pt x="131401" y="102"/>
                </a:lnTo>
                <a:lnTo>
                  <a:pt x="136941" y="182"/>
                </a:lnTo>
                <a:lnTo>
                  <a:pt x="142468" y="284"/>
                </a:lnTo>
                <a:lnTo>
                  <a:pt x="147978" y="409"/>
                </a:lnTo>
                <a:lnTo>
                  <a:pt x="153468" y="557"/>
                </a:lnTo>
                <a:lnTo>
                  <a:pt x="158934" y="727"/>
                </a:lnTo>
                <a:lnTo>
                  <a:pt x="164374" y="919"/>
                </a:lnTo>
                <a:lnTo>
                  <a:pt x="169784" y="1134"/>
                </a:lnTo>
                <a:lnTo>
                  <a:pt x="175161" y="1370"/>
                </a:lnTo>
                <a:lnTo>
                  <a:pt x="180502" y="1629"/>
                </a:lnTo>
                <a:lnTo>
                  <a:pt x="185802" y="1909"/>
                </a:lnTo>
                <a:lnTo>
                  <a:pt x="191061" y="2211"/>
                </a:lnTo>
                <a:lnTo>
                  <a:pt x="196273" y="2535"/>
                </a:lnTo>
                <a:lnTo>
                  <a:pt x="201436" y="2879"/>
                </a:lnTo>
                <a:lnTo>
                  <a:pt x="206546" y="3245"/>
                </a:lnTo>
                <a:lnTo>
                  <a:pt x="211602" y="3632"/>
                </a:lnTo>
                <a:lnTo>
                  <a:pt x="216599" y="4039"/>
                </a:lnTo>
                <a:lnTo>
                  <a:pt x="221535" y="4466"/>
                </a:lnTo>
                <a:lnTo>
                  <a:pt x="226406" y="4914"/>
                </a:lnTo>
                <a:lnTo>
                  <a:pt x="231210" y="5381"/>
                </a:lnTo>
                <a:lnTo>
                  <a:pt x="235944" y="5868"/>
                </a:lnTo>
                <a:lnTo>
                  <a:pt x="240605" y="6375"/>
                </a:lnTo>
                <a:lnTo>
                  <a:pt x="245190" y="6900"/>
                </a:lnTo>
                <a:lnTo>
                  <a:pt x="249697" y="7444"/>
                </a:lnTo>
                <a:lnTo>
                  <a:pt x="254122" y="8006"/>
                </a:lnTo>
                <a:lnTo>
                  <a:pt x="258463" y="8586"/>
                </a:lnTo>
                <a:lnTo>
                  <a:pt x="262718" y="9184"/>
                </a:lnTo>
                <a:lnTo>
                  <a:pt x="266884" y="9799"/>
                </a:lnTo>
                <a:lnTo>
                  <a:pt x="270958" y="10430"/>
                </a:lnTo>
                <a:lnTo>
                  <a:pt x="274938" y="11079"/>
                </a:lnTo>
                <a:lnTo>
                  <a:pt x="278821" y="11743"/>
                </a:lnTo>
                <a:lnTo>
                  <a:pt x="282605" y="12423"/>
                </a:lnTo>
                <a:lnTo>
                  <a:pt x="286289" y="13119"/>
                </a:lnTo>
                <a:lnTo>
                  <a:pt x="289869" y="13829"/>
                </a:lnTo>
                <a:lnTo>
                  <a:pt x="293343" y="14554"/>
                </a:lnTo>
                <a:lnTo>
                  <a:pt x="296710" y="15293"/>
                </a:lnTo>
                <a:lnTo>
                  <a:pt x="299968" y="16045"/>
                </a:lnTo>
                <a:lnTo>
                  <a:pt x="303113" y="16811"/>
                </a:lnTo>
                <a:lnTo>
                  <a:pt x="306146" y="17589"/>
                </a:lnTo>
                <a:lnTo>
                  <a:pt x="309063" y="18379"/>
                </a:lnTo>
                <a:lnTo>
                  <a:pt x="311863" y="19181"/>
                </a:lnTo>
                <a:lnTo>
                  <a:pt x="314544" y="19995"/>
                </a:lnTo>
                <a:lnTo>
                  <a:pt x="317105" y="20819"/>
                </a:lnTo>
                <a:lnTo>
                  <a:pt x="319544" y="21653"/>
                </a:lnTo>
                <a:lnTo>
                  <a:pt x="321859" y="22497"/>
                </a:lnTo>
                <a:lnTo>
                  <a:pt x="324050" y="23350"/>
                </a:lnTo>
                <a:lnTo>
                  <a:pt x="326115" y="24212"/>
                </a:lnTo>
                <a:lnTo>
                  <a:pt x="328052" y="25082"/>
                </a:lnTo>
                <a:lnTo>
                  <a:pt x="329861" y="25960"/>
                </a:lnTo>
                <a:lnTo>
                  <a:pt x="331540" y="26845"/>
                </a:lnTo>
                <a:lnTo>
                  <a:pt x="333089" y="27737"/>
                </a:lnTo>
                <a:lnTo>
                  <a:pt x="334506" y="28635"/>
                </a:lnTo>
                <a:lnTo>
                  <a:pt x="335791" y="29538"/>
                </a:lnTo>
                <a:lnTo>
                  <a:pt x="336943" y="30446"/>
                </a:lnTo>
                <a:lnTo>
                  <a:pt x="337960" y="31359"/>
                </a:lnTo>
                <a:lnTo>
                  <a:pt x="338844" y="32275"/>
                </a:lnTo>
                <a:lnTo>
                  <a:pt x="339592" y="33195"/>
                </a:lnTo>
                <a:lnTo>
                  <a:pt x="340205" y="34118"/>
                </a:lnTo>
                <a:lnTo>
                  <a:pt x="340682" y="35043"/>
                </a:lnTo>
                <a:lnTo>
                  <a:pt x="341023" y="35969"/>
                </a:lnTo>
                <a:close/>
              </a:path>
            </a:pathLst>
          </a:custGeom>
          <a:solidFill xmlns:a="http://schemas.openxmlformats.org/drawingml/2006/main">
            <a:srgbClr val="559CC6"/>
          </a:solidFill>
          <a:ln xmlns:a="http://schemas.openxmlformats.org/drawingml/2006/main" w="0" cap="rnd">
            <a:noFill/>
            <a:round/>
          </a:ln>
        </p:spPr>
      </p:sp>
      <p:sp>
        <p:nvSpPr>
          <p:cNvPr id="412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DB77EC87-B31B-45D0-99D2-62A54B3F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905" y="3331738"/>
            <a:ext cx="243979" cy="24404"/>
          </a:xfrm>
          <a:custGeom xmlns:a="http://schemas.openxmlformats.org/drawingml/2006/main">
            <a:pathLst>
              <a:path w="243979" h="24404">
                <a:moveTo>
                  <a:pt x="243926" y="24357"/>
                </a:moveTo>
                <a:lnTo>
                  <a:pt x="243979" y="24404"/>
                </a:lnTo>
                <a:lnTo>
                  <a:pt x="0" y="2090"/>
                </a:lnTo>
                <a:lnTo>
                  <a:pt x="928" y="2028"/>
                </a:lnTo>
                <a:lnTo>
                  <a:pt x="5098" y="1769"/>
                </a:lnTo>
                <a:lnTo>
                  <a:pt x="9305" y="1527"/>
                </a:lnTo>
                <a:lnTo>
                  <a:pt x="13545" y="1303"/>
                </a:lnTo>
                <a:lnTo>
                  <a:pt x="17818" y="1096"/>
                </a:lnTo>
                <a:lnTo>
                  <a:pt x="22119" y="907"/>
                </a:lnTo>
                <a:lnTo>
                  <a:pt x="26447" y="735"/>
                </a:lnTo>
                <a:lnTo>
                  <a:pt x="30799" y="581"/>
                </a:lnTo>
                <a:lnTo>
                  <a:pt x="35172" y="446"/>
                </a:lnTo>
                <a:lnTo>
                  <a:pt x="39564" y="328"/>
                </a:lnTo>
                <a:lnTo>
                  <a:pt x="43972" y="228"/>
                </a:lnTo>
                <a:lnTo>
                  <a:pt x="48394" y="146"/>
                </a:lnTo>
                <a:lnTo>
                  <a:pt x="52826" y="82"/>
                </a:lnTo>
                <a:lnTo>
                  <a:pt x="57266" y="36"/>
                </a:lnTo>
                <a:lnTo>
                  <a:pt x="61711" y="9"/>
                </a:lnTo>
                <a:lnTo>
                  <a:pt x="66159" y="0"/>
                </a:lnTo>
                <a:lnTo>
                  <a:pt x="70607" y="9"/>
                </a:lnTo>
                <a:lnTo>
                  <a:pt x="75053" y="36"/>
                </a:lnTo>
                <a:lnTo>
                  <a:pt x="79493" y="82"/>
                </a:lnTo>
                <a:lnTo>
                  <a:pt x="83925" y="146"/>
                </a:lnTo>
                <a:lnTo>
                  <a:pt x="88346" y="228"/>
                </a:lnTo>
                <a:lnTo>
                  <a:pt x="92754" y="328"/>
                </a:lnTo>
                <a:lnTo>
                  <a:pt x="97146" y="446"/>
                </a:lnTo>
                <a:lnTo>
                  <a:pt x="101519" y="581"/>
                </a:lnTo>
                <a:lnTo>
                  <a:pt x="105871" y="735"/>
                </a:lnTo>
                <a:lnTo>
                  <a:pt x="110199" y="907"/>
                </a:lnTo>
                <a:lnTo>
                  <a:pt x="114501" y="1096"/>
                </a:lnTo>
                <a:lnTo>
                  <a:pt x="118773" y="1303"/>
                </a:lnTo>
                <a:lnTo>
                  <a:pt x="123014" y="1527"/>
                </a:lnTo>
                <a:lnTo>
                  <a:pt x="127220" y="1769"/>
                </a:lnTo>
                <a:lnTo>
                  <a:pt x="131390" y="2028"/>
                </a:lnTo>
                <a:lnTo>
                  <a:pt x="135520" y="2303"/>
                </a:lnTo>
                <a:lnTo>
                  <a:pt x="139609" y="2596"/>
                </a:lnTo>
                <a:lnTo>
                  <a:pt x="143653" y="2905"/>
                </a:lnTo>
                <a:lnTo>
                  <a:pt x="147651" y="3231"/>
                </a:lnTo>
                <a:lnTo>
                  <a:pt x="151600" y="3573"/>
                </a:lnTo>
                <a:lnTo>
                  <a:pt x="155497" y="3931"/>
                </a:lnTo>
                <a:lnTo>
                  <a:pt x="159340" y="4305"/>
                </a:lnTo>
                <a:lnTo>
                  <a:pt x="163127" y="4695"/>
                </a:lnTo>
                <a:lnTo>
                  <a:pt x="166856" y="5100"/>
                </a:lnTo>
                <a:lnTo>
                  <a:pt x="170524" y="5520"/>
                </a:lnTo>
                <a:lnTo>
                  <a:pt x="174129" y="5955"/>
                </a:lnTo>
                <a:lnTo>
                  <a:pt x="177670" y="6405"/>
                </a:lnTo>
                <a:lnTo>
                  <a:pt x="181143" y="6869"/>
                </a:lnTo>
                <a:lnTo>
                  <a:pt x="184546" y="7347"/>
                </a:lnTo>
                <a:lnTo>
                  <a:pt x="187879" y="7839"/>
                </a:lnTo>
                <a:lnTo>
                  <a:pt x="191138" y="8344"/>
                </a:lnTo>
                <a:lnTo>
                  <a:pt x="194322" y="8863"/>
                </a:lnTo>
                <a:lnTo>
                  <a:pt x="197429" y="9395"/>
                </a:lnTo>
                <a:lnTo>
                  <a:pt x="200456" y="9939"/>
                </a:lnTo>
                <a:lnTo>
                  <a:pt x="203403" y="10495"/>
                </a:lnTo>
                <a:lnTo>
                  <a:pt x="206267" y="11063"/>
                </a:lnTo>
                <a:lnTo>
                  <a:pt x="209047" y="11643"/>
                </a:lnTo>
                <a:lnTo>
                  <a:pt x="211740" y="12234"/>
                </a:lnTo>
                <a:lnTo>
                  <a:pt x="214346" y="12836"/>
                </a:lnTo>
                <a:lnTo>
                  <a:pt x="216863" y="13449"/>
                </a:lnTo>
                <a:lnTo>
                  <a:pt x="219288" y="14071"/>
                </a:lnTo>
                <a:lnTo>
                  <a:pt x="221622" y="14703"/>
                </a:lnTo>
                <a:lnTo>
                  <a:pt x="223862" y="15345"/>
                </a:lnTo>
                <a:lnTo>
                  <a:pt x="226007" y="15996"/>
                </a:lnTo>
                <a:lnTo>
                  <a:pt x="228056" y="16655"/>
                </a:lnTo>
                <a:lnTo>
                  <a:pt x="230007" y="17322"/>
                </a:lnTo>
                <a:lnTo>
                  <a:pt x="231859" y="17998"/>
                </a:lnTo>
                <a:lnTo>
                  <a:pt x="233612" y="18680"/>
                </a:lnTo>
                <a:lnTo>
                  <a:pt x="235264" y="19370"/>
                </a:lnTo>
                <a:lnTo>
                  <a:pt x="236814" y="20066"/>
                </a:lnTo>
                <a:lnTo>
                  <a:pt x="238261" y="20768"/>
                </a:lnTo>
                <a:lnTo>
                  <a:pt x="239604" y="21476"/>
                </a:lnTo>
                <a:lnTo>
                  <a:pt x="240843" y="22189"/>
                </a:lnTo>
                <a:lnTo>
                  <a:pt x="241977" y="22908"/>
                </a:lnTo>
                <a:lnTo>
                  <a:pt x="243005" y="23630"/>
                </a:lnTo>
                <a:lnTo>
                  <a:pt x="243926" y="24357"/>
                </a:lnTo>
                <a:close/>
              </a:path>
            </a:pathLst>
          </a:custGeom>
          <a:solidFill xmlns:a="http://schemas.openxmlformats.org/drawingml/2006/main">
            <a:srgbClr val="2D83B6"/>
          </a:solidFill>
          <a:ln xmlns:a="http://schemas.openxmlformats.org/drawingml/2006/main" w="0" cap="rnd">
            <a:noFill/>
            <a:round/>
          </a:ln>
        </p:spPr>
      </p:sp>
      <p:sp>
        <p:nvSpPr>
          <p:cNvPr id="413" name="Native visible simplex density contour">
            <a:extLst xmlns:a="http://schemas.openxmlformats.org/drawingml/2006/main">
              <a:ext uri="{FF2B5EF4-FFF2-40B4-BE49-F238E27FC236}">
                <a16:creationId xmlns:a16="http://schemas.microsoft.com/office/drawing/2014/main" id="{9DBBC944-F3C6-439E-A701-7FEC5F4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027" y="3339303"/>
            <a:ext cx="123723" cy="11339"/>
          </a:xfrm>
          <a:custGeom xmlns:a="http://schemas.openxmlformats.org/drawingml/2006/main">
            <a:pathLst>
              <a:path w="123723" h="11339">
                <a:moveTo>
                  <a:pt x="122634" y="11028"/>
                </a:moveTo>
                <a:lnTo>
                  <a:pt x="123723" y="11339"/>
                </a:lnTo>
                <a:lnTo>
                  <a:pt x="0" y="23"/>
                </a:lnTo>
                <a:lnTo>
                  <a:pt x="2701" y="7"/>
                </a:lnTo>
                <a:lnTo>
                  <a:pt x="6037" y="0"/>
                </a:lnTo>
                <a:lnTo>
                  <a:pt x="9373" y="7"/>
                </a:lnTo>
                <a:lnTo>
                  <a:pt x="12707" y="27"/>
                </a:lnTo>
                <a:lnTo>
                  <a:pt x="16037" y="61"/>
                </a:lnTo>
                <a:lnTo>
                  <a:pt x="19361" y="109"/>
                </a:lnTo>
                <a:lnTo>
                  <a:pt x="22677" y="171"/>
                </a:lnTo>
                <a:lnTo>
                  <a:pt x="25983" y="246"/>
                </a:lnTo>
                <a:lnTo>
                  <a:pt x="29277" y="334"/>
                </a:lnTo>
                <a:lnTo>
                  <a:pt x="32557" y="436"/>
                </a:lnTo>
                <a:lnTo>
                  <a:pt x="35821" y="551"/>
                </a:lnTo>
                <a:lnTo>
                  <a:pt x="39067" y="680"/>
                </a:lnTo>
                <a:lnTo>
                  <a:pt x="42293" y="822"/>
                </a:lnTo>
                <a:lnTo>
                  <a:pt x="45498" y="977"/>
                </a:lnTo>
                <a:lnTo>
                  <a:pt x="48678" y="1145"/>
                </a:lnTo>
                <a:lnTo>
                  <a:pt x="51833" y="1327"/>
                </a:lnTo>
                <a:lnTo>
                  <a:pt x="54960" y="1521"/>
                </a:lnTo>
                <a:lnTo>
                  <a:pt x="58058" y="1728"/>
                </a:lnTo>
                <a:lnTo>
                  <a:pt x="61124" y="1947"/>
                </a:lnTo>
                <a:lnTo>
                  <a:pt x="64158" y="2179"/>
                </a:lnTo>
                <a:lnTo>
                  <a:pt x="67156" y="2423"/>
                </a:lnTo>
                <a:lnTo>
                  <a:pt x="70117" y="2680"/>
                </a:lnTo>
                <a:lnTo>
                  <a:pt x="73040" y="2948"/>
                </a:lnTo>
                <a:lnTo>
                  <a:pt x="75923" y="3229"/>
                </a:lnTo>
                <a:lnTo>
                  <a:pt x="78763" y="3521"/>
                </a:lnTo>
                <a:lnTo>
                  <a:pt x="81560" y="3825"/>
                </a:lnTo>
                <a:lnTo>
                  <a:pt x="84311" y="4140"/>
                </a:lnTo>
                <a:lnTo>
                  <a:pt x="87015" y="4466"/>
                </a:lnTo>
                <a:lnTo>
                  <a:pt x="89670" y="4804"/>
                </a:lnTo>
                <a:lnTo>
                  <a:pt x="92275" y="5152"/>
                </a:lnTo>
                <a:lnTo>
                  <a:pt x="94827" y="5510"/>
                </a:lnTo>
                <a:lnTo>
                  <a:pt x="97327" y="5879"/>
                </a:lnTo>
                <a:lnTo>
                  <a:pt x="99771" y="6258"/>
                </a:lnTo>
                <a:lnTo>
                  <a:pt x="102159" y="6647"/>
                </a:lnTo>
                <a:lnTo>
                  <a:pt x="104489" y="7046"/>
                </a:lnTo>
                <a:lnTo>
                  <a:pt x="106760" y="7454"/>
                </a:lnTo>
                <a:lnTo>
                  <a:pt x="108970" y="7871"/>
                </a:lnTo>
                <a:lnTo>
                  <a:pt x="111118" y="8298"/>
                </a:lnTo>
                <a:lnTo>
                  <a:pt x="113203" y="8732"/>
                </a:lnTo>
                <a:lnTo>
                  <a:pt x="115223" y="9176"/>
                </a:lnTo>
                <a:lnTo>
                  <a:pt x="117177" y="9627"/>
                </a:lnTo>
                <a:lnTo>
                  <a:pt x="119065" y="10086"/>
                </a:lnTo>
                <a:lnTo>
                  <a:pt x="120884" y="10553"/>
                </a:lnTo>
                <a:lnTo>
                  <a:pt x="122634" y="11028"/>
                </a:lnTo>
                <a:close/>
              </a:path>
            </a:pathLst>
          </a:custGeom>
          <a:solidFill xmlns:a="http://schemas.openxmlformats.org/drawingml/2006/main">
            <a:srgbClr val="1372A8"/>
          </a:solidFill>
          <a:ln xmlns:a="http://schemas.openxmlformats.org/drawingml/2006/main" w="0" cap="rnd">
            <a:noFill/>
            <a:round/>
          </a:ln>
        </p:spPr>
      </p:sp>
      <p:sp>
        <p:nvSpPr>
          <p:cNvPr id="414" name="Native simplex outer edges">
            <a:extLst xmlns:a="http://schemas.openxmlformats.org/drawingml/2006/main">
              <a:ext uri="{FF2B5EF4-FFF2-40B4-BE49-F238E27FC236}">
                <a16:creationId xmlns:a16="http://schemas.microsoft.com/office/drawing/2014/main" id="{E8F77AD6-7DF7-45D9-9D98-BD84AFA3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0779" y="2151586"/>
            <a:ext cx="1447478" cy="1267150"/>
          </a:xfrm>
          <a:custGeom xmlns:a="http://schemas.openxmlformats.org/drawingml/2006/main">
            <a:pathLst>
              <a:path w="1447478" h="1267150" fill="none">
                <a:moveTo>
                  <a:pt x="0" y="1134761"/>
                </a:moveTo>
                <a:lnTo>
                  <a:pt x="465710" y="0"/>
                </a:lnTo>
                <a:lnTo>
                  <a:pt x="1447478" y="1267150"/>
                </a:lnTo>
                <a:lnTo>
                  <a:pt x="0" y="1134761"/>
                </a:lnTo>
              </a:path>
            </a:pathLst>
          </a:custGeom>
          <a:noFill xmlns:a="http://schemas.openxmlformats.org/drawingml/2006/main"/>
          <a:ln xmlns:a="http://schemas.openxmlformats.org/drawingml/2006/main" w="13216" cap="rnd">
            <a:solidFill>
              <a:srgbClr val="111111"/>
            </a:solidFill>
            <a:round/>
          </a:ln>
        </p:spPr>
      </p:sp>
      <p:sp>
        <p:nvSpPr>
          <p:cNvPr id="415" name="Native simplex hidden edge">
            <a:extLst xmlns:a="http://schemas.openxmlformats.org/drawingml/2006/main">
              <a:ext uri="{FF2B5EF4-FFF2-40B4-BE49-F238E27FC236}">
                <a16:creationId xmlns:a16="http://schemas.microsoft.com/office/drawing/2014/main" id="{EB99A13C-DCB3-4460-9114-CA7B3CB4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0779" y="2977440"/>
            <a:ext cx="755206" cy="308907"/>
          </a:xfrm>
          <a:custGeom xmlns:a="http://schemas.openxmlformats.org/drawingml/2006/main">
            <a:pathLst>
              <a:path w="755206" h="308907" fill="none">
                <a:moveTo>
                  <a:pt x="0" y="308907"/>
                </a:moveTo>
                <a:lnTo>
                  <a:pt x="7552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28" cap="rnd">
            <a:solidFill>
              <a:srgbClr val="555555"/>
            </a:solidFill>
            <a:custDash>
              <a:ds d="88889" sp="111111"/>
            </a:custDash>
            <a:round/>
          </a:ln>
        </p:spPr>
      </p:sp>
      <p:sp>
        <p:nvSpPr>
          <p:cNvPr id="416" name="Native simplex hidden edge">
            <a:extLst xmlns:a="http://schemas.openxmlformats.org/drawingml/2006/main">
              <a:ext uri="{FF2B5EF4-FFF2-40B4-BE49-F238E27FC236}">
                <a16:creationId xmlns:a16="http://schemas.microsoft.com/office/drawing/2014/main" id="{E19D4C94-236A-4CA1-AFCF-D7D5FA76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490" y="2151586"/>
            <a:ext cx="289496" cy="825854"/>
          </a:xfrm>
          <a:custGeom xmlns:a="http://schemas.openxmlformats.org/drawingml/2006/main">
            <a:pathLst>
              <a:path w="289496" h="825854" fill="none">
                <a:moveTo>
                  <a:pt x="0" y="0"/>
                </a:moveTo>
                <a:lnTo>
                  <a:pt x="289496" y="825854"/>
                </a:lnTo>
              </a:path>
            </a:pathLst>
          </a:custGeom>
          <a:noFill xmlns:a="http://schemas.openxmlformats.org/drawingml/2006/main"/>
          <a:ln xmlns:a="http://schemas.openxmlformats.org/drawingml/2006/main" w="11328" cap="rnd">
            <a:solidFill>
              <a:srgbClr val="555555"/>
            </a:solidFill>
            <a:custDash>
              <a:ds d="88889" sp="111111"/>
            </a:custDash>
            <a:round/>
          </a:ln>
        </p:spPr>
      </p:sp>
      <p:sp>
        <p:nvSpPr>
          <p:cNvPr id="417" name="Native simplex hidden edge">
            <a:extLst xmlns:a="http://schemas.openxmlformats.org/drawingml/2006/main">
              <a:ext uri="{FF2B5EF4-FFF2-40B4-BE49-F238E27FC236}">
                <a16:creationId xmlns:a16="http://schemas.microsoft.com/office/drawing/2014/main" id="{D610F421-3518-4ED0-B558-DDC7A8FC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985" y="2977440"/>
            <a:ext cx="692272" cy="441296"/>
          </a:xfrm>
          <a:custGeom xmlns:a="http://schemas.openxmlformats.org/drawingml/2006/main">
            <a:pathLst>
              <a:path w="692272" h="441296" fill="none">
                <a:moveTo>
                  <a:pt x="692272" y="4412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28" cap="rnd">
            <a:solidFill>
              <a:srgbClr val="555555"/>
            </a:solidFill>
            <a:custDash>
              <a:ds d="88889" sp="111111"/>
            </a:custDash>
            <a:round/>
          </a:ln>
        </p:spPr>
      </p:sp>
      <p:sp>
        <p:nvSpPr>
          <p:cNvPr id="418" name="Native uncertainty projection">
            <a:extLst xmlns:a="http://schemas.openxmlformats.org/drawingml/2006/main">
              <a:ext uri="{FF2B5EF4-FFF2-40B4-BE49-F238E27FC236}">
                <a16:creationId xmlns:a16="http://schemas.microsoft.com/office/drawing/2014/main" id="{7A716B7F-6211-4899-97A1-E3348AB2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130" y="2662229"/>
            <a:ext cx="119574" cy="706074"/>
          </a:xfrm>
          <a:custGeom xmlns:a="http://schemas.openxmlformats.org/drawingml/2006/main">
            <a:pathLst>
              <a:path w="119574" h="706074" fill="none">
                <a:moveTo>
                  <a:pt x="119574" y="7060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69" cap="rnd">
            <a:solidFill>
              <a:srgbClr val="FF2222"/>
            </a:solidFill>
            <a:round/>
          </a:ln>
        </p:spPr>
      </p:sp>
      <p:sp>
        <p:nvSpPr>
          <p:cNvPr id="419" name="Native opinion point">
            <a:extLst xmlns:a="http://schemas.openxmlformats.org/drawingml/2006/main">
              <a:ext uri="{FF2B5EF4-FFF2-40B4-BE49-F238E27FC236}">
                <a16:creationId xmlns:a16="http://schemas.microsoft.com/office/drawing/2014/main" id="{B5AFE7CF-9A27-4150-9317-34A6AF3A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6698" y="2635751"/>
            <a:ext cx="52864" cy="52956"/>
          </a:xfrm>
          <a:custGeom xmlns:a="http://schemas.openxmlformats.org/drawingml/2006/main">
            <a:pathLst>
              <a:path w="52864" h="52956">
                <a:moveTo>
                  <a:pt x="52864" y="26478"/>
                </a:moveTo>
                <a:lnTo>
                  <a:pt x="52808" y="28209"/>
                </a:lnTo>
                <a:lnTo>
                  <a:pt x="52638" y="29934"/>
                </a:lnTo>
                <a:lnTo>
                  <a:pt x="52357" y="31643"/>
                </a:lnTo>
                <a:lnTo>
                  <a:pt x="51964" y="33331"/>
                </a:lnTo>
                <a:lnTo>
                  <a:pt x="51462" y="34989"/>
                </a:lnTo>
                <a:lnTo>
                  <a:pt x="50852" y="36610"/>
                </a:lnTo>
                <a:lnTo>
                  <a:pt x="50139" y="38189"/>
                </a:lnTo>
                <a:lnTo>
                  <a:pt x="49323" y="39717"/>
                </a:lnTo>
                <a:lnTo>
                  <a:pt x="48410" y="41188"/>
                </a:lnTo>
                <a:lnTo>
                  <a:pt x="47402" y="42596"/>
                </a:lnTo>
                <a:lnTo>
                  <a:pt x="46305" y="43936"/>
                </a:lnTo>
                <a:lnTo>
                  <a:pt x="45123" y="45200"/>
                </a:lnTo>
                <a:lnTo>
                  <a:pt x="43860" y="46385"/>
                </a:lnTo>
                <a:lnTo>
                  <a:pt x="42523" y="47484"/>
                </a:lnTo>
                <a:lnTo>
                  <a:pt x="41117" y="48493"/>
                </a:lnTo>
                <a:lnTo>
                  <a:pt x="39648" y="49408"/>
                </a:lnTo>
                <a:lnTo>
                  <a:pt x="38123" y="50225"/>
                </a:lnTo>
                <a:lnTo>
                  <a:pt x="36547" y="50940"/>
                </a:lnTo>
                <a:lnTo>
                  <a:pt x="34929" y="51550"/>
                </a:lnTo>
                <a:lnTo>
                  <a:pt x="33273" y="52053"/>
                </a:lnTo>
                <a:lnTo>
                  <a:pt x="31589" y="52447"/>
                </a:lnTo>
                <a:lnTo>
                  <a:pt x="29882" y="52729"/>
                </a:lnTo>
                <a:lnTo>
                  <a:pt x="28161" y="52899"/>
                </a:lnTo>
                <a:lnTo>
                  <a:pt x="26432" y="52956"/>
                </a:lnTo>
                <a:lnTo>
                  <a:pt x="24703" y="52899"/>
                </a:lnTo>
                <a:lnTo>
                  <a:pt x="22982" y="52729"/>
                </a:lnTo>
                <a:lnTo>
                  <a:pt x="21276" y="52447"/>
                </a:lnTo>
                <a:lnTo>
                  <a:pt x="19591" y="52053"/>
                </a:lnTo>
                <a:lnTo>
                  <a:pt x="17936" y="51550"/>
                </a:lnTo>
                <a:lnTo>
                  <a:pt x="16317" y="50940"/>
                </a:lnTo>
                <a:lnTo>
                  <a:pt x="14742" y="50225"/>
                </a:lnTo>
                <a:lnTo>
                  <a:pt x="13216" y="49408"/>
                </a:lnTo>
                <a:lnTo>
                  <a:pt x="11747" y="48493"/>
                </a:lnTo>
                <a:lnTo>
                  <a:pt x="10341" y="47484"/>
                </a:lnTo>
                <a:lnTo>
                  <a:pt x="9004" y="46385"/>
                </a:lnTo>
                <a:lnTo>
                  <a:pt x="7742" y="45200"/>
                </a:lnTo>
                <a:lnTo>
                  <a:pt x="6559" y="43936"/>
                </a:lnTo>
                <a:lnTo>
                  <a:pt x="5462" y="42596"/>
                </a:lnTo>
                <a:lnTo>
                  <a:pt x="4455" y="41188"/>
                </a:lnTo>
                <a:lnTo>
                  <a:pt x="3541" y="39717"/>
                </a:lnTo>
                <a:lnTo>
                  <a:pt x="2726" y="38189"/>
                </a:lnTo>
                <a:lnTo>
                  <a:pt x="2012" y="36610"/>
                </a:lnTo>
                <a:lnTo>
                  <a:pt x="1403" y="34989"/>
                </a:lnTo>
                <a:lnTo>
                  <a:pt x="901" y="33331"/>
                </a:lnTo>
                <a:lnTo>
                  <a:pt x="508" y="31643"/>
                </a:lnTo>
                <a:lnTo>
                  <a:pt x="226" y="29934"/>
                </a:lnTo>
                <a:lnTo>
                  <a:pt x="57" y="28209"/>
                </a:lnTo>
                <a:lnTo>
                  <a:pt x="0" y="26478"/>
                </a:lnTo>
                <a:lnTo>
                  <a:pt x="57" y="24746"/>
                </a:lnTo>
                <a:lnTo>
                  <a:pt x="226" y="23022"/>
                </a:lnTo>
                <a:lnTo>
                  <a:pt x="508" y="21312"/>
                </a:lnTo>
                <a:lnTo>
                  <a:pt x="901" y="19625"/>
                </a:lnTo>
                <a:lnTo>
                  <a:pt x="1403" y="17967"/>
                </a:lnTo>
                <a:lnTo>
                  <a:pt x="2012" y="16345"/>
                </a:lnTo>
                <a:lnTo>
                  <a:pt x="2726" y="14767"/>
                </a:lnTo>
                <a:lnTo>
                  <a:pt x="3541" y="13239"/>
                </a:lnTo>
                <a:lnTo>
                  <a:pt x="4455" y="11768"/>
                </a:lnTo>
                <a:lnTo>
                  <a:pt x="5462" y="10359"/>
                </a:lnTo>
                <a:lnTo>
                  <a:pt x="6559" y="9020"/>
                </a:lnTo>
                <a:lnTo>
                  <a:pt x="7742" y="7755"/>
                </a:lnTo>
                <a:lnTo>
                  <a:pt x="9004" y="6571"/>
                </a:lnTo>
                <a:lnTo>
                  <a:pt x="10341" y="5472"/>
                </a:lnTo>
                <a:lnTo>
                  <a:pt x="11747" y="4462"/>
                </a:lnTo>
                <a:lnTo>
                  <a:pt x="13216" y="3547"/>
                </a:lnTo>
                <a:lnTo>
                  <a:pt x="14742" y="2731"/>
                </a:lnTo>
                <a:lnTo>
                  <a:pt x="16317" y="2015"/>
                </a:lnTo>
                <a:lnTo>
                  <a:pt x="17936" y="1405"/>
                </a:lnTo>
                <a:lnTo>
                  <a:pt x="19591" y="902"/>
                </a:lnTo>
                <a:lnTo>
                  <a:pt x="21276" y="509"/>
                </a:lnTo>
                <a:lnTo>
                  <a:pt x="22982" y="227"/>
                </a:lnTo>
                <a:lnTo>
                  <a:pt x="24703" y="57"/>
                </a:lnTo>
                <a:lnTo>
                  <a:pt x="26432" y="0"/>
                </a:lnTo>
                <a:lnTo>
                  <a:pt x="28161" y="57"/>
                </a:lnTo>
                <a:lnTo>
                  <a:pt x="29882" y="227"/>
                </a:lnTo>
                <a:lnTo>
                  <a:pt x="31589" y="509"/>
                </a:lnTo>
                <a:lnTo>
                  <a:pt x="33273" y="902"/>
                </a:lnTo>
                <a:lnTo>
                  <a:pt x="34929" y="1405"/>
                </a:lnTo>
                <a:lnTo>
                  <a:pt x="36547" y="2015"/>
                </a:lnTo>
                <a:lnTo>
                  <a:pt x="38123" y="2731"/>
                </a:lnTo>
                <a:lnTo>
                  <a:pt x="39648" y="3547"/>
                </a:lnTo>
                <a:lnTo>
                  <a:pt x="41117" y="4462"/>
                </a:lnTo>
                <a:lnTo>
                  <a:pt x="42523" y="5472"/>
                </a:lnTo>
                <a:lnTo>
                  <a:pt x="43860" y="6571"/>
                </a:lnTo>
                <a:lnTo>
                  <a:pt x="45123" y="7755"/>
                </a:lnTo>
                <a:lnTo>
                  <a:pt x="46305" y="9020"/>
                </a:lnTo>
                <a:lnTo>
                  <a:pt x="47402" y="10359"/>
                </a:lnTo>
                <a:lnTo>
                  <a:pt x="48410" y="11768"/>
                </a:lnTo>
                <a:lnTo>
                  <a:pt x="49323" y="13239"/>
                </a:lnTo>
                <a:lnTo>
                  <a:pt x="50139" y="14767"/>
                </a:lnTo>
                <a:lnTo>
                  <a:pt x="50852" y="16345"/>
                </a:lnTo>
                <a:lnTo>
                  <a:pt x="51462" y="17967"/>
                </a:lnTo>
                <a:lnTo>
                  <a:pt x="51964" y="19625"/>
                </a:lnTo>
                <a:lnTo>
                  <a:pt x="52357" y="21312"/>
                </a:lnTo>
                <a:lnTo>
                  <a:pt x="52638" y="23022"/>
                </a:lnTo>
                <a:lnTo>
                  <a:pt x="52808" y="24746"/>
                </a:lnTo>
                <a:lnTo>
                  <a:pt x="52864" y="26478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rnd">
            <a:noFill/>
            <a:round/>
          </a:ln>
        </p:spPr>
      </p:sp>
      <p:sp>
        <p:nvSpPr>
          <p:cNvPr id="420" name="Native simplex opinion w">
            <a:extLst xmlns:a="http://schemas.openxmlformats.org/drawingml/2006/main">
              <a:ext uri="{FF2B5EF4-FFF2-40B4-BE49-F238E27FC236}">
                <a16:creationId xmlns:a16="http://schemas.microsoft.com/office/drawing/2014/main" id="{AAC5A253-2838-4C98-BA7C-88A5D531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035" y="2353321"/>
            <a:ext cx="365016" cy="365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9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9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421" name="Native exact original lower frame fragment">
            <a:extLst xmlns:a="http://schemas.openxmlformats.org/drawingml/2006/main">
              <a:ext uri="{FF2B5EF4-FFF2-40B4-BE49-F238E27FC236}">
                <a16:creationId xmlns:a16="http://schemas.microsoft.com/office/drawing/2014/main" id="{4A645FEC-AE06-4E10-B8F3-BD0CA21B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870" y="3437649"/>
            <a:ext cx="1906895" cy="81955"/>
          </a:xfrm>
          <a:custGeom xmlns:a="http://schemas.openxmlformats.org/drawingml/2006/main">
            <a:pathLst>
              <a:path w="1906895" h="81955">
                <a:moveTo>
                  <a:pt x="0" y="0"/>
                </a:moveTo>
                <a:lnTo>
                  <a:pt x="6293" y="0"/>
                </a:lnTo>
                <a:lnTo>
                  <a:pt x="6293" y="6304"/>
                </a:lnTo>
                <a:lnTo>
                  <a:pt x="12587" y="6304"/>
                </a:lnTo>
                <a:lnTo>
                  <a:pt x="12587" y="12608"/>
                </a:lnTo>
                <a:lnTo>
                  <a:pt x="25174" y="12608"/>
                </a:lnTo>
                <a:lnTo>
                  <a:pt x="25174" y="18913"/>
                </a:lnTo>
                <a:lnTo>
                  <a:pt x="31467" y="18913"/>
                </a:lnTo>
                <a:lnTo>
                  <a:pt x="31467" y="25217"/>
                </a:lnTo>
                <a:lnTo>
                  <a:pt x="44054" y="25217"/>
                </a:lnTo>
                <a:lnTo>
                  <a:pt x="44054" y="31521"/>
                </a:lnTo>
                <a:lnTo>
                  <a:pt x="56640" y="31521"/>
                </a:lnTo>
                <a:lnTo>
                  <a:pt x="56640" y="37825"/>
                </a:lnTo>
                <a:lnTo>
                  <a:pt x="75521" y="37825"/>
                </a:lnTo>
                <a:lnTo>
                  <a:pt x="75521" y="44130"/>
                </a:lnTo>
                <a:lnTo>
                  <a:pt x="94401" y="44130"/>
                </a:lnTo>
                <a:lnTo>
                  <a:pt x="94401" y="50434"/>
                </a:lnTo>
                <a:lnTo>
                  <a:pt x="1906895" y="50434"/>
                </a:lnTo>
                <a:lnTo>
                  <a:pt x="1906895" y="81955"/>
                </a:lnTo>
                <a:lnTo>
                  <a:pt x="100694" y="81955"/>
                </a:lnTo>
                <a:lnTo>
                  <a:pt x="100694" y="75651"/>
                </a:lnTo>
                <a:lnTo>
                  <a:pt x="75521" y="75651"/>
                </a:lnTo>
                <a:lnTo>
                  <a:pt x="75521" y="69347"/>
                </a:lnTo>
                <a:lnTo>
                  <a:pt x="56640" y="69347"/>
                </a:lnTo>
                <a:lnTo>
                  <a:pt x="56640" y="63042"/>
                </a:lnTo>
                <a:lnTo>
                  <a:pt x="44054" y="63042"/>
                </a:lnTo>
                <a:lnTo>
                  <a:pt x="44054" y="56738"/>
                </a:lnTo>
                <a:lnTo>
                  <a:pt x="31467" y="56738"/>
                </a:lnTo>
                <a:lnTo>
                  <a:pt x="31467" y="50434"/>
                </a:lnTo>
                <a:lnTo>
                  <a:pt x="18880" y="50434"/>
                </a:lnTo>
                <a:lnTo>
                  <a:pt x="18880" y="44130"/>
                </a:lnTo>
                <a:lnTo>
                  <a:pt x="6293" y="44130"/>
                </a:lnTo>
                <a:lnTo>
                  <a:pt x="6293" y="37825"/>
                </a:lnTo>
                <a:lnTo>
                  <a:pt x="0" y="378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422" name="Native exact original lower frame fragment">
            <a:extLst xmlns:a="http://schemas.openxmlformats.org/drawingml/2006/main">
              <a:ext uri="{FF2B5EF4-FFF2-40B4-BE49-F238E27FC236}">
                <a16:creationId xmlns:a16="http://schemas.microsoft.com/office/drawing/2014/main" id="{A4C4F4E6-F6B3-4A41-A405-94E63236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8683" y="3412432"/>
            <a:ext cx="125868" cy="12608"/>
          </a:xfrm>
          <a:custGeom xmlns:a="http://schemas.openxmlformats.org/drawingml/2006/main">
            <a:pathLst>
              <a:path w="125868" h="12608">
                <a:moveTo>
                  <a:pt x="69227" y="12608"/>
                </a:moveTo>
                <a:lnTo>
                  <a:pt x="69227" y="6304"/>
                </a:lnTo>
                <a:lnTo>
                  <a:pt x="0" y="6304"/>
                </a:lnTo>
                <a:lnTo>
                  <a:pt x="0" y="0"/>
                </a:lnTo>
                <a:lnTo>
                  <a:pt x="125868" y="0"/>
                </a:lnTo>
                <a:lnTo>
                  <a:pt x="125868" y="12608"/>
                </a:lnTo>
                <a:lnTo>
                  <a:pt x="69227" y="1260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5A5E1-5562-477F-A614-D3BCF800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652" y="4531818"/>
            <a:ext cx="140930" cy="211903"/>
          </a:xfrm>
          <a:custGeom xmlns:a="http://schemas.openxmlformats.org/drawingml/2006/main">
            <a:pathLst>
              <a:path w="140930" h="211903">
                <a:moveTo>
                  <a:pt x="56901" y="128486"/>
                </a:moveTo>
                <a:cubicBezTo>
                  <a:pt x="60998" y="114224"/>
                  <a:pt x="64788" y="104883"/>
                  <a:pt x="68292" y="100501"/>
                </a:cubicBezTo>
                <a:cubicBezTo>
                  <a:pt x="73481" y="93702"/>
                  <a:pt x="79569" y="90313"/>
                  <a:pt x="86557" y="90313"/>
                </a:cubicBezTo>
                <a:cubicBezTo>
                  <a:pt x="90750" y="90313"/>
                  <a:pt x="94445" y="92146"/>
                  <a:pt x="97642" y="95841"/>
                </a:cubicBezTo>
                <a:cubicBezTo>
                  <a:pt x="100840" y="99543"/>
                  <a:pt x="102429" y="104935"/>
                  <a:pt x="102429" y="112024"/>
                </a:cubicBezTo>
                <a:cubicBezTo>
                  <a:pt x="102429" y="124507"/>
                  <a:pt x="100342" y="137027"/>
                  <a:pt x="96149" y="149605"/>
                </a:cubicBezTo>
                <a:cubicBezTo>
                  <a:pt x="91956" y="162184"/>
                  <a:pt x="86729" y="172924"/>
                  <a:pt x="80488" y="181808"/>
                </a:cubicBezTo>
                <a:cubicBezTo>
                  <a:pt x="74246" y="190693"/>
                  <a:pt x="68292" y="196833"/>
                  <a:pt x="62606" y="200228"/>
                </a:cubicBezTo>
                <a:cubicBezTo>
                  <a:pt x="59007" y="202330"/>
                  <a:pt x="54565" y="203385"/>
                  <a:pt x="49261" y="203385"/>
                </a:cubicBezTo>
                <a:cubicBezTo>
                  <a:pt x="45471" y="203385"/>
                  <a:pt x="41239" y="201874"/>
                  <a:pt x="36549" y="198882"/>
                </a:cubicBezTo>
                <a:lnTo>
                  <a:pt x="56901" y="128486"/>
                </a:lnTo>
                <a:close/>
                <a:moveTo>
                  <a:pt x="85064" y="0"/>
                </a:moveTo>
                <a:lnTo>
                  <a:pt x="35036" y="8847"/>
                </a:lnTo>
                <a:lnTo>
                  <a:pt x="33390" y="14824"/>
                </a:lnTo>
                <a:cubicBezTo>
                  <a:pt x="39076" y="14531"/>
                  <a:pt x="43326" y="15378"/>
                  <a:pt x="46122" y="17367"/>
                </a:cubicBezTo>
                <a:cubicBezTo>
                  <a:pt x="48113" y="18765"/>
                  <a:pt x="49127" y="20656"/>
                  <a:pt x="49127" y="23072"/>
                </a:cubicBezTo>
                <a:cubicBezTo>
                  <a:pt x="49127" y="25869"/>
                  <a:pt x="48017" y="31000"/>
                  <a:pt x="45834" y="38486"/>
                </a:cubicBezTo>
                <a:lnTo>
                  <a:pt x="0" y="197394"/>
                </a:lnTo>
                <a:cubicBezTo>
                  <a:pt x="18361" y="207080"/>
                  <a:pt x="35783" y="211903"/>
                  <a:pt x="52267" y="211903"/>
                </a:cubicBezTo>
                <a:cubicBezTo>
                  <a:pt x="74438" y="211903"/>
                  <a:pt x="94196" y="202577"/>
                  <a:pt x="111561" y="183910"/>
                </a:cubicBezTo>
                <a:cubicBezTo>
                  <a:pt x="131128" y="162737"/>
                  <a:pt x="140930" y="138671"/>
                  <a:pt x="140930" y="111718"/>
                </a:cubicBezTo>
                <a:cubicBezTo>
                  <a:pt x="140930" y="100439"/>
                  <a:pt x="137944" y="90486"/>
                  <a:pt x="132008" y="81847"/>
                </a:cubicBezTo>
                <a:cubicBezTo>
                  <a:pt x="126073" y="73218"/>
                  <a:pt x="117113" y="68888"/>
                  <a:pt x="105128" y="68888"/>
                </a:cubicBezTo>
                <a:cubicBezTo>
                  <a:pt x="98944" y="68888"/>
                  <a:pt x="93200" y="70323"/>
                  <a:pt x="87916" y="73157"/>
                </a:cubicBezTo>
                <a:cubicBezTo>
                  <a:pt x="82613" y="76008"/>
                  <a:pt x="76027" y="81713"/>
                  <a:pt x="68139" y="90313"/>
                </a:cubicBezTo>
                <a:lnTo>
                  <a:pt x="94043" y="0"/>
                </a:lnTo>
                <a:lnTo>
                  <a:pt x="85064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33B5F-8C73-4BD1-9365-4A1B5F75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881" y="4648898"/>
            <a:ext cx="51808" cy="134279"/>
          </a:xfrm>
          <a:custGeom xmlns:a="http://schemas.openxmlformats.org/drawingml/2006/main">
            <a:pathLst>
              <a:path w="51808" h="134279">
                <a:moveTo>
                  <a:pt x="1455" y="18621"/>
                </a:moveTo>
                <a:cubicBezTo>
                  <a:pt x="5725" y="16616"/>
                  <a:pt x="9056" y="15615"/>
                  <a:pt x="11449" y="15615"/>
                </a:cubicBezTo>
                <a:cubicBezTo>
                  <a:pt x="13134" y="15615"/>
                  <a:pt x="14570" y="16094"/>
                  <a:pt x="15757" y="17074"/>
                </a:cubicBezTo>
                <a:cubicBezTo>
                  <a:pt x="16963" y="18052"/>
                  <a:pt x="17786" y="19563"/>
                  <a:pt x="18227" y="21629"/>
                </a:cubicBezTo>
                <a:cubicBezTo>
                  <a:pt x="18877" y="24349"/>
                  <a:pt x="19203" y="30497"/>
                  <a:pt x="19203" y="40070"/>
                </a:cubicBezTo>
                <a:lnTo>
                  <a:pt x="19203" y="111096"/>
                </a:lnTo>
                <a:cubicBezTo>
                  <a:pt x="19203" y="118986"/>
                  <a:pt x="18858" y="123736"/>
                  <a:pt x="18131" y="125321"/>
                </a:cubicBezTo>
                <a:cubicBezTo>
                  <a:pt x="17422" y="126891"/>
                  <a:pt x="16159" y="128154"/>
                  <a:pt x="14359" y="129096"/>
                </a:cubicBezTo>
                <a:cubicBezTo>
                  <a:pt x="12540" y="130033"/>
                  <a:pt x="8539" y="130571"/>
                  <a:pt x="2317" y="130705"/>
                </a:cubicBezTo>
                <a:lnTo>
                  <a:pt x="2317" y="134279"/>
                </a:lnTo>
                <a:lnTo>
                  <a:pt x="51808" y="134279"/>
                </a:lnTo>
                <a:lnTo>
                  <a:pt x="51808" y="130705"/>
                </a:lnTo>
                <a:cubicBezTo>
                  <a:pt x="45854" y="130571"/>
                  <a:pt x="41910" y="130010"/>
                  <a:pt x="39976" y="129052"/>
                </a:cubicBezTo>
                <a:cubicBezTo>
                  <a:pt x="38023" y="128080"/>
                  <a:pt x="36759" y="126682"/>
                  <a:pt x="36147" y="124879"/>
                </a:cubicBezTo>
                <a:cubicBezTo>
                  <a:pt x="35515" y="123062"/>
                  <a:pt x="35209" y="118471"/>
                  <a:pt x="35209" y="111096"/>
                </a:cubicBezTo>
                <a:lnTo>
                  <a:pt x="35209" y="0"/>
                </a:lnTo>
                <a:lnTo>
                  <a:pt x="32011" y="0"/>
                </a:lnTo>
                <a:lnTo>
                  <a:pt x="0" y="15615"/>
                </a:lnTo>
                <a:lnTo>
                  <a:pt x="1455" y="18621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B89F69-ABCE-4D72-AD67-B2764ECD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750" y="4667370"/>
            <a:ext cx="140930" cy="211903"/>
          </a:xfrm>
          <a:custGeom xmlns:a="http://schemas.openxmlformats.org/drawingml/2006/main">
            <a:pathLst>
              <a:path w="140930" h="211903">
                <a:moveTo>
                  <a:pt x="56901" y="128486"/>
                </a:moveTo>
                <a:cubicBezTo>
                  <a:pt x="60998" y="114222"/>
                  <a:pt x="64788" y="104881"/>
                  <a:pt x="68292" y="100491"/>
                </a:cubicBezTo>
                <a:cubicBezTo>
                  <a:pt x="73481" y="93702"/>
                  <a:pt x="79569" y="90306"/>
                  <a:pt x="86557" y="90306"/>
                </a:cubicBezTo>
                <a:cubicBezTo>
                  <a:pt x="90750" y="90306"/>
                  <a:pt x="94445" y="92146"/>
                  <a:pt x="97642" y="95841"/>
                </a:cubicBezTo>
                <a:cubicBezTo>
                  <a:pt x="100840" y="99534"/>
                  <a:pt x="102429" y="104935"/>
                  <a:pt x="102429" y="112017"/>
                </a:cubicBezTo>
                <a:cubicBezTo>
                  <a:pt x="102429" y="124505"/>
                  <a:pt x="100342" y="137025"/>
                  <a:pt x="96149" y="149605"/>
                </a:cubicBezTo>
                <a:cubicBezTo>
                  <a:pt x="91956" y="162184"/>
                  <a:pt x="86729" y="172922"/>
                  <a:pt x="80488" y="181808"/>
                </a:cubicBezTo>
                <a:cubicBezTo>
                  <a:pt x="74246" y="190693"/>
                  <a:pt x="68292" y="196833"/>
                  <a:pt x="62606" y="200220"/>
                </a:cubicBezTo>
                <a:cubicBezTo>
                  <a:pt x="59007" y="202330"/>
                  <a:pt x="54565" y="203385"/>
                  <a:pt x="49261" y="203385"/>
                </a:cubicBezTo>
                <a:cubicBezTo>
                  <a:pt x="45471" y="203385"/>
                  <a:pt x="41239" y="201874"/>
                  <a:pt x="36530" y="198882"/>
                </a:cubicBezTo>
                <a:lnTo>
                  <a:pt x="56901" y="128486"/>
                </a:lnTo>
                <a:close/>
                <a:moveTo>
                  <a:pt x="85064" y="0"/>
                </a:moveTo>
                <a:lnTo>
                  <a:pt x="35036" y="8826"/>
                </a:lnTo>
                <a:lnTo>
                  <a:pt x="33390" y="14815"/>
                </a:lnTo>
                <a:cubicBezTo>
                  <a:pt x="39076" y="14531"/>
                  <a:pt x="43326" y="15376"/>
                  <a:pt x="46122" y="17365"/>
                </a:cubicBezTo>
                <a:cubicBezTo>
                  <a:pt x="48113" y="18765"/>
                  <a:pt x="49127" y="20656"/>
                  <a:pt x="49127" y="23072"/>
                </a:cubicBezTo>
                <a:cubicBezTo>
                  <a:pt x="49127" y="25862"/>
                  <a:pt x="48017" y="31000"/>
                  <a:pt x="45815" y="38486"/>
                </a:cubicBezTo>
                <a:lnTo>
                  <a:pt x="0" y="197394"/>
                </a:lnTo>
                <a:cubicBezTo>
                  <a:pt x="18361" y="207078"/>
                  <a:pt x="35783" y="211903"/>
                  <a:pt x="52267" y="211903"/>
                </a:cubicBezTo>
                <a:cubicBezTo>
                  <a:pt x="74438" y="211903"/>
                  <a:pt x="94196" y="202577"/>
                  <a:pt x="111561" y="183910"/>
                </a:cubicBezTo>
                <a:cubicBezTo>
                  <a:pt x="131128" y="162737"/>
                  <a:pt x="140930" y="138671"/>
                  <a:pt x="140930" y="111718"/>
                </a:cubicBezTo>
                <a:cubicBezTo>
                  <a:pt x="140930" y="100439"/>
                  <a:pt x="137944" y="90478"/>
                  <a:pt x="132008" y="81847"/>
                </a:cubicBezTo>
                <a:cubicBezTo>
                  <a:pt x="126073" y="73209"/>
                  <a:pt x="117113" y="68888"/>
                  <a:pt x="105128" y="68888"/>
                </a:cubicBezTo>
                <a:cubicBezTo>
                  <a:pt x="98944" y="68888"/>
                  <a:pt x="93200" y="70323"/>
                  <a:pt x="87916" y="73157"/>
                </a:cubicBezTo>
                <a:cubicBezTo>
                  <a:pt x="82613" y="76006"/>
                  <a:pt x="76027" y="81713"/>
                  <a:pt x="68139" y="90306"/>
                </a:cubicBezTo>
                <a:lnTo>
                  <a:pt x="94043" y="0"/>
                </a:lnTo>
                <a:lnTo>
                  <a:pt x="85064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0F710-EDEF-4401-8FBF-5BECA06E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948" y="4784443"/>
            <a:ext cx="86844" cy="134287"/>
          </a:xfrm>
          <a:custGeom xmlns:a="http://schemas.openxmlformats.org/drawingml/2006/main">
            <a:pathLst>
              <a:path w="86844" h="134287">
                <a:moveTo>
                  <a:pt x="83264" y="108978"/>
                </a:moveTo>
                <a:cubicBezTo>
                  <a:pt x="81579" y="111888"/>
                  <a:pt x="79607" y="114125"/>
                  <a:pt x="77348" y="115718"/>
                </a:cubicBezTo>
                <a:cubicBezTo>
                  <a:pt x="75070" y="117303"/>
                  <a:pt x="72542" y="118358"/>
                  <a:pt x="69728" y="118873"/>
                </a:cubicBezTo>
                <a:cubicBezTo>
                  <a:pt x="66914" y="119390"/>
                  <a:pt x="62012" y="119644"/>
                  <a:pt x="55024" y="119644"/>
                </a:cubicBezTo>
                <a:lnTo>
                  <a:pt x="20677" y="119644"/>
                </a:lnTo>
                <a:cubicBezTo>
                  <a:pt x="24679" y="116024"/>
                  <a:pt x="34749" y="105419"/>
                  <a:pt x="50851" y="87822"/>
                </a:cubicBezTo>
                <a:cubicBezTo>
                  <a:pt x="61591" y="76104"/>
                  <a:pt x="69345" y="65020"/>
                  <a:pt x="74151" y="54526"/>
                </a:cubicBezTo>
                <a:cubicBezTo>
                  <a:pt x="77252" y="47864"/>
                  <a:pt x="78803" y="41199"/>
                  <a:pt x="78803" y="34544"/>
                </a:cubicBezTo>
                <a:cubicBezTo>
                  <a:pt x="78803" y="25232"/>
                  <a:pt x="75223" y="17141"/>
                  <a:pt x="68082" y="10283"/>
                </a:cubicBezTo>
                <a:cubicBezTo>
                  <a:pt x="60921" y="3433"/>
                  <a:pt x="52018" y="0"/>
                  <a:pt x="41335" y="0"/>
                </a:cubicBezTo>
                <a:cubicBezTo>
                  <a:pt x="31322" y="0"/>
                  <a:pt x="22955" y="3199"/>
                  <a:pt x="16255" y="9609"/>
                </a:cubicBezTo>
                <a:cubicBezTo>
                  <a:pt x="9573" y="16004"/>
                  <a:pt x="5399" y="25196"/>
                  <a:pt x="3791" y="37161"/>
                </a:cubicBezTo>
                <a:lnTo>
                  <a:pt x="7371" y="37161"/>
                </a:lnTo>
                <a:cubicBezTo>
                  <a:pt x="9841" y="29846"/>
                  <a:pt x="13632" y="24298"/>
                  <a:pt x="18782" y="20528"/>
                </a:cubicBezTo>
                <a:cubicBezTo>
                  <a:pt x="23932" y="16737"/>
                  <a:pt x="29733" y="14838"/>
                  <a:pt x="36204" y="14838"/>
                </a:cubicBezTo>
                <a:cubicBezTo>
                  <a:pt x="43307" y="14838"/>
                  <a:pt x="49434" y="17537"/>
                  <a:pt x="54546" y="22900"/>
                </a:cubicBezTo>
                <a:cubicBezTo>
                  <a:pt x="59657" y="28276"/>
                  <a:pt x="62204" y="35134"/>
                  <a:pt x="62204" y="43481"/>
                </a:cubicBezTo>
                <a:cubicBezTo>
                  <a:pt x="62204" y="54414"/>
                  <a:pt x="57551" y="66477"/>
                  <a:pt x="48228" y="79663"/>
                </a:cubicBezTo>
                <a:cubicBezTo>
                  <a:pt x="38923" y="92856"/>
                  <a:pt x="22841" y="109876"/>
                  <a:pt x="0" y="130705"/>
                </a:cubicBezTo>
                <a:lnTo>
                  <a:pt x="0" y="134287"/>
                </a:lnTo>
                <a:lnTo>
                  <a:pt x="77635" y="134287"/>
                </a:lnTo>
                <a:lnTo>
                  <a:pt x="86844" y="108978"/>
                </a:lnTo>
                <a:lnTo>
                  <a:pt x="83264" y="108978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C1FB9C-FA1D-47A3-B04E-D47283E0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79" y="3827457"/>
            <a:ext cx="135378" cy="139127"/>
          </a:xfrm>
          <a:custGeom xmlns:a="http://schemas.openxmlformats.org/drawingml/2006/main">
            <a:pathLst>
              <a:path w="135378" h="139127">
                <a:moveTo>
                  <a:pt x="112614" y="3597"/>
                </a:moveTo>
                <a:lnTo>
                  <a:pt x="109321" y="14987"/>
                </a:lnTo>
                <a:cubicBezTo>
                  <a:pt x="102831" y="36646"/>
                  <a:pt x="96704" y="52442"/>
                  <a:pt x="90980" y="62372"/>
                </a:cubicBezTo>
                <a:cubicBezTo>
                  <a:pt x="85236" y="72311"/>
                  <a:pt x="77941" y="82954"/>
                  <a:pt x="69115" y="94269"/>
                </a:cubicBezTo>
                <a:cubicBezTo>
                  <a:pt x="60270" y="105607"/>
                  <a:pt x="53205" y="112920"/>
                  <a:pt x="47921" y="116211"/>
                </a:cubicBezTo>
                <a:cubicBezTo>
                  <a:pt x="42618" y="119503"/>
                  <a:pt x="38329" y="121170"/>
                  <a:pt x="35036" y="121170"/>
                </a:cubicBezTo>
                <a:cubicBezTo>
                  <a:pt x="32930" y="121170"/>
                  <a:pt x="31265" y="120594"/>
                  <a:pt x="30020" y="119451"/>
                </a:cubicBezTo>
                <a:cubicBezTo>
                  <a:pt x="28776" y="118298"/>
                  <a:pt x="28144" y="116765"/>
                  <a:pt x="28144" y="114873"/>
                </a:cubicBezTo>
                <a:cubicBezTo>
                  <a:pt x="28144" y="111389"/>
                  <a:pt x="30097" y="103041"/>
                  <a:pt x="33983" y="89863"/>
                </a:cubicBezTo>
                <a:lnTo>
                  <a:pt x="48074" y="41485"/>
                </a:lnTo>
                <a:cubicBezTo>
                  <a:pt x="52057" y="27604"/>
                  <a:pt x="54048" y="17980"/>
                  <a:pt x="54048" y="12579"/>
                </a:cubicBezTo>
                <a:cubicBezTo>
                  <a:pt x="54048" y="8899"/>
                  <a:pt x="52880" y="5878"/>
                  <a:pt x="50544" y="3523"/>
                </a:cubicBezTo>
                <a:cubicBezTo>
                  <a:pt x="48189" y="1181"/>
                  <a:pt x="45164" y="0"/>
                  <a:pt x="41469" y="0"/>
                </a:cubicBezTo>
                <a:cubicBezTo>
                  <a:pt x="36089" y="0"/>
                  <a:pt x="30193" y="2162"/>
                  <a:pt x="23798" y="6446"/>
                </a:cubicBezTo>
                <a:cubicBezTo>
                  <a:pt x="15412" y="11943"/>
                  <a:pt x="7486" y="20461"/>
                  <a:pt x="0" y="32046"/>
                </a:cubicBezTo>
                <a:lnTo>
                  <a:pt x="4633" y="35337"/>
                </a:lnTo>
                <a:cubicBezTo>
                  <a:pt x="12023" y="25764"/>
                  <a:pt x="16771" y="20216"/>
                  <a:pt x="18858" y="18719"/>
                </a:cubicBezTo>
                <a:cubicBezTo>
                  <a:pt x="20964" y="17231"/>
                  <a:pt x="23051" y="16482"/>
                  <a:pt x="25157" y="16482"/>
                </a:cubicBezTo>
                <a:cubicBezTo>
                  <a:pt x="26153" y="16482"/>
                  <a:pt x="27072" y="16902"/>
                  <a:pt x="27914" y="17746"/>
                </a:cubicBezTo>
                <a:cubicBezTo>
                  <a:pt x="28776" y="18608"/>
                  <a:pt x="29197" y="19624"/>
                  <a:pt x="29197" y="20828"/>
                </a:cubicBezTo>
                <a:cubicBezTo>
                  <a:pt x="29197" y="23505"/>
                  <a:pt x="27589" y="30401"/>
                  <a:pt x="24411" y="41485"/>
                </a:cubicBezTo>
                <a:lnTo>
                  <a:pt x="11372" y="87763"/>
                </a:lnTo>
                <a:cubicBezTo>
                  <a:pt x="6988" y="103252"/>
                  <a:pt x="4786" y="114716"/>
                  <a:pt x="4786" y="122202"/>
                </a:cubicBezTo>
                <a:cubicBezTo>
                  <a:pt x="4786" y="127109"/>
                  <a:pt x="6375" y="131147"/>
                  <a:pt x="9573" y="134340"/>
                </a:cubicBezTo>
                <a:cubicBezTo>
                  <a:pt x="12770" y="137542"/>
                  <a:pt x="16657" y="139127"/>
                  <a:pt x="21252" y="139127"/>
                </a:cubicBezTo>
                <a:cubicBezTo>
                  <a:pt x="31035" y="139127"/>
                  <a:pt x="41642" y="133846"/>
                  <a:pt x="53091" y="123257"/>
                </a:cubicBezTo>
                <a:cubicBezTo>
                  <a:pt x="64520" y="112668"/>
                  <a:pt x="78707" y="93447"/>
                  <a:pt x="95689" y="65589"/>
                </a:cubicBezTo>
                <a:cubicBezTo>
                  <a:pt x="88203" y="90365"/>
                  <a:pt x="83666" y="106430"/>
                  <a:pt x="82058" y="113818"/>
                </a:cubicBezTo>
                <a:cubicBezTo>
                  <a:pt x="80756" y="119405"/>
                  <a:pt x="80105" y="123908"/>
                  <a:pt x="80105" y="127295"/>
                </a:cubicBezTo>
                <a:cubicBezTo>
                  <a:pt x="80105" y="130802"/>
                  <a:pt x="81215" y="133638"/>
                  <a:pt x="83417" y="135836"/>
                </a:cubicBezTo>
                <a:cubicBezTo>
                  <a:pt x="85600" y="138035"/>
                  <a:pt x="88644" y="139127"/>
                  <a:pt x="92550" y="139127"/>
                </a:cubicBezTo>
                <a:cubicBezTo>
                  <a:pt x="97642" y="139127"/>
                  <a:pt x="102926" y="137235"/>
                  <a:pt x="108421" y="133442"/>
                </a:cubicBezTo>
                <a:cubicBezTo>
                  <a:pt x="116711" y="127542"/>
                  <a:pt x="124791" y="118373"/>
                  <a:pt x="132679" y="105892"/>
                </a:cubicBezTo>
                <a:lnTo>
                  <a:pt x="128179" y="102444"/>
                </a:lnTo>
                <a:cubicBezTo>
                  <a:pt x="119908" y="113229"/>
                  <a:pt x="114739" y="119390"/>
                  <a:pt x="112691" y="120939"/>
                </a:cubicBezTo>
                <a:cubicBezTo>
                  <a:pt x="110642" y="122493"/>
                  <a:pt x="108766" y="123257"/>
                  <a:pt x="107081" y="123257"/>
                </a:cubicBezTo>
                <a:cubicBezTo>
                  <a:pt x="105971" y="123257"/>
                  <a:pt x="105090" y="122838"/>
                  <a:pt x="104458" y="121993"/>
                </a:cubicBezTo>
                <a:cubicBezTo>
                  <a:pt x="103807" y="121132"/>
                  <a:pt x="103482" y="119809"/>
                  <a:pt x="103482" y="118015"/>
                </a:cubicBezTo>
                <a:cubicBezTo>
                  <a:pt x="103482" y="114529"/>
                  <a:pt x="105415" y="106137"/>
                  <a:pt x="109321" y="92856"/>
                </a:cubicBezTo>
                <a:lnTo>
                  <a:pt x="135378" y="3597"/>
                </a:lnTo>
                <a:lnTo>
                  <a:pt x="112614" y="3597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67204-CF62-4DE6-988D-00E36241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6911" y="3009749"/>
            <a:ext cx="140930" cy="211922"/>
          </a:xfrm>
          <a:custGeom xmlns:a="http://schemas.openxmlformats.org/drawingml/2006/main">
            <a:pathLst>
              <a:path w="140930" h="211922">
                <a:moveTo>
                  <a:pt x="56901" y="128505"/>
                </a:moveTo>
                <a:cubicBezTo>
                  <a:pt x="60998" y="114222"/>
                  <a:pt x="64788" y="104879"/>
                  <a:pt x="68292" y="100495"/>
                </a:cubicBezTo>
                <a:cubicBezTo>
                  <a:pt x="73481" y="93698"/>
                  <a:pt x="79569" y="90309"/>
                  <a:pt x="86557" y="90309"/>
                </a:cubicBezTo>
                <a:cubicBezTo>
                  <a:pt x="90750" y="90309"/>
                  <a:pt x="94445" y="92147"/>
                  <a:pt x="97642" y="95843"/>
                </a:cubicBezTo>
                <a:cubicBezTo>
                  <a:pt x="100840" y="99538"/>
                  <a:pt x="102429" y="104937"/>
                  <a:pt x="102429" y="112021"/>
                </a:cubicBezTo>
                <a:cubicBezTo>
                  <a:pt x="102429" y="124503"/>
                  <a:pt x="100342" y="137025"/>
                  <a:pt x="96149" y="149603"/>
                </a:cubicBezTo>
                <a:cubicBezTo>
                  <a:pt x="91956" y="162201"/>
                  <a:pt x="86729" y="172922"/>
                  <a:pt x="80488" y="181806"/>
                </a:cubicBezTo>
                <a:cubicBezTo>
                  <a:pt x="74246" y="190690"/>
                  <a:pt x="68292" y="196835"/>
                  <a:pt x="62606" y="200224"/>
                </a:cubicBezTo>
                <a:cubicBezTo>
                  <a:pt x="59007" y="202330"/>
                  <a:pt x="54565" y="203383"/>
                  <a:pt x="49261" y="203383"/>
                </a:cubicBezTo>
                <a:cubicBezTo>
                  <a:pt x="45471" y="203383"/>
                  <a:pt x="41239" y="201871"/>
                  <a:pt x="36549" y="198884"/>
                </a:cubicBezTo>
                <a:lnTo>
                  <a:pt x="56901" y="128505"/>
                </a:lnTo>
                <a:close/>
                <a:moveTo>
                  <a:pt x="85064" y="0"/>
                </a:moveTo>
                <a:lnTo>
                  <a:pt x="35036" y="8845"/>
                </a:lnTo>
                <a:lnTo>
                  <a:pt x="33390" y="14819"/>
                </a:lnTo>
                <a:cubicBezTo>
                  <a:pt x="39076" y="14531"/>
                  <a:pt x="43326" y="15374"/>
                  <a:pt x="46122" y="17365"/>
                </a:cubicBezTo>
                <a:cubicBezTo>
                  <a:pt x="48113" y="18763"/>
                  <a:pt x="49127" y="20658"/>
                  <a:pt x="49127" y="23070"/>
                </a:cubicBezTo>
                <a:cubicBezTo>
                  <a:pt x="49127" y="25866"/>
                  <a:pt x="48017" y="30997"/>
                  <a:pt x="45834" y="38483"/>
                </a:cubicBezTo>
                <a:lnTo>
                  <a:pt x="0" y="197390"/>
                </a:lnTo>
                <a:cubicBezTo>
                  <a:pt x="18361" y="207078"/>
                  <a:pt x="35783" y="211922"/>
                  <a:pt x="52267" y="211922"/>
                </a:cubicBezTo>
                <a:cubicBezTo>
                  <a:pt x="74438" y="211922"/>
                  <a:pt x="94196" y="202579"/>
                  <a:pt x="111561" y="183912"/>
                </a:cubicBezTo>
                <a:cubicBezTo>
                  <a:pt x="131147" y="162737"/>
                  <a:pt x="140930" y="138671"/>
                  <a:pt x="140930" y="111714"/>
                </a:cubicBezTo>
                <a:cubicBezTo>
                  <a:pt x="140930" y="100437"/>
                  <a:pt x="137944" y="90482"/>
                  <a:pt x="132008" y="81847"/>
                </a:cubicBezTo>
                <a:cubicBezTo>
                  <a:pt x="126073" y="73213"/>
                  <a:pt x="117113" y="68886"/>
                  <a:pt x="105128" y="68886"/>
                </a:cubicBezTo>
                <a:cubicBezTo>
                  <a:pt x="98944" y="68886"/>
                  <a:pt x="93200" y="70322"/>
                  <a:pt x="87916" y="73155"/>
                </a:cubicBezTo>
                <a:cubicBezTo>
                  <a:pt x="82613" y="76008"/>
                  <a:pt x="76027" y="81713"/>
                  <a:pt x="68139" y="90309"/>
                </a:cubicBezTo>
                <a:lnTo>
                  <a:pt x="94043" y="0"/>
                </a:lnTo>
                <a:lnTo>
                  <a:pt x="85064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710E6-4379-43AE-83CA-BE8C8782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140" y="3126824"/>
            <a:ext cx="51808" cy="134287"/>
          </a:xfrm>
          <a:custGeom xmlns:a="http://schemas.openxmlformats.org/drawingml/2006/main">
            <a:pathLst>
              <a:path w="51808" h="134287">
                <a:moveTo>
                  <a:pt x="1455" y="18629"/>
                </a:moveTo>
                <a:cubicBezTo>
                  <a:pt x="5725" y="16618"/>
                  <a:pt x="9056" y="15623"/>
                  <a:pt x="11449" y="15623"/>
                </a:cubicBezTo>
                <a:cubicBezTo>
                  <a:pt x="13134" y="15623"/>
                  <a:pt x="14570" y="16101"/>
                  <a:pt x="15757" y="17078"/>
                </a:cubicBezTo>
                <a:cubicBezTo>
                  <a:pt x="16963" y="18054"/>
                  <a:pt x="17786" y="19567"/>
                  <a:pt x="18246" y="21634"/>
                </a:cubicBezTo>
                <a:cubicBezTo>
                  <a:pt x="18877" y="24353"/>
                  <a:pt x="19203" y="30499"/>
                  <a:pt x="19203" y="40072"/>
                </a:cubicBezTo>
                <a:lnTo>
                  <a:pt x="19203" y="111102"/>
                </a:lnTo>
                <a:cubicBezTo>
                  <a:pt x="19203" y="118990"/>
                  <a:pt x="18858" y="123738"/>
                  <a:pt x="18131" y="125327"/>
                </a:cubicBezTo>
                <a:cubicBezTo>
                  <a:pt x="17422" y="126897"/>
                  <a:pt x="16159" y="128160"/>
                  <a:pt x="14359" y="129098"/>
                </a:cubicBezTo>
                <a:cubicBezTo>
                  <a:pt x="12540" y="130036"/>
                  <a:pt x="8539" y="130573"/>
                  <a:pt x="2317" y="130707"/>
                </a:cubicBezTo>
                <a:lnTo>
                  <a:pt x="2317" y="134287"/>
                </a:lnTo>
                <a:lnTo>
                  <a:pt x="51808" y="134287"/>
                </a:lnTo>
                <a:lnTo>
                  <a:pt x="51808" y="130707"/>
                </a:lnTo>
                <a:cubicBezTo>
                  <a:pt x="45854" y="130573"/>
                  <a:pt x="41910" y="130017"/>
                  <a:pt x="39976" y="129060"/>
                </a:cubicBezTo>
                <a:cubicBezTo>
                  <a:pt x="38023" y="128084"/>
                  <a:pt x="36759" y="126686"/>
                  <a:pt x="36147" y="124886"/>
                </a:cubicBezTo>
                <a:cubicBezTo>
                  <a:pt x="35515" y="123068"/>
                  <a:pt x="35209" y="118473"/>
                  <a:pt x="35209" y="111102"/>
                </a:cubicBezTo>
                <a:lnTo>
                  <a:pt x="35209" y="0"/>
                </a:lnTo>
                <a:lnTo>
                  <a:pt x="32011" y="0"/>
                </a:lnTo>
                <a:lnTo>
                  <a:pt x="0" y="15623"/>
                </a:lnTo>
                <a:lnTo>
                  <a:pt x="1455" y="18629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4AC10-348C-43EB-8D5D-5897BEC3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4737" y="3172869"/>
            <a:ext cx="140930" cy="211903"/>
          </a:xfrm>
          <a:custGeom xmlns:a="http://schemas.openxmlformats.org/drawingml/2006/main">
            <a:pathLst>
              <a:path w="140930" h="211903">
                <a:moveTo>
                  <a:pt x="56920" y="128486"/>
                </a:moveTo>
                <a:cubicBezTo>
                  <a:pt x="61017" y="114222"/>
                  <a:pt x="64808" y="104879"/>
                  <a:pt x="68292" y="100495"/>
                </a:cubicBezTo>
                <a:cubicBezTo>
                  <a:pt x="73481" y="93698"/>
                  <a:pt x="79588" y="90309"/>
                  <a:pt x="86576" y="90309"/>
                </a:cubicBezTo>
                <a:cubicBezTo>
                  <a:pt x="90769" y="90309"/>
                  <a:pt x="94445" y="92147"/>
                  <a:pt x="97642" y="95843"/>
                </a:cubicBezTo>
                <a:cubicBezTo>
                  <a:pt x="100840" y="99538"/>
                  <a:pt x="102448" y="104937"/>
                  <a:pt x="102448" y="112021"/>
                </a:cubicBezTo>
                <a:cubicBezTo>
                  <a:pt x="102448" y="124503"/>
                  <a:pt x="100342" y="137025"/>
                  <a:pt x="96149" y="149603"/>
                </a:cubicBezTo>
                <a:cubicBezTo>
                  <a:pt x="91956" y="162182"/>
                  <a:pt x="86748" y="172922"/>
                  <a:pt x="80507" y="181806"/>
                </a:cubicBezTo>
                <a:cubicBezTo>
                  <a:pt x="74266" y="190690"/>
                  <a:pt x="68292" y="196835"/>
                  <a:pt x="62606" y="200224"/>
                </a:cubicBezTo>
                <a:cubicBezTo>
                  <a:pt x="59007" y="202330"/>
                  <a:pt x="54565" y="203383"/>
                  <a:pt x="49281" y="203383"/>
                </a:cubicBezTo>
                <a:cubicBezTo>
                  <a:pt x="45490" y="203383"/>
                  <a:pt x="41239" y="201871"/>
                  <a:pt x="36549" y="198884"/>
                </a:cubicBezTo>
                <a:lnTo>
                  <a:pt x="56920" y="128486"/>
                </a:lnTo>
                <a:close/>
                <a:moveTo>
                  <a:pt x="85064" y="0"/>
                </a:moveTo>
                <a:lnTo>
                  <a:pt x="35055" y="8826"/>
                </a:lnTo>
                <a:lnTo>
                  <a:pt x="33409" y="14819"/>
                </a:lnTo>
                <a:cubicBezTo>
                  <a:pt x="39095" y="14531"/>
                  <a:pt x="43345" y="15374"/>
                  <a:pt x="46141" y="17365"/>
                </a:cubicBezTo>
                <a:cubicBezTo>
                  <a:pt x="48132" y="18763"/>
                  <a:pt x="49127" y="20658"/>
                  <a:pt x="49127" y="23070"/>
                </a:cubicBezTo>
                <a:cubicBezTo>
                  <a:pt x="49127" y="25866"/>
                  <a:pt x="48036" y="30997"/>
                  <a:pt x="45834" y="38483"/>
                </a:cubicBezTo>
                <a:lnTo>
                  <a:pt x="0" y="197390"/>
                </a:lnTo>
                <a:cubicBezTo>
                  <a:pt x="18380" y="207078"/>
                  <a:pt x="35802" y="211903"/>
                  <a:pt x="52267" y="211903"/>
                </a:cubicBezTo>
                <a:cubicBezTo>
                  <a:pt x="74438" y="211903"/>
                  <a:pt x="94196" y="202579"/>
                  <a:pt x="111580" y="183912"/>
                </a:cubicBezTo>
                <a:cubicBezTo>
                  <a:pt x="131147" y="162737"/>
                  <a:pt x="140930" y="138671"/>
                  <a:pt x="140930" y="111714"/>
                </a:cubicBezTo>
                <a:cubicBezTo>
                  <a:pt x="140930" y="100437"/>
                  <a:pt x="137963" y="90482"/>
                  <a:pt x="132028" y="81847"/>
                </a:cubicBezTo>
                <a:cubicBezTo>
                  <a:pt x="126073" y="73213"/>
                  <a:pt x="117113" y="68886"/>
                  <a:pt x="105147" y="68886"/>
                </a:cubicBezTo>
                <a:cubicBezTo>
                  <a:pt x="98944" y="68886"/>
                  <a:pt x="93200" y="70322"/>
                  <a:pt x="87916" y="73155"/>
                </a:cubicBezTo>
                <a:cubicBezTo>
                  <a:pt x="82632" y="76008"/>
                  <a:pt x="76027" y="81713"/>
                  <a:pt x="68139" y="90309"/>
                </a:cubicBezTo>
                <a:lnTo>
                  <a:pt x="94062" y="0"/>
                </a:lnTo>
                <a:lnTo>
                  <a:pt x="85064" y="0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8A26A-43AE-4C45-8975-D1B973C6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0104" y="3289944"/>
            <a:ext cx="86844" cy="134287"/>
          </a:xfrm>
          <a:custGeom xmlns:a="http://schemas.openxmlformats.org/drawingml/2006/main">
            <a:pathLst>
              <a:path w="86844" h="134287">
                <a:moveTo>
                  <a:pt x="83245" y="108976"/>
                </a:moveTo>
                <a:cubicBezTo>
                  <a:pt x="81560" y="111887"/>
                  <a:pt x="79588" y="114127"/>
                  <a:pt x="77329" y="115716"/>
                </a:cubicBezTo>
                <a:cubicBezTo>
                  <a:pt x="75070" y="117305"/>
                  <a:pt x="72523" y="118358"/>
                  <a:pt x="69709" y="118875"/>
                </a:cubicBezTo>
                <a:cubicBezTo>
                  <a:pt x="66895" y="119392"/>
                  <a:pt x="61993" y="119640"/>
                  <a:pt x="55005" y="119640"/>
                </a:cubicBezTo>
                <a:lnTo>
                  <a:pt x="20658" y="119640"/>
                </a:lnTo>
                <a:cubicBezTo>
                  <a:pt x="24679" y="116022"/>
                  <a:pt x="34730" y="105415"/>
                  <a:pt x="50831" y="87821"/>
                </a:cubicBezTo>
                <a:cubicBezTo>
                  <a:pt x="61572" y="76104"/>
                  <a:pt x="69345" y="65018"/>
                  <a:pt x="74132" y="54526"/>
                </a:cubicBezTo>
                <a:cubicBezTo>
                  <a:pt x="77233" y="47864"/>
                  <a:pt x="78784" y="41201"/>
                  <a:pt x="78784" y="34539"/>
                </a:cubicBezTo>
                <a:cubicBezTo>
                  <a:pt x="78784" y="25234"/>
                  <a:pt x="75204" y="17135"/>
                  <a:pt x="68062" y="10281"/>
                </a:cubicBezTo>
                <a:cubicBezTo>
                  <a:pt x="60921" y="3427"/>
                  <a:pt x="51999" y="0"/>
                  <a:pt x="41335" y="0"/>
                </a:cubicBezTo>
                <a:cubicBezTo>
                  <a:pt x="31303" y="0"/>
                  <a:pt x="22936" y="3197"/>
                  <a:pt x="16255" y="9611"/>
                </a:cubicBezTo>
                <a:cubicBezTo>
                  <a:pt x="9554" y="16006"/>
                  <a:pt x="5399" y="25196"/>
                  <a:pt x="3772" y="37161"/>
                </a:cubicBezTo>
                <a:lnTo>
                  <a:pt x="7371" y="37161"/>
                </a:lnTo>
                <a:cubicBezTo>
                  <a:pt x="9822" y="29848"/>
                  <a:pt x="13632" y="24296"/>
                  <a:pt x="18763" y="20524"/>
                </a:cubicBezTo>
                <a:cubicBezTo>
                  <a:pt x="23913" y="16733"/>
                  <a:pt x="29714" y="14838"/>
                  <a:pt x="36185" y="14838"/>
                </a:cubicBezTo>
                <a:cubicBezTo>
                  <a:pt x="43307" y="14838"/>
                  <a:pt x="49415" y="17537"/>
                  <a:pt x="54526" y="22898"/>
                </a:cubicBezTo>
                <a:cubicBezTo>
                  <a:pt x="59638" y="28259"/>
                  <a:pt x="62185" y="35132"/>
                  <a:pt x="62185" y="43460"/>
                </a:cubicBezTo>
                <a:cubicBezTo>
                  <a:pt x="62185" y="54412"/>
                  <a:pt x="57532" y="66473"/>
                  <a:pt x="48228" y="79665"/>
                </a:cubicBezTo>
                <a:cubicBezTo>
                  <a:pt x="38904" y="92856"/>
                  <a:pt x="22821" y="109876"/>
                  <a:pt x="0" y="130707"/>
                </a:cubicBezTo>
                <a:lnTo>
                  <a:pt x="0" y="134287"/>
                </a:lnTo>
                <a:lnTo>
                  <a:pt x="77616" y="134287"/>
                </a:lnTo>
                <a:lnTo>
                  <a:pt x="86844" y="108976"/>
                </a:lnTo>
                <a:lnTo>
                  <a:pt x="83245" y="108976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F2338-4DF0-4906-882B-50B0F7E9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904" y="2131927"/>
            <a:ext cx="135378" cy="139131"/>
          </a:xfrm>
          <a:custGeom xmlns:a="http://schemas.openxmlformats.org/drawingml/2006/main">
            <a:pathLst>
              <a:path w="135378" h="139131">
                <a:moveTo>
                  <a:pt x="112614" y="3599"/>
                </a:moveTo>
                <a:lnTo>
                  <a:pt x="109321" y="14991"/>
                </a:lnTo>
                <a:cubicBezTo>
                  <a:pt x="102831" y="36645"/>
                  <a:pt x="96723" y="52440"/>
                  <a:pt x="90980" y="62376"/>
                </a:cubicBezTo>
                <a:cubicBezTo>
                  <a:pt x="85236" y="72313"/>
                  <a:pt x="77941" y="82958"/>
                  <a:pt x="69115" y="94273"/>
                </a:cubicBezTo>
                <a:cubicBezTo>
                  <a:pt x="60270" y="105607"/>
                  <a:pt x="53205" y="112920"/>
                  <a:pt x="47921" y="116213"/>
                </a:cubicBezTo>
                <a:cubicBezTo>
                  <a:pt x="42637" y="119526"/>
                  <a:pt x="38349" y="121172"/>
                  <a:pt x="35036" y="121172"/>
                </a:cubicBezTo>
                <a:cubicBezTo>
                  <a:pt x="32949" y="121172"/>
                  <a:pt x="31284" y="120598"/>
                  <a:pt x="30020" y="119449"/>
                </a:cubicBezTo>
                <a:cubicBezTo>
                  <a:pt x="28776" y="118300"/>
                  <a:pt x="28163" y="116769"/>
                  <a:pt x="28163" y="114873"/>
                </a:cubicBezTo>
                <a:cubicBezTo>
                  <a:pt x="28163" y="111389"/>
                  <a:pt x="30097" y="103041"/>
                  <a:pt x="34002" y="89869"/>
                </a:cubicBezTo>
                <a:lnTo>
                  <a:pt x="48074" y="41488"/>
                </a:lnTo>
                <a:cubicBezTo>
                  <a:pt x="52057" y="27608"/>
                  <a:pt x="54067" y="17978"/>
                  <a:pt x="54067" y="12579"/>
                </a:cubicBezTo>
                <a:cubicBezTo>
                  <a:pt x="54067" y="8903"/>
                  <a:pt x="52880" y="5878"/>
                  <a:pt x="50544" y="3523"/>
                </a:cubicBezTo>
                <a:cubicBezTo>
                  <a:pt x="48189" y="1187"/>
                  <a:pt x="45183" y="0"/>
                  <a:pt x="41488" y="0"/>
                </a:cubicBezTo>
                <a:cubicBezTo>
                  <a:pt x="36089" y="0"/>
                  <a:pt x="30193" y="2163"/>
                  <a:pt x="23817" y="6452"/>
                </a:cubicBezTo>
                <a:cubicBezTo>
                  <a:pt x="15431" y="11947"/>
                  <a:pt x="7486" y="20467"/>
                  <a:pt x="0" y="32050"/>
                </a:cubicBezTo>
                <a:lnTo>
                  <a:pt x="4652" y="35343"/>
                </a:lnTo>
                <a:cubicBezTo>
                  <a:pt x="12023" y="25770"/>
                  <a:pt x="16771" y="20218"/>
                  <a:pt x="18877" y="18724"/>
                </a:cubicBezTo>
                <a:cubicBezTo>
                  <a:pt x="20964" y="17231"/>
                  <a:pt x="23070" y="16484"/>
                  <a:pt x="25157" y="16484"/>
                </a:cubicBezTo>
                <a:cubicBezTo>
                  <a:pt x="26153" y="16484"/>
                  <a:pt x="27091" y="16906"/>
                  <a:pt x="27933" y="17748"/>
                </a:cubicBezTo>
                <a:cubicBezTo>
                  <a:pt x="28776" y="18609"/>
                  <a:pt x="29197" y="19624"/>
                  <a:pt x="29197" y="20830"/>
                </a:cubicBezTo>
                <a:cubicBezTo>
                  <a:pt x="29197" y="23511"/>
                  <a:pt x="27608" y="30403"/>
                  <a:pt x="24411" y="41488"/>
                </a:cubicBezTo>
                <a:lnTo>
                  <a:pt x="11372" y="87763"/>
                </a:lnTo>
                <a:cubicBezTo>
                  <a:pt x="6988" y="103252"/>
                  <a:pt x="4786" y="114720"/>
                  <a:pt x="4786" y="122206"/>
                </a:cubicBezTo>
                <a:cubicBezTo>
                  <a:pt x="4786" y="127107"/>
                  <a:pt x="6395" y="131147"/>
                  <a:pt x="9592" y="134344"/>
                </a:cubicBezTo>
                <a:cubicBezTo>
                  <a:pt x="12770" y="137542"/>
                  <a:pt x="16676" y="139131"/>
                  <a:pt x="21271" y="139131"/>
                </a:cubicBezTo>
                <a:cubicBezTo>
                  <a:pt x="31054" y="139131"/>
                  <a:pt x="41661" y="133846"/>
                  <a:pt x="53091" y="123259"/>
                </a:cubicBezTo>
                <a:cubicBezTo>
                  <a:pt x="64520" y="112671"/>
                  <a:pt x="78726" y="93449"/>
                  <a:pt x="95689" y="65612"/>
                </a:cubicBezTo>
                <a:cubicBezTo>
                  <a:pt x="88203" y="90367"/>
                  <a:pt x="83666" y="106430"/>
                  <a:pt x="82077" y="113820"/>
                </a:cubicBezTo>
                <a:cubicBezTo>
                  <a:pt x="80775" y="119411"/>
                  <a:pt x="80124" y="123910"/>
                  <a:pt x="80124" y="127299"/>
                </a:cubicBezTo>
                <a:cubicBezTo>
                  <a:pt x="80124" y="130802"/>
                  <a:pt x="81215" y="133636"/>
                  <a:pt x="83417" y="135838"/>
                </a:cubicBezTo>
                <a:cubicBezTo>
                  <a:pt x="85619" y="138039"/>
                  <a:pt x="88663" y="139131"/>
                  <a:pt x="92550" y="139131"/>
                </a:cubicBezTo>
                <a:cubicBezTo>
                  <a:pt x="97642" y="139131"/>
                  <a:pt x="102926" y="137235"/>
                  <a:pt x="108421" y="133444"/>
                </a:cubicBezTo>
                <a:cubicBezTo>
                  <a:pt x="116711" y="127548"/>
                  <a:pt x="124810" y="118377"/>
                  <a:pt x="132698" y="105894"/>
                </a:cubicBezTo>
                <a:lnTo>
                  <a:pt x="128199" y="102448"/>
                </a:lnTo>
                <a:cubicBezTo>
                  <a:pt x="119908" y="113227"/>
                  <a:pt x="114739" y="119392"/>
                  <a:pt x="112691" y="120942"/>
                </a:cubicBezTo>
                <a:cubicBezTo>
                  <a:pt x="110642" y="122493"/>
                  <a:pt x="108785" y="123259"/>
                  <a:pt x="107081" y="123259"/>
                </a:cubicBezTo>
                <a:cubicBezTo>
                  <a:pt x="105971" y="123259"/>
                  <a:pt x="105109" y="122838"/>
                  <a:pt x="104458" y="121995"/>
                </a:cubicBezTo>
                <a:cubicBezTo>
                  <a:pt x="103807" y="121134"/>
                  <a:pt x="103482" y="119813"/>
                  <a:pt x="103482" y="118013"/>
                </a:cubicBezTo>
                <a:cubicBezTo>
                  <a:pt x="103482" y="114529"/>
                  <a:pt x="105434" y="106143"/>
                  <a:pt x="109321" y="92856"/>
                </a:cubicBezTo>
                <a:lnTo>
                  <a:pt x="135378" y="3599"/>
                </a:lnTo>
                <a:lnTo>
                  <a:pt x="112614" y="3599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AD8B8-8989-430D-A9F2-33404080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910" y="5197987"/>
            <a:ext cx="110029" cy="113077"/>
          </a:xfrm>
          <a:custGeom xmlns:a="http://schemas.openxmlformats.org/drawingml/2006/main">
            <a:pathLst>
              <a:path w="110029" h="113077">
                <a:moveTo>
                  <a:pt x="91516" y="2931"/>
                </a:moveTo>
                <a:lnTo>
                  <a:pt x="88854" y="12175"/>
                </a:lnTo>
                <a:cubicBezTo>
                  <a:pt x="83570" y="29794"/>
                  <a:pt x="78612" y="42620"/>
                  <a:pt x="73940" y="50697"/>
                </a:cubicBezTo>
                <a:cubicBezTo>
                  <a:pt x="69269" y="58783"/>
                  <a:pt x="63353" y="67413"/>
                  <a:pt x="56173" y="76619"/>
                </a:cubicBezTo>
                <a:cubicBezTo>
                  <a:pt x="48993" y="85833"/>
                  <a:pt x="43250" y="91786"/>
                  <a:pt x="38942" y="94449"/>
                </a:cubicBezTo>
                <a:cubicBezTo>
                  <a:pt x="34634" y="97125"/>
                  <a:pt x="31150" y="98464"/>
                  <a:pt x="28469" y="98464"/>
                </a:cubicBezTo>
                <a:cubicBezTo>
                  <a:pt x="26765" y="98464"/>
                  <a:pt x="25406" y="98008"/>
                  <a:pt x="24391" y="97074"/>
                </a:cubicBezTo>
                <a:cubicBezTo>
                  <a:pt x="23377" y="96132"/>
                  <a:pt x="22879" y="94904"/>
                  <a:pt x="22879" y="93356"/>
                </a:cubicBezTo>
                <a:cubicBezTo>
                  <a:pt x="22879" y="90522"/>
                  <a:pt x="24468" y="83746"/>
                  <a:pt x="27627" y="73044"/>
                </a:cubicBezTo>
                <a:lnTo>
                  <a:pt x="39057" y="33713"/>
                </a:lnTo>
                <a:cubicBezTo>
                  <a:pt x="42312" y="22442"/>
                  <a:pt x="43939" y="14612"/>
                  <a:pt x="43939" y="10222"/>
                </a:cubicBezTo>
                <a:cubicBezTo>
                  <a:pt x="43939" y="7216"/>
                  <a:pt x="42982" y="4771"/>
                  <a:pt x="41067" y="2857"/>
                </a:cubicBezTo>
                <a:cubicBezTo>
                  <a:pt x="39172" y="957"/>
                  <a:pt x="36702" y="0"/>
                  <a:pt x="33715" y="0"/>
                </a:cubicBezTo>
                <a:cubicBezTo>
                  <a:pt x="29331" y="0"/>
                  <a:pt x="24545" y="1742"/>
                  <a:pt x="19356" y="5227"/>
                </a:cubicBezTo>
                <a:cubicBezTo>
                  <a:pt x="12540" y="9707"/>
                  <a:pt x="6088" y="16639"/>
                  <a:pt x="0" y="26063"/>
                </a:cubicBezTo>
                <a:lnTo>
                  <a:pt x="3772" y="28718"/>
                </a:lnTo>
                <a:cubicBezTo>
                  <a:pt x="9764" y="20924"/>
                  <a:pt x="13632" y="16431"/>
                  <a:pt x="15336" y="15226"/>
                </a:cubicBezTo>
                <a:cubicBezTo>
                  <a:pt x="17040" y="13999"/>
                  <a:pt x="18743" y="13387"/>
                  <a:pt x="20447" y="13387"/>
                </a:cubicBezTo>
                <a:cubicBezTo>
                  <a:pt x="21252" y="13387"/>
                  <a:pt x="21998" y="13729"/>
                  <a:pt x="22687" y="14419"/>
                </a:cubicBezTo>
                <a:cubicBezTo>
                  <a:pt x="23377" y="15106"/>
                  <a:pt x="23721" y="15952"/>
                  <a:pt x="23721" y="16923"/>
                </a:cubicBezTo>
                <a:cubicBezTo>
                  <a:pt x="23721" y="19107"/>
                  <a:pt x="22439" y="24717"/>
                  <a:pt x="19835" y="33713"/>
                </a:cubicBezTo>
                <a:lnTo>
                  <a:pt x="9247" y="71317"/>
                </a:lnTo>
                <a:cubicBezTo>
                  <a:pt x="5667" y="83896"/>
                  <a:pt x="3887" y="93245"/>
                  <a:pt x="3887" y="99331"/>
                </a:cubicBezTo>
                <a:cubicBezTo>
                  <a:pt x="3887" y="103296"/>
                  <a:pt x="5188" y="106585"/>
                  <a:pt x="7792" y="109189"/>
                </a:cubicBezTo>
                <a:cubicBezTo>
                  <a:pt x="10377" y="111775"/>
                  <a:pt x="13536" y="113077"/>
                  <a:pt x="17269" y="113077"/>
                </a:cubicBezTo>
                <a:cubicBezTo>
                  <a:pt x="25234" y="113077"/>
                  <a:pt x="33849" y="108785"/>
                  <a:pt x="43135" y="100169"/>
                </a:cubicBezTo>
                <a:cubicBezTo>
                  <a:pt x="52440" y="91577"/>
                  <a:pt x="63984" y="75952"/>
                  <a:pt x="77769" y="53322"/>
                </a:cubicBezTo>
                <a:cubicBezTo>
                  <a:pt x="71681" y="73440"/>
                  <a:pt x="67986" y="86498"/>
                  <a:pt x="66703" y="92511"/>
                </a:cubicBezTo>
                <a:cubicBezTo>
                  <a:pt x="65631" y="97051"/>
                  <a:pt x="65114" y="100707"/>
                  <a:pt x="65114" y="103468"/>
                </a:cubicBezTo>
                <a:cubicBezTo>
                  <a:pt x="65114" y="106294"/>
                  <a:pt x="66014" y="108613"/>
                  <a:pt x="67794" y="110393"/>
                </a:cubicBezTo>
                <a:cubicBezTo>
                  <a:pt x="69575" y="112172"/>
                  <a:pt x="72045" y="113077"/>
                  <a:pt x="75223" y="113077"/>
                </a:cubicBezTo>
                <a:cubicBezTo>
                  <a:pt x="79358" y="113077"/>
                  <a:pt x="83647" y="111523"/>
                  <a:pt x="88108" y="108463"/>
                </a:cubicBezTo>
                <a:cubicBezTo>
                  <a:pt x="94847" y="103654"/>
                  <a:pt x="101433" y="96206"/>
                  <a:pt x="107828" y="86065"/>
                </a:cubicBezTo>
                <a:lnTo>
                  <a:pt x="104190" y="83245"/>
                </a:lnTo>
                <a:cubicBezTo>
                  <a:pt x="97451" y="92017"/>
                  <a:pt x="93239" y="97028"/>
                  <a:pt x="91592" y="98291"/>
                </a:cubicBezTo>
                <a:cubicBezTo>
                  <a:pt x="89927" y="99541"/>
                  <a:pt x="88395" y="100169"/>
                  <a:pt x="87016" y="100169"/>
                </a:cubicBezTo>
                <a:cubicBezTo>
                  <a:pt x="86136" y="100169"/>
                  <a:pt x="85427" y="99825"/>
                  <a:pt x="84891" y="99137"/>
                </a:cubicBezTo>
                <a:cubicBezTo>
                  <a:pt x="84355" y="98448"/>
                  <a:pt x="84106" y="97372"/>
                  <a:pt x="84106" y="95921"/>
                </a:cubicBezTo>
                <a:cubicBezTo>
                  <a:pt x="84106" y="93072"/>
                  <a:pt x="85676" y="86251"/>
                  <a:pt x="88854" y="75474"/>
                </a:cubicBezTo>
                <a:lnTo>
                  <a:pt x="110029" y="2931"/>
                </a:lnTo>
                <a:lnTo>
                  <a:pt x="91516" y="2931"/>
                </a:ln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7DA96-F7AC-44D7-A224-0F3F0907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2" y="5135059"/>
            <a:ext cx="2317931" cy="226875"/>
          </a:xfrm>
          <a:custGeom xmlns:a="http://schemas.openxmlformats.org/drawingml/2006/main">
            <a:pathLst>
              <a:path w="2317931" h="226875">
                <a:moveTo>
                  <a:pt x="2196223" y="66090"/>
                </a:moveTo>
                <a:cubicBezTo>
                  <a:pt x="2200358" y="67063"/>
                  <a:pt x="2203364" y="68214"/>
                  <a:pt x="2205221" y="69493"/>
                </a:cubicBezTo>
                <a:cubicBezTo>
                  <a:pt x="2206523" y="70473"/>
                  <a:pt x="2208189" y="72387"/>
                  <a:pt x="2210218" y="75221"/>
                </a:cubicBezTo>
                <a:cubicBezTo>
                  <a:pt x="2212898" y="78954"/>
                  <a:pt x="2214832" y="82073"/>
                  <a:pt x="2216057" y="84600"/>
                </a:cubicBezTo>
                <a:lnTo>
                  <a:pt x="2256091" y="168707"/>
                </a:lnTo>
                <a:lnTo>
                  <a:pt x="2248184" y="188046"/>
                </a:lnTo>
                <a:cubicBezTo>
                  <a:pt x="2245274" y="195284"/>
                  <a:pt x="2242363" y="200146"/>
                  <a:pt x="2239492" y="202652"/>
                </a:cubicBezTo>
                <a:cubicBezTo>
                  <a:pt x="2236601" y="205179"/>
                  <a:pt x="2233939" y="206429"/>
                  <a:pt x="2231508" y="206429"/>
                </a:cubicBezTo>
                <a:cubicBezTo>
                  <a:pt x="2230704" y="206429"/>
                  <a:pt x="2228674" y="205830"/>
                  <a:pt x="2225420" y="204605"/>
                </a:cubicBezTo>
                <a:cubicBezTo>
                  <a:pt x="2220806" y="202824"/>
                  <a:pt x="2217149" y="201926"/>
                  <a:pt x="2214468" y="201926"/>
                </a:cubicBezTo>
                <a:cubicBezTo>
                  <a:pt x="2210582" y="201926"/>
                  <a:pt x="2207519" y="202958"/>
                  <a:pt x="2205279" y="205030"/>
                </a:cubicBezTo>
                <a:cubicBezTo>
                  <a:pt x="2203058" y="207093"/>
                  <a:pt x="2201928" y="209831"/>
                  <a:pt x="2201928" y="213241"/>
                </a:cubicBezTo>
                <a:cubicBezTo>
                  <a:pt x="2201928" y="216823"/>
                  <a:pt x="2203479" y="219980"/>
                  <a:pt x="2206561" y="222739"/>
                </a:cubicBezTo>
                <a:cubicBezTo>
                  <a:pt x="2209644" y="225492"/>
                  <a:pt x="2213588" y="226875"/>
                  <a:pt x="2218374" y="226875"/>
                </a:cubicBezTo>
                <a:cubicBezTo>
                  <a:pt x="2224941" y="226875"/>
                  <a:pt x="2231776" y="224116"/>
                  <a:pt x="2238879" y="218604"/>
                </a:cubicBezTo>
                <a:cubicBezTo>
                  <a:pt x="2245982" y="213084"/>
                  <a:pt x="2251726" y="204932"/>
                  <a:pt x="2256091" y="194134"/>
                </a:cubicBezTo>
                <a:lnTo>
                  <a:pt x="2301504" y="82894"/>
                </a:lnTo>
                <a:cubicBezTo>
                  <a:pt x="2303533" y="77786"/>
                  <a:pt x="2304912" y="74668"/>
                  <a:pt x="2305639" y="73517"/>
                </a:cubicBezTo>
                <a:cubicBezTo>
                  <a:pt x="2307592" y="70838"/>
                  <a:pt x="2309373" y="69014"/>
                  <a:pt x="2311000" y="68041"/>
                </a:cubicBezTo>
                <a:cubicBezTo>
                  <a:pt x="2312608" y="67063"/>
                  <a:pt x="2314925" y="66412"/>
                  <a:pt x="2317931" y="66090"/>
                </a:cubicBezTo>
                <a:lnTo>
                  <a:pt x="2317931" y="61587"/>
                </a:lnTo>
                <a:lnTo>
                  <a:pt x="2281669" y="61587"/>
                </a:lnTo>
                <a:lnTo>
                  <a:pt x="2281669" y="66090"/>
                </a:lnTo>
                <a:cubicBezTo>
                  <a:pt x="2285154" y="66090"/>
                  <a:pt x="2287585" y="66360"/>
                  <a:pt x="2288964" y="66891"/>
                </a:cubicBezTo>
                <a:cubicBezTo>
                  <a:pt x="2290342" y="67406"/>
                  <a:pt x="2291357" y="68118"/>
                  <a:pt x="2292008" y="69014"/>
                </a:cubicBezTo>
                <a:cubicBezTo>
                  <a:pt x="2292563" y="69747"/>
                  <a:pt x="2292850" y="70838"/>
                  <a:pt x="2292850" y="72313"/>
                </a:cubicBezTo>
                <a:cubicBezTo>
                  <a:pt x="2292850" y="75543"/>
                  <a:pt x="2292161" y="78841"/>
                  <a:pt x="2290782" y="82169"/>
                </a:cubicBezTo>
                <a:lnTo>
                  <a:pt x="2265836" y="143743"/>
                </a:lnTo>
                <a:lnTo>
                  <a:pt x="2238687" y="87509"/>
                </a:lnTo>
                <a:cubicBezTo>
                  <a:pt x="2236026" y="81922"/>
                  <a:pt x="2234686" y="77539"/>
                  <a:pt x="2234686" y="74377"/>
                </a:cubicBezTo>
                <a:cubicBezTo>
                  <a:pt x="2234686" y="72022"/>
                  <a:pt x="2235586" y="70054"/>
                  <a:pt x="2237424" y="68461"/>
                </a:cubicBezTo>
                <a:cubicBezTo>
                  <a:pt x="2239243" y="66891"/>
                  <a:pt x="2241981" y="66090"/>
                  <a:pt x="2245637" y="66090"/>
                </a:cubicBezTo>
                <a:lnTo>
                  <a:pt x="2248184" y="66090"/>
                </a:lnTo>
                <a:lnTo>
                  <a:pt x="2248184" y="61587"/>
                </a:lnTo>
                <a:lnTo>
                  <a:pt x="2196223" y="61587"/>
                </a:lnTo>
                <a:lnTo>
                  <a:pt x="2196223" y="66090"/>
                </a:lnTo>
                <a:close/>
                <a:moveTo>
                  <a:pt x="2162144" y="24964"/>
                </a:moveTo>
                <a:cubicBezTo>
                  <a:pt x="2158812" y="33162"/>
                  <a:pt x="2156209" y="38785"/>
                  <a:pt x="2154351" y="41867"/>
                </a:cubicBezTo>
                <a:cubicBezTo>
                  <a:pt x="2150695" y="47707"/>
                  <a:pt x="2146540" y="52763"/>
                  <a:pt x="2141869" y="57033"/>
                </a:cubicBezTo>
                <a:cubicBezTo>
                  <a:pt x="2137216" y="61281"/>
                  <a:pt x="2132640" y="64310"/>
                  <a:pt x="2128179" y="66090"/>
                </a:cubicBezTo>
                <a:lnTo>
                  <a:pt x="2128179" y="70107"/>
                </a:lnTo>
                <a:lnTo>
                  <a:pt x="2145832" y="70107"/>
                </a:lnTo>
                <a:lnTo>
                  <a:pt x="2145832" y="145081"/>
                </a:lnTo>
                <a:cubicBezTo>
                  <a:pt x="2145832" y="153120"/>
                  <a:pt x="2146674" y="159059"/>
                  <a:pt x="2148378" y="162925"/>
                </a:cubicBezTo>
                <a:cubicBezTo>
                  <a:pt x="2150082" y="166777"/>
                  <a:pt x="2152724" y="169746"/>
                  <a:pt x="2156304" y="171810"/>
                </a:cubicBezTo>
                <a:cubicBezTo>
                  <a:pt x="2159865" y="173882"/>
                  <a:pt x="2163522" y="174914"/>
                  <a:pt x="2167256" y="174914"/>
                </a:cubicBezTo>
                <a:cubicBezTo>
                  <a:pt x="2172769" y="174914"/>
                  <a:pt x="2178130" y="172901"/>
                  <a:pt x="2183319" y="168877"/>
                </a:cubicBezTo>
                <a:cubicBezTo>
                  <a:pt x="2188507" y="164862"/>
                  <a:pt x="2192528" y="158887"/>
                  <a:pt x="2195361" y="150922"/>
                </a:cubicBezTo>
                <a:lnTo>
                  <a:pt x="2190613" y="150922"/>
                </a:lnTo>
                <a:cubicBezTo>
                  <a:pt x="2189235" y="154175"/>
                  <a:pt x="2187301" y="156628"/>
                  <a:pt x="2184774" y="158295"/>
                </a:cubicBezTo>
                <a:cubicBezTo>
                  <a:pt x="2182266" y="159955"/>
                  <a:pt x="2179662" y="160786"/>
                  <a:pt x="2176981" y="160786"/>
                </a:cubicBezTo>
                <a:cubicBezTo>
                  <a:pt x="2173746" y="160786"/>
                  <a:pt x="2171085" y="159538"/>
                  <a:pt x="2169017" y="157009"/>
                </a:cubicBezTo>
                <a:cubicBezTo>
                  <a:pt x="2166949" y="154504"/>
                  <a:pt x="2165915" y="149643"/>
                  <a:pt x="2165915" y="142403"/>
                </a:cubicBezTo>
                <a:lnTo>
                  <a:pt x="2165915" y="70107"/>
                </a:lnTo>
                <a:lnTo>
                  <a:pt x="2191953" y="70107"/>
                </a:lnTo>
                <a:lnTo>
                  <a:pt x="2191953" y="61587"/>
                </a:lnTo>
                <a:lnTo>
                  <a:pt x="2165915" y="61587"/>
                </a:lnTo>
                <a:lnTo>
                  <a:pt x="2165915" y="24964"/>
                </a:lnTo>
                <a:lnTo>
                  <a:pt x="2162144" y="24964"/>
                </a:lnTo>
                <a:close/>
                <a:moveTo>
                  <a:pt x="2097642" y="58298"/>
                </a:moveTo>
                <a:lnTo>
                  <a:pt x="2064042" y="71947"/>
                </a:lnTo>
                <a:lnTo>
                  <a:pt x="2065746" y="76314"/>
                </a:lnTo>
                <a:cubicBezTo>
                  <a:pt x="2069001" y="75102"/>
                  <a:pt x="2071758" y="74497"/>
                  <a:pt x="2074017" y="74497"/>
                </a:cubicBezTo>
                <a:cubicBezTo>
                  <a:pt x="2076142" y="74497"/>
                  <a:pt x="2077788" y="75012"/>
                  <a:pt x="2079014" y="76008"/>
                </a:cubicBezTo>
                <a:cubicBezTo>
                  <a:pt x="2080239" y="77024"/>
                  <a:pt x="2081120" y="78841"/>
                  <a:pt x="2081694" y="81422"/>
                </a:cubicBezTo>
                <a:cubicBezTo>
                  <a:pt x="2082422" y="85004"/>
                  <a:pt x="2082785" y="92835"/>
                  <a:pt x="2082785" y="104912"/>
                </a:cubicBezTo>
                <a:lnTo>
                  <a:pt x="2082785" y="147899"/>
                </a:lnTo>
                <a:cubicBezTo>
                  <a:pt x="2082785" y="154788"/>
                  <a:pt x="2082249" y="159440"/>
                  <a:pt x="2081139" y="161893"/>
                </a:cubicBezTo>
                <a:cubicBezTo>
                  <a:pt x="2080048" y="164324"/>
                  <a:pt x="2078573" y="166066"/>
                  <a:pt x="2076697" y="167119"/>
                </a:cubicBezTo>
                <a:cubicBezTo>
                  <a:pt x="2074840" y="168174"/>
                  <a:pt x="2071183" y="168707"/>
                  <a:pt x="2065746" y="168707"/>
                </a:cubicBezTo>
                <a:lnTo>
                  <a:pt x="2065746" y="173074"/>
                </a:lnTo>
                <a:lnTo>
                  <a:pt x="2119909" y="173074"/>
                </a:lnTo>
                <a:lnTo>
                  <a:pt x="2119909" y="168707"/>
                </a:lnTo>
                <a:cubicBezTo>
                  <a:pt x="2114644" y="168707"/>
                  <a:pt x="2111006" y="168138"/>
                  <a:pt x="2109015" y="167001"/>
                </a:cubicBezTo>
                <a:cubicBezTo>
                  <a:pt x="2107024" y="165856"/>
                  <a:pt x="2105530" y="164129"/>
                  <a:pt x="2104516" y="161818"/>
                </a:cubicBezTo>
                <a:cubicBezTo>
                  <a:pt x="2103501" y="159523"/>
                  <a:pt x="2102984" y="154862"/>
                  <a:pt x="2102984" y="147899"/>
                </a:cubicBezTo>
                <a:lnTo>
                  <a:pt x="2102984" y="58298"/>
                </a:lnTo>
                <a:lnTo>
                  <a:pt x="2097642" y="58298"/>
                </a:lnTo>
                <a:close/>
                <a:moveTo>
                  <a:pt x="2084068" y="3597"/>
                </a:moveTo>
                <a:cubicBezTo>
                  <a:pt x="2081675" y="5991"/>
                  <a:pt x="2080469" y="8878"/>
                  <a:pt x="2080469" y="12288"/>
                </a:cubicBezTo>
                <a:cubicBezTo>
                  <a:pt x="2080469" y="15699"/>
                  <a:pt x="2081694" y="18623"/>
                  <a:pt x="2084126" y="21060"/>
                </a:cubicBezTo>
                <a:cubicBezTo>
                  <a:pt x="2086557" y="23492"/>
                  <a:pt x="2089486" y="24719"/>
                  <a:pt x="2092894" y="24719"/>
                </a:cubicBezTo>
                <a:cubicBezTo>
                  <a:pt x="2096302" y="24719"/>
                  <a:pt x="2099193" y="23492"/>
                  <a:pt x="2101586" y="21060"/>
                </a:cubicBezTo>
                <a:cubicBezTo>
                  <a:pt x="2103980" y="18623"/>
                  <a:pt x="2105186" y="15699"/>
                  <a:pt x="2105186" y="12288"/>
                </a:cubicBezTo>
                <a:cubicBezTo>
                  <a:pt x="2105186" y="8878"/>
                  <a:pt x="2103980" y="5991"/>
                  <a:pt x="2101586" y="3597"/>
                </a:cubicBezTo>
                <a:cubicBezTo>
                  <a:pt x="2099193" y="1204"/>
                  <a:pt x="2096302" y="0"/>
                  <a:pt x="2092894" y="0"/>
                </a:cubicBezTo>
                <a:cubicBezTo>
                  <a:pt x="2089391" y="0"/>
                  <a:pt x="2086461" y="1204"/>
                  <a:pt x="2084068" y="3597"/>
                </a:cubicBezTo>
                <a:close/>
                <a:moveTo>
                  <a:pt x="2028393" y="0"/>
                </a:moveTo>
                <a:lnTo>
                  <a:pt x="1995156" y="13628"/>
                </a:lnTo>
                <a:lnTo>
                  <a:pt x="1997224" y="17897"/>
                </a:lnTo>
                <a:cubicBezTo>
                  <a:pt x="2000479" y="16595"/>
                  <a:pt x="2003140" y="15946"/>
                  <a:pt x="2005265" y="15946"/>
                </a:cubicBezTo>
                <a:cubicBezTo>
                  <a:pt x="2007199" y="15946"/>
                  <a:pt x="2008807" y="16484"/>
                  <a:pt x="2010071" y="17539"/>
                </a:cubicBezTo>
                <a:cubicBezTo>
                  <a:pt x="2011334" y="18585"/>
                  <a:pt x="2012234" y="20560"/>
                  <a:pt x="2012808" y="23432"/>
                </a:cubicBezTo>
                <a:cubicBezTo>
                  <a:pt x="2013364" y="26325"/>
                  <a:pt x="2013651" y="34037"/>
                  <a:pt x="2013651" y="46616"/>
                </a:cubicBezTo>
                <a:lnTo>
                  <a:pt x="2013651" y="147899"/>
                </a:lnTo>
                <a:cubicBezTo>
                  <a:pt x="2013651" y="154788"/>
                  <a:pt x="2013134" y="159440"/>
                  <a:pt x="2012081" y="161893"/>
                </a:cubicBezTo>
                <a:cubicBezTo>
                  <a:pt x="2011028" y="164324"/>
                  <a:pt x="2009554" y="166066"/>
                  <a:pt x="2007697" y="167119"/>
                </a:cubicBezTo>
                <a:cubicBezTo>
                  <a:pt x="2005820" y="168174"/>
                  <a:pt x="2002336" y="168707"/>
                  <a:pt x="1997224" y="168707"/>
                </a:cubicBezTo>
                <a:lnTo>
                  <a:pt x="1997224" y="173074"/>
                </a:lnTo>
                <a:lnTo>
                  <a:pt x="2051885" y="173074"/>
                </a:lnTo>
                <a:lnTo>
                  <a:pt x="2051885" y="168707"/>
                </a:lnTo>
                <a:cubicBezTo>
                  <a:pt x="2046122" y="168707"/>
                  <a:pt x="2042178" y="168115"/>
                  <a:pt x="2040072" y="166926"/>
                </a:cubicBezTo>
                <a:cubicBezTo>
                  <a:pt x="2037966" y="165760"/>
                  <a:pt x="2036396" y="164039"/>
                  <a:pt x="2035381" y="161759"/>
                </a:cubicBezTo>
                <a:cubicBezTo>
                  <a:pt x="2034366" y="159500"/>
                  <a:pt x="2033869" y="154862"/>
                  <a:pt x="2033869" y="147899"/>
                </a:cubicBezTo>
                <a:lnTo>
                  <a:pt x="2033869" y="0"/>
                </a:lnTo>
                <a:lnTo>
                  <a:pt x="2028393" y="0"/>
                </a:lnTo>
                <a:close/>
                <a:moveTo>
                  <a:pt x="1959622" y="58298"/>
                </a:moveTo>
                <a:lnTo>
                  <a:pt x="1926022" y="71947"/>
                </a:lnTo>
                <a:lnTo>
                  <a:pt x="1927726" y="76314"/>
                </a:lnTo>
                <a:cubicBezTo>
                  <a:pt x="1930980" y="75102"/>
                  <a:pt x="1933737" y="74497"/>
                  <a:pt x="1936016" y="74497"/>
                </a:cubicBezTo>
                <a:cubicBezTo>
                  <a:pt x="1938122" y="74497"/>
                  <a:pt x="1939787" y="75012"/>
                  <a:pt x="1940994" y="76008"/>
                </a:cubicBezTo>
                <a:cubicBezTo>
                  <a:pt x="1942219" y="77024"/>
                  <a:pt x="1943100" y="78841"/>
                  <a:pt x="1943674" y="81422"/>
                </a:cubicBezTo>
                <a:cubicBezTo>
                  <a:pt x="1944401" y="85004"/>
                  <a:pt x="1944765" y="92835"/>
                  <a:pt x="1944765" y="104912"/>
                </a:cubicBezTo>
                <a:lnTo>
                  <a:pt x="1944765" y="147899"/>
                </a:lnTo>
                <a:cubicBezTo>
                  <a:pt x="1944765" y="154788"/>
                  <a:pt x="1944229" y="159440"/>
                  <a:pt x="1943138" y="161893"/>
                </a:cubicBezTo>
                <a:cubicBezTo>
                  <a:pt x="1942027" y="164324"/>
                  <a:pt x="1940553" y="166066"/>
                  <a:pt x="1938696" y="167119"/>
                </a:cubicBezTo>
                <a:cubicBezTo>
                  <a:pt x="1936820" y="168174"/>
                  <a:pt x="1933163" y="168707"/>
                  <a:pt x="1927726" y="168707"/>
                </a:cubicBezTo>
                <a:lnTo>
                  <a:pt x="1927726" y="173074"/>
                </a:lnTo>
                <a:lnTo>
                  <a:pt x="1981888" y="173074"/>
                </a:lnTo>
                <a:lnTo>
                  <a:pt x="1981888" y="168707"/>
                </a:lnTo>
                <a:cubicBezTo>
                  <a:pt x="1976623" y="168707"/>
                  <a:pt x="1972986" y="168138"/>
                  <a:pt x="1970995" y="167001"/>
                </a:cubicBezTo>
                <a:cubicBezTo>
                  <a:pt x="1969023" y="165856"/>
                  <a:pt x="1967510" y="164129"/>
                  <a:pt x="1966495" y="161818"/>
                </a:cubicBezTo>
                <a:cubicBezTo>
                  <a:pt x="1965481" y="159523"/>
                  <a:pt x="1964983" y="154862"/>
                  <a:pt x="1964983" y="147899"/>
                </a:cubicBezTo>
                <a:lnTo>
                  <a:pt x="1964983" y="58298"/>
                </a:lnTo>
                <a:lnTo>
                  <a:pt x="1959622" y="58298"/>
                </a:lnTo>
                <a:close/>
                <a:moveTo>
                  <a:pt x="1946048" y="3597"/>
                </a:moveTo>
                <a:cubicBezTo>
                  <a:pt x="1943655" y="5991"/>
                  <a:pt x="1942468" y="8878"/>
                  <a:pt x="1942468" y="12288"/>
                </a:cubicBezTo>
                <a:cubicBezTo>
                  <a:pt x="1942468" y="15699"/>
                  <a:pt x="1943674" y="18623"/>
                  <a:pt x="1946105" y="21060"/>
                </a:cubicBezTo>
                <a:cubicBezTo>
                  <a:pt x="1948537" y="23492"/>
                  <a:pt x="1951466" y="24719"/>
                  <a:pt x="1954874" y="24719"/>
                </a:cubicBezTo>
                <a:cubicBezTo>
                  <a:pt x="1958282" y="24719"/>
                  <a:pt x="1961192" y="23492"/>
                  <a:pt x="1963585" y="21060"/>
                </a:cubicBezTo>
                <a:cubicBezTo>
                  <a:pt x="1965978" y="18623"/>
                  <a:pt x="1967166" y="15699"/>
                  <a:pt x="1967166" y="12288"/>
                </a:cubicBezTo>
                <a:cubicBezTo>
                  <a:pt x="1967166" y="8878"/>
                  <a:pt x="1965978" y="5991"/>
                  <a:pt x="1963585" y="3597"/>
                </a:cubicBezTo>
                <a:cubicBezTo>
                  <a:pt x="1961192" y="1204"/>
                  <a:pt x="1958282" y="0"/>
                  <a:pt x="1954874" y="0"/>
                </a:cubicBezTo>
                <a:cubicBezTo>
                  <a:pt x="1951390" y="0"/>
                  <a:pt x="1948441" y="1204"/>
                  <a:pt x="1946048" y="3597"/>
                </a:cubicBezTo>
                <a:close/>
                <a:moveTo>
                  <a:pt x="1845094" y="78880"/>
                </a:moveTo>
                <a:cubicBezTo>
                  <a:pt x="1849401" y="76672"/>
                  <a:pt x="1853690" y="75581"/>
                  <a:pt x="1857998" y="75581"/>
                </a:cubicBezTo>
                <a:cubicBezTo>
                  <a:pt x="1866115" y="75581"/>
                  <a:pt x="1873352" y="79418"/>
                  <a:pt x="1879728" y="87091"/>
                </a:cubicBezTo>
                <a:cubicBezTo>
                  <a:pt x="1886084" y="94770"/>
                  <a:pt x="1889281" y="105743"/>
                  <a:pt x="1889281" y="120020"/>
                </a:cubicBezTo>
                <a:cubicBezTo>
                  <a:pt x="1889281" y="135508"/>
                  <a:pt x="1886084" y="147325"/>
                  <a:pt x="1879728" y="155439"/>
                </a:cubicBezTo>
                <a:cubicBezTo>
                  <a:pt x="1873352" y="163560"/>
                  <a:pt x="1866479" y="167598"/>
                  <a:pt x="1859089" y="167598"/>
                </a:cubicBezTo>
                <a:cubicBezTo>
                  <a:pt x="1854456" y="167598"/>
                  <a:pt x="1849937" y="166566"/>
                  <a:pt x="1845515" y="164495"/>
                </a:cubicBezTo>
                <a:cubicBezTo>
                  <a:pt x="1841092" y="162431"/>
                  <a:pt x="1836823" y="159366"/>
                  <a:pt x="1832668" y="155305"/>
                </a:cubicBezTo>
                <a:lnTo>
                  <a:pt x="1832668" y="88602"/>
                </a:lnTo>
                <a:cubicBezTo>
                  <a:pt x="1837703" y="83741"/>
                  <a:pt x="1841839" y="80501"/>
                  <a:pt x="1845094" y="78880"/>
                </a:cubicBezTo>
                <a:close/>
                <a:moveTo>
                  <a:pt x="1832668" y="0"/>
                </a:moveTo>
                <a:lnTo>
                  <a:pt x="1827192" y="0"/>
                </a:lnTo>
                <a:lnTo>
                  <a:pt x="1793726" y="13628"/>
                </a:lnTo>
                <a:lnTo>
                  <a:pt x="1795430" y="17897"/>
                </a:lnTo>
                <a:cubicBezTo>
                  <a:pt x="1798838" y="16595"/>
                  <a:pt x="1801671" y="15946"/>
                  <a:pt x="1803950" y="15946"/>
                </a:cubicBezTo>
                <a:cubicBezTo>
                  <a:pt x="1805903" y="15946"/>
                  <a:pt x="1807530" y="16484"/>
                  <a:pt x="1808813" y="17539"/>
                </a:cubicBezTo>
                <a:cubicBezTo>
                  <a:pt x="1810115" y="18585"/>
                  <a:pt x="1811072" y="20581"/>
                  <a:pt x="1811685" y="23492"/>
                </a:cubicBezTo>
                <a:cubicBezTo>
                  <a:pt x="1812297" y="26415"/>
                  <a:pt x="1812604" y="34209"/>
                  <a:pt x="1812604" y="46863"/>
                </a:cubicBezTo>
                <a:lnTo>
                  <a:pt x="1812604" y="162371"/>
                </a:lnTo>
                <a:cubicBezTo>
                  <a:pt x="1819573" y="167083"/>
                  <a:pt x="1826408" y="170606"/>
                  <a:pt x="1833108" y="172961"/>
                </a:cubicBezTo>
                <a:cubicBezTo>
                  <a:pt x="1839790" y="175318"/>
                  <a:pt x="1846395" y="176499"/>
                  <a:pt x="1852886" y="176499"/>
                </a:cubicBezTo>
                <a:cubicBezTo>
                  <a:pt x="1866766" y="176499"/>
                  <a:pt x="1879345" y="171293"/>
                  <a:pt x="1890622" y="160912"/>
                </a:cubicBezTo>
                <a:cubicBezTo>
                  <a:pt x="1903755" y="148820"/>
                  <a:pt x="1910342" y="132868"/>
                  <a:pt x="1910342" y="113072"/>
                </a:cubicBezTo>
                <a:cubicBezTo>
                  <a:pt x="1910342" y="96124"/>
                  <a:pt x="1906072" y="82745"/>
                  <a:pt x="1897552" y="72979"/>
                </a:cubicBezTo>
                <a:cubicBezTo>
                  <a:pt x="1889033" y="63196"/>
                  <a:pt x="1879058" y="58298"/>
                  <a:pt x="1867609" y="58298"/>
                </a:cubicBezTo>
                <a:cubicBezTo>
                  <a:pt x="1855107" y="58298"/>
                  <a:pt x="1843466" y="65820"/>
                  <a:pt x="1832668" y="80831"/>
                </a:cubicBezTo>
                <a:lnTo>
                  <a:pt x="1832668" y="0"/>
                </a:lnTo>
                <a:close/>
                <a:moveTo>
                  <a:pt x="1730565" y="161280"/>
                </a:moveTo>
                <a:cubicBezTo>
                  <a:pt x="1726027" y="161280"/>
                  <a:pt x="1722007" y="159343"/>
                  <a:pt x="1718522" y="155498"/>
                </a:cubicBezTo>
                <a:cubicBezTo>
                  <a:pt x="1715019" y="151646"/>
                  <a:pt x="1713277" y="146785"/>
                  <a:pt x="1713277" y="140946"/>
                </a:cubicBezTo>
                <a:cubicBezTo>
                  <a:pt x="1713277" y="136330"/>
                  <a:pt x="1714655" y="132068"/>
                  <a:pt x="1717412" y="128179"/>
                </a:cubicBezTo>
                <a:cubicBezTo>
                  <a:pt x="1720169" y="124276"/>
                  <a:pt x="1724764" y="120535"/>
                  <a:pt x="1731178" y="116975"/>
                </a:cubicBezTo>
                <a:cubicBezTo>
                  <a:pt x="1734739" y="114948"/>
                  <a:pt x="1742646" y="111502"/>
                  <a:pt x="1754899" y="106618"/>
                </a:cubicBezTo>
                <a:lnTo>
                  <a:pt x="1754899" y="149104"/>
                </a:lnTo>
                <a:cubicBezTo>
                  <a:pt x="1744848" y="157219"/>
                  <a:pt x="1736730" y="161280"/>
                  <a:pt x="1730565" y="161280"/>
                </a:cubicBezTo>
                <a:close/>
                <a:moveTo>
                  <a:pt x="1758556" y="171136"/>
                </a:moveTo>
                <a:cubicBezTo>
                  <a:pt x="1760911" y="173897"/>
                  <a:pt x="1764070" y="175272"/>
                  <a:pt x="1768052" y="175272"/>
                </a:cubicBezTo>
                <a:cubicBezTo>
                  <a:pt x="1776323" y="175272"/>
                  <a:pt x="1785015" y="169185"/>
                  <a:pt x="1794109" y="157009"/>
                </a:cubicBezTo>
                <a:lnTo>
                  <a:pt x="1794109" y="150197"/>
                </a:lnTo>
                <a:cubicBezTo>
                  <a:pt x="1789227" y="155079"/>
                  <a:pt x="1785953" y="158025"/>
                  <a:pt x="1784249" y="159080"/>
                </a:cubicBezTo>
                <a:cubicBezTo>
                  <a:pt x="1783273" y="159649"/>
                  <a:pt x="1782124" y="159940"/>
                  <a:pt x="1780841" y="159940"/>
                </a:cubicBezTo>
                <a:cubicBezTo>
                  <a:pt x="1779616" y="159940"/>
                  <a:pt x="1778544" y="159538"/>
                  <a:pt x="1777606" y="158715"/>
                </a:cubicBezTo>
                <a:cubicBezTo>
                  <a:pt x="1776667" y="157907"/>
                  <a:pt x="1775997" y="156298"/>
                  <a:pt x="1775595" y="153905"/>
                </a:cubicBezTo>
                <a:cubicBezTo>
                  <a:pt x="1775193" y="151512"/>
                  <a:pt x="1774983" y="145006"/>
                  <a:pt x="1774983" y="134379"/>
                </a:cubicBezTo>
                <a:lnTo>
                  <a:pt x="1774983" y="96528"/>
                </a:lnTo>
                <a:cubicBezTo>
                  <a:pt x="1774983" y="85730"/>
                  <a:pt x="1774255" y="78587"/>
                  <a:pt x="1772800" y="75102"/>
                </a:cubicBezTo>
                <a:cubicBezTo>
                  <a:pt x="1770522" y="69747"/>
                  <a:pt x="1766999" y="65820"/>
                  <a:pt x="1762213" y="63293"/>
                </a:cubicBezTo>
                <a:cubicBezTo>
                  <a:pt x="1755875" y="59958"/>
                  <a:pt x="1747758" y="58298"/>
                  <a:pt x="1737859" y="58298"/>
                </a:cubicBezTo>
                <a:cubicBezTo>
                  <a:pt x="1724974" y="58298"/>
                  <a:pt x="1714942" y="61222"/>
                  <a:pt x="1707801" y="67063"/>
                </a:cubicBezTo>
                <a:cubicBezTo>
                  <a:pt x="1700660" y="72904"/>
                  <a:pt x="1697099" y="79320"/>
                  <a:pt x="1697099" y="86306"/>
                </a:cubicBezTo>
                <a:cubicBezTo>
                  <a:pt x="1697099" y="89940"/>
                  <a:pt x="1698037" y="92835"/>
                  <a:pt x="1699951" y="94943"/>
                </a:cubicBezTo>
                <a:cubicBezTo>
                  <a:pt x="1701866" y="97045"/>
                  <a:pt x="1704316" y="98100"/>
                  <a:pt x="1707322" y="98100"/>
                </a:cubicBezTo>
                <a:cubicBezTo>
                  <a:pt x="1710405" y="98100"/>
                  <a:pt x="1712894" y="97081"/>
                  <a:pt x="1714808" y="95056"/>
                </a:cubicBezTo>
                <a:cubicBezTo>
                  <a:pt x="1716704" y="93028"/>
                  <a:pt x="1717661" y="90156"/>
                  <a:pt x="1717661" y="86417"/>
                </a:cubicBezTo>
                <a:lnTo>
                  <a:pt x="1717412" y="79358"/>
                </a:lnTo>
                <a:cubicBezTo>
                  <a:pt x="1717412" y="75797"/>
                  <a:pt x="1718963" y="72634"/>
                  <a:pt x="1722045" y="69860"/>
                </a:cubicBezTo>
                <a:cubicBezTo>
                  <a:pt x="1725051" y="67099"/>
                  <a:pt x="1729110" y="65725"/>
                  <a:pt x="1734222" y="65725"/>
                </a:cubicBezTo>
                <a:cubicBezTo>
                  <a:pt x="1740942" y="65725"/>
                  <a:pt x="1746092" y="67796"/>
                  <a:pt x="1749615" y="71947"/>
                </a:cubicBezTo>
                <a:cubicBezTo>
                  <a:pt x="1753138" y="76082"/>
                  <a:pt x="1754899" y="83702"/>
                  <a:pt x="1754899" y="94824"/>
                </a:cubicBezTo>
                <a:lnTo>
                  <a:pt x="1754899" y="99214"/>
                </a:lnTo>
                <a:cubicBezTo>
                  <a:pt x="1735753" y="106175"/>
                  <a:pt x="1722064" y="112091"/>
                  <a:pt x="1713832" y="116975"/>
                </a:cubicBezTo>
                <a:cubicBezTo>
                  <a:pt x="1705599" y="121836"/>
                  <a:pt x="1699817" y="127027"/>
                  <a:pt x="1696486" y="132539"/>
                </a:cubicBezTo>
                <a:cubicBezTo>
                  <a:pt x="1694054" y="136525"/>
                  <a:pt x="1692829" y="141237"/>
                  <a:pt x="1692829" y="146674"/>
                </a:cubicBezTo>
                <a:cubicBezTo>
                  <a:pt x="1692829" y="155266"/>
                  <a:pt x="1695318" y="162214"/>
                  <a:pt x="1700315" y="167479"/>
                </a:cubicBezTo>
                <a:cubicBezTo>
                  <a:pt x="1705312" y="172767"/>
                  <a:pt x="1711649" y="175392"/>
                  <a:pt x="1719365" y="175392"/>
                </a:cubicBezTo>
                <a:cubicBezTo>
                  <a:pt x="1724324" y="175392"/>
                  <a:pt x="1728976" y="174376"/>
                  <a:pt x="1733360" y="172348"/>
                </a:cubicBezTo>
                <a:cubicBezTo>
                  <a:pt x="1736289" y="170964"/>
                  <a:pt x="1743469" y="165856"/>
                  <a:pt x="1754899" y="157009"/>
                </a:cubicBezTo>
                <a:cubicBezTo>
                  <a:pt x="1754995" y="163673"/>
                  <a:pt x="1756201" y="168385"/>
                  <a:pt x="1758556" y="171136"/>
                </a:cubicBezTo>
                <a:close/>
                <a:moveTo>
                  <a:pt x="1655840" y="58298"/>
                </a:moveTo>
                <a:lnTo>
                  <a:pt x="1622240" y="71947"/>
                </a:lnTo>
                <a:lnTo>
                  <a:pt x="1623943" y="76314"/>
                </a:lnTo>
                <a:cubicBezTo>
                  <a:pt x="1627198" y="75102"/>
                  <a:pt x="1629955" y="74497"/>
                  <a:pt x="1632214" y="74497"/>
                </a:cubicBezTo>
                <a:cubicBezTo>
                  <a:pt x="1634340" y="74497"/>
                  <a:pt x="1636005" y="75012"/>
                  <a:pt x="1637211" y="76008"/>
                </a:cubicBezTo>
                <a:cubicBezTo>
                  <a:pt x="1638437" y="77024"/>
                  <a:pt x="1639317" y="78841"/>
                  <a:pt x="1639892" y="81422"/>
                </a:cubicBezTo>
                <a:cubicBezTo>
                  <a:pt x="1640619" y="85004"/>
                  <a:pt x="1640983" y="92835"/>
                  <a:pt x="1640983" y="104912"/>
                </a:cubicBezTo>
                <a:lnTo>
                  <a:pt x="1640983" y="147899"/>
                </a:lnTo>
                <a:cubicBezTo>
                  <a:pt x="1640983" y="154788"/>
                  <a:pt x="1640447" y="159440"/>
                  <a:pt x="1639336" y="161893"/>
                </a:cubicBezTo>
                <a:cubicBezTo>
                  <a:pt x="1638245" y="164324"/>
                  <a:pt x="1636771" y="166066"/>
                  <a:pt x="1634895" y="167119"/>
                </a:cubicBezTo>
                <a:cubicBezTo>
                  <a:pt x="1633038" y="168174"/>
                  <a:pt x="1629381" y="168707"/>
                  <a:pt x="1623943" y="168707"/>
                </a:cubicBezTo>
                <a:lnTo>
                  <a:pt x="1623943" y="173074"/>
                </a:lnTo>
                <a:lnTo>
                  <a:pt x="1678106" y="173074"/>
                </a:lnTo>
                <a:lnTo>
                  <a:pt x="1678106" y="168707"/>
                </a:lnTo>
                <a:cubicBezTo>
                  <a:pt x="1672841" y="168707"/>
                  <a:pt x="1669204" y="168138"/>
                  <a:pt x="1667212" y="167001"/>
                </a:cubicBezTo>
                <a:cubicBezTo>
                  <a:pt x="1665221" y="165856"/>
                  <a:pt x="1663728" y="164129"/>
                  <a:pt x="1662713" y="161818"/>
                </a:cubicBezTo>
                <a:cubicBezTo>
                  <a:pt x="1661698" y="159523"/>
                  <a:pt x="1661201" y="154862"/>
                  <a:pt x="1661201" y="147899"/>
                </a:cubicBezTo>
                <a:lnTo>
                  <a:pt x="1661201" y="58298"/>
                </a:lnTo>
                <a:lnTo>
                  <a:pt x="1655840" y="58298"/>
                </a:lnTo>
                <a:close/>
                <a:moveTo>
                  <a:pt x="1642266" y="3597"/>
                </a:moveTo>
                <a:cubicBezTo>
                  <a:pt x="1639873" y="5991"/>
                  <a:pt x="1638666" y="8878"/>
                  <a:pt x="1638666" y="12288"/>
                </a:cubicBezTo>
                <a:cubicBezTo>
                  <a:pt x="1638666" y="15699"/>
                  <a:pt x="1639892" y="18623"/>
                  <a:pt x="1642323" y="21060"/>
                </a:cubicBezTo>
                <a:cubicBezTo>
                  <a:pt x="1644755" y="23492"/>
                  <a:pt x="1647684" y="24719"/>
                  <a:pt x="1651092" y="24719"/>
                </a:cubicBezTo>
                <a:cubicBezTo>
                  <a:pt x="1654500" y="24719"/>
                  <a:pt x="1657391" y="23492"/>
                  <a:pt x="1659784" y="21060"/>
                </a:cubicBezTo>
                <a:cubicBezTo>
                  <a:pt x="1662177" y="18623"/>
                  <a:pt x="1663383" y="15699"/>
                  <a:pt x="1663383" y="12288"/>
                </a:cubicBezTo>
                <a:cubicBezTo>
                  <a:pt x="1663383" y="8878"/>
                  <a:pt x="1662177" y="5991"/>
                  <a:pt x="1659784" y="3597"/>
                </a:cubicBezTo>
                <a:cubicBezTo>
                  <a:pt x="1657391" y="1204"/>
                  <a:pt x="1654500" y="0"/>
                  <a:pt x="1651092" y="0"/>
                </a:cubicBezTo>
                <a:cubicBezTo>
                  <a:pt x="1647607" y="0"/>
                  <a:pt x="1644659" y="1204"/>
                  <a:pt x="1642266" y="3597"/>
                </a:cubicBezTo>
                <a:close/>
                <a:moveTo>
                  <a:pt x="1586591" y="0"/>
                </a:moveTo>
                <a:lnTo>
                  <a:pt x="1553354" y="13628"/>
                </a:lnTo>
                <a:lnTo>
                  <a:pt x="1555422" y="17897"/>
                </a:lnTo>
                <a:cubicBezTo>
                  <a:pt x="1558676" y="16595"/>
                  <a:pt x="1561357" y="15946"/>
                  <a:pt x="1563463" y="15946"/>
                </a:cubicBezTo>
                <a:cubicBezTo>
                  <a:pt x="1565416" y="15946"/>
                  <a:pt x="1567005" y="16484"/>
                  <a:pt x="1568268" y="17539"/>
                </a:cubicBezTo>
                <a:cubicBezTo>
                  <a:pt x="1569532" y="18585"/>
                  <a:pt x="1570432" y="20560"/>
                  <a:pt x="1571006" y="23432"/>
                </a:cubicBezTo>
                <a:cubicBezTo>
                  <a:pt x="1571580" y="26325"/>
                  <a:pt x="1571868" y="34037"/>
                  <a:pt x="1571868" y="46616"/>
                </a:cubicBezTo>
                <a:lnTo>
                  <a:pt x="1571868" y="147899"/>
                </a:lnTo>
                <a:cubicBezTo>
                  <a:pt x="1571868" y="154788"/>
                  <a:pt x="1571332" y="159440"/>
                  <a:pt x="1570279" y="161893"/>
                </a:cubicBezTo>
                <a:cubicBezTo>
                  <a:pt x="1569226" y="164324"/>
                  <a:pt x="1567751" y="166066"/>
                  <a:pt x="1565894" y="167119"/>
                </a:cubicBezTo>
                <a:cubicBezTo>
                  <a:pt x="1564018" y="168174"/>
                  <a:pt x="1560533" y="168707"/>
                  <a:pt x="1555422" y="168707"/>
                </a:cubicBezTo>
                <a:lnTo>
                  <a:pt x="1555422" y="173074"/>
                </a:lnTo>
                <a:lnTo>
                  <a:pt x="1610082" y="173074"/>
                </a:lnTo>
                <a:lnTo>
                  <a:pt x="1610082" y="168707"/>
                </a:lnTo>
                <a:cubicBezTo>
                  <a:pt x="1604319" y="168707"/>
                  <a:pt x="1600375" y="168115"/>
                  <a:pt x="1598269" y="166926"/>
                </a:cubicBezTo>
                <a:cubicBezTo>
                  <a:pt x="1596163" y="165760"/>
                  <a:pt x="1594593" y="164039"/>
                  <a:pt x="1593579" y="161759"/>
                </a:cubicBezTo>
                <a:cubicBezTo>
                  <a:pt x="1592564" y="159500"/>
                  <a:pt x="1592066" y="154862"/>
                  <a:pt x="1592066" y="147899"/>
                </a:cubicBezTo>
                <a:lnTo>
                  <a:pt x="1592066" y="0"/>
                </a:lnTo>
                <a:lnTo>
                  <a:pt x="1586591" y="0"/>
                </a:lnTo>
                <a:close/>
                <a:moveTo>
                  <a:pt x="1471392" y="74683"/>
                </a:moveTo>
                <a:cubicBezTo>
                  <a:pt x="1476695" y="69441"/>
                  <a:pt x="1482726" y="66816"/>
                  <a:pt x="1489465" y="66816"/>
                </a:cubicBezTo>
                <a:cubicBezTo>
                  <a:pt x="1493850" y="66816"/>
                  <a:pt x="1498042" y="68118"/>
                  <a:pt x="1502063" y="70720"/>
                </a:cubicBezTo>
                <a:cubicBezTo>
                  <a:pt x="1506084" y="73322"/>
                  <a:pt x="1509089" y="76890"/>
                  <a:pt x="1511119" y="81422"/>
                </a:cubicBezTo>
                <a:cubicBezTo>
                  <a:pt x="1512421" y="84353"/>
                  <a:pt x="1513282" y="89387"/>
                  <a:pt x="1513684" y="96528"/>
                </a:cubicBezTo>
                <a:lnTo>
                  <a:pt x="1462068" y="96528"/>
                </a:lnTo>
                <a:cubicBezTo>
                  <a:pt x="1462968" y="87187"/>
                  <a:pt x="1466069" y="79912"/>
                  <a:pt x="1471392" y="74683"/>
                </a:cubicBezTo>
                <a:close/>
                <a:moveTo>
                  <a:pt x="1539129" y="103574"/>
                </a:moveTo>
                <a:cubicBezTo>
                  <a:pt x="1539129" y="89791"/>
                  <a:pt x="1535108" y="78782"/>
                  <a:pt x="1527067" y="70532"/>
                </a:cubicBezTo>
                <a:cubicBezTo>
                  <a:pt x="1519045" y="62298"/>
                  <a:pt x="1508764" y="58178"/>
                  <a:pt x="1496281" y="58178"/>
                </a:cubicBezTo>
                <a:cubicBezTo>
                  <a:pt x="1481501" y="58178"/>
                  <a:pt x="1469228" y="63525"/>
                  <a:pt x="1459464" y="74189"/>
                </a:cubicBezTo>
                <a:cubicBezTo>
                  <a:pt x="1449681" y="84855"/>
                  <a:pt x="1444799" y="99729"/>
                  <a:pt x="1444799" y="118792"/>
                </a:cubicBezTo>
                <a:cubicBezTo>
                  <a:pt x="1444799" y="136412"/>
                  <a:pt x="1449566" y="150428"/>
                  <a:pt x="1459100" y="160861"/>
                </a:cubicBezTo>
                <a:cubicBezTo>
                  <a:pt x="1468635" y="171270"/>
                  <a:pt x="1480084" y="176499"/>
                  <a:pt x="1493486" y="176499"/>
                </a:cubicBezTo>
                <a:cubicBezTo>
                  <a:pt x="1505816" y="176499"/>
                  <a:pt x="1516078" y="171921"/>
                  <a:pt x="1524272" y="162791"/>
                </a:cubicBezTo>
                <a:cubicBezTo>
                  <a:pt x="1532466" y="153658"/>
                  <a:pt x="1537425" y="143547"/>
                  <a:pt x="1539129" y="132426"/>
                </a:cubicBezTo>
                <a:lnTo>
                  <a:pt x="1535357" y="129996"/>
                </a:lnTo>
                <a:cubicBezTo>
                  <a:pt x="1531700" y="139741"/>
                  <a:pt x="1527182" y="146615"/>
                  <a:pt x="1521783" y="150637"/>
                </a:cubicBezTo>
                <a:cubicBezTo>
                  <a:pt x="1516384" y="154638"/>
                  <a:pt x="1510028" y="156651"/>
                  <a:pt x="1502733" y="156651"/>
                </a:cubicBezTo>
                <a:cubicBezTo>
                  <a:pt x="1491782" y="156651"/>
                  <a:pt x="1482247" y="151939"/>
                  <a:pt x="1474130" y="142539"/>
                </a:cubicBezTo>
                <a:cubicBezTo>
                  <a:pt x="1466012" y="133115"/>
                  <a:pt x="1461991" y="120138"/>
                  <a:pt x="1462068" y="103574"/>
                </a:cubicBezTo>
                <a:lnTo>
                  <a:pt x="1539129" y="103574"/>
                </a:lnTo>
                <a:close/>
                <a:moveTo>
                  <a:pt x="1388070" y="58298"/>
                </a:moveTo>
                <a:lnTo>
                  <a:pt x="1354355" y="71947"/>
                </a:lnTo>
                <a:lnTo>
                  <a:pt x="1355581" y="76314"/>
                </a:lnTo>
                <a:cubicBezTo>
                  <a:pt x="1358740" y="75102"/>
                  <a:pt x="1361592" y="74497"/>
                  <a:pt x="1364100" y="74497"/>
                </a:cubicBezTo>
                <a:cubicBezTo>
                  <a:pt x="1366206" y="74497"/>
                  <a:pt x="1367968" y="75064"/>
                  <a:pt x="1369404" y="76193"/>
                </a:cubicBezTo>
                <a:cubicBezTo>
                  <a:pt x="1370820" y="77323"/>
                  <a:pt x="1371778" y="79148"/>
                  <a:pt x="1372314" y="81616"/>
                </a:cubicBezTo>
                <a:cubicBezTo>
                  <a:pt x="1372850" y="84083"/>
                  <a:pt x="1373099" y="91816"/>
                  <a:pt x="1373099" y="104801"/>
                </a:cubicBezTo>
                <a:lnTo>
                  <a:pt x="1373099" y="148012"/>
                </a:lnTo>
                <a:cubicBezTo>
                  <a:pt x="1373099" y="154504"/>
                  <a:pt x="1372907" y="158445"/>
                  <a:pt x="1372505" y="159821"/>
                </a:cubicBezTo>
                <a:cubicBezTo>
                  <a:pt x="1371682" y="162655"/>
                  <a:pt x="1370265" y="164726"/>
                  <a:pt x="1368236" y="166028"/>
                </a:cubicBezTo>
                <a:cubicBezTo>
                  <a:pt x="1365479" y="167809"/>
                  <a:pt x="1361267" y="168707"/>
                  <a:pt x="1355581" y="168707"/>
                </a:cubicBezTo>
                <a:lnTo>
                  <a:pt x="1355581" y="173074"/>
                </a:lnTo>
                <a:lnTo>
                  <a:pt x="1412673" y="173074"/>
                </a:lnTo>
                <a:lnTo>
                  <a:pt x="1412673" y="168707"/>
                </a:lnTo>
                <a:cubicBezTo>
                  <a:pt x="1407637" y="168707"/>
                  <a:pt x="1403789" y="167966"/>
                  <a:pt x="1401109" y="166507"/>
                </a:cubicBezTo>
                <a:cubicBezTo>
                  <a:pt x="1398428" y="165048"/>
                  <a:pt x="1396552" y="163231"/>
                  <a:pt x="1395499" y="161033"/>
                </a:cubicBezTo>
                <a:cubicBezTo>
                  <a:pt x="1393967" y="157868"/>
                  <a:pt x="1393182" y="153203"/>
                  <a:pt x="1393182" y="147032"/>
                </a:cubicBezTo>
                <a:lnTo>
                  <a:pt x="1393182" y="93597"/>
                </a:lnTo>
                <a:cubicBezTo>
                  <a:pt x="1397088" y="85985"/>
                  <a:pt x="1400860" y="80501"/>
                  <a:pt x="1404517" y="77174"/>
                </a:cubicBezTo>
                <a:cubicBezTo>
                  <a:pt x="1406220" y="75543"/>
                  <a:pt x="1407790" y="74742"/>
                  <a:pt x="1409265" y="74742"/>
                </a:cubicBezTo>
                <a:cubicBezTo>
                  <a:pt x="1410969" y="74742"/>
                  <a:pt x="1413572" y="76142"/>
                  <a:pt x="1417114" y="78931"/>
                </a:cubicBezTo>
                <a:cubicBezTo>
                  <a:pt x="1420637" y="81728"/>
                  <a:pt x="1423815" y="83126"/>
                  <a:pt x="1426668" y="83126"/>
                </a:cubicBezTo>
                <a:cubicBezTo>
                  <a:pt x="1429578" y="83126"/>
                  <a:pt x="1432105" y="82035"/>
                  <a:pt x="1434211" y="79850"/>
                </a:cubicBezTo>
                <a:cubicBezTo>
                  <a:pt x="1436317" y="77652"/>
                  <a:pt x="1437370" y="74976"/>
                  <a:pt x="1437370" y="71811"/>
                </a:cubicBezTo>
                <a:cubicBezTo>
                  <a:pt x="1437370" y="68252"/>
                  <a:pt x="1435915" y="65095"/>
                  <a:pt x="1432986" y="62374"/>
                </a:cubicBezTo>
                <a:cubicBezTo>
                  <a:pt x="1430076" y="59659"/>
                  <a:pt x="1426381" y="58298"/>
                  <a:pt x="1421920" y="58298"/>
                </a:cubicBezTo>
                <a:cubicBezTo>
                  <a:pt x="1412098" y="58298"/>
                  <a:pt x="1402525" y="66667"/>
                  <a:pt x="1393182" y="83373"/>
                </a:cubicBezTo>
                <a:lnTo>
                  <a:pt x="1393182" y="58298"/>
                </a:lnTo>
                <a:lnTo>
                  <a:pt x="1388070" y="58298"/>
                </a:lnTo>
                <a:close/>
                <a:moveTo>
                  <a:pt x="1246891" y="77899"/>
                </a:moveTo>
                <a:cubicBezTo>
                  <a:pt x="1255411" y="89253"/>
                  <a:pt x="1259681" y="104837"/>
                  <a:pt x="1259681" y="124634"/>
                </a:cubicBezTo>
                <a:cubicBezTo>
                  <a:pt x="1259681" y="140467"/>
                  <a:pt x="1257115" y="151610"/>
                  <a:pt x="1252003" y="158123"/>
                </a:cubicBezTo>
                <a:cubicBezTo>
                  <a:pt x="1246891" y="164608"/>
                  <a:pt x="1240401" y="167845"/>
                  <a:pt x="1232532" y="167845"/>
                </a:cubicBezTo>
                <a:cubicBezTo>
                  <a:pt x="1221983" y="167845"/>
                  <a:pt x="1213482" y="161967"/>
                  <a:pt x="1207030" y="150197"/>
                </a:cubicBezTo>
                <a:cubicBezTo>
                  <a:pt x="1200578" y="138439"/>
                  <a:pt x="1197362" y="124446"/>
                  <a:pt x="1197362" y="108211"/>
                </a:cubicBezTo>
                <a:cubicBezTo>
                  <a:pt x="1197362" y="98159"/>
                  <a:pt x="1198702" y="89902"/>
                  <a:pt x="1201382" y="83494"/>
                </a:cubicBezTo>
                <a:cubicBezTo>
                  <a:pt x="1204063" y="77099"/>
                  <a:pt x="1207566" y="72596"/>
                  <a:pt x="1211912" y="70054"/>
                </a:cubicBezTo>
                <a:cubicBezTo>
                  <a:pt x="1216239" y="67488"/>
                  <a:pt x="1220566" y="66224"/>
                  <a:pt x="1224874" y="66224"/>
                </a:cubicBezTo>
                <a:cubicBezTo>
                  <a:pt x="1233796" y="66224"/>
                  <a:pt x="1241129" y="70107"/>
                  <a:pt x="1246891" y="77899"/>
                </a:cubicBezTo>
                <a:close/>
                <a:moveTo>
                  <a:pt x="1202359" y="65552"/>
                </a:moveTo>
                <a:cubicBezTo>
                  <a:pt x="1194069" y="70375"/>
                  <a:pt x="1187406" y="77848"/>
                  <a:pt x="1182333" y="87951"/>
                </a:cubicBezTo>
                <a:cubicBezTo>
                  <a:pt x="1177259" y="98039"/>
                  <a:pt x="1174713" y="108211"/>
                  <a:pt x="1174713" y="118434"/>
                </a:cubicBezTo>
                <a:cubicBezTo>
                  <a:pt x="1174713" y="132464"/>
                  <a:pt x="1178906" y="145140"/>
                  <a:pt x="1187253" y="156419"/>
                </a:cubicBezTo>
                <a:cubicBezTo>
                  <a:pt x="1197151" y="169798"/>
                  <a:pt x="1210515" y="176499"/>
                  <a:pt x="1227305" y="176499"/>
                </a:cubicBezTo>
                <a:cubicBezTo>
                  <a:pt x="1237606" y="176499"/>
                  <a:pt x="1246968" y="173897"/>
                  <a:pt x="1255354" y="168707"/>
                </a:cubicBezTo>
                <a:cubicBezTo>
                  <a:pt x="1263759" y="163501"/>
                  <a:pt x="1270345" y="155804"/>
                  <a:pt x="1275131" y="145581"/>
                </a:cubicBezTo>
                <a:cubicBezTo>
                  <a:pt x="1279917" y="135359"/>
                  <a:pt x="1282311" y="125246"/>
                  <a:pt x="1282311" y="115270"/>
                </a:cubicBezTo>
                <a:cubicBezTo>
                  <a:pt x="1282311" y="101067"/>
                  <a:pt x="1277984" y="88489"/>
                  <a:pt x="1269292" y="77539"/>
                </a:cubicBezTo>
                <a:cubicBezTo>
                  <a:pt x="1259068" y="64706"/>
                  <a:pt x="1245513" y="58298"/>
                  <a:pt x="1228646" y="58298"/>
                </a:cubicBezTo>
                <a:cubicBezTo>
                  <a:pt x="1219398" y="58298"/>
                  <a:pt x="1210630" y="60728"/>
                  <a:pt x="1202359" y="65552"/>
                </a:cubicBezTo>
                <a:close/>
                <a:moveTo>
                  <a:pt x="1133703" y="24964"/>
                </a:moveTo>
                <a:cubicBezTo>
                  <a:pt x="1130372" y="33162"/>
                  <a:pt x="1127787" y="38785"/>
                  <a:pt x="1125911" y="41867"/>
                </a:cubicBezTo>
                <a:cubicBezTo>
                  <a:pt x="1122273" y="47707"/>
                  <a:pt x="1118099" y="52763"/>
                  <a:pt x="1113447" y="57033"/>
                </a:cubicBezTo>
                <a:cubicBezTo>
                  <a:pt x="1108775" y="61281"/>
                  <a:pt x="1104219" y="64310"/>
                  <a:pt x="1099758" y="66090"/>
                </a:cubicBezTo>
                <a:lnTo>
                  <a:pt x="1099758" y="70107"/>
                </a:lnTo>
                <a:lnTo>
                  <a:pt x="1117391" y="70107"/>
                </a:lnTo>
                <a:lnTo>
                  <a:pt x="1117391" y="145081"/>
                </a:lnTo>
                <a:cubicBezTo>
                  <a:pt x="1117391" y="153120"/>
                  <a:pt x="1118252" y="159059"/>
                  <a:pt x="1119956" y="162925"/>
                </a:cubicBezTo>
                <a:cubicBezTo>
                  <a:pt x="1121660" y="166777"/>
                  <a:pt x="1124302" y="169746"/>
                  <a:pt x="1127864" y="171810"/>
                </a:cubicBezTo>
                <a:cubicBezTo>
                  <a:pt x="1131444" y="173882"/>
                  <a:pt x="1135081" y="174914"/>
                  <a:pt x="1138815" y="174914"/>
                </a:cubicBezTo>
                <a:cubicBezTo>
                  <a:pt x="1144329" y="174914"/>
                  <a:pt x="1149689" y="172901"/>
                  <a:pt x="1154897" y="168877"/>
                </a:cubicBezTo>
                <a:cubicBezTo>
                  <a:pt x="1160085" y="164862"/>
                  <a:pt x="1164087" y="158887"/>
                  <a:pt x="1166940" y="150922"/>
                </a:cubicBezTo>
                <a:lnTo>
                  <a:pt x="1162191" y="150922"/>
                </a:lnTo>
                <a:cubicBezTo>
                  <a:pt x="1160813" y="154175"/>
                  <a:pt x="1158860" y="156628"/>
                  <a:pt x="1156352" y="158295"/>
                </a:cubicBezTo>
                <a:cubicBezTo>
                  <a:pt x="1153825" y="159955"/>
                  <a:pt x="1151240" y="160786"/>
                  <a:pt x="1148560" y="160786"/>
                </a:cubicBezTo>
                <a:cubicBezTo>
                  <a:pt x="1145305" y="160786"/>
                  <a:pt x="1142663" y="159538"/>
                  <a:pt x="1140595" y="157009"/>
                </a:cubicBezTo>
                <a:cubicBezTo>
                  <a:pt x="1138508" y="154504"/>
                  <a:pt x="1137475" y="149643"/>
                  <a:pt x="1137475" y="142403"/>
                </a:cubicBezTo>
                <a:lnTo>
                  <a:pt x="1137475" y="70107"/>
                </a:lnTo>
                <a:lnTo>
                  <a:pt x="1163532" y="70107"/>
                </a:lnTo>
                <a:lnTo>
                  <a:pt x="1163532" y="61587"/>
                </a:lnTo>
                <a:lnTo>
                  <a:pt x="1137475" y="61587"/>
                </a:lnTo>
                <a:lnTo>
                  <a:pt x="1137475" y="24964"/>
                </a:lnTo>
                <a:lnTo>
                  <a:pt x="1133703" y="24964"/>
                </a:lnTo>
                <a:close/>
                <a:moveTo>
                  <a:pt x="975982" y="163097"/>
                </a:moveTo>
                <a:cubicBezTo>
                  <a:pt x="967213" y="163097"/>
                  <a:pt x="959268" y="158738"/>
                  <a:pt x="952127" y="150024"/>
                </a:cubicBezTo>
                <a:cubicBezTo>
                  <a:pt x="944985" y="141288"/>
                  <a:pt x="941405" y="128733"/>
                  <a:pt x="941405" y="112346"/>
                </a:cubicBezTo>
                <a:cubicBezTo>
                  <a:pt x="941405" y="96124"/>
                  <a:pt x="945100" y="83777"/>
                  <a:pt x="952490" y="75334"/>
                </a:cubicBezTo>
                <a:cubicBezTo>
                  <a:pt x="958081" y="68939"/>
                  <a:pt x="964456" y="65725"/>
                  <a:pt x="971598" y="65725"/>
                </a:cubicBezTo>
                <a:cubicBezTo>
                  <a:pt x="975408" y="65725"/>
                  <a:pt x="979332" y="66891"/>
                  <a:pt x="983334" y="69186"/>
                </a:cubicBezTo>
                <a:cubicBezTo>
                  <a:pt x="987354" y="71505"/>
                  <a:pt x="990590" y="74930"/>
                  <a:pt x="993022" y="79492"/>
                </a:cubicBezTo>
                <a:cubicBezTo>
                  <a:pt x="995453" y="84024"/>
                  <a:pt x="996908" y="89065"/>
                  <a:pt x="997406" y="94577"/>
                </a:cubicBezTo>
                <a:lnTo>
                  <a:pt x="997406" y="152037"/>
                </a:lnTo>
                <a:cubicBezTo>
                  <a:pt x="990494" y="159402"/>
                  <a:pt x="983353" y="163097"/>
                  <a:pt x="975982" y="163097"/>
                </a:cubicBezTo>
                <a:close/>
                <a:moveTo>
                  <a:pt x="997406" y="176499"/>
                </a:moveTo>
                <a:lnTo>
                  <a:pt x="1002996" y="176499"/>
                </a:lnTo>
                <a:lnTo>
                  <a:pt x="1036099" y="162737"/>
                </a:lnTo>
                <a:lnTo>
                  <a:pt x="1034759" y="158483"/>
                </a:lnTo>
                <a:cubicBezTo>
                  <a:pt x="1031121" y="159865"/>
                  <a:pt x="1028192" y="160554"/>
                  <a:pt x="1026009" y="160554"/>
                </a:cubicBezTo>
                <a:cubicBezTo>
                  <a:pt x="1024210" y="160554"/>
                  <a:pt x="1022659" y="159978"/>
                  <a:pt x="1021319" y="158849"/>
                </a:cubicBezTo>
                <a:cubicBezTo>
                  <a:pt x="1019978" y="157698"/>
                  <a:pt x="1019002" y="155709"/>
                  <a:pt x="1018389" y="152822"/>
                </a:cubicBezTo>
                <a:cubicBezTo>
                  <a:pt x="1017796" y="149950"/>
                  <a:pt x="1017489" y="141962"/>
                  <a:pt x="1017489" y="128905"/>
                </a:cubicBezTo>
                <a:lnTo>
                  <a:pt x="1017489" y="0"/>
                </a:lnTo>
                <a:lnTo>
                  <a:pt x="1012014" y="0"/>
                </a:lnTo>
                <a:lnTo>
                  <a:pt x="978777" y="13628"/>
                </a:lnTo>
                <a:lnTo>
                  <a:pt x="980366" y="17897"/>
                </a:lnTo>
                <a:cubicBezTo>
                  <a:pt x="983851" y="16595"/>
                  <a:pt x="986646" y="15946"/>
                  <a:pt x="988752" y="15946"/>
                </a:cubicBezTo>
                <a:cubicBezTo>
                  <a:pt x="990705" y="15946"/>
                  <a:pt x="992332" y="16484"/>
                  <a:pt x="993634" y="17539"/>
                </a:cubicBezTo>
                <a:cubicBezTo>
                  <a:pt x="994917" y="18585"/>
                  <a:pt x="995874" y="20581"/>
                  <a:pt x="996487" y="23492"/>
                </a:cubicBezTo>
                <a:cubicBezTo>
                  <a:pt x="997100" y="26415"/>
                  <a:pt x="997406" y="34246"/>
                  <a:pt x="997406" y="46981"/>
                </a:cubicBezTo>
                <a:lnTo>
                  <a:pt x="997406" y="67563"/>
                </a:lnTo>
                <a:cubicBezTo>
                  <a:pt x="990992" y="61304"/>
                  <a:pt x="982874" y="58178"/>
                  <a:pt x="973053" y="58178"/>
                </a:cubicBezTo>
                <a:cubicBezTo>
                  <a:pt x="957238" y="58178"/>
                  <a:pt x="944296" y="64827"/>
                  <a:pt x="934226" y="78093"/>
                </a:cubicBezTo>
                <a:cubicBezTo>
                  <a:pt x="924174" y="91338"/>
                  <a:pt x="919139" y="105967"/>
                  <a:pt x="919139" y="121957"/>
                </a:cubicBezTo>
                <a:cubicBezTo>
                  <a:pt x="919139" y="137938"/>
                  <a:pt x="923676" y="151033"/>
                  <a:pt x="932771" y="161219"/>
                </a:cubicBezTo>
                <a:cubicBezTo>
                  <a:pt x="941845" y="171406"/>
                  <a:pt x="952490" y="176499"/>
                  <a:pt x="964648" y="176499"/>
                </a:cubicBezTo>
                <a:cubicBezTo>
                  <a:pt x="970660" y="176499"/>
                  <a:pt x="976250" y="175256"/>
                  <a:pt x="981458" y="172788"/>
                </a:cubicBezTo>
                <a:cubicBezTo>
                  <a:pt x="986646" y="170300"/>
                  <a:pt x="991968" y="166223"/>
                  <a:pt x="997406" y="160554"/>
                </a:cubicBezTo>
                <a:lnTo>
                  <a:pt x="997406" y="176499"/>
                </a:lnTo>
                <a:close/>
                <a:moveTo>
                  <a:pt x="836315" y="74683"/>
                </a:moveTo>
                <a:cubicBezTo>
                  <a:pt x="841619" y="69441"/>
                  <a:pt x="847649" y="66816"/>
                  <a:pt x="854389" y="66816"/>
                </a:cubicBezTo>
                <a:cubicBezTo>
                  <a:pt x="858773" y="66816"/>
                  <a:pt x="862966" y="68118"/>
                  <a:pt x="866986" y="70720"/>
                </a:cubicBezTo>
                <a:cubicBezTo>
                  <a:pt x="871007" y="73322"/>
                  <a:pt x="874032" y="76890"/>
                  <a:pt x="876061" y="81422"/>
                </a:cubicBezTo>
                <a:cubicBezTo>
                  <a:pt x="877344" y="84353"/>
                  <a:pt x="878206" y="89387"/>
                  <a:pt x="878608" y="96528"/>
                </a:cubicBezTo>
                <a:lnTo>
                  <a:pt x="827011" y="96528"/>
                </a:lnTo>
                <a:cubicBezTo>
                  <a:pt x="827891" y="87187"/>
                  <a:pt x="830993" y="79912"/>
                  <a:pt x="836315" y="74683"/>
                </a:cubicBezTo>
                <a:close/>
                <a:moveTo>
                  <a:pt x="904052" y="103574"/>
                </a:moveTo>
                <a:cubicBezTo>
                  <a:pt x="904052" y="89791"/>
                  <a:pt x="900032" y="78782"/>
                  <a:pt x="891991" y="70532"/>
                </a:cubicBezTo>
                <a:cubicBezTo>
                  <a:pt x="883969" y="62298"/>
                  <a:pt x="873707" y="58178"/>
                  <a:pt x="861204" y="58178"/>
                </a:cubicBezTo>
                <a:cubicBezTo>
                  <a:pt x="846443" y="58178"/>
                  <a:pt x="834171" y="63525"/>
                  <a:pt x="824388" y="74189"/>
                </a:cubicBezTo>
                <a:cubicBezTo>
                  <a:pt x="814604" y="84855"/>
                  <a:pt x="809722" y="99729"/>
                  <a:pt x="809722" y="118792"/>
                </a:cubicBezTo>
                <a:cubicBezTo>
                  <a:pt x="809722" y="136412"/>
                  <a:pt x="814489" y="150428"/>
                  <a:pt x="824024" y="160861"/>
                </a:cubicBezTo>
                <a:cubicBezTo>
                  <a:pt x="833558" y="171270"/>
                  <a:pt x="845007" y="176499"/>
                  <a:pt x="858409" y="176499"/>
                </a:cubicBezTo>
                <a:cubicBezTo>
                  <a:pt x="870739" y="176499"/>
                  <a:pt x="881001" y="171921"/>
                  <a:pt x="889195" y="162791"/>
                </a:cubicBezTo>
                <a:cubicBezTo>
                  <a:pt x="897390" y="153658"/>
                  <a:pt x="902348" y="143547"/>
                  <a:pt x="904052" y="132426"/>
                </a:cubicBezTo>
                <a:lnTo>
                  <a:pt x="900281" y="129996"/>
                </a:lnTo>
                <a:cubicBezTo>
                  <a:pt x="896624" y="139741"/>
                  <a:pt x="892105" y="146615"/>
                  <a:pt x="886706" y="150637"/>
                </a:cubicBezTo>
                <a:cubicBezTo>
                  <a:pt x="881307" y="154638"/>
                  <a:pt x="874951" y="156651"/>
                  <a:pt x="867657" y="156651"/>
                </a:cubicBezTo>
                <a:cubicBezTo>
                  <a:pt x="856705" y="156651"/>
                  <a:pt x="847171" y="151939"/>
                  <a:pt x="839053" y="142539"/>
                </a:cubicBezTo>
                <a:cubicBezTo>
                  <a:pt x="830935" y="133115"/>
                  <a:pt x="826915" y="120138"/>
                  <a:pt x="827011" y="103574"/>
                </a:cubicBezTo>
                <a:lnTo>
                  <a:pt x="904052" y="103574"/>
                </a:lnTo>
                <a:close/>
                <a:moveTo>
                  <a:pt x="767851" y="24964"/>
                </a:moveTo>
                <a:cubicBezTo>
                  <a:pt x="764520" y="33162"/>
                  <a:pt x="761935" y="38785"/>
                  <a:pt x="760059" y="41867"/>
                </a:cubicBezTo>
                <a:cubicBezTo>
                  <a:pt x="756421" y="47707"/>
                  <a:pt x="752247" y="52763"/>
                  <a:pt x="747595" y="57033"/>
                </a:cubicBezTo>
                <a:cubicBezTo>
                  <a:pt x="742923" y="61281"/>
                  <a:pt x="738348" y="64310"/>
                  <a:pt x="733887" y="66090"/>
                </a:cubicBezTo>
                <a:lnTo>
                  <a:pt x="733887" y="70107"/>
                </a:lnTo>
                <a:lnTo>
                  <a:pt x="751539" y="70107"/>
                </a:lnTo>
                <a:lnTo>
                  <a:pt x="751539" y="145081"/>
                </a:lnTo>
                <a:cubicBezTo>
                  <a:pt x="751539" y="153120"/>
                  <a:pt x="752400" y="159059"/>
                  <a:pt x="754104" y="162925"/>
                </a:cubicBezTo>
                <a:cubicBezTo>
                  <a:pt x="755808" y="166777"/>
                  <a:pt x="758431" y="169746"/>
                  <a:pt x="762011" y="171810"/>
                </a:cubicBezTo>
                <a:cubicBezTo>
                  <a:pt x="765573" y="173882"/>
                  <a:pt x="769229" y="174914"/>
                  <a:pt x="772963" y="174914"/>
                </a:cubicBezTo>
                <a:cubicBezTo>
                  <a:pt x="778477" y="174914"/>
                  <a:pt x="783837" y="172901"/>
                  <a:pt x="789026" y="168877"/>
                </a:cubicBezTo>
                <a:cubicBezTo>
                  <a:pt x="794233" y="164862"/>
                  <a:pt x="798235" y="158887"/>
                  <a:pt x="801088" y="150922"/>
                </a:cubicBezTo>
                <a:lnTo>
                  <a:pt x="796339" y="150922"/>
                </a:lnTo>
                <a:cubicBezTo>
                  <a:pt x="794961" y="154175"/>
                  <a:pt x="793008" y="156628"/>
                  <a:pt x="790500" y="158295"/>
                </a:cubicBezTo>
                <a:cubicBezTo>
                  <a:pt x="787973" y="159955"/>
                  <a:pt x="785388" y="160786"/>
                  <a:pt x="782708" y="160786"/>
                </a:cubicBezTo>
                <a:cubicBezTo>
                  <a:pt x="779453" y="160786"/>
                  <a:pt x="776792" y="159538"/>
                  <a:pt x="774724" y="157009"/>
                </a:cubicBezTo>
                <a:cubicBezTo>
                  <a:pt x="772656" y="154504"/>
                  <a:pt x="771623" y="149643"/>
                  <a:pt x="771623" y="142403"/>
                </a:cubicBezTo>
                <a:lnTo>
                  <a:pt x="771623" y="70107"/>
                </a:lnTo>
                <a:lnTo>
                  <a:pt x="797680" y="70107"/>
                </a:lnTo>
                <a:lnTo>
                  <a:pt x="797680" y="61587"/>
                </a:lnTo>
                <a:lnTo>
                  <a:pt x="771623" y="61587"/>
                </a:lnTo>
                <a:lnTo>
                  <a:pt x="771623" y="24964"/>
                </a:lnTo>
                <a:lnTo>
                  <a:pt x="767851" y="24964"/>
                </a:lnTo>
                <a:close/>
                <a:moveTo>
                  <a:pt x="683993" y="58298"/>
                </a:moveTo>
                <a:lnTo>
                  <a:pt x="650278" y="71947"/>
                </a:lnTo>
                <a:lnTo>
                  <a:pt x="651503" y="76314"/>
                </a:lnTo>
                <a:cubicBezTo>
                  <a:pt x="654662" y="75102"/>
                  <a:pt x="657496" y="74497"/>
                  <a:pt x="660023" y="74497"/>
                </a:cubicBezTo>
                <a:cubicBezTo>
                  <a:pt x="662129" y="74497"/>
                  <a:pt x="663891" y="75064"/>
                  <a:pt x="665307" y="76193"/>
                </a:cubicBezTo>
                <a:cubicBezTo>
                  <a:pt x="666724" y="77323"/>
                  <a:pt x="667701" y="79148"/>
                  <a:pt x="668237" y="81616"/>
                </a:cubicBezTo>
                <a:cubicBezTo>
                  <a:pt x="668754" y="84083"/>
                  <a:pt x="669022" y="91816"/>
                  <a:pt x="669022" y="104801"/>
                </a:cubicBezTo>
                <a:lnTo>
                  <a:pt x="669022" y="148012"/>
                </a:lnTo>
                <a:cubicBezTo>
                  <a:pt x="669022" y="154504"/>
                  <a:pt x="668830" y="158445"/>
                  <a:pt x="668409" y="159821"/>
                </a:cubicBezTo>
                <a:cubicBezTo>
                  <a:pt x="667605" y="162655"/>
                  <a:pt x="666188" y="164726"/>
                  <a:pt x="664159" y="166028"/>
                </a:cubicBezTo>
                <a:cubicBezTo>
                  <a:pt x="661402" y="167809"/>
                  <a:pt x="657171" y="168707"/>
                  <a:pt x="651503" y="168707"/>
                </a:cubicBezTo>
                <a:lnTo>
                  <a:pt x="651503" y="173074"/>
                </a:lnTo>
                <a:lnTo>
                  <a:pt x="708576" y="173074"/>
                </a:lnTo>
                <a:lnTo>
                  <a:pt x="708576" y="168707"/>
                </a:lnTo>
                <a:cubicBezTo>
                  <a:pt x="703560" y="168707"/>
                  <a:pt x="699693" y="167966"/>
                  <a:pt x="697012" y="166507"/>
                </a:cubicBezTo>
                <a:cubicBezTo>
                  <a:pt x="694351" y="165048"/>
                  <a:pt x="692475" y="163231"/>
                  <a:pt x="691422" y="161033"/>
                </a:cubicBezTo>
                <a:cubicBezTo>
                  <a:pt x="689871" y="157868"/>
                  <a:pt x="689105" y="153203"/>
                  <a:pt x="689105" y="147032"/>
                </a:cubicBezTo>
                <a:lnTo>
                  <a:pt x="689105" y="93597"/>
                </a:lnTo>
                <a:cubicBezTo>
                  <a:pt x="693011" y="85985"/>
                  <a:pt x="696783" y="80501"/>
                  <a:pt x="700420" y="77174"/>
                </a:cubicBezTo>
                <a:cubicBezTo>
                  <a:pt x="702124" y="75543"/>
                  <a:pt x="703713" y="74742"/>
                  <a:pt x="705168" y="74742"/>
                </a:cubicBezTo>
                <a:cubicBezTo>
                  <a:pt x="706872" y="74742"/>
                  <a:pt x="709495" y="76142"/>
                  <a:pt x="713018" y="78931"/>
                </a:cubicBezTo>
                <a:cubicBezTo>
                  <a:pt x="716560" y="81728"/>
                  <a:pt x="719738" y="83126"/>
                  <a:pt x="722572" y="83126"/>
                </a:cubicBezTo>
                <a:cubicBezTo>
                  <a:pt x="725501" y="83126"/>
                  <a:pt x="728009" y="82035"/>
                  <a:pt x="730134" y="79850"/>
                </a:cubicBezTo>
                <a:cubicBezTo>
                  <a:pt x="732240" y="77652"/>
                  <a:pt x="733293" y="74976"/>
                  <a:pt x="733293" y="71811"/>
                </a:cubicBezTo>
                <a:cubicBezTo>
                  <a:pt x="733293" y="68252"/>
                  <a:pt x="731838" y="65095"/>
                  <a:pt x="728909" y="62374"/>
                </a:cubicBezTo>
                <a:cubicBezTo>
                  <a:pt x="725980" y="59659"/>
                  <a:pt x="722304" y="58298"/>
                  <a:pt x="717843" y="58298"/>
                </a:cubicBezTo>
                <a:cubicBezTo>
                  <a:pt x="708021" y="58298"/>
                  <a:pt x="698448" y="66667"/>
                  <a:pt x="689105" y="83373"/>
                </a:cubicBezTo>
                <a:lnTo>
                  <a:pt x="689105" y="58298"/>
                </a:lnTo>
                <a:lnTo>
                  <a:pt x="683993" y="58298"/>
                </a:lnTo>
                <a:close/>
                <a:moveTo>
                  <a:pt x="574155" y="74683"/>
                </a:moveTo>
                <a:cubicBezTo>
                  <a:pt x="579459" y="69441"/>
                  <a:pt x="585490" y="66816"/>
                  <a:pt x="592229" y="66816"/>
                </a:cubicBezTo>
                <a:cubicBezTo>
                  <a:pt x="596613" y="66816"/>
                  <a:pt x="600806" y="68118"/>
                  <a:pt x="604827" y="70720"/>
                </a:cubicBezTo>
                <a:cubicBezTo>
                  <a:pt x="608847" y="73322"/>
                  <a:pt x="611872" y="76890"/>
                  <a:pt x="613902" y="81422"/>
                </a:cubicBezTo>
                <a:cubicBezTo>
                  <a:pt x="615184" y="84353"/>
                  <a:pt x="616046" y="89387"/>
                  <a:pt x="616448" y="96528"/>
                </a:cubicBezTo>
                <a:lnTo>
                  <a:pt x="564851" y="96528"/>
                </a:lnTo>
                <a:cubicBezTo>
                  <a:pt x="565731" y="87187"/>
                  <a:pt x="568833" y="79912"/>
                  <a:pt x="574155" y="74683"/>
                </a:cubicBezTo>
                <a:close/>
                <a:moveTo>
                  <a:pt x="641892" y="103574"/>
                </a:moveTo>
                <a:cubicBezTo>
                  <a:pt x="641892" y="89791"/>
                  <a:pt x="637872" y="78782"/>
                  <a:pt x="629831" y="70532"/>
                </a:cubicBezTo>
                <a:cubicBezTo>
                  <a:pt x="621809" y="62298"/>
                  <a:pt x="611547" y="58178"/>
                  <a:pt x="599045" y="58178"/>
                </a:cubicBezTo>
                <a:cubicBezTo>
                  <a:pt x="584283" y="58178"/>
                  <a:pt x="572011" y="63525"/>
                  <a:pt x="562228" y="74189"/>
                </a:cubicBezTo>
                <a:cubicBezTo>
                  <a:pt x="552444" y="84855"/>
                  <a:pt x="547562" y="99729"/>
                  <a:pt x="547562" y="118792"/>
                </a:cubicBezTo>
                <a:cubicBezTo>
                  <a:pt x="547562" y="136412"/>
                  <a:pt x="552330" y="150428"/>
                  <a:pt x="561864" y="160861"/>
                </a:cubicBezTo>
                <a:cubicBezTo>
                  <a:pt x="571399" y="171270"/>
                  <a:pt x="582848" y="176499"/>
                  <a:pt x="596249" y="176499"/>
                </a:cubicBezTo>
                <a:cubicBezTo>
                  <a:pt x="608579" y="176499"/>
                  <a:pt x="618841" y="171921"/>
                  <a:pt x="627035" y="162791"/>
                </a:cubicBezTo>
                <a:cubicBezTo>
                  <a:pt x="635230" y="153658"/>
                  <a:pt x="640188" y="143547"/>
                  <a:pt x="641892" y="132426"/>
                </a:cubicBezTo>
                <a:lnTo>
                  <a:pt x="638121" y="129996"/>
                </a:lnTo>
                <a:cubicBezTo>
                  <a:pt x="634464" y="139741"/>
                  <a:pt x="629946" y="146615"/>
                  <a:pt x="624547" y="150637"/>
                </a:cubicBezTo>
                <a:cubicBezTo>
                  <a:pt x="619147" y="154638"/>
                  <a:pt x="612791" y="156651"/>
                  <a:pt x="605497" y="156651"/>
                </a:cubicBezTo>
                <a:cubicBezTo>
                  <a:pt x="594545" y="156651"/>
                  <a:pt x="585011" y="151939"/>
                  <a:pt x="576893" y="142539"/>
                </a:cubicBezTo>
                <a:cubicBezTo>
                  <a:pt x="568776" y="133115"/>
                  <a:pt x="564755" y="120138"/>
                  <a:pt x="564851" y="103574"/>
                </a:cubicBezTo>
                <a:lnTo>
                  <a:pt x="641892" y="103574"/>
                </a:lnTo>
                <a:close/>
                <a:moveTo>
                  <a:pt x="415994" y="66090"/>
                </a:moveTo>
                <a:cubicBezTo>
                  <a:pt x="420053" y="66741"/>
                  <a:pt x="422772" y="67429"/>
                  <a:pt x="424150" y="68154"/>
                </a:cubicBezTo>
                <a:cubicBezTo>
                  <a:pt x="426658" y="69456"/>
                  <a:pt x="428726" y="71064"/>
                  <a:pt x="430353" y="72979"/>
                </a:cubicBezTo>
                <a:cubicBezTo>
                  <a:pt x="431981" y="74878"/>
                  <a:pt x="433685" y="78018"/>
                  <a:pt x="435465" y="82400"/>
                </a:cubicBezTo>
                <a:lnTo>
                  <a:pt x="475269" y="176499"/>
                </a:lnTo>
                <a:lnTo>
                  <a:pt x="480247" y="176499"/>
                </a:lnTo>
                <a:lnTo>
                  <a:pt x="519820" y="80831"/>
                </a:lnTo>
                <a:cubicBezTo>
                  <a:pt x="522080" y="75146"/>
                  <a:pt x="524645" y="71085"/>
                  <a:pt x="527479" y="68656"/>
                </a:cubicBezTo>
                <a:cubicBezTo>
                  <a:pt x="529106" y="67272"/>
                  <a:pt x="532016" y="66412"/>
                  <a:pt x="536247" y="66090"/>
                </a:cubicBezTo>
                <a:lnTo>
                  <a:pt x="536247" y="61587"/>
                </a:lnTo>
                <a:lnTo>
                  <a:pt x="499852" y="61587"/>
                </a:lnTo>
                <a:lnTo>
                  <a:pt x="499852" y="66090"/>
                </a:lnTo>
                <a:cubicBezTo>
                  <a:pt x="504064" y="66090"/>
                  <a:pt x="506878" y="66314"/>
                  <a:pt x="508257" y="66757"/>
                </a:cubicBezTo>
                <a:cubicBezTo>
                  <a:pt x="509635" y="67220"/>
                  <a:pt x="510765" y="68041"/>
                  <a:pt x="511664" y="69269"/>
                </a:cubicBezTo>
                <a:cubicBezTo>
                  <a:pt x="512315" y="69994"/>
                  <a:pt x="512641" y="70928"/>
                  <a:pt x="512641" y="72058"/>
                </a:cubicBezTo>
                <a:cubicBezTo>
                  <a:pt x="512641" y="74415"/>
                  <a:pt x="511703" y="77861"/>
                  <a:pt x="509826" y="82400"/>
                </a:cubicBezTo>
                <a:lnTo>
                  <a:pt x="483789" y="146306"/>
                </a:lnTo>
                <a:lnTo>
                  <a:pt x="457865" y="84719"/>
                </a:lnTo>
                <a:cubicBezTo>
                  <a:pt x="456162" y="80831"/>
                  <a:pt x="455300" y="77457"/>
                  <a:pt x="455300" y="74608"/>
                </a:cubicBezTo>
                <a:cubicBezTo>
                  <a:pt x="455300" y="72022"/>
                  <a:pt x="456142" y="69956"/>
                  <a:pt x="457808" y="68401"/>
                </a:cubicBezTo>
                <a:cubicBezTo>
                  <a:pt x="459455" y="66875"/>
                  <a:pt x="461867" y="66090"/>
                  <a:pt x="465045" y="66090"/>
                </a:cubicBezTo>
                <a:lnTo>
                  <a:pt x="468453" y="66090"/>
                </a:lnTo>
                <a:lnTo>
                  <a:pt x="468453" y="61587"/>
                </a:lnTo>
                <a:lnTo>
                  <a:pt x="415994" y="61587"/>
                </a:lnTo>
                <a:lnTo>
                  <a:pt x="415994" y="66090"/>
                </a:lnTo>
                <a:close/>
                <a:moveTo>
                  <a:pt x="329820" y="58298"/>
                </a:moveTo>
                <a:lnTo>
                  <a:pt x="324593" y="58298"/>
                </a:lnTo>
                <a:lnTo>
                  <a:pt x="290993" y="71947"/>
                </a:lnTo>
                <a:lnTo>
                  <a:pt x="292812" y="76314"/>
                </a:lnTo>
                <a:cubicBezTo>
                  <a:pt x="295990" y="75102"/>
                  <a:pt x="298709" y="74497"/>
                  <a:pt x="300968" y="74497"/>
                </a:cubicBezTo>
                <a:cubicBezTo>
                  <a:pt x="303074" y="74497"/>
                  <a:pt x="304759" y="75028"/>
                  <a:pt x="306022" y="76082"/>
                </a:cubicBezTo>
                <a:cubicBezTo>
                  <a:pt x="307286" y="77135"/>
                  <a:pt x="308224" y="79127"/>
                  <a:pt x="308817" y="82035"/>
                </a:cubicBezTo>
                <a:cubicBezTo>
                  <a:pt x="309430" y="84966"/>
                  <a:pt x="309736" y="93118"/>
                  <a:pt x="309736" y="106505"/>
                </a:cubicBezTo>
                <a:lnTo>
                  <a:pt x="309736" y="147899"/>
                </a:lnTo>
                <a:cubicBezTo>
                  <a:pt x="309736" y="156000"/>
                  <a:pt x="308741" y="161512"/>
                  <a:pt x="306750" y="164384"/>
                </a:cubicBezTo>
                <a:cubicBezTo>
                  <a:pt x="304759" y="167255"/>
                  <a:pt x="300930" y="168707"/>
                  <a:pt x="295243" y="168707"/>
                </a:cubicBezTo>
                <a:lnTo>
                  <a:pt x="292812" y="168707"/>
                </a:lnTo>
                <a:lnTo>
                  <a:pt x="292812" y="173074"/>
                </a:lnTo>
                <a:lnTo>
                  <a:pt x="347951" y="173074"/>
                </a:lnTo>
                <a:lnTo>
                  <a:pt x="347951" y="168707"/>
                </a:lnTo>
                <a:cubicBezTo>
                  <a:pt x="341863" y="168707"/>
                  <a:pt x="337823" y="168153"/>
                  <a:pt x="335851" y="167060"/>
                </a:cubicBezTo>
                <a:cubicBezTo>
                  <a:pt x="333860" y="165969"/>
                  <a:pt x="332290" y="164248"/>
                  <a:pt x="331160" y="161893"/>
                </a:cubicBezTo>
                <a:cubicBezTo>
                  <a:pt x="330260" y="160091"/>
                  <a:pt x="329820" y="155439"/>
                  <a:pt x="329820" y="147899"/>
                </a:cubicBezTo>
                <a:lnTo>
                  <a:pt x="329820" y="89101"/>
                </a:lnTo>
                <a:cubicBezTo>
                  <a:pt x="339393" y="78550"/>
                  <a:pt x="349004" y="73270"/>
                  <a:pt x="358672" y="73270"/>
                </a:cubicBezTo>
                <a:cubicBezTo>
                  <a:pt x="364914" y="73270"/>
                  <a:pt x="369356" y="75566"/>
                  <a:pt x="371998" y="80159"/>
                </a:cubicBezTo>
                <a:cubicBezTo>
                  <a:pt x="374640" y="84734"/>
                  <a:pt x="375942" y="92109"/>
                  <a:pt x="375942" y="102235"/>
                </a:cubicBezTo>
                <a:lnTo>
                  <a:pt x="375942" y="147899"/>
                </a:lnTo>
                <a:cubicBezTo>
                  <a:pt x="375942" y="154294"/>
                  <a:pt x="375789" y="158123"/>
                  <a:pt x="375463" y="159327"/>
                </a:cubicBezTo>
                <a:cubicBezTo>
                  <a:pt x="374659" y="162410"/>
                  <a:pt x="373204" y="164742"/>
                  <a:pt x="371136" y="166335"/>
                </a:cubicBezTo>
                <a:cubicBezTo>
                  <a:pt x="369068" y="167906"/>
                  <a:pt x="365450" y="168707"/>
                  <a:pt x="360242" y="168707"/>
                </a:cubicBezTo>
                <a:lnTo>
                  <a:pt x="357945" y="168707"/>
                </a:lnTo>
                <a:lnTo>
                  <a:pt x="357945" y="173074"/>
                </a:lnTo>
                <a:lnTo>
                  <a:pt x="413065" y="173074"/>
                </a:lnTo>
                <a:lnTo>
                  <a:pt x="413065" y="168707"/>
                </a:lnTo>
                <a:cubicBezTo>
                  <a:pt x="407723" y="168707"/>
                  <a:pt x="404047" y="168138"/>
                  <a:pt x="402056" y="167001"/>
                </a:cubicBezTo>
                <a:cubicBezTo>
                  <a:pt x="400065" y="165856"/>
                  <a:pt x="398629" y="164286"/>
                  <a:pt x="397729" y="162258"/>
                </a:cubicBezTo>
                <a:cubicBezTo>
                  <a:pt x="396600" y="159731"/>
                  <a:pt x="396025" y="154945"/>
                  <a:pt x="396025" y="147899"/>
                </a:cubicBezTo>
                <a:lnTo>
                  <a:pt x="396025" y="100298"/>
                </a:lnTo>
                <a:cubicBezTo>
                  <a:pt x="396025" y="90231"/>
                  <a:pt x="395145" y="82760"/>
                  <a:pt x="393364" y="77899"/>
                </a:cubicBezTo>
                <a:cubicBezTo>
                  <a:pt x="390760" y="70928"/>
                  <a:pt x="387276" y="65918"/>
                  <a:pt x="382892" y="62874"/>
                </a:cubicBezTo>
                <a:cubicBezTo>
                  <a:pt x="378507" y="59830"/>
                  <a:pt x="373281" y="58298"/>
                  <a:pt x="367192" y="58298"/>
                </a:cubicBezTo>
                <a:cubicBezTo>
                  <a:pt x="355341" y="58298"/>
                  <a:pt x="342877" y="66188"/>
                  <a:pt x="329820" y="81922"/>
                </a:cubicBezTo>
                <a:lnTo>
                  <a:pt x="329820" y="58298"/>
                </a:lnTo>
                <a:close/>
                <a:moveTo>
                  <a:pt x="261413" y="58298"/>
                </a:moveTo>
                <a:lnTo>
                  <a:pt x="227832" y="71947"/>
                </a:lnTo>
                <a:lnTo>
                  <a:pt x="229536" y="76314"/>
                </a:lnTo>
                <a:cubicBezTo>
                  <a:pt x="232771" y="75102"/>
                  <a:pt x="235528" y="74497"/>
                  <a:pt x="237807" y="74497"/>
                </a:cubicBezTo>
                <a:cubicBezTo>
                  <a:pt x="239913" y="74497"/>
                  <a:pt x="241578" y="75012"/>
                  <a:pt x="242804" y="76008"/>
                </a:cubicBezTo>
                <a:cubicBezTo>
                  <a:pt x="244010" y="77024"/>
                  <a:pt x="244910" y="78841"/>
                  <a:pt x="245484" y="81422"/>
                </a:cubicBezTo>
                <a:cubicBezTo>
                  <a:pt x="246212" y="85004"/>
                  <a:pt x="246575" y="92835"/>
                  <a:pt x="246575" y="104912"/>
                </a:cubicBezTo>
                <a:lnTo>
                  <a:pt x="246575" y="147899"/>
                </a:lnTo>
                <a:cubicBezTo>
                  <a:pt x="246575" y="154788"/>
                  <a:pt x="246020" y="159440"/>
                  <a:pt x="244929" y="161893"/>
                </a:cubicBezTo>
                <a:cubicBezTo>
                  <a:pt x="243838" y="164324"/>
                  <a:pt x="242344" y="166066"/>
                  <a:pt x="240487" y="167119"/>
                </a:cubicBezTo>
                <a:cubicBezTo>
                  <a:pt x="238611" y="168174"/>
                  <a:pt x="234973" y="168707"/>
                  <a:pt x="229536" y="168707"/>
                </a:cubicBezTo>
                <a:lnTo>
                  <a:pt x="229536" y="173074"/>
                </a:lnTo>
                <a:lnTo>
                  <a:pt x="283699" y="173074"/>
                </a:lnTo>
                <a:lnTo>
                  <a:pt x="283699" y="168707"/>
                </a:lnTo>
                <a:cubicBezTo>
                  <a:pt x="278414" y="168707"/>
                  <a:pt x="274796" y="168138"/>
                  <a:pt x="272805" y="167001"/>
                </a:cubicBezTo>
                <a:cubicBezTo>
                  <a:pt x="270814" y="165856"/>
                  <a:pt x="269320" y="164129"/>
                  <a:pt x="268306" y="161818"/>
                </a:cubicBezTo>
                <a:cubicBezTo>
                  <a:pt x="267291" y="159523"/>
                  <a:pt x="266774" y="154862"/>
                  <a:pt x="266774" y="147899"/>
                </a:cubicBezTo>
                <a:lnTo>
                  <a:pt x="266774" y="58298"/>
                </a:lnTo>
                <a:lnTo>
                  <a:pt x="261413" y="58298"/>
                </a:lnTo>
                <a:close/>
                <a:moveTo>
                  <a:pt x="247858" y="3597"/>
                </a:moveTo>
                <a:cubicBezTo>
                  <a:pt x="245465" y="5991"/>
                  <a:pt x="244259" y="8878"/>
                  <a:pt x="244259" y="12288"/>
                </a:cubicBezTo>
                <a:cubicBezTo>
                  <a:pt x="244259" y="15699"/>
                  <a:pt x="245484" y="18623"/>
                  <a:pt x="247916" y="21060"/>
                </a:cubicBezTo>
                <a:cubicBezTo>
                  <a:pt x="250347" y="23492"/>
                  <a:pt x="253257" y="24719"/>
                  <a:pt x="256684" y="24719"/>
                </a:cubicBezTo>
                <a:cubicBezTo>
                  <a:pt x="260092" y="24719"/>
                  <a:pt x="262983" y="23492"/>
                  <a:pt x="265376" y="21060"/>
                </a:cubicBezTo>
                <a:cubicBezTo>
                  <a:pt x="267769" y="18623"/>
                  <a:pt x="268976" y="15699"/>
                  <a:pt x="268976" y="12288"/>
                </a:cubicBezTo>
                <a:cubicBezTo>
                  <a:pt x="268976" y="8878"/>
                  <a:pt x="267769" y="5991"/>
                  <a:pt x="265376" y="3597"/>
                </a:cubicBezTo>
                <a:cubicBezTo>
                  <a:pt x="262983" y="1204"/>
                  <a:pt x="260092" y="0"/>
                  <a:pt x="256684" y="0"/>
                </a:cubicBezTo>
                <a:cubicBezTo>
                  <a:pt x="253181" y="0"/>
                  <a:pt x="250251" y="1204"/>
                  <a:pt x="247858" y="3597"/>
                </a:cubicBezTo>
                <a:close/>
                <a:moveTo>
                  <a:pt x="137522" y="58298"/>
                </a:moveTo>
                <a:cubicBezTo>
                  <a:pt x="136546" y="60249"/>
                  <a:pt x="135704" y="61513"/>
                  <a:pt x="134976" y="62089"/>
                </a:cubicBezTo>
                <a:cubicBezTo>
                  <a:pt x="134248" y="62642"/>
                  <a:pt x="133234" y="62928"/>
                  <a:pt x="131932" y="62928"/>
                </a:cubicBezTo>
                <a:cubicBezTo>
                  <a:pt x="130553" y="62928"/>
                  <a:pt x="127796" y="62313"/>
                  <a:pt x="123642" y="61109"/>
                </a:cubicBezTo>
                <a:cubicBezTo>
                  <a:pt x="117400" y="59232"/>
                  <a:pt x="112097" y="58298"/>
                  <a:pt x="107713" y="58298"/>
                </a:cubicBezTo>
                <a:cubicBezTo>
                  <a:pt x="97719" y="58298"/>
                  <a:pt x="89582" y="61402"/>
                  <a:pt x="83302" y="67563"/>
                </a:cubicBezTo>
                <a:cubicBezTo>
                  <a:pt x="77022" y="73726"/>
                  <a:pt x="73863" y="81384"/>
                  <a:pt x="73863" y="90553"/>
                </a:cubicBezTo>
                <a:cubicBezTo>
                  <a:pt x="73863" y="97621"/>
                  <a:pt x="75701" y="103461"/>
                  <a:pt x="79339" y="108090"/>
                </a:cubicBezTo>
                <a:cubicBezTo>
                  <a:pt x="82996" y="112788"/>
                  <a:pt x="90712" y="118067"/>
                  <a:pt x="102467" y="123908"/>
                </a:cubicBezTo>
                <a:cubicBezTo>
                  <a:pt x="114241" y="129749"/>
                  <a:pt x="122091" y="134572"/>
                  <a:pt x="126016" y="138401"/>
                </a:cubicBezTo>
                <a:cubicBezTo>
                  <a:pt x="129960" y="142209"/>
                  <a:pt x="131932" y="146921"/>
                  <a:pt x="131932" y="152515"/>
                </a:cubicBezTo>
                <a:cubicBezTo>
                  <a:pt x="131932" y="157145"/>
                  <a:pt x="130170" y="161085"/>
                  <a:pt x="126629" y="164384"/>
                </a:cubicBezTo>
                <a:cubicBezTo>
                  <a:pt x="123106" y="167675"/>
                  <a:pt x="118530" y="169304"/>
                  <a:pt x="112940" y="169304"/>
                </a:cubicBezTo>
                <a:cubicBezTo>
                  <a:pt x="104994" y="169304"/>
                  <a:pt x="97815" y="166432"/>
                  <a:pt x="91401" y="160666"/>
                </a:cubicBezTo>
                <a:cubicBezTo>
                  <a:pt x="84987" y="154908"/>
                  <a:pt x="80641" y="146345"/>
                  <a:pt x="78382" y="134991"/>
                </a:cubicBezTo>
                <a:lnTo>
                  <a:pt x="74361" y="134991"/>
                </a:lnTo>
                <a:lnTo>
                  <a:pt x="74361" y="174778"/>
                </a:lnTo>
                <a:lnTo>
                  <a:pt x="78382" y="174778"/>
                </a:lnTo>
                <a:cubicBezTo>
                  <a:pt x="79435" y="172670"/>
                  <a:pt x="80890" y="171615"/>
                  <a:pt x="82747" y="171615"/>
                </a:cubicBezTo>
                <a:cubicBezTo>
                  <a:pt x="84451" y="171615"/>
                  <a:pt x="86653" y="172019"/>
                  <a:pt x="89333" y="172842"/>
                </a:cubicBezTo>
                <a:cubicBezTo>
                  <a:pt x="98083" y="175272"/>
                  <a:pt x="105875" y="176499"/>
                  <a:pt x="112691" y="176499"/>
                </a:cubicBezTo>
                <a:cubicBezTo>
                  <a:pt x="122187" y="176499"/>
                  <a:pt x="130764" y="173380"/>
                  <a:pt x="138441" y="167181"/>
                </a:cubicBezTo>
                <a:cubicBezTo>
                  <a:pt x="146100" y="160974"/>
                  <a:pt x="149948" y="152799"/>
                  <a:pt x="149948" y="142650"/>
                </a:cubicBezTo>
                <a:cubicBezTo>
                  <a:pt x="149948" y="129518"/>
                  <a:pt x="141696" y="118913"/>
                  <a:pt x="125231" y="110887"/>
                </a:cubicBezTo>
                <a:lnTo>
                  <a:pt x="107464" y="102235"/>
                </a:lnTo>
                <a:cubicBezTo>
                  <a:pt x="99748" y="98517"/>
                  <a:pt x="94636" y="94981"/>
                  <a:pt x="92128" y="91646"/>
                </a:cubicBezTo>
                <a:cubicBezTo>
                  <a:pt x="89525" y="88414"/>
                  <a:pt x="88223" y="84503"/>
                  <a:pt x="88223" y="79971"/>
                </a:cubicBezTo>
                <a:cubicBezTo>
                  <a:pt x="88223" y="76314"/>
                  <a:pt x="89984" y="73000"/>
                  <a:pt x="93469" y="69994"/>
                </a:cubicBezTo>
                <a:cubicBezTo>
                  <a:pt x="96953" y="66988"/>
                  <a:pt x="101548" y="65491"/>
                  <a:pt x="107215" y="65491"/>
                </a:cubicBezTo>
                <a:cubicBezTo>
                  <a:pt x="114682" y="65491"/>
                  <a:pt x="120827" y="67639"/>
                  <a:pt x="125652" y="71947"/>
                </a:cubicBezTo>
                <a:cubicBezTo>
                  <a:pt x="130477" y="76239"/>
                  <a:pt x="134440" y="84353"/>
                  <a:pt x="137522" y="96281"/>
                </a:cubicBezTo>
                <a:lnTo>
                  <a:pt x="141543" y="96281"/>
                </a:lnTo>
                <a:lnTo>
                  <a:pt x="141543" y="58298"/>
                </a:lnTo>
                <a:lnTo>
                  <a:pt x="137522" y="58298"/>
                </a:lnTo>
                <a:close/>
                <a:moveTo>
                  <a:pt x="33581" y="58298"/>
                </a:moveTo>
                <a:lnTo>
                  <a:pt x="0" y="71947"/>
                </a:lnTo>
                <a:lnTo>
                  <a:pt x="1704" y="76314"/>
                </a:lnTo>
                <a:cubicBezTo>
                  <a:pt x="4940" y="75102"/>
                  <a:pt x="7697" y="74497"/>
                  <a:pt x="9975" y="74497"/>
                </a:cubicBezTo>
                <a:cubicBezTo>
                  <a:pt x="12081" y="74497"/>
                  <a:pt x="13746" y="75012"/>
                  <a:pt x="14972" y="76008"/>
                </a:cubicBezTo>
                <a:cubicBezTo>
                  <a:pt x="16178" y="77024"/>
                  <a:pt x="17078" y="78841"/>
                  <a:pt x="17633" y="81422"/>
                </a:cubicBezTo>
                <a:cubicBezTo>
                  <a:pt x="18380" y="85004"/>
                  <a:pt x="18743" y="92835"/>
                  <a:pt x="18743" y="104912"/>
                </a:cubicBezTo>
                <a:lnTo>
                  <a:pt x="18743" y="147899"/>
                </a:lnTo>
                <a:cubicBezTo>
                  <a:pt x="18743" y="154788"/>
                  <a:pt x="18188" y="159440"/>
                  <a:pt x="17097" y="161893"/>
                </a:cubicBezTo>
                <a:cubicBezTo>
                  <a:pt x="16006" y="164324"/>
                  <a:pt x="14512" y="166066"/>
                  <a:pt x="12655" y="167119"/>
                </a:cubicBezTo>
                <a:cubicBezTo>
                  <a:pt x="10779" y="168174"/>
                  <a:pt x="7141" y="168707"/>
                  <a:pt x="1704" y="168707"/>
                </a:cubicBezTo>
                <a:lnTo>
                  <a:pt x="1704" y="173074"/>
                </a:lnTo>
                <a:lnTo>
                  <a:pt x="55867" y="173074"/>
                </a:lnTo>
                <a:lnTo>
                  <a:pt x="55867" y="168707"/>
                </a:lnTo>
                <a:cubicBezTo>
                  <a:pt x="50583" y="168707"/>
                  <a:pt x="46945" y="168138"/>
                  <a:pt x="44973" y="167001"/>
                </a:cubicBezTo>
                <a:cubicBezTo>
                  <a:pt x="42982" y="165856"/>
                  <a:pt x="41469" y="164129"/>
                  <a:pt x="40474" y="161818"/>
                </a:cubicBezTo>
                <a:cubicBezTo>
                  <a:pt x="39440" y="159523"/>
                  <a:pt x="38942" y="154862"/>
                  <a:pt x="38942" y="147899"/>
                </a:cubicBezTo>
                <a:lnTo>
                  <a:pt x="38942" y="58298"/>
                </a:lnTo>
                <a:lnTo>
                  <a:pt x="33581" y="58298"/>
                </a:lnTo>
                <a:close/>
                <a:moveTo>
                  <a:pt x="20007" y="3597"/>
                </a:moveTo>
                <a:cubicBezTo>
                  <a:pt x="17614" y="5991"/>
                  <a:pt x="16427" y="8878"/>
                  <a:pt x="16427" y="12288"/>
                </a:cubicBezTo>
                <a:cubicBezTo>
                  <a:pt x="16427" y="15699"/>
                  <a:pt x="17633" y="18623"/>
                  <a:pt x="20084" y="21060"/>
                </a:cubicBezTo>
                <a:cubicBezTo>
                  <a:pt x="22515" y="23492"/>
                  <a:pt x="25425" y="24719"/>
                  <a:pt x="28833" y="24719"/>
                </a:cubicBezTo>
                <a:cubicBezTo>
                  <a:pt x="32241" y="24719"/>
                  <a:pt x="35151" y="23492"/>
                  <a:pt x="37544" y="21060"/>
                </a:cubicBezTo>
                <a:cubicBezTo>
                  <a:pt x="39938" y="18623"/>
                  <a:pt x="41125" y="15699"/>
                  <a:pt x="41125" y="12288"/>
                </a:cubicBezTo>
                <a:cubicBezTo>
                  <a:pt x="41125" y="8878"/>
                  <a:pt x="39938" y="5991"/>
                  <a:pt x="37544" y="3597"/>
                </a:cubicBezTo>
                <a:cubicBezTo>
                  <a:pt x="35151" y="1204"/>
                  <a:pt x="32241" y="0"/>
                  <a:pt x="28833" y="0"/>
                </a:cubicBezTo>
                <a:cubicBezTo>
                  <a:pt x="25349" y="0"/>
                  <a:pt x="22400" y="1204"/>
                  <a:pt x="20007" y="3597"/>
                </a:cubicBez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Native original white glyph backing">
            <a:extLst xmlns:a="http://schemas.openxmlformats.org/drawingml/2006/main">
              <a:ext uri="{FF2B5EF4-FFF2-40B4-BE49-F238E27FC236}">
                <a16:creationId xmlns:a16="http://schemas.microsoft.com/office/drawing/2014/main" id="{E890B77F-2389-4156-8D7A-1C4E2789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4623" y="3716009"/>
            <a:ext cx="256167" cy="203324"/>
          </a:xfrm>
          <a:custGeom xmlns:a="http://schemas.openxmlformats.org/drawingml/2006/main">
            <a:pathLst>
              <a:path w="256167" h="203324">
                <a:moveTo>
                  <a:pt x="0" y="0"/>
                </a:moveTo>
                <a:lnTo>
                  <a:pt x="256167" y="0"/>
                </a:lnTo>
                <a:lnTo>
                  <a:pt x="256167" y="203324"/>
                </a:lnTo>
                <a:lnTo>
                  <a:pt x="0" y="2033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rnd">
            <a:noFill/>
            <a:round/>
          </a:ln>
        </p:spPr>
      </p:sp>
      <p:sp>
        <p:nvSpPr>
          <p:cNvPr id="436" name="Native source glyph inset-45.png">
            <a:extLst xmlns:a="http://schemas.openxmlformats.org/drawingml/2006/main">
              <a:ext uri="{FF2B5EF4-FFF2-40B4-BE49-F238E27FC236}">
                <a16:creationId xmlns:a16="http://schemas.microsoft.com/office/drawing/2014/main" id="{A15DC566-8F8A-4E5E-95B1-DF634C7A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4623" y="3739651"/>
            <a:ext cx="237192" cy="160768"/>
          </a:xfrm>
          <a:custGeom xmlns:a="http://schemas.openxmlformats.org/drawingml/2006/main">
            <a:pathLst>
              <a:path w="237192" h="160768">
                <a:moveTo>
                  <a:pt x="23719" y="9457"/>
                </a:moveTo>
                <a:lnTo>
                  <a:pt x="28463" y="9457"/>
                </a:lnTo>
                <a:lnTo>
                  <a:pt x="28463" y="4728"/>
                </a:lnTo>
                <a:lnTo>
                  <a:pt x="42695" y="4728"/>
                </a:lnTo>
                <a:lnTo>
                  <a:pt x="42695" y="0"/>
                </a:lnTo>
                <a:lnTo>
                  <a:pt x="52182" y="0"/>
                </a:lnTo>
                <a:lnTo>
                  <a:pt x="52182" y="4728"/>
                </a:lnTo>
                <a:lnTo>
                  <a:pt x="66414" y="4728"/>
                </a:lnTo>
                <a:lnTo>
                  <a:pt x="66414" y="9457"/>
                </a:lnTo>
                <a:lnTo>
                  <a:pt x="75901" y="9457"/>
                </a:lnTo>
                <a:lnTo>
                  <a:pt x="75901" y="14185"/>
                </a:lnTo>
                <a:lnTo>
                  <a:pt x="80645" y="14185"/>
                </a:lnTo>
                <a:lnTo>
                  <a:pt x="80645" y="23642"/>
                </a:lnTo>
                <a:lnTo>
                  <a:pt x="85389" y="23642"/>
                </a:lnTo>
                <a:lnTo>
                  <a:pt x="85389" y="42556"/>
                </a:lnTo>
                <a:lnTo>
                  <a:pt x="80645" y="42556"/>
                </a:lnTo>
                <a:lnTo>
                  <a:pt x="80645" y="56741"/>
                </a:lnTo>
                <a:lnTo>
                  <a:pt x="75901" y="56741"/>
                </a:lnTo>
                <a:lnTo>
                  <a:pt x="75901" y="70927"/>
                </a:lnTo>
                <a:lnTo>
                  <a:pt x="71158" y="70927"/>
                </a:lnTo>
                <a:lnTo>
                  <a:pt x="71158" y="85112"/>
                </a:lnTo>
                <a:lnTo>
                  <a:pt x="66414" y="85112"/>
                </a:lnTo>
                <a:lnTo>
                  <a:pt x="66414" y="99298"/>
                </a:lnTo>
                <a:lnTo>
                  <a:pt x="61670" y="99298"/>
                </a:lnTo>
                <a:lnTo>
                  <a:pt x="61670" y="132397"/>
                </a:lnTo>
                <a:lnTo>
                  <a:pt x="66414" y="132397"/>
                </a:lnTo>
                <a:lnTo>
                  <a:pt x="66414" y="137125"/>
                </a:lnTo>
                <a:lnTo>
                  <a:pt x="71158" y="137125"/>
                </a:lnTo>
                <a:lnTo>
                  <a:pt x="71158" y="141854"/>
                </a:lnTo>
                <a:lnTo>
                  <a:pt x="80645" y="141854"/>
                </a:lnTo>
                <a:lnTo>
                  <a:pt x="80645" y="146582"/>
                </a:lnTo>
                <a:lnTo>
                  <a:pt x="85389" y="146582"/>
                </a:lnTo>
                <a:lnTo>
                  <a:pt x="85389" y="141854"/>
                </a:lnTo>
                <a:lnTo>
                  <a:pt x="94877" y="141854"/>
                </a:lnTo>
                <a:lnTo>
                  <a:pt x="94877" y="137125"/>
                </a:lnTo>
                <a:lnTo>
                  <a:pt x="99621" y="137125"/>
                </a:lnTo>
                <a:lnTo>
                  <a:pt x="99621" y="132397"/>
                </a:lnTo>
                <a:lnTo>
                  <a:pt x="104364" y="132397"/>
                </a:lnTo>
                <a:lnTo>
                  <a:pt x="104364" y="127668"/>
                </a:lnTo>
                <a:lnTo>
                  <a:pt x="109108" y="127668"/>
                </a:lnTo>
                <a:lnTo>
                  <a:pt x="109108" y="94569"/>
                </a:lnTo>
                <a:lnTo>
                  <a:pt x="113852" y="94569"/>
                </a:lnTo>
                <a:lnTo>
                  <a:pt x="113852" y="75655"/>
                </a:lnTo>
                <a:lnTo>
                  <a:pt x="118596" y="75655"/>
                </a:lnTo>
                <a:lnTo>
                  <a:pt x="118596" y="56741"/>
                </a:lnTo>
                <a:lnTo>
                  <a:pt x="123340" y="56741"/>
                </a:lnTo>
                <a:lnTo>
                  <a:pt x="123340" y="37828"/>
                </a:lnTo>
                <a:lnTo>
                  <a:pt x="128084" y="37828"/>
                </a:lnTo>
                <a:lnTo>
                  <a:pt x="128084" y="18914"/>
                </a:lnTo>
                <a:lnTo>
                  <a:pt x="132827" y="18914"/>
                </a:lnTo>
                <a:lnTo>
                  <a:pt x="132827" y="14185"/>
                </a:lnTo>
                <a:lnTo>
                  <a:pt x="137571" y="14185"/>
                </a:lnTo>
                <a:lnTo>
                  <a:pt x="137571" y="9457"/>
                </a:lnTo>
                <a:lnTo>
                  <a:pt x="142315" y="9457"/>
                </a:lnTo>
                <a:lnTo>
                  <a:pt x="142315" y="4728"/>
                </a:lnTo>
                <a:lnTo>
                  <a:pt x="156547" y="4728"/>
                </a:lnTo>
                <a:lnTo>
                  <a:pt x="156547" y="9457"/>
                </a:lnTo>
                <a:lnTo>
                  <a:pt x="161291" y="9457"/>
                </a:lnTo>
                <a:lnTo>
                  <a:pt x="161291" y="14185"/>
                </a:lnTo>
                <a:lnTo>
                  <a:pt x="166034" y="14185"/>
                </a:lnTo>
                <a:lnTo>
                  <a:pt x="166034" y="37828"/>
                </a:lnTo>
                <a:lnTo>
                  <a:pt x="161291" y="37828"/>
                </a:lnTo>
                <a:lnTo>
                  <a:pt x="161291" y="52013"/>
                </a:lnTo>
                <a:lnTo>
                  <a:pt x="156547" y="52013"/>
                </a:lnTo>
                <a:lnTo>
                  <a:pt x="156547" y="70927"/>
                </a:lnTo>
                <a:lnTo>
                  <a:pt x="151803" y="70927"/>
                </a:lnTo>
                <a:lnTo>
                  <a:pt x="151803" y="89841"/>
                </a:lnTo>
                <a:lnTo>
                  <a:pt x="147059" y="89841"/>
                </a:lnTo>
                <a:lnTo>
                  <a:pt x="147059" y="113483"/>
                </a:lnTo>
                <a:lnTo>
                  <a:pt x="142315" y="113483"/>
                </a:lnTo>
                <a:lnTo>
                  <a:pt x="142315" y="127668"/>
                </a:lnTo>
                <a:lnTo>
                  <a:pt x="147059" y="127668"/>
                </a:lnTo>
                <a:lnTo>
                  <a:pt x="147059" y="137125"/>
                </a:lnTo>
                <a:lnTo>
                  <a:pt x="151803" y="137125"/>
                </a:lnTo>
                <a:lnTo>
                  <a:pt x="151803" y="141854"/>
                </a:lnTo>
                <a:lnTo>
                  <a:pt x="161291" y="141854"/>
                </a:lnTo>
                <a:lnTo>
                  <a:pt x="161291" y="146582"/>
                </a:lnTo>
                <a:lnTo>
                  <a:pt x="166034" y="146582"/>
                </a:lnTo>
                <a:lnTo>
                  <a:pt x="166034" y="141854"/>
                </a:lnTo>
                <a:lnTo>
                  <a:pt x="180266" y="141854"/>
                </a:lnTo>
                <a:lnTo>
                  <a:pt x="180266" y="137125"/>
                </a:lnTo>
                <a:lnTo>
                  <a:pt x="185010" y="137125"/>
                </a:lnTo>
                <a:lnTo>
                  <a:pt x="185010" y="132397"/>
                </a:lnTo>
                <a:lnTo>
                  <a:pt x="189754" y="132397"/>
                </a:lnTo>
                <a:lnTo>
                  <a:pt x="189754" y="122940"/>
                </a:lnTo>
                <a:lnTo>
                  <a:pt x="194497" y="122940"/>
                </a:lnTo>
                <a:lnTo>
                  <a:pt x="194497" y="113483"/>
                </a:lnTo>
                <a:lnTo>
                  <a:pt x="199241" y="113483"/>
                </a:lnTo>
                <a:lnTo>
                  <a:pt x="199241" y="99298"/>
                </a:lnTo>
                <a:lnTo>
                  <a:pt x="203985" y="99298"/>
                </a:lnTo>
                <a:lnTo>
                  <a:pt x="203985" y="80384"/>
                </a:lnTo>
                <a:lnTo>
                  <a:pt x="208729" y="80384"/>
                </a:lnTo>
                <a:lnTo>
                  <a:pt x="208729" y="52013"/>
                </a:lnTo>
                <a:lnTo>
                  <a:pt x="203985" y="52013"/>
                </a:lnTo>
                <a:lnTo>
                  <a:pt x="203985" y="47285"/>
                </a:lnTo>
                <a:lnTo>
                  <a:pt x="199241" y="47285"/>
                </a:lnTo>
                <a:lnTo>
                  <a:pt x="199241" y="42556"/>
                </a:lnTo>
                <a:lnTo>
                  <a:pt x="194497" y="42556"/>
                </a:lnTo>
                <a:lnTo>
                  <a:pt x="194497" y="37828"/>
                </a:lnTo>
                <a:lnTo>
                  <a:pt x="189754" y="37828"/>
                </a:lnTo>
                <a:lnTo>
                  <a:pt x="189754" y="18914"/>
                </a:lnTo>
                <a:lnTo>
                  <a:pt x="194497" y="18914"/>
                </a:lnTo>
                <a:lnTo>
                  <a:pt x="194497" y="9457"/>
                </a:lnTo>
                <a:lnTo>
                  <a:pt x="199241" y="9457"/>
                </a:lnTo>
                <a:lnTo>
                  <a:pt x="199241" y="4728"/>
                </a:lnTo>
                <a:lnTo>
                  <a:pt x="208729" y="4728"/>
                </a:lnTo>
                <a:lnTo>
                  <a:pt x="208729" y="0"/>
                </a:lnTo>
                <a:lnTo>
                  <a:pt x="218217" y="0"/>
                </a:lnTo>
                <a:lnTo>
                  <a:pt x="218217" y="4728"/>
                </a:lnTo>
                <a:lnTo>
                  <a:pt x="227704" y="4728"/>
                </a:lnTo>
                <a:lnTo>
                  <a:pt x="227704" y="9457"/>
                </a:lnTo>
                <a:lnTo>
                  <a:pt x="232448" y="9457"/>
                </a:lnTo>
                <a:lnTo>
                  <a:pt x="232448" y="18914"/>
                </a:lnTo>
                <a:lnTo>
                  <a:pt x="237192" y="18914"/>
                </a:lnTo>
                <a:lnTo>
                  <a:pt x="237192" y="47285"/>
                </a:lnTo>
                <a:lnTo>
                  <a:pt x="232448" y="47285"/>
                </a:lnTo>
                <a:lnTo>
                  <a:pt x="232448" y="70927"/>
                </a:lnTo>
                <a:lnTo>
                  <a:pt x="227704" y="70927"/>
                </a:lnTo>
                <a:lnTo>
                  <a:pt x="227704" y="85112"/>
                </a:lnTo>
                <a:lnTo>
                  <a:pt x="222960" y="85112"/>
                </a:lnTo>
                <a:lnTo>
                  <a:pt x="222960" y="104026"/>
                </a:lnTo>
                <a:lnTo>
                  <a:pt x="218217" y="104026"/>
                </a:lnTo>
                <a:lnTo>
                  <a:pt x="218217" y="113483"/>
                </a:lnTo>
                <a:lnTo>
                  <a:pt x="213473" y="113483"/>
                </a:lnTo>
                <a:lnTo>
                  <a:pt x="213473" y="122940"/>
                </a:lnTo>
                <a:lnTo>
                  <a:pt x="208729" y="122940"/>
                </a:lnTo>
                <a:lnTo>
                  <a:pt x="208729" y="132397"/>
                </a:lnTo>
                <a:lnTo>
                  <a:pt x="203985" y="132397"/>
                </a:lnTo>
                <a:lnTo>
                  <a:pt x="203985" y="137125"/>
                </a:lnTo>
                <a:lnTo>
                  <a:pt x="199241" y="137125"/>
                </a:lnTo>
                <a:lnTo>
                  <a:pt x="199241" y="141854"/>
                </a:lnTo>
                <a:lnTo>
                  <a:pt x="194497" y="141854"/>
                </a:lnTo>
                <a:lnTo>
                  <a:pt x="194497" y="146582"/>
                </a:lnTo>
                <a:lnTo>
                  <a:pt x="189754" y="146582"/>
                </a:lnTo>
                <a:lnTo>
                  <a:pt x="189754" y="151311"/>
                </a:lnTo>
                <a:lnTo>
                  <a:pt x="185010" y="151311"/>
                </a:lnTo>
                <a:lnTo>
                  <a:pt x="185010" y="156039"/>
                </a:lnTo>
                <a:lnTo>
                  <a:pt x="170778" y="156039"/>
                </a:lnTo>
                <a:lnTo>
                  <a:pt x="170778" y="160768"/>
                </a:lnTo>
                <a:lnTo>
                  <a:pt x="151803" y="160768"/>
                </a:lnTo>
                <a:lnTo>
                  <a:pt x="151803" y="156039"/>
                </a:lnTo>
                <a:lnTo>
                  <a:pt x="132827" y="156039"/>
                </a:lnTo>
                <a:lnTo>
                  <a:pt x="132827" y="151311"/>
                </a:lnTo>
                <a:lnTo>
                  <a:pt x="123340" y="151311"/>
                </a:lnTo>
                <a:lnTo>
                  <a:pt x="123340" y="146582"/>
                </a:lnTo>
                <a:lnTo>
                  <a:pt x="118596" y="146582"/>
                </a:lnTo>
                <a:lnTo>
                  <a:pt x="118596" y="141854"/>
                </a:lnTo>
                <a:lnTo>
                  <a:pt x="113852" y="141854"/>
                </a:lnTo>
                <a:lnTo>
                  <a:pt x="113852" y="146582"/>
                </a:lnTo>
                <a:lnTo>
                  <a:pt x="109108" y="146582"/>
                </a:lnTo>
                <a:lnTo>
                  <a:pt x="109108" y="151311"/>
                </a:lnTo>
                <a:lnTo>
                  <a:pt x="104364" y="151311"/>
                </a:lnTo>
                <a:lnTo>
                  <a:pt x="104364" y="156039"/>
                </a:lnTo>
                <a:lnTo>
                  <a:pt x="90133" y="156039"/>
                </a:lnTo>
                <a:lnTo>
                  <a:pt x="90133" y="160768"/>
                </a:lnTo>
                <a:lnTo>
                  <a:pt x="71158" y="160768"/>
                </a:lnTo>
                <a:lnTo>
                  <a:pt x="71158" y="156039"/>
                </a:lnTo>
                <a:lnTo>
                  <a:pt x="52182" y="156039"/>
                </a:lnTo>
                <a:lnTo>
                  <a:pt x="52182" y="151311"/>
                </a:lnTo>
                <a:lnTo>
                  <a:pt x="42695" y="151311"/>
                </a:lnTo>
                <a:lnTo>
                  <a:pt x="42695" y="146582"/>
                </a:lnTo>
                <a:lnTo>
                  <a:pt x="37951" y="146582"/>
                </a:lnTo>
                <a:lnTo>
                  <a:pt x="37951" y="141854"/>
                </a:lnTo>
                <a:lnTo>
                  <a:pt x="33207" y="141854"/>
                </a:lnTo>
                <a:lnTo>
                  <a:pt x="33207" y="137125"/>
                </a:lnTo>
                <a:lnTo>
                  <a:pt x="28463" y="137125"/>
                </a:lnTo>
                <a:lnTo>
                  <a:pt x="28463" y="122940"/>
                </a:lnTo>
                <a:lnTo>
                  <a:pt x="23719" y="122940"/>
                </a:lnTo>
                <a:lnTo>
                  <a:pt x="23719" y="104026"/>
                </a:lnTo>
                <a:lnTo>
                  <a:pt x="28463" y="104026"/>
                </a:lnTo>
                <a:lnTo>
                  <a:pt x="28463" y="85112"/>
                </a:lnTo>
                <a:lnTo>
                  <a:pt x="33207" y="85112"/>
                </a:lnTo>
                <a:lnTo>
                  <a:pt x="33207" y="70927"/>
                </a:lnTo>
                <a:lnTo>
                  <a:pt x="37951" y="70927"/>
                </a:lnTo>
                <a:lnTo>
                  <a:pt x="37951" y="56741"/>
                </a:lnTo>
                <a:lnTo>
                  <a:pt x="42695" y="56741"/>
                </a:lnTo>
                <a:lnTo>
                  <a:pt x="42695" y="42556"/>
                </a:lnTo>
                <a:lnTo>
                  <a:pt x="47438" y="42556"/>
                </a:lnTo>
                <a:lnTo>
                  <a:pt x="47438" y="28371"/>
                </a:lnTo>
                <a:lnTo>
                  <a:pt x="52182" y="28371"/>
                </a:lnTo>
                <a:lnTo>
                  <a:pt x="52182" y="18914"/>
                </a:lnTo>
                <a:lnTo>
                  <a:pt x="37951" y="18914"/>
                </a:lnTo>
                <a:lnTo>
                  <a:pt x="37951" y="23642"/>
                </a:lnTo>
                <a:lnTo>
                  <a:pt x="33207" y="23642"/>
                </a:lnTo>
                <a:lnTo>
                  <a:pt x="33207" y="28371"/>
                </a:lnTo>
                <a:lnTo>
                  <a:pt x="28463" y="28371"/>
                </a:lnTo>
                <a:lnTo>
                  <a:pt x="28463" y="33099"/>
                </a:lnTo>
                <a:lnTo>
                  <a:pt x="23719" y="33099"/>
                </a:lnTo>
                <a:lnTo>
                  <a:pt x="23719" y="47285"/>
                </a:lnTo>
                <a:lnTo>
                  <a:pt x="18975" y="47285"/>
                </a:lnTo>
                <a:lnTo>
                  <a:pt x="18975" y="56741"/>
                </a:lnTo>
                <a:lnTo>
                  <a:pt x="14232" y="56741"/>
                </a:lnTo>
                <a:lnTo>
                  <a:pt x="14232" y="61470"/>
                </a:lnTo>
                <a:lnTo>
                  <a:pt x="0" y="61470"/>
                </a:lnTo>
                <a:lnTo>
                  <a:pt x="0" y="37828"/>
                </a:lnTo>
                <a:lnTo>
                  <a:pt x="4744" y="37828"/>
                </a:lnTo>
                <a:lnTo>
                  <a:pt x="4744" y="33099"/>
                </a:lnTo>
                <a:lnTo>
                  <a:pt x="9488" y="33099"/>
                </a:lnTo>
                <a:lnTo>
                  <a:pt x="9488" y="23642"/>
                </a:lnTo>
                <a:lnTo>
                  <a:pt x="14232" y="23642"/>
                </a:lnTo>
                <a:lnTo>
                  <a:pt x="14232" y="18914"/>
                </a:lnTo>
                <a:lnTo>
                  <a:pt x="18975" y="18914"/>
                </a:lnTo>
                <a:lnTo>
                  <a:pt x="18975" y="14185"/>
                </a:lnTo>
                <a:lnTo>
                  <a:pt x="23719" y="14185"/>
                </a:lnTo>
                <a:lnTo>
                  <a:pt x="23719" y="945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rnd">
            <a:noFill/>
            <a:round/>
          </a:ln>
        </p:spPr>
      </p:sp>
      <p:sp>
        <p:nvSpPr>
          <p:cNvPr id="437" name="Text V">
            <a:extLst xmlns:a="http://schemas.openxmlformats.org/drawingml/2006/main">
              <a:ext uri="{FF2B5EF4-FFF2-40B4-BE49-F238E27FC236}">
                <a16:creationId xmlns:a16="http://schemas.microsoft.com/office/drawing/2014/main" id="{DBC810B4-C18C-4D56-A5F3-1F12C8DD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294" y="4581732"/>
            <a:ext cx="167306" cy="155080"/>
          </a:xfrm>
          <a:custGeom xmlns:a="http://schemas.openxmlformats.org/drawingml/2006/main">
            <a:pathLst>
              <a:path w="167306" h="155080">
                <a:moveTo>
                  <a:pt x="1464" y="0"/>
                </a:moveTo>
                <a:lnTo>
                  <a:pt x="0" y="5514"/>
                </a:lnTo>
                <a:cubicBezTo>
                  <a:pt x="4682" y="6205"/>
                  <a:pt x="7900" y="7355"/>
                  <a:pt x="10238" y="9420"/>
                </a:cubicBezTo>
                <a:cubicBezTo>
                  <a:pt x="12287" y="11260"/>
                  <a:pt x="13751" y="14016"/>
                  <a:pt x="14920" y="17462"/>
                </a:cubicBezTo>
                <a:cubicBezTo>
                  <a:pt x="15795" y="20908"/>
                  <a:pt x="16674" y="25044"/>
                  <a:pt x="16964" y="29868"/>
                </a:cubicBezTo>
                <a:lnTo>
                  <a:pt x="26618" y="155080"/>
                </a:lnTo>
                <a:lnTo>
                  <a:pt x="45630" y="155080"/>
                </a:lnTo>
                <a:lnTo>
                  <a:pt x="136886" y="30787"/>
                </a:lnTo>
                <a:cubicBezTo>
                  <a:pt x="143032" y="22517"/>
                  <a:pt x="147419" y="17002"/>
                  <a:pt x="150342" y="14016"/>
                </a:cubicBezTo>
                <a:cubicBezTo>
                  <a:pt x="153265" y="11260"/>
                  <a:pt x="155899" y="9192"/>
                  <a:pt x="158237" y="7814"/>
                </a:cubicBezTo>
                <a:cubicBezTo>
                  <a:pt x="160580" y="6664"/>
                  <a:pt x="162919" y="5974"/>
                  <a:pt x="165552" y="5514"/>
                </a:cubicBezTo>
                <a:lnTo>
                  <a:pt x="167306" y="0"/>
                </a:lnTo>
                <a:lnTo>
                  <a:pt x="108809" y="0"/>
                </a:lnTo>
                <a:lnTo>
                  <a:pt x="107055" y="5514"/>
                </a:lnTo>
                <a:cubicBezTo>
                  <a:pt x="112317" y="6205"/>
                  <a:pt x="115829" y="7583"/>
                  <a:pt x="118168" y="9420"/>
                </a:cubicBezTo>
                <a:cubicBezTo>
                  <a:pt x="120217" y="11488"/>
                  <a:pt x="121386" y="13788"/>
                  <a:pt x="121386" y="16775"/>
                </a:cubicBezTo>
                <a:cubicBezTo>
                  <a:pt x="121386" y="19758"/>
                  <a:pt x="120507" y="22976"/>
                  <a:pt x="118753" y="26653"/>
                </a:cubicBezTo>
                <a:cubicBezTo>
                  <a:pt x="116999" y="30327"/>
                  <a:pt x="114366" y="34692"/>
                  <a:pt x="110563" y="39978"/>
                </a:cubicBezTo>
                <a:lnTo>
                  <a:pt x="48848" y="127511"/>
                </a:lnTo>
                <a:lnTo>
                  <a:pt x="47384" y="127511"/>
                </a:lnTo>
                <a:lnTo>
                  <a:pt x="47384" y="118551"/>
                </a:lnTo>
                <a:lnTo>
                  <a:pt x="42997" y="31018"/>
                </a:lnTo>
                <a:cubicBezTo>
                  <a:pt x="42997" y="29409"/>
                  <a:pt x="42997" y="27800"/>
                  <a:pt x="42997" y="26422"/>
                </a:cubicBezTo>
                <a:cubicBezTo>
                  <a:pt x="42997" y="21598"/>
                  <a:pt x="43292" y="17921"/>
                  <a:pt x="44461" y="15165"/>
                </a:cubicBezTo>
                <a:cubicBezTo>
                  <a:pt x="45336" y="12179"/>
                  <a:pt x="47094" y="10110"/>
                  <a:pt x="49138" y="8501"/>
                </a:cubicBezTo>
                <a:cubicBezTo>
                  <a:pt x="51481" y="6892"/>
                  <a:pt x="54989" y="5974"/>
                  <a:pt x="59086" y="5514"/>
                </a:cubicBezTo>
                <a:lnTo>
                  <a:pt x="60546" y="0"/>
                </a:lnTo>
                <a:lnTo>
                  <a:pt x="1464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Text V">
            <a:extLst xmlns:a="http://schemas.openxmlformats.org/drawingml/2006/main">
              <a:ext uri="{FF2B5EF4-FFF2-40B4-BE49-F238E27FC236}">
                <a16:creationId xmlns:a16="http://schemas.microsoft.com/office/drawing/2014/main" id="{94178633-E524-4191-BEFA-C9073681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724" y="4454931"/>
            <a:ext cx="167306" cy="155080"/>
          </a:xfrm>
          <a:custGeom xmlns:a="http://schemas.openxmlformats.org/drawingml/2006/main">
            <a:pathLst>
              <a:path w="167306" h="155080">
                <a:moveTo>
                  <a:pt x="1464" y="0"/>
                </a:moveTo>
                <a:lnTo>
                  <a:pt x="0" y="5514"/>
                </a:lnTo>
                <a:cubicBezTo>
                  <a:pt x="4682" y="6205"/>
                  <a:pt x="7900" y="7355"/>
                  <a:pt x="10238" y="9420"/>
                </a:cubicBezTo>
                <a:cubicBezTo>
                  <a:pt x="12287" y="11260"/>
                  <a:pt x="13751" y="14016"/>
                  <a:pt x="14920" y="17462"/>
                </a:cubicBezTo>
                <a:cubicBezTo>
                  <a:pt x="15795" y="20908"/>
                  <a:pt x="16674" y="25044"/>
                  <a:pt x="16964" y="29868"/>
                </a:cubicBezTo>
                <a:lnTo>
                  <a:pt x="26618" y="155080"/>
                </a:lnTo>
                <a:lnTo>
                  <a:pt x="45630" y="155080"/>
                </a:lnTo>
                <a:lnTo>
                  <a:pt x="136886" y="30787"/>
                </a:lnTo>
                <a:cubicBezTo>
                  <a:pt x="143032" y="22517"/>
                  <a:pt x="147419" y="17002"/>
                  <a:pt x="150342" y="14016"/>
                </a:cubicBezTo>
                <a:cubicBezTo>
                  <a:pt x="153265" y="11260"/>
                  <a:pt x="155899" y="9192"/>
                  <a:pt x="158237" y="7814"/>
                </a:cubicBezTo>
                <a:cubicBezTo>
                  <a:pt x="160580" y="6664"/>
                  <a:pt x="162919" y="5974"/>
                  <a:pt x="165552" y="5514"/>
                </a:cubicBezTo>
                <a:lnTo>
                  <a:pt x="167306" y="0"/>
                </a:lnTo>
                <a:lnTo>
                  <a:pt x="108809" y="0"/>
                </a:lnTo>
                <a:lnTo>
                  <a:pt x="107055" y="5514"/>
                </a:lnTo>
                <a:cubicBezTo>
                  <a:pt x="112317" y="6205"/>
                  <a:pt x="115829" y="7583"/>
                  <a:pt x="118168" y="9420"/>
                </a:cubicBezTo>
                <a:cubicBezTo>
                  <a:pt x="120217" y="11488"/>
                  <a:pt x="121386" y="13788"/>
                  <a:pt x="121386" y="16775"/>
                </a:cubicBezTo>
                <a:cubicBezTo>
                  <a:pt x="121386" y="19758"/>
                  <a:pt x="120507" y="22976"/>
                  <a:pt x="118753" y="26653"/>
                </a:cubicBezTo>
                <a:cubicBezTo>
                  <a:pt x="116999" y="30327"/>
                  <a:pt x="114366" y="34692"/>
                  <a:pt x="110563" y="39978"/>
                </a:cubicBezTo>
                <a:lnTo>
                  <a:pt x="48848" y="127511"/>
                </a:lnTo>
                <a:lnTo>
                  <a:pt x="47384" y="127511"/>
                </a:lnTo>
                <a:lnTo>
                  <a:pt x="47384" y="118551"/>
                </a:lnTo>
                <a:lnTo>
                  <a:pt x="42997" y="31018"/>
                </a:lnTo>
                <a:cubicBezTo>
                  <a:pt x="42997" y="29409"/>
                  <a:pt x="42997" y="27800"/>
                  <a:pt x="42997" y="26422"/>
                </a:cubicBezTo>
                <a:cubicBezTo>
                  <a:pt x="42997" y="21598"/>
                  <a:pt x="43292" y="17921"/>
                  <a:pt x="44461" y="15165"/>
                </a:cubicBezTo>
                <a:cubicBezTo>
                  <a:pt x="45336" y="12179"/>
                  <a:pt x="47094" y="10110"/>
                  <a:pt x="49138" y="8501"/>
                </a:cubicBezTo>
                <a:cubicBezTo>
                  <a:pt x="51481" y="6892"/>
                  <a:pt x="54989" y="5974"/>
                  <a:pt x="59086" y="5514"/>
                </a:cubicBezTo>
                <a:lnTo>
                  <a:pt x="60546" y="0"/>
                </a:lnTo>
                <a:lnTo>
                  <a:pt x="1464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Text V">
            <a:extLst xmlns:a="http://schemas.openxmlformats.org/drawingml/2006/main">
              <a:ext uri="{FF2B5EF4-FFF2-40B4-BE49-F238E27FC236}">
                <a16:creationId xmlns:a16="http://schemas.microsoft.com/office/drawing/2014/main" id="{DFB6CDB8-12D7-4074-BCC4-E99BBAA5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061" y="3677431"/>
            <a:ext cx="167306" cy="155080"/>
          </a:xfrm>
          <a:custGeom xmlns:a="http://schemas.openxmlformats.org/drawingml/2006/main">
            <a:pathLst>
              <a:path w="167306" h="155080">
                <a:moveTo>
                  <a:pt x="1464" y="0"/>
                </a:moveTo>
                <a:lnTo>
                  <a:pt x="0" y="5514"/>
                </a:lnTo>
                <a:cubicBezTo>
                  <a:pt x="4682" y="6205"/>
                  <a:pt x="7900" y="7355"/>
                  <a:pt x="10238" y="9420"/>
                </a:cubicBezTo>
                <a:cubicBezTo>
                  <a:pt x="12287" y="11260"/>
                  <a:pt x="13751" y="14016"/>
                  <a:pt x="14920" y="17462"/>
                </a:cubicBezTo>
                <a:cubicBezTo>
                  <a:pt x="15795" y="20908"/>
                  <a:pt x="16674" y="25044"/>
                  <a:pt x="16964" y="29868"/>
                </a:cubicBezTo>
                <a:lnTo>
                  <a:pt x="26618" y="155080"/>
                </a:lnTo>
                <a:lnTo>
                  <a:pt x="45630" y="155080"/>
                </a:lnTo>
                <a:lnTo>
                  <a:pt x="136886" y="30787"/>
                </a:lnTo>
                <a:cubicBezTo>
                  <a:pt x="143032" y="22517"/>
                  <a:pt x="147419" y="17002"/>
                  <a:pt x="150342" y="14016"/>
                </a:cubicBezTo>
                <a:cubicBezTo>
                  <a:pt x="153265" y="11260"/>
                  <a:pt x="155899" y="9192"/>
                  <a:pt x="158237" y="7814"/>
                </a:cubicBezTo>
                <a:cubicBezTo>
                  <a:pt x="160580" y="6664"/>
                  <a:pt x="162919" y="5974"/>
                  <a:pt x="165552" y="5514"/>
                </a:cubicBezTo>
                <a:lnTo>
                  <a:pt x="167306" y="0"/>
                </a:lnTo>
                <a:lnTo>
                  <a:pt x="108809" y="0"/>
                </a:lnTo>
                <a:lnTo>
                  <a:pt x="107055" y="5514"/>
                </a:lnTo>
                <a:cubicBezTo>
                  <a:pt x="112317" y="6205"/>
                  <a:pt x="115829" y="7583"/>
                  <a:pt x="118168" y="9420"/>
                </a:cubicBezTo>
                <a:cubicBezTo>
                  <a:pt x="120217" y="11488"/>
                  <a:pt x="121386" y="13788"/>
                  <a:pt x="121386" y="16775"/>
                </a:cubicBezTo>
                <a:cubicBezTo>
                  <a:pt x="121386" y="19758"/>
                  <a:pt x="120507" y="22976"/>
                  <a:pt x="118753" y="26653"/>
                </a:cubicBezTo>
                <a:cubicBezTo>
                  <a:pt x="116999" y="30327"/>
                  <a:pt x="114366" y="34692"/>
                  <a:pt x="110563" y="39978"/>
                </a:cubicBezTo>
                <a:lnTo>
                  <a:pt x="48848" y="127511"/>
                </a:lnTo>
                <a:lnTo>
                  <a:pt x="47384" y="127511"/>
                </a:lnTo>
                <a:lnTo>
                  <a:pt x="47384" y="118551"/>
                </a:lnTo>
                <a:lnTo>
                  <a:pt x="42997" y="31018"/>
                </a:lnTo>
                <a:cubicBezTo>
                  <a:pt x="42997" y="29409"/>
                  <a:pt x="42997" y="27800"/>
                  <a:pt x="42997" y="26422"/>
                </a:cubicBezTo>
                <a:cubicBezTo>
                  <a:pt x="42997" y="21598"/>
                  <a:pt x="43292" y="17921"/>
                  <a:pt x="44461" y="15165"/>
                </a:cubicBezTo>
                <a:cubicBezTo>
                  <a:pt x="45336" y="12179"/>
                  <a:pt x="47094" y="10110"/>
                  <a:pt x="49138" y="8501"/>
                </a:cubicBezTo>
                <a:cubicBezTo>
                  <a:pt x="51481" y="6892"/>
                  <a:pt x="54989" y="5974"/>
                  <a:pt x="59086" y="5514"/>
                </a:cubicBezTo>
                <a:lnTo>
                  <a:pt x="60546" y="0"/>
                </a:lnTo>
                <a:lnTo>
                  <a:pt x="1464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609987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2026-09-08T03:58:50.5070000Z</dcterms:created>
  <dcterms:modified xsi:type="dcterms:W3CDTF">2026-09-08T03:58:50.5070000Z</dcterms:modified>
</coreProperties>
</file>