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e1f76f13c94b39" /><Relationship Type="http://schemas.openxmlformats.org/officeDocument/2006/relationships/extended-properties" Target="/docProps/app.xml" Id="R37150f31058c4835" /><Relationship Type="http://schemas.openxmlformats.org/officeDocument/2006/relationships/officeDocument" Target="/ppt/presentation.xml" Id="R7ba6334f567042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477d06f6c347f2"/>
  </p:sldMasterIdLst>
  <p:notesMasterIdLst>
    <p:notesMasterId xmlns:r="http://schemas.openxmlformats.org/officeDocument/2006/relationships" r:id="R0800119e1db146f9"/>
  </p:notesMasterIdLst>
  <p:sldIdLst>
    <p:sldId xmlns:r="http://schemas.openxmlformats.org/officeDocument/2006/relationships" id="256" r:id="R648738e89e574044"/>
  </p:sldIdLst>
  <p:sldSz cx="7858125" cy="3543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8f564793974944" /><Relationship Type="http://schemas.openxmlformats.org/officeDocument/2006/relationships/slideMaster" Target="/ppt/slideMasters/slideMaster1.xml" Id="R29477d06f6c347f2" /><Relationship Type="http://schemas.openxmlformats.org/officeDocument/2006/relationships/notesMaster" Target="/ppt/notesMasters/notesMaster1.xml" Id="R0800119e1db146f9" /><Relationship Type="http://schemas.openxmlformats.org/officeDocument/2006/relationships/presProps" Target="/ppt/presProps.xml" Id="R0bbf6daeee4b409d" /><Relationship Type="http://schemas.openxmlformats.org/officeDocument/2006/relationships/tableStyles" Target="/ppt/tableStyles.xml" Id="Ra4a71c1e04b34488" /><Relationship Type="http://schemas.openxmlformats.org/officeDocument/2006/relationships/slide" Target="/ppt/slides/slide1.xml" Id="R648738e89e5740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17e3e818de45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efaecacfab45fb" /><Relationship Type="http://schemas.openxmlformats.org/officeDocument/2006/relationships/notesMaster" Target="/ppt/notesMasters/notesMaster1.xml" Id="Ra2e41504c06a4af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素材ID：AI-058</ns1:t>
            </ns1:r>
          </ns1:p>
          <ns1:p>
            <ns1:r>
              <ns1:t>论文：Byte Latent Transformer: Patches Scale Better Than Tokens</ns1:t>
            </ns1:r>
          </ns1:p>
          <ns1:p>
            <ns1:r>
              <ns1:t>会议：ACL 2025</ns1:t>
            </ns1:r>
          </ns1:p>
          <ns1:p>
            <ns1:r>
              <ns1:t>奖项：Outstanding Paper</ns1:t>
            </ns1:r>
          </ns1:p>
          <ns1:p>
            <ns1:r>
              <ns1:t>图号：Figure 4，PDF第5页</ns1:t>
            </ns1:r>
          </ns1:p>
          <ns1:p>
            <ns1:r>
              <ns1:t>类型：方法细节</ns1:t>
            </ns1:r>
          </ns1:p>
          <ns1:p>
            <ns1:r>
              <ns1:t>借鉴点：并排放大编码端与解码端，用词元块、池化及拆分/掩码标签解释query和key/value的角色互换。</ns1:t>
            </ns1:r>
          </ns1:p>
          <ns1:p>
            <ns1:r>
              <ns1:t>论文URL：https://aclanthology.org/2025.acl-long.453/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d415788f045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e84334c7a8402f" /><Relationship Type="http://schemas.openxmlformats.org/officeDocument/2006/relationships/slideLayout" Target="/ppt/slideLayouts/slideLayout1.xml" Id="R1cb15aaadbf641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b15aaadbf641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3e4d2771e468f" /><Relationship Type="http://schemas.openxmlformats.org/officeDocument/2006/relationships/notesSlide" Target="/ppt/notesSlides/notesSlide1.xml" Id="R407973ce6be446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D4BB8-ABE7-4EE6-A238-B0929871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8" y="24145"/>
            <a:ext cx="7777082" cy="3463564"/>
          </a:xfrm>
          <a:custGeom xmlns:a="http://schemas.openxmlformats.org/drawingml/2006/main">
            <a:pathLst>
              <a:path w="7777082" h="3463564">
                <a:moveTo>
                  <a:pt x="0" y="3463564"/>
                </a:moveTo>
                <a:lnTo>
                  <a:pt x="0" y="0"/>
                </a:lnTo>
                <a:lnTo>
                  <a:pt x="7777082" y="0"/>
                </a:lnTo>
                <a:lnTo>
                  <a:pt x="7777082" y="3463564"/>
                </a:lnTo>
                <a:lnTo>
                  <a:pt x="0" y="34635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91FA4-C788-4CA6-B56B-696F1B82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56" y="791990"/>
            <a:ext cx="3843398" cy="2002277"/>
          </a:xfrm>
          <a:custGeom xmlns:a="http://schemas.openxmlformats.org/drawingml/2006/main">
            <a:pathLst>
              <a:path w="3843398" h="2002277">
                <a:moveTo>
                  <a:pt x="192988" y="0"/>
                </a:moveTo>
                <a:lnTo>
                  <a:pt x="3650442" y="0"/>
                </a:lnTo>
                <a:cubicBezTo>
                  <a:pt x="3701617" y="0"/>
                  <a:pt x="3750697" y="20329"/>
                  <a:pt x="3786883" y="56516"/>
                </a:cubicBezTo>
                <a:cubicBezTo>
                  <a:pt x="3823069" y="92702"/>
                  <a:pt x="3843398" y="141781"/>
                  <a:pt x="3843398" y="192956"/>
                </a:cubicBezTo>
                <a:lnTo>
                  <a:pt x="3843398" y="2002245"/>
                </a:lnTo>
                <a:cubicBezTo>
                  <a:pt x="3843398" y="2002262"/>
                  <a:pt x="3843384" y="2002277"/>
                  <a:pt x="3843367" y="2002277"/>
                </a:cubicBezTo>
                <a:lnTo>
                  <a:pt x="32" y="2002245"/>
                </a:lnTo>
                <a:cubicBezTo>
                  <a:pt x="14" y="2002245"/>
                  <a:pt x="0" y="2002231"/>
                  <a:pt x="0" y="2002213"/>
                </a:cubicBezTo>
                <a:lnTo>
                  <a:pt x="32" y="192956"/>
                </a:lnTo>
                <a:cubicBezTo>
                  <a:pt x="32" y="86390"/>
                  <a:pt x="86421" y="0"/>
                  <a:pt x="192988" y="0"/>
                </a:cubicBezTo>
                <a:close/>
              </a:path>
            </a:pathLst>
          </a:custGeom>
          <a:solidFill xmlns:a="http://schemas.openxmlformats.org/drawingml/2006/main">
            <a:srgbClr val="FFF2CC">
              <a:alpha val="354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A1170-D1E9-4C56-8EF3-35E3FD26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56" y="791990"/>
            <a:ext cx="3843398" cy="2002277"/>
          </a:xfrm>
          <a:custGeom xmlns:a="http://schemas.openxmlformats.org/drawingml/2006/main">
            <a:pathLst>
              <a:path w="3843398" h="2002277" fill="none">
                <a:moveTo>
                  <a:pt x="192988" y="0"/>
                </a:moveTo>
                <a:lnTo>
                  <a:pt x="3650442" y="0"/>
                </a:lnTo>
                <a:cubicBezTo>
                  <a:pt x="3701617" y="0"/>
                  <a:pt x="3750697" y="20329"/>
                  <a:pt x="3786883" y="56516"/>
                </a:cubicBezTo>
                <a:cubicBezTo>
                  <a:pt x="3823069" y="92702"/>
                  <a:pt x="3843398" y="141781"/>
                  <a:pt x="3843398" y="192956"/>
                </a:cubicBezTo>
                <a:lnTo>
                  <a:pt x="3843398" y="2002245"/>
                </a:lnTo>
                <a:cubicBezTo>
                  <a:pt x="3843398" y="2002262"/>
                  <a:pt x="3843384" y="2002277"/>
                  <a:pt x="3843367" y="2002277"/>
                </a:cubicBezTo>
                <a:lnTo>
                  <a:pt x="32" y="2002245"/>
                </a:lnTo>
                <a:cubicBezTo>
                  <a:pt x="14" y="2002245"/>
                  <a:pt x="0" y="2002231"/>
                  <a:pt x="0" y="2002213"/>
                </a:cubicBezTo>
                <a:lnTo>
                  <a:pt x="32" y="192956"/>
                </a:lnTo>
                <a:cubicBezTo>
                  <a:pt x="32" y="86390"/>
                  <a:pt x="86421" y="0"/>
                  <a:pt x="19298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F06F1-B6F4-4B4A-8714-9BCA709F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004" y="1680636"/>
            <a:ext cx="3700815" cy="813647"/>
          </a:xfrm>
          <a:custGeom xmlns:a="http://schemas.openxmlformats.org/drawingml/2006/main">
            <a:pathLst>
              <a:path w="3700815" h="813647">
                <a:moveTo>
                  <a:pt x="0" y="135611"/>
                </a:moveTo>
                <a:lnTo>
                  <a:pt x="0" y="135611"/>
                </a:lnTo>
                <a:cubicBezTo>
                  <a:pt x="0" y="60715"/>
                  <a:pt x="60715" y="0"/>
                  <a:pt x="135610" y="0"/>
                </a:cubicBezTo>
                <a:lnTo>
                  <a:pt x="3565205" y="0"/>
                </a:lnTo>
                <a:cubicBezTo>
                  <a:pt x="3601170" y="0"/>
                  <a:pt x="3635664" y="14288"/>
                  <a:pt x="3661096" y="39719"/>
                </a:cubicBezTo>
                <a:cubicBezTo>
                  <a:pt x="3686527" y="65151"/>
                  <a:pt x="3700815" y="99644"/>
                  <a:pt x="3700815" y="135611"/>
                </a:cubicBezTo>
                <a:lnTo>
                  <a:pt x="3700815" y="678037"/>
                </a:lnTo>
                <a:cubicBezTo>
                  <a:pt x="3700815" y="752932"/>
                  <a:pt x="3640101" y="813647"/>
                  <a:pt x="3565205" y="813647"/>
                </a:cubicBezTo>
                <a:lnTo>
                  <a:pt x="135610" y="813647"/>
                </a:lnTo>
                <a:cubicBezTo>
                  <a:pt x="60715" y="813647"/>
                  <a:pt x="0" y="752932"/>
                  <a:pt x="0" y="678037"/>
                </a:cubicBezTo>
                <a:lnTo>
                  <a:pt x="0" y="13561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E4E87-209A-41EA-B9C0-D66BB00C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004" y="1680636"/>
            <a:ext cx="3700815" cy="813647"/>
          </a:xfrm>
          <a:custGeom xmlns:a="http://schemas.openxmlformats.org/drawingml/2006/main">
            <a:pathLst>
              <a:path w="3700815" h="813647" fill="none">
                <a:moveTo>
                  <a:pt x="0" y="135611"/>
                </a:moveTo>
                <a:lnTo>
                  <a:pt x="0" y="135611"/>
                </a:lnTo>
                <a:cubicBezTo>
                  <a:pt x="0" y="60715"/>
                  <a:pt x="60715" y="0"/>
                  <a:pt x="135610" y="0"/>
                </a:cubicBezTo>
                <a:lnTo>
                  <a:pt x="3565205" y="0"/>
                </a:lnTo>
                <a:cubicBezTo>
                  <a:pt x="3601170" y="0"/>
                  <a:pt x="3635664" y="14288"/>
                  <a:pt x="3661096" y="39719"/>
                </a:cubicBezTo>
                <a:cubicBezTo>
                  <a:pt x="3686527" y="65151"/>
                  <a:pt x="3700815" y="99644"/>
                  <a:pt x="3700815" y="135611"/>
                </a:cubicBezTo>
                <a:lnTo>
                  <a:pt x="3700815" y="678037"/>
                </a:lnTo>
                <a:cubicBezTo>
                  <a:pt x="3700815" y="752932"/>
                  <a:pt x="3640101" y="813647"/>
                  <a:pt x="3565205" y="813647"/>
                </a:cubicBezTo>
                <a:lnTo>
                  <a:pt x="135610" y="813647"/>
                </a:lnTo>
                <a:cubicBezTo>
                  <a:pt x="60715" y="813647"/>
                  <a:pt x="0" y="752932"/>
                  <a:pt x="0" y="678037"/>
                </a:cubicBezTo>
                <a:lnTo>
                  <a:pt x="0" y="1356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6" name="Text DecoderPatchCrossAttention">
            <a:extLst xmlns:a="http://schemas.openxmlformats.org/drawingml/2006/main">
              <a:ext uri="{FF2B5EF4-FFF2-40B4-BE49-F238E27FC236}">
                <a16:creationId xmlns:a16="http://schemas.microsoft.com/office/drawing/2014/main" id="{F4F7EDB6-575F-4FE4-B44B-78B93B11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675" y="1764624"/>
            <a:ext cx="2585209" cy="141562"/>
          </a:xfrm>
          <a:custGeom xmlns:a="http://schemas.openxmlformats.org/drawingml/2006/main">
            <a:pathLst>
              <a:path w="2585209" h="141562">
                <a:moveTo>
                  <a:pt x="0" y="139321"/>
                </a:moveTo>
                <a:lnTo>
                  <a:pt x="0" y="2428"/>
                </a:lnTo>
                <a:lnTo>
                  <a:pt x="47156" y="2428"/>
                </a:lnTo>
                <a:cubicBezTo>
                  <a:pt x="57801" y="2428"/>
                  <a:pt x="65925" y="3081"/>
                  <a:pt x="71528" y="4389"/>
                </a:cubicBezTo>
                <a:cubicBezTo>
                  <a:pt x="79372" y="6194"/>
                  <a:pt x="86064" y="9462"/>
                  <a:pt x="91605" y="14194"/>
                </a:cubicBezTo>
                <a:cubicBezTo>
                  <a:pt x="98826" y="20294"/>
                  <a:pt x="104226" y="28091"/>
                  <a:pt x="107806" y="37585"/>
                </a:cubicBezTo>
                <a:cubicBezTo>
                  <a:pt x="111385" y="47078"/>
                  <a:pt x="113175" y="57926"/>
                  <a:pt x="113175" y="70127"/>
                </a:cubicBezTo>
                <a:cubicBezTo>
                  <a:pt x="113175" y="80524"/>
                  <a:pt x="111961" y="89737"/>
                  <a:pt x="109533" y="97768"/>
                </a:cubicBezTo>
                <a:cubicBezTo>
                  <a:pt x="107105" y="105798"/>
                  <a:pt x="103993" y="112444"/>
                  <a:pt x="100195" y="117704"/>
                </a:cubicBezTo>
                <a:cubicBezTo>
                  <a:pt x="96398" y="122964"/>
                  <a:pt x="92243" y="127104"/>
                  <a:pt x="87729" y="130123"/>
                </a:cubicBezTo>
                <a:cubicBezTo>
                  <a:pt x="83216" y="133143"/>
                  <a:pt x="77769" y="135430"/>
                  <a:pt x="71388" y="136987"/>
                </a:cubicBezTo>
                <a:cubicBezTo>
                  <a:pt x="65007" y="138543"/>
                  <a:pt x="57677" y="139321"/>
                  <a:pt x="49397" y="139321"/>
                </a:cubicBezTo>
                <a:lnTo>
                  <a:pt x="0" y="139321"/>
                </a:lnTo>
                <a:moveTo>
                  <a:pt x="18115" y="123073"/>
                </a:moveTo>
                <a:lnTo>
                  <a:pt x="47343" y="123073"/>
                </a:lnTo>
                <a:cubicBezTo>
                  <a:pt x="56370" y="123073"/>
                  <a:pt x="63451" y="122235"/>
                  <a:pt x="68587" y="120558"/>
                </a:cubicBezTo>
                <a:cubicBezTo>
                  <a:pt x="73723" y="118879"/>
                  <a:pt x="77816" y="116517"/>
                  <a:pt x="80866" y="113473"/>
                </a:cubicBezTo>
                <a:cubicBezTo>
                  <a:pt x="85161" y="109185"/>
                  <a:pt x="88508" y="103422"/>
                  <a:pt x="90904" y="96183"/>
                </a:cubicBezTo>
                <a:cubicBezTo>
                  <a:pt x="93301" y="88942"/>
                  <a:pt x="94499" y="80165"/>
                  <a:pt x="94499" y="69850"/>
                </a:cubicBezTo>
                <a:cubicBezTo>
                  <a:pt x="94499" y="55557"/>
                  <a:pt x="92149" y="44574"/>
                  <a:pt x="87449" y="36899"/>
                </a:cubicBezTo>
                <a:cubicBezTo>
                  <a:pt x="82749" y="29225"/>
                  <a:pt x="77037" y="24082"/>
                  <a:pt x="70314" y="21471"/>
                </a:cubicBezTo>
                <a:cubicBezTo>
                  <a:pt x="65459" y="19608"/>
                  <a:pt x="57646" y="18676"/>
                  <a:pt x="46876" y="18676"/>
                </a:cubicBezTo>
                <a:lnTo>
                  <a:pt x="18115" y="18676"/>
                </a:lnTo>
                <a:lnTo>
                  <a:pt x="18115" y="123073"/>
                </a:lnTo>
                <a:close/>
                <a:moveTo>
                  <a:pt x="203814" y="107199"/>
                </a:moveTo>
                <a:lnTo>
                  <a:pt x="221182" y="109440"/>
                </a:lnTo>
                <a:cubicBezTo>
                  <a:pt x="218443" y="119616"/>
                  <a:pt x="213370" y="127515"/>
                  <a:pt x="205962" y="133135"/>
                </a:cubicBezTo>
                <a:cubicBezTo>
                  <a:pt x="198554" y="138753"/>
                  <a:pt x="189091" y="141562"/>
                  <a:pt x="177574" y="141562"/>
                </a:cubicBezTo>
                <a:cubicBezTo>
                  <a:pt x="163070" y="141562"/>
                  <a:pt x="151568" y="137096"/>
                  <a:pt x="143071" y="128162"/>
                </a:cubicBezTo>
                <a:cubicBezTo>
                  <a:pt x="134574" y="119229"/>
                  <a:pt x="130325" y="106701"/>
                  <a:pt x="130325" y="90577"/>
                </a:cubicBezTo>
                <a:cubicBezTo>
                  <a:pt x="130325" y="73894"/>
                  <a:pt x="134620" y="60945"/>
                  <a:pt x="143211" y="51732"/>
                </a:cubicBezTo>
                <a:cubicBezTo>
                  <a:pt x="151802" y="42518"/>
                  <a:pt x="162945" y="37912"/>
                  <a:pt x="176641" y="37912"/>
                </a:cubicBezTo>
                <a:cubicBezTo>
                  <a:pt x="189900" y="37912"/>
                  <a:pt x="200732" y="42418"/>
                  <a:pt x="209137" y="51431"/>
                </a:cubicBezTo>
                <a:cubicBezTo>
                  <a:pt x="217541" y="60442"/>
                  <a:pt x="221743" y="73120"/>
                  <a:pt x="221743" y="89466"/>
                </a:cubicBezTo>
                <a:cubicBezTo>
                  <a:pt x="221743" y="90460"/>
                  <a:pt x="221712" y="91951"/>
                  <a:pt x="221649" y="93939"/>
                </a:cubicBezTo>
                <a:lnTo>
                  <a:pt x="147693" y="93939"/>
                </a:lnTo>
                <a:cubicBezTo>
                  <a:pt x="148316" y="104864"/>
                  <a:pt x="151397" y="113230"/>
                  <a:pt x="156938" y="119035"/>
                </a:cubicBezTo>
                <a:cubicBezTo>
                  <a:pt x="162478" y="124840"/>
                  <a:pt x="169388" y="127742"/>
                  <a:pt x="177668" y="127742"/>
                </a:cubicBezTo>
                <a:cubicBezTo>
                  <a:pt x="183831" y="127742"/>
                  <a:pt x="189091" y="126109"/>
                  <a:pt x="193449" y="122843"/>
                </a:cubicBezTo>
                <a:cubicBezTo>
                  <a:pt x="197807" y="119574"/>
                  <a:pt x="201262" y="114360"/>
                  <a:pt x="203814" y="107199"/>
                </a:cubicBezTo>
                <a:moveTo>
                  <a:pt x="148627" y="80119"/>
                </a:moveTo>
                <a:lnTo>
                  <a:pt x="204001" y="80119"/>
                </a:lnTo>
                <a:cubicBezTo>
                  <a:pt x="203254" y="71804"/>
                  <a:pt x="201137" y="65568"/>
                  <a:pt x="197651" y="61411"/>
                </a:cubicBezTo>
                <a:cubicBezTo>
                  <a:pt x="192297" y="54958"/>
                  <a:pt x="185356" y="51732"/>
                  <a:pt x="176827" y="51732"/>
                </a:cubicBezTo>
                <a:cubicBezTo>
                  <a:pt x="169108" y="51732"/>
                  <a:pt x="162618" y="54308"/>
                  <a:pt x="157358" y="59459"/>
                </a:cubicBezTo>
                <a:cubicBezTo>
                  <a:pt x="152098" y="64608"/>
                  <a:pt x="149187" y="71495"/>
                  <a:pt x="148627" y="80119"/>
                </a:cubicBezTo>
                <a:close/>
                <a:moveTo>
                  <a:pt x="306968" y="102903"/>
                </a:moveTo>
                <a:lnTo>
                  <a:pt x="323496" y="105145"/>
                </a:lnTo>
                <a:cubicBezTo>
                  <a:pt x="321691" y="116537"/>
                  <a:pt x="317069" y="125454"/>
                  <a:pt x="309630" y="131898"/>
                </a:cubicBezTo>
                <a:cubicBezTo>
                  <a:pt x="302190" y="138341"/>
                  <a:pt x="293055" y="141562"/>
                  <a:pt x="282223" y="141562"/>
                </a:cubicBezTo>
                <a:cubicBezTo>
                  <a:pt x="268652" y="141562"/>
                  <a:pt x="257742" y="137127"/>
                  <a:pt x="249494" y="128256"/>
                </a:cubicBezTo>
                <a:cubicBezTo>
                  <a:pt x="241245" y="119385"/>
                  <a:pt x="237121" y="106670"/>
                  <a:pt x="237121" y="90111"/>
                </a:cubicBezTo>
                <a:cubicBezTo>
                  <a:pt x="237121" y="79403"/>
                  <a:pt x="238895" y="70034"/>
                  <a:pt x="242444" y="62004"/>
                </a:cubicBezTo>
                <a:cubicBezTo>
                  <a:pt x="245992" y="53973"/>
                  <a:pt x="251392" y="47950"/>
                  <a:pt x="258645" y="43935"/>
                </a:cubicBezTo>
                <a:cubicBezTo>
                  <a:pt x="265897" y="39919"/>
                  <a:pt x="273788" y="37912"/>
                  <a:pt x="282316" y="37912"/>
                </a:cubicBezTo>
                <a:cubicBezTo>
                  <a:pt x="293086" y="37912"/>
                  <a:pt x="301895" y="40620"/>
                  <a:pt x="308743" y="46036"/>
                </a:cubicBezTo>
                <a:cubicBezTo>
                  <a:pt x="315590" y="51450"/>
                  <a:pt x="319979" y="59138"/>
                  <a:pt x="321909" y="69100"/>
                </a:cubicBezTo>
                <a:lnTo>
                  <a:pt x="305568" y="71715"/>
                </a:lnTo>
                <a:cubicBezTo>
                  <a:pt x="304011" y="65085"/>
                  <a:pt x="301257" y="60097"/>
                  <a:pt x="297304" y="56751"/>
                </a:cubicBezTo>
                <a:cubicBezTo>
                  <a:pt x="293351" y="53405"/>
                  <a:pt x="288573" y="51732"/>
                  <a:pt x="282970" y="51732"/>
                </a:cubicBezTo>
                <a:cubicBezTo>
                  <a:pt x="274504" y="51732"/>
                  <a:pt x="267625" y="54767"/>
                  <a:pt x="262333" y="60836"/>
                </a:cubicBezTo>
                <a:cubicBezTo>
                  <a:pt x="257042" y="66906"/>
                  <a:pt x="254396" y="76508"/>
                  <a:pt x="254396" y="89644"/>
                </a:cubicBezTo>
                <a:cubicBezTo>
                  <a:pt x="254396" y="102966"/>
                  <a:pt x="256948" y="112646"/>
                  <a:pt x="262053" y="118684"/>
                </a:cubicBezTo>
                <a:cubicBezTo>
                  <a:pt x="267158" y="124723"/>
                  <a:pt x="273819" y="127742"/>
                  <a:pt x="282036" y="127742"/>
                </a:cubicBezTo>
                <a:cubicBezTo>
                  <a:pt x="288635" y="127742"/>
                  <a:pt x="294144" y="125711"/>
                  <a:pt x="298564" y="121649"/>
                </a:cubicBezTo>
                <a:cubicBezTo>
                  <a:pt x="302984" y="117587"/>
                  <a:pt x="305786" y="111339"/>
                  <a:pt x="306968" y="102903"/>
                </a:cubicBezTo>
                <a:close/>
                <a:moveTo>
                  <a:pt x="331620" y="89737"/>
                </a:moveTo>
                <a:cubicBezTo>
                  <a:pt x="331620" y="71373"/>
                  <a:pt x="336725" y="57770"/>
                  <a:pt x="346935" y="48930"/>
                </a:cubicBezTo>
                <a:cubicBezTo>
                  <a:pt x="355463" y="41585"/>
                  <a:pt x="365859" y="37912"/>
                  <a:pt x="378123" y="37912"/>
                </a:cubicBezTo>
                <a:cubicBezTo>
                  <a:pt x="391756" y="37912"/>
                  <a:pt x="402900" y="42378"/>
                  <a:pt x="411553" y="51312"/>
                </a:cubicBezTo>
                <a:cubicBezTo>
                  <a:pt x="420206" y="60245"/>
                  <a:pt x="424532" y="72586"/>
                  <a:pt x="424532" y="88336"/>
                </a:cubicBezTo>
                <a:cubicBezTo>
                  <a:pt x="424532" y="101098"/>
                  <a:pt x="422618" y="111136"/>
                  <a:pt x="418790" y="118451"/>
                </a:cubicBezTo>
                <a:cubicBezTo>
                  <a:pt x="414961" y="125766"/>
                  <a:pt x="409389" y="131446"/>
                  <a:pt x="402075" y="135493"/>
                </a:cubicBezTo>
                <a:cubicBezTo>
                  <a:pt x="394760" y="139539"/>
                  <a:pt x="386776" y="141562"/>
                  <a:pt x="378123" y="141562"/>
                </a:cubicBezTo>
                <a:cubicBezTo>
                  <a:pt x="364241" y="141562"/>
                  <a:pt x="353020" y="137111"/>
                  <a:pt x="344460" y="128209"/>
                </a:cubicBezTo>
                <a:cubicBezTo>
                  <a:pt x="335900" y="119307"/>
                  <a:pt x="331620" y="106483"/>
                  <a:pt x="331620" y="89737"/>
                </a:cubicBezTo>
                <a:moveTo>
                  <a:pt x="348895" y="89784"/>
                </a:moveTo>
                <a:cubicBezTo>
                  <a:pt x="348895" y="102468"/>
                  <a:pt x="351666" y="111965"/>
                  <a:pt x="357206" y="118276"/>
                </a:cubicBezTo>
                <a:cubicBezTo>
                  <a:pt x="362747" y="124587"/>
                  <a:pt x="369719" y="127742"/>
                  <a:pt x="378123" y="127742"/>
                </a:cubicBezTo>
                <a:cubicBezTo>
                  <a:pt x="386465" y="127742"/>
                  <a:pt x="393406" y="124571"/>
                  <a:pt x="398947" y="118229"/>
                </a:cubicBezTo>
                <a:cubicBezTo>
                  <a:pt x="404487" y="111887"/>
                  <a:pt x="407257" y="102219"/>
                  <a:pt x="407257" y="89223"/>
                </a:cubicBezTo>
                <a:cubicBezTo>
                  <a:pt x="407257" y="76975"/>
                  <a:pt x="404471" y="67696"/>
                  <a:pt x="398900" y="61385"/>
                </a:cubicBezTo>
                <a:cubicBezTo>
                  <a:pt x="393328" y="55074"/>
                  <a:pt x="386403" y="51919"/>
                  <a:pt x="378123" y="51919"/>
                </a:cubicBezTo>
                <a:cubicBezTo>
                  <a:pt x="369719" y="51919"/>
                  <a:pt x="362747" y="55058"/>
                  <a:pt x="357206" y="61338"/>
                </a:cubicBezTo>
                <a:cubicBezTo>
                  <a:pt x="351666" y="67618"/>
                  <a:pt x="348895" y="77100"/>
                  <a:pt x="348895" y="89784"/>
                </a:cubicBezTo>
                <a:close/>
                <a:moveTo>
                  <a:pt x="508544" y="139321"/>
                </a:moveTo>
                <a:lnTo>
                  <a:pt x="508544" y="126808"/>
                </a:lnTo>
                <a:cubicBezTo>
                  <a:pt x="502257" y="136644"/>
                  <a:pt x="493012" y="141562"/>
                  <a:pt x="480811" y="141562"/>
                </a:cubicBezTo>
                <a:cubicBezTo>
                  <a:pt x="472904" y="141562"/>
                  <a:pt x="465637" y="139383"/>
                  <a:pt x="459007" y="135026"/>
                </a:cubicBezTo>
                <a:cubicBezTo>
                  <a:pt x="452377" y="130668"/>
                  <a:pt x="447241" y="124583"/>
                  <a:pt x="443599" y="116770"/>
                </a:cubicBezTo>
                <a:cubicBezTo>
                  <a:pt x="439957" y="108957"/>
                  <a:pt x="438136" y="99978"/>
                  <a:pt x="438136" y="89830"/>
                </a:cubicBezTo>
                <a:cubicBezTo>
                  <a:pt x="438136" y="79932"/>
                  <a:pt x="439786" y="70952"/>
                  <a:pt x="443086" y="62891"/>
                </a:cubicBezTo>
                <a:cubicBezTo>
                  <a:pt x="446385" y="54829"/>
                  <a:pt x="451334" y="48650"/>
                  <a:pt x="457933" y="44355"/>
                </a:cubicBezTo>
                <a:cubicBezTo>
                  <a:pt x="464532" y="40059"/>
                  <a:pt x="471908" y="37912"/>
                  <a:pt x="480064" y="37912"/>
                </a:cubicBezTo>
                <a:cubicBezTo>
                  <a:pt x="486040" y="37912"/>
                  <a:pt x="491362" y="39181"/>
                  <a:pt x="496031" y="41720"/>
                </a:cubicBezTo>
                <a:cubicBezTo>
                  <a:pt x="500700" y="44257"/>
                  <a:pt x="504498" y="47562"/>
                  <a:pt x="507424" y="51636"/>
                </a:cubicBezTo>
                <a:lnTo>
                  <a:pt x="507424" y="2428"/>
                </a:lnTo>
                <a:lnTo>
                  <a:pt x="524138" y="2428"/>
                </a:lnTo>
                <a:lnTo>
                  <a:pt x="524138" y="139321"/>
                </a:lnTo>
                <a:lnTo>
                  <a:pt x="508544" y="139321"/>
                </a:lnTo>
                <a:moveTo>
                  <a:pt x="455412" y="89877"/>
                </a:moveTo>
                <a:cubicBezTo>
                  <a:pt x="455412" y="102561"/>
                  <a:pt x="458088" y="112043"/>
                  <a:pt x="463442" y="118323"/>
                </a:cubicBezTo>
                <a:cubicBezTo>
                  <a:pt x="468796" y="124602"/>
                  <a:pt x="475114" y="127742"/>
                  <a:pt x="482398" y="127742"/>
                </a:cubicBezTo>
                <a:cubicBezTo>
                  <a:pt x="489744" y="127742"/>
                  <a:pt x="495985" y="124742"/>
                  <a:pt x="501120" y="118743"/>
                </a:cubicBezTo>
                <a:cubicBezTo>
                  <a:pt x="506256" y="112743"/>
                  <a:pt x="508824" y="103587"/>
                  <a:pt x="508824" y="91275"/>
                </a:cubicBezTo>
                <a:cubicBezTo>
                  <a:pt x="508824" y="77721"/>
                  <a:pt x="506210" y="67774"/>
                  <a:pt x="500980" y="61432"/>
                </a:cubicBezTo>
                <a:cubicBezTo>
                  <a:pt x="495751" y="55090"/>
                  <a:pt x="489308" y="51919"/>
                  <a:pt x="481651" y="51919"/>
                </a:cubicBezTo>
                <a:cubicBezTo>
                  <a:pt x="474181" y="51919"/>
                  <a:pt x="467940" y="54965"/>
                  <a:pt x="462929" y="61058"/>
                </a:cubicBezTo>
                <a:cubicBezTo>
                  <a:pt x="457917" y="67151"/>
                  <a:pt x="455412" y="76757"/>
                  <a:pt x="455412" y="89877"/>
                </a:cubicBezTo>
                <a:close/>
                <a:moveTo>
                  <a:pt x="618421" y="107199"/>
                </a:moveTo>
                <a:lnTo>
                  <a:pt x="635790" y="109440"/>
                </a:lnTo>
                <a:cubicBezTo>
                  <a:pt x="633051" y="119616"/>
                  <a:pt x="627977" y="127515"/>
                  <a:pt x="620569" y="133135"/>
                </a:cubicBezTo>
                <a:cubicBezTo>
                  <a:pt x="613161" y="138753"/>
                  <a:pt x="603699" y="141562"/>
                  <a:pt x="592182" y="141562"/>
                </a:cubicBezTo>
                <a:cubicBezTo>
                  <a:pt x="577677" y="141562"/>
                  <a:pt x="566176" y="137096"/>
                  <a:pt x="557679" y="128162"/>
                </a:cubicBezTo>
                <a:cubicBezTo>
                  <a:pt x="549181" y="119229"/>
                  <a:pt x="544932" y="106701"/>
                  <a:pt x="544932" y="90577"/>
                </a:cubicBezTo>
                <a:cubicBezTo>
                  <a:pt x="544932" y="73894"/>
                  <a:pt x="549228" y="60945"/>
                  <a:pt x="557819" y="51732"/>
                </a:cubicBezTo>
                <a:cubicBezTo>
                  <a:pt x="566409" y="42518"/>
                  <a:pt x="577553" y="37912"/>
                  <a:pt x="591248" y="37912"/>
                </a:cubicBezTo>
                <a:cubicBezTo>
                  <a:pt x="604508" y="37912"/>
                  <a:pt x="615340" y="42418"/>
                  <a:pt x="623744" y="51431"/>
                </a:cubicBezTo>
                <a:cubicBezTo>
                  <a:pt x="632148" y="60442"/>
                  <a:pt x="636350" y="73120"/>
                  <a:pt x="636350" y="89466"/>
                </a:cubicBezTo>
                <a:cubicBezTo>
                  <a:pt x="636350" y="90460"/>
                  <a:pt x="636319" y="91951"/>
                  <a:pt x="636257" y="93939"/>
                </a:cubicBezTo>
                <a:lnTo>
                  <a:pt x="562301" y="93939"/>
                </a:lnTo>
                <a:cubicBezTo>
                  <a:pt x="562923" y="104864"/>
                  <a:pt x="566005" y="113230"/>
                  <a:pt x="571545" y="119035"/>
                </a:cubicBezTo>
                <a:cubicBezTo>
                  <a:pt x="577086" y="124840"/>
                  <a:pt x="583996" y="127742"/>
                  <a:pt x="592275" y="127742"/>
                </a:cubicBezTo>
                <a:cubicBezTo>
                  <a:pt x="598438" y="127742"/>
                  <a:pt x="603699" y="126109"/>
                  <a:pt x="608056" y="122843"/>
                </a:cubicBezTo>
                <a:cubicBezTo>
                  <a:pt x="612414" y="119574"/>
                  <a:pt x="615869" y="114360"/>
                  <a:pt x="618421" y="107199"/>
                </a:cubicBezTo>
                <a:moveTo>
                  <a:pt x="563235" y="80119"/>
                </a:moveTo>
                <a:lnTo>
                  <a:pt x="618608" y="80119"/>
                </a:lnTo>
                <a:cubicBezTo>
                  <a:pt x="617861" y="71804"/>
                  <a:pt x="615745" y="65568"/>
                  <a:pt x="612258" y="61411"/>
                </a:cubicBezTo>
                <a:cubicBezTo>
                  <a:pt x="606905" y="54958"/>
                  <a:pt x="599964" y="51732"/>
                  <a:pt x="591435" y="51732"/>
                </a:cubicBezTo>
                <a:cubicBezTo>
                  <a:pt x="583716" y="51732"/>
                  <a:pt x="577226" y="54308"/>
                  <a:pt x="571966" y="59459"/>
                </a:cubicBezTo>
                <a:cubicBezTo>
                  <a:pt x="566705" y="64608"/>
                  <a:pt x="563795" y="71495"/>
                  <a:pt x="563235" y="80119"/>
                </a:cubicBezTo>
                <a:close/>
                <a:moveTo>
                  <a:pt x="656678" y="139321"/>
                </a:moveTo>
                <a:lnTo>
                  <a:pt x="656678" y="40153"/>
                </a:lnTo>
                <a:lnTo>
                  <a:pt x="671805" y="40153"/>
                </a:lnTo>
                <a:lnTo>
                  <a:pt x="671805" y="55187"/>
                </a:lnTo>
                <a:cubicBezTo>
                  <a:pt x="675665" y="48152"/>
                  <a:pt x="679229" y="43515"/>
                  <a:pt x="682497" y="41273"/>
                </a:cubicBezTo>
                <a:cubicBezTo>
                  <a:pt x="685765" y="39032"/>
                  <a:pt x="689360" y="37912"/>
                  <a:pt x="693282" y="37912"/>
                </a:cubicBezTo>
                <a:cubicBezTo>
                  <a:pt x="698947" y="37912"/>
                  <a:pt x="704706" y="39717"/>
                  <a:pt x="710557" y="43328"/>
                </a:cubicBezTo>
                <a:lnTo>
                  <a:pt x="704768" y="58910"/>
                </a:lnTo>
                <a:cubicBezTo>
                  <a:pt x="700659" y="56490"/>
                  <a:pt x="696551" y="55280"/>
                  <a:pt x="692442" y="55280"/>
                </a:cubicBezTo>
                <a:cubicBezTo>
                  <a:pt x="688769" y="55280"/>
                  <a:pt x="685470" y="56385"/>
                  <a:pt x="682544" y="58595"/>
                </a:cubicBezTo>
                <a:cubicBezTo>
                  <a:pt x="679618" y="60805"/>
                  <a:pt x="677532" y="63871"/>
                  <a:pt x="676287" y="67793"/>
                </a:cubicBezTo>
                <a:cubicBezTo>
                  <a:pt x="674420" y="73769"/>
                  <a:pt x="673486" y="80306"/>
                  <a:pt x="673486" y="87403"/>
                </a:cubicBezTo>
                <a:lnTo>
                  <a:pt x="673486" y="139321"/>
                </a:lnTo>
                <a:lnTo>
                  <a:pt x="656678" y="139321"/>
                </a:lnTo>
                <a:close/>
                <a:moveTo>
                  <a:pt x="775669" y="139321"/>
                </a:moveTo>
                <a:lnTo>
                  <a:pt x="775669" y="2428"/>
                </a:lnTo>
                <a:lnTo>
                  <a:pt x="827307" y="2428"/>
                </a:lnTo>
                <a:cubicBezTo>
                  <a:pt x="836396" y="2428"/>
                  <a:pt x="843337" y="2864"/>
                  <a:pt x="848131" y="3735"/>
                </a:cubicBezTo>
                <a:cubicBezTo>
                  <a:pt x="854854" y="4856"/>
                  <a:pt x="860488" y="6988"/>
                  <a:pt x="865032" y="10132"/>
                </a:cubicBezTo>
                <a:cubicBezTo>
                  <a:pt x="869577" y="13275"/>
                  <a:pt x="873234" y="17680"/>
                  <a:pt x="876004" y="23345"/>
                </a:cubicBezTo>
                <a:cubicBezTo>
                  <a:pt x="878774" y="29010"/>
                  <a:pt x="880160" y="35235"/>
                  <a:pt x="880160" y="42020"/>
                </a:cubicBezTo>
                <a:cubicBezTo>
                  <a:pt x="880160" y="53662"/>
                  <a:pt x="876456" y="63513"/>
                  <a:pt x="869047" y="71575"/>
                </a:cubicBezTo>
                <a:cubicBezTo>
                  <a:pt x="861639" y="79637"/>
                  <a:pt x="848255" y="83667"/>
                  <a:pt x="828895" y="83667"/>
                </a:cubicBezTo>
                <a:lnTo>
                  <a:pt x="793784" y="83667"/>
                </a:lnTo>
                <a:lnTo>
                  <a:pt x="793784" y="139321"/>
                </a:lnTo>
                <a:lnTo>
                  <a:pt x="775669" y="139321"/>
                </a:lnTo>
                <a:moveTo>
                  <a:pt x="793784" y="67419"/>
                </a:moveTo>
                <a:lnTo>
                  <a:pt x="829175" y="67419"/>
                </a:lnTo>
                <a:cubicBezTo>
                  <a:pt x="840878" y="67419"/>
                  <a:pt x="849189" y="65249"/>
                  <a:pt x="854107" y="60909"/>
                </a:cubicBezTo>
                <a:cubicBezTo>
                  <a:pt x="859025" y="56567"/>
                  <a:pt x="861484" y="50459"/>
                  <a:pt x="861484" y="42584"/>
                </a:cubicBezTo>
                <a:cubicBezTo>
                  <a:pt x="861484" y="36878"/>
                  <a:pt x="860036" y="31994"/>
                  <a:pt x="857142" y="27932"/>
                </a:cubicBezTo>
                <a:cubicBezTo>
                  <a:pt x="854247" y="23870"/>
                  <a:pt x="850434" y="21187"/>
                  <a:pt x="845703" y="19884"/>
                </a:cubicBezTo>
                <a:cubicBezTo>
                  <a:pt x="842652" y="19078"/>
                  <a:pt x="837019" y="18676"/>
                  <a:pt x="828801" y="18676"/>
                </a:cubicBezTo>
                <a:lnTo>
                  <a:pt x="793784" y="18676"/>
                </a:lnTo>
                <a:lnTo>
                  <a:pt x="793784" y="67419"/>
                </a:lnTo>
                <a:close/>
                <a:moveTo>
                  <a:pt x="965598" y="126808"/>
                </a:moveTo>
                <a:cubicBezTo>
                  <a:pt x="959373" y="132203"/>
                  <a:pt x="953381" y="136011"/>
                  <a:pt x="947623" y="138233"/>
                </a:cubicBezTo>
                <a:cubicBezTo>
                  <a:pt x="941864" y="140452"/>
                  <a:pt x="935686" y="141562"/>
                  <a:pt x="929087" y="141562"/>
                </a:cubicBezTo>
                <a:cubicBezTo>
                  <a:pt x="918193" y="141562"/>
                  <a:pt x="909820" y="138901"/>
                  <a:pt x="903968" y="133578"/>
                </a:cubicBezTo>
                <a:cubicBezTo>
                  <a:pt x="898116" y="128256"/>
                  <a:pt x="895190" y="121455"/>
                  <a:pt x="895190" y="113175"/>
                </a:cubicBezTo>
                <a:cubicBezTo>
                  <a:pt x="895190" y="108319"/>
                  <a:pt x="896295" y="103884"/>
                  <a:pt x="898505" y="99869"/>
                </a:cubicBezTo>
                <a:cubicBezTo>
                  <a:pt x="900715" y="95853"/>
                  <a:pt x="903610" y="92632"/>
                  <a:pt x="907190" y="90204"/>
                </a:cubicBezTo>
                <a:cubicBezTo>
                  <a:pt x="910769" y="87776"/>
                  <a:pt x="914800" y="85940"/>
                  <a:pt x="919282" y="84695"/>
                </a:cubicBezTo>
                <a:cubicBezTo>
                  <a:pt x="922582" y="83823"/>
                  <a:pt x="927562" y="82983"/>
                  <a:pt x="934223" y="82173"/>
                </a:cubicBezTo>
                <a:cubicBezTo>
                  <a:pt x="947794" y="80555"/>
                  <a:pt x="957785" y="78625"/>
                  <a:pt x="964197" y="76384"/>
                </a:cubicBezTo>
                <a:cubicBezTo>
                  <a:pt x="964260" y="74090"/>
                  <a:pt x="964291" y="72633"/>
                  <a:pt x="964291" y="72013"/>
                </a:cubicBezTo>
                <a:cubicBezTo>
                  <a:pt x="964291" y="65190"/>
                  <a:pt x="962703" y="60384"/>
                  <a:pt x="959528" y="57594"/>
                </a:cubicBezTo>
                <a:cubicBezTo>
                  <a:pt x="955233" y="53810"/>
                  <a:pt x="948852" y="51919"/>
                  <a:pt x="940386" y="51919"/>
                </a:cubicBezTo>
                <a:cubicBezTo>
                  <a:pt x="932480" y="51919"/>
                  <a:pt x="926644" y="53304"/>
                  <a:pt x="922877" y="56074"/>
                </a:cubicBezTo>
                <a:cubicBezTo>
                  <a:pt x="919111" y="58844"/>
                  <a:pt x="916325" y="63747"/>
                  <a:pt x="914520" y="70781"/>
                </a:cubicBezTo>
                <a:lnTo>
                  <a:pt x="898085" y="68540"/>
                </a:lnTo>
                <a:cubicBezTo>
                  <a:pt x="899579" y="61484"/>
                  <a:pt x="902038" y="55786"/>
                  <a:pt x="905462" y="51446"/>
                </a:cubicBezTo>
                <a:cubicBezTo>
                  <a:pt x="908886" y="47106"/>
                  <a:pt x="913835" y="43765"/>
                  <a:pt x="920309" y="41425"/>
                </a:cubicBezTo>
                <a:cubicBezTo>
                  <a:pt x="926784" y="39083"/>
                  <a:pt x="934285" y="37912"/>
                  <a:pt x="942814" y="37912"/>
                </a:cubicBezTo>
                <a:cubicBezTo>
                  <a:pt x="951280" y="37912"/>
                  <a:pt x="958159" y="38912"/>
                  <a:pt x="963450" y="40912"/>
                </a:cubicBezTo>
                <a:cubicBezTo>
                  <a:pt x="968742" y="42909"/>
                  <a:pt x="972633" y="45424"/>
                  <a:pt x="975123" y="48455"/>
                </a:cubicBezTo>
                <a:cubicBezTo>
                  <a:pt x="977613" y="51484"/>
                  <a:pt x="979356" y="55310"/>
                  <a:pt x="980352" y="59935"/>
                </a:cubicBezTo>
                <a:cubicBezTo>
                  <a:pt x="980912" y="62808"/>
                  <a:pt x="981192" y="67969"/>
                  <a:pt x="981192" y="75418"/>
                </a:cubicBezTo>
                <a:lnTo>
                  <a:pt x="981192" y="97765"/>
                </a:lnTo>
                <a:cubicBezTo>
                  <a:pt x="981192" y="113345"/>
                  <a:pt x="981550" y="123213"/>
                  <a:pt x="982266" y="127369"/>
                </a:cubicBezTo>
                <a:cubicBezTo>
                  <a:pt x="982982" y="131524"/>
                  <a:pt x="984398" y="135508"/>
                  <a:pt x="986515" y="139321"/>
                </a:cubicBezTo>
                <a:lnTo>
                  <a:pt x="968960" y="139321"/>
                </a:lnTo>
                <a:cubicBezTo>
                  <a:pt x="967217" y="135755"/>
                  <a:pt x="966096" y="131584"/>
                  <a:pt x="965598" y="126808"/>
                </a:cubicBezTo>
                <a:moveTo>
                  <a:pt x="964197" y="89644"/>
                </a:moveTo>
                <a:cubicBezTo>
                  <a:pt x="958097" y="92122"/>
                  <a:pt x="948946" y="94229"/>
                  <a:pt x="936744" y="95964"/>
                </a:cubicBezTo>
                <a:cubicBezTo>
                  <a:pt x="929834" y="96954"/>
                  <a:pt x="924947" y="98069"/>
                  <a:pt x="922084" y="99308"/>
                </a:cubicBezTo>
                <a:cubicBezTo>
                  <a:pt x="919220" y="100548"/>
                  <a:pt x="917010" y="102360"/>
                  <a:pt x="915454" y="104745"/>
                </a:cubicBezTo>
                <a:cubicBezTo>
                  <a:pt x="913897" y="107130"/>
                  <a:pt x="913119" y="109778"/>
                  <a:pt x="913119" y="112691"/>
                </a:cubicBezTo>
                <a:cubicBezTo>
                  <a:pt x="913119" y="117151"/>
                  <a:pt x="914816" y="120869"/>
                  <a:pt x="918208" y="123844"/>
                </a:cubicBezTo>
                <a:cubicBezTo>
                  <a:pt x="921601" y="126816"/>
                  <a:pt x="926566" y="128302"/>
                  <a:pt x="933102" y="128302"/>
                </a:cubicBezTo>
                <a:cubicBezTo>
                  <a:pt x="939577" y="128302"/>
                  <a:pt x="945335" y="126891"/>
                  <a:pt x="950377" y="124068"/>
                </a:cubicBezTo>
                <a:cubicBezTo>
                  <a:pt x="955420" y="121244"/>
                  <a:pt x="959124" y="117385"/>
                  <a:pt x="961489" y="112492"/>
                </a:cubicBezTo>
                <a:cubicBezTo>
                  <a:pt x="963295" y="108716"/>
                  <a:pt x="964197" y="103144"/>
                  <a:pt x="964197" y="95775"/>
                </a:cubicBezTo>
                <a:lnTo>
                  <a:pt x="964197" y="89644"/>
                </a:lnTo>
                <a:close/>
                <a:moveTo>
                  <a:pt x="1043914" y="124287"/>
                </a:moveTo>
                <a:lnTo>
                  <a:pt x="1046342" y="139134"/>
                </a:lnTo>
                <a:cubicBezTo>
                  <a:pt x="1041610" y="140130"/>
                  <a:pt x="1037377" y="140628"/>
                  <a:pt x="1033642" y="140628"/>
                </a:cubicBezTo>
                <a:cubicBezTo>
                  <a:pt x="1027541" y="140628"/>
                  <a:pt x="1022810" y="139664"/>
                  <a:pt x="1019448" y="137734"/>
                </a:cubicBezTo>
                <a:cubicBezTo>
                  <a:pt x="1016087" y="135804"/>
                  <a:pt x="1013721" y="133267"/>
                  <a:pt x="1012352" y="130123"/>
                </a:cubicBezTo>
                <a:cubicBezTo>
                  <a:pt x="1010982" y="126980"/>
                  <a:pt x="1010297" y="120365"/>
                  <a:pt x="1010297" y="110280"/>
                </a:cubicBezTo>
                <a:lnTo>
                  <a:pt x="1010297" y="53226"/>
                </a:lnTo>
                <a:lnTo>
                  <a:pt x="997971" y="53226"/>
                </a:lnTo>
                <a:lnTo>
                  <a:pt x="997971" y="40153"/>
                </a:lnTo>
                <a:lnTo>
                  <a:pt x="1010297" y="40153"/>
                </a:lnTo>
                <a:lnTo>
                  <a:pt x="1010297" y="15594"/>
                </a:lnTo>
                <a:lnTo>
                  <a:pt x="1027012" y="5509"/>
                </a:lnTo>
                <a:lnTo>
                  <a:pt x="1027012" y="40153"/>
                </a:lnTo>
                <a:lnTo>
                  <a:pt x="1043914" y="40153"/>
                </a:lnTo>
                <a:lnTo>
                  <a:pt x="1043914" y="53226"/>
                </a:lnTo>
                <a:lnTo>
                  <a:pt x="1027012" y="53226"/>
                </a:lnTo>
                <a:lnTo>
                  <a:pt x="1027012" y="111214"/>
                </a:lnTo>
                <a:cubicBezTo>
                  <a:pt x="1027012" y="116008"/>
                  <a:pt x="1027308" y="119089"/>
                  <a:pt x="1027899" y="120459"/>
                </a:cubicBezTo>
                <a:cubicBezTo>
                  <a:pt x="1028491" y="121828"/>
                  <a:pt x="1029456" y="122918"/>
                  <a:pt x="1030794" y="123727"/>
                </a:cubicBezTo>
                <a:cubicBezTo>
                  <a:pt x="1032132" y="124536"/>
                  <a:pt x="1034047" y="124941"/>
                  <a:pt x="1036537" y="124941"/>
                </a:cubicBezTo>
                <a:cubicBezTo>
                  <a:pt x="1038404" y="124941"/>
                  <a:pt x="1040863" y="124723"/>
                  <a:pt x="1043914" y="124287"/>
                </a:cubicBezTo>
                <a:close/>
                <a:moveTo>
                  <a:pt x="1124901" y="102903"/>
                </a:moveTo>
                <a:lnTo>
                  <a:pt x="1141429" y="105145"/>
                </a:lnTo>
                <a:cubicBezTo>
                  <a:pt x="1139623" y="116537"/>
                  <a:pt x="1135001" y="125454"/>
                  <a:pt x="1127562" y="131898"/>
                </a:cubicBezTo>
                <a:cubicBezTo>
                  <a:pt x="1120123" y="138341"/>
                  <a:pt x="1110987" y="141562"/>
                  <a:pt x="1100155" y="141562"/>
                </a:cubicBezTo>
                <a:cubicBezTo>
                  <a:pt x="1086584" y="141562"/>
                  <a:pt x="1075674" y="137127"/>
                  <a:pt x="1067426" y="128256"/>
                </a:cubicBezTo>
                <a:cubicBezTo>
                  <a:pt x="1059177" y="119385"/>
                  <a:pt x="1055053" y="106670"/>
                  <a:pt x="1055053" y="90111"/>
                </a:cubicBezTo>
                <a:cubicBezTo>
                  <a:pt x="1055053" y="79403"/>
                  <a:pt x="1056827" y="70034"/>
                  <a:pt x="1060376" y="62004"/>
                </a:cubicBezTo>
                <a:cubicBezTo>
                  <a:pt x="1063924" y="53973"/>
                  <a:pt x="1069325" y="47950"/>
                  <a:pt x="1076577" y="43935"/>
                </a:cubicBezTo>
                <a:cubicBezTo>
                  <a:pt x="1083829" y="39919"/>
                  <a:pt x="1091720" y="37912"/>
                  <a:pt x="1100249" y="37912"/>
                </a:cubicBezTo>
                <a:cubicBezTo>
                  <a:pt x="1111018" y="37912"/>
                  <a:pt x="1119827" y="40620"/>
                  <a:pt x="1126675" y="46036"/>
                </a:cubicBezTo>
                <a:cubicBezTo>
                  <a:pt x="1133523" y="51450"/>
                  <a:pt x="1137911" y="59138"/>
                  <a:pt x="1139841" y="69100"/>
                </a:cubicBezTo>
                <a:lnTo>
                  <a:pt x="1123500" y="71715"/>
                </a:lnTo>
                <a:cubicBezTo>
                  <a:pt x="1121944" y="65085"/>
                  <a:pt x="1119189" y="60097"/>
                  <a:pt x="1115236" y="56751"/>
                </a:cubicBezTo>
                <a:cubicBezTo>
                  <a:pt x="1111283" y="53405"/>
                  <a:pt x="1106505" y="51732"/>
                  <a:pt x="1100902" y="51732"/>
                </a:cubicBezTo>
                <a:cubicBezTo>
                  <a:pt x="1092436" y="51732"/>
                  <a:pt x="1085557" y="54767"/>
                  <a:pt x="1080266" y="60836"/>
                </a:cubicBezTo>
                <a:cubicBezTo>
                  <a:pt x="1074974" y="66906"/>
                  <a:pt x="1072328" y="76508"/>
                  <a:pt x="1072328" y="89644"/>
                </a:cubicBezTo>
                <a:cubicBezTo>
                  <a:pt x="1072328" y="102966"/>
                  <a:pt x="1074881" y="112646"/>
                  <a:pt x="1079985" y="118684"/>
                </a:cubicBezTo>
                <a:cubicBezTo>
                  <a:pt x="1085090" y="124723"/>
                  <a:pt x="1091751" y="127742"/>
                  <a:pt x="1099968" y="127742"/>
                </a:cubicBezTo>
                <a:cubicBezTo>
                  <a:pt x="1106567" y="127742"/>
                  <a:pt x="1112077" y="125711"/>
                  <a:pt x="1116496" y="121649"/>
                </a:cubicBezTo>
                <a:cubicBezTo>
                  <a:pt x="1120916" y="117587"/>
                  <a:pt x="1123718" y="111339"/>
                  <a:pt x="1124901" y="102903"/>
                </a:cubicBezTo>
                <a:close/>
                <a:moveTo>
                  <a:pt x="1155809" y="139321"/>
                </a:moveTo>
                <a:lnTo>
                  <a:pt x="1155809" y="2428"/>
                </a:lnTo>
                <a:lnTo>
                  <a:pt x="1172617" y="2428"/>
                </a:lnTo>
                <a:lnTo>
                  <a:pt x="1172617" y="51633"/>
                </a:lnTo>
                <a:cubicBezTo>
                  <a:pt x="1180461" y="42485"/>
                  <a:pt x="1190359" y="37912"/>
                  <a:pt x="1202312" y="37912"/>
                </a:cubicBezTo>
                <a:cubicBezTo>
                  <a:pt x="1209657" y="37912"/>
                  <a:pt x="1216038" y="39359"/>
                  <a:pt x="1221454" y="42254"/>
                </a:cubicBezTo>
                <a:cubicBezTo>
                  <a:pt x="1226870" y="45149"/>
                  <a:pt x="1230745" y="49148"/>
                  <a:pt x="1233080" y="54253"/>
                </a:cubicBezTo>
                <a:cubicBezTo>
                  <a:pt x="1235414" y="59358"/>
                  <a:pt x="1236582" y="66766"/>
                  <a:pt x="1236582" y="76477"/>
                </a:cubicBezTo>
                <a:lnTo>
                  <a:pt x="1236582" y="139321"/>
                </a:lnTo>
                <a:lnTo>
                  <a:pt x="1219773" y="139321"/>
                </a:lnTo>
                <a:lnTo>
                  <a:pt x="1219773" y="76544"/>
                </a:lnTo>
                <a:cubicBezTo>
                  <a:pt x="1219773" y="68150"/>
                  <a:pt x="1217953" y="62040"/>
                  <a:pt x="1214311" y="58216"/>
                </a:cubicBezTo>
                <a:cubicBezTo>
                  <a:pt x="1210669" y="54391"/>
                  <a:pt x="1205518" y="52479"/>
                  <a:pt x="1198857" y="52479"/>
                </a:cubicBezTo>
                <a:cubicBezTo>
                  <a:pt x="1193876" y="52479"/>
                  <a:pt x="1189192" y="53770"/>
                  <a:pt x="1184803" y="56351"/>
                </a:cubicBezTo>
                <a:cubicBezTo>
                  <a:pt x="1180414" y="58931"/>
                  <a:pt x="1177286" y="62429"/>
                  <a:pt x="1175419" y="66845"/>
                </a:cubicBezTo>
                <a:cubicBezTo>
                  <a:pt x="1173551" y="71259"/>
                  <a:pt x="1172617" y="77353"/>
                  <a:pt x="1172617" y="85126"/>
                </a:cubicBezTo>
                <a:lnTo>
                  <a:pt x="1172617" y="139321"/>
                </a:lnTo>
                <a:lnTo>
                  <a:pt x="1155809" y="139321"/>
                </a:lnTo>
                <a:close/>
                <a:moveTo>
                  <a:pt x="1414934" y="91231"/>
                </a:moveTo>
                <a:lnTo>
                  <a:pt x="1433049" y="95807"/>
                </a:lnTo>
                <a:cubicBezTo>
                  <a:pt x="1429252" y="110685"/>
                  <a:pt x="1422420" y="122031"/>
                  <a:pt x="1412553" y="129843"/>
                </a:cubicBezTo>
                <a:cubicBezTo>
                  <a:pt x="1402686" y="137656"/>
                  <a:pt x="1390624" y="141562"/>
                  <a:pt x="1376368" y="141562"/>
                </a:cubicBezTo>
                <a:cubicBezTo>
                  <a:pt x="1361614" y="141562"/>
                  <a:pt x="1349615" y="138559"/>
                  <a:pt x="1340371" y="132551"/>
                </a:cubicBezTo>
                <a:cubicBezTo>
                  <a:pt x="1331126" y="126544"/>
                  <a:pt x="1324092" y="117844"/>
                  <a:pt x="1319267" y="106452"/>
                </a:cubicBezTo>
                <a:cubicBezTo>
                  <a:pt x="1314443" y="95060"/>
                  <a:pt x="1312030" y="82827"/>
                  <a:pt x="1312030" y="69754"/>
                </a:cubicBezTo>
                <a:cubicBezTo>
                  <a:pt x="1312030" y="55498"/>
                  <a:pt x="1314754" y="43063"/>
                  <a:pt x="1320201" y="32449"/>
                </a:cubicBezTo>
                <a:cubicBezTo>
                  <a:pt x="1325648" y="21835"/>
                  <a:pt x="1333398" y="13773"/>
                  <a:pt x="1343452" y="8264"/>
                </a:cubicBezTo>
                <a:cubicBezTo>
                  <a:pt x="1353506" y="2755"/>
                  <a:pt x="1364571" y="0"/>
                  <a:pt x="1376648" y="0"/>
                </a:cubicBezTo>
                <a:cubicBezTo>
                  <a:pt x="1390344" y="0"/>
                  <a:pt x="1401861" y="3486"/>
                  <a:pt x="1411199" y="10458"/>
                </a:cubicBezTo>
                <a:cubicBezTo>
                  <a:pt x="1420536" y="17431"/>
                  <a:pt x="1427042" y="27235"/>
                  <a:pt x="1430715" y="39873"/>
                </a:cubicBezTo>
                <a:lnTo>
                  <a:pt x="1412879" y="44075"/>
                </a:lnTo>
                <a:cubicBezTo>
                  <a:pt x="1409704" y="34114"/>
                  <a:pt x="1405098" y="26862"/>
                  <a:pt x="1399059" y="22318"/>
                </a:cubicBezTo>
                <a:cubicBezTo>
                  <a:pt x="1393021" y="17773"/>
                  <a:pt x="1385426" y="15501"/>
                  <a:pt x="1376275" y="15501"/>
                </a:cubicBezTo>
                <a:cubicBezTo>
                  <a:pt x="1365754" y="15501"/>
                  <a:pt x="1356961" y="18022"/>
                  <a:pt x="1349895" y="23065"/>
                </a:cubicBezTo>
                <a:cubicBezTo>
                  <a:pt x="1342830" y="28107"/>
                  <a:pt x="1337865" y="34877"/>
                  <a:pt x="1335001" y="43374"/>
                </a:cubicBezTo>
                <a:cubicBezTo>
                  <a:pt x="1332138" y="51872"/>
                  <a:pt x="1330706" y="60634"/>
                  <a:pt x="1330706" y="69661"/>
                </a:cubicBezTo>
                <a:cubicBezTo>
                  <a:pt x="1330706" y="81302"/>
                  <a:pt x="1332402" y="91465"/>
                  <a:pt x="1335795" y="100149"/>
                </a:cubicBezTo>
                <a:cubicBezTo>
                  <a:pt x="1339188" y="108833"/>
                  <a:pt x="1344464" y="115323"/>
                  <a:pt x="1351623" y="119618"/>
                </a:cubicBezTo>
                <a:cubicBezTo>
                  <a:pt x="1358782" y="123914"/>
                  <a:pt x="1366532" y="126061"/>
                  <a:pt x="1374874" y="126061"/>
                </a:cubicBezTo>
                <a:cubicBezTo>
                  <a:pt x="1385021" y="126061"/>
                  <a:pt x="1393612" y="123135"/>
                  <a:pt x="1400647" y="117284"/>
                </a:cubicBezTo>
                <a:cubicBezTo>
                  <a:pt x="1407681" y="111432"/>
                  <a:pt x="1412444" y="102748"/>
                  <a:pt x="1414934" y="91231"/>
                </a:cubicBezTo>
                <a:close/>
                <a:moveTo>
                  <a:pt x="1453000" y="139321"/>
                </a:moveTo>
                <a:lnTo>
                  <a:pt x="1453000" y="40153"/>
                </a:lnTo>
                <a:lnTo>
                  <a:pt x="1468128" y="40153"/>
                </a:lnTo>
                <a:lnTo>
                  <a:pt x="1468128" y="55187"/>
                </a:lnTo>
                <a:cubicBezTo>
                  <a:pt x="1471987" y="48152"/>
                  <a:pt x="1475551" y="43515"/>
                  <a:pt x="1478820" y="41273"/>
                </a:cubicBezTo>
                <a:cubicBezTo>
                  <a:pt x="1482088" y="39032"/>
                  <a:pt x="1485683" y="37912"/>
                  <a:pt x="1489605" y="37912"/>
                </a:cubicBezTo>
                <a:cubicBezTo>
                  <a:pt x="1495270" y="37912"/>
                  <a:pt x="1501028" y="39717"/>
                  <a:pt x="1506880" y="43328"/>
                </a:cubicBezTo>
                <a:lnTo>
                  <a:pt x="1501090" y="58910"/>
                </a:lnTo>
                <a:cubicBezTo>
                  <a:pt x="1496982" y="56490"/>
                  <a:pt x="1492873" y="55280"/>
                  <a:pt x="1488764" y="55280"/>
                </a:cubicBezTo>
                <a:cubicBezTo>
                  <a:pt x="1485091" y="55280"/>
                  <a:pt x="1481792" y="56385"/>
                  <a:pt x="1478866" y="58595"/>
                </a:cubicBezTo>
                <a:cubicBezTo>
                  <a:pt x="1475940" y="60805"/>
                  <a:pt x="1473855" y="63871"/>
                  <a:pt x="1472610" y="67793"/>
                </a:cubicBezTo>
                <a:cubicBezTo>
                  <a:pt x="1470742" y="73769"/>
                  <a:pt x="1469808" y="80306"/>
                  <a:pt x="1469808" y="87403"/>
                </a:cubicBezTo>
                <a:lnTo>
                  <a:pt x="1469808" y="139321"/>
                </a:lnTo>
                <a:lnTo>
                  <a:pt x="1453000" y="139321"/>
                </a:lnTo>
                <a:close/>
                <a:moveTo>
                  <a:pt x="1510613" y="89737"/>
                </a:moveTo>
                <a:cubicBezTo>
                  <a:pt x="1510613" y="71373"/>
                  <a:pt x="1515718" y="57770"/>
                  <a:pt x="1525927" y="48930"/>
                </a:cubicBezTo>
                <a:cubicBezTo>
                  <a:pt x="1534456" y="41585"/>
                  <a:pt x="1544852" y="37912"/>
                  <a:pt x="1557116" y="37912"/>
                </a:cubicBezTo>
                <a:cubicBezTo>
                  <a:pt x="1570749" y="37912"/>
                  <a:pt x="1581892" y="42378"/>
                  <a:pt x="1590545" y="51312"/>
                </a:cubicBezTo>
                <a:cubicBezTo>
                  <a:pt x="1599198" y="60245"/>
                  <a:pt x="1603525" y="72586"/>
                  <a:pt x="1603525" y="88336"/>
                </a:cubicBezTo>
                <a:cubicBezTo>
                  <a:pt x="1603525" y="101098"/>
                  <a:pt x="1601611" y="111136"/>
                  <a:pt x="1597782" y="118451"/>
                </a:cubicBezTo>
                <a:cubicBezTo>
                  <a:pt x="1593953" y="125766"/>
                  <a:pt x="1588382" y="131446"/>
                  <a:pt x="1581067" y="135493"/>
                </a:cubicBezTo>
                <a:cubicBezTo>
                  <a:pt x="1573753" y="139539"/>
                  <a:pt x="1565769" y="141562"/>
                  <a:pt x="1557116" y="141562"/>
                </a:cubicBezTo>
                <a:cubicBezTo>
                  <a:pt x="1543233" y="141562"/>
                  <a:pt x="1532012" y="137111"/>
                  <a:pt x="1523452" y="128209"/>
                </a:cubicBezTo>
                <a:cubicBezTo>
                  <a:pt x="1514893" y="119307"/>
                  <a:pt x="1510613" y="106483"/>
                  <a:pt x="1510613" y="89737"/>
                </a:cubicBezTo>
                <a:moveTo>
                  <a:pt x="1527888" y="89784"/>
                </a:moveTo>
                <a:cubicBezTo>
                  <a:pt x="1527888" y="102468"/>
                  <a:pt x="1530658" y="111965"/>
                  <a:pt x="1536199" y="118276"/>
                </a:cubicBezTo>
                <a:cubicBezTo>
                  <a:pt x="1541739" y="124587"/>
                  <a:pt x="1548711" y="127742"/>
                  <a:pt x="1557116" y="127742"/>
                </a:cubicBezTo>
                <a:cubicBezTo>
                  <a:pt x="1565457" y="127742"/>
                  <a:pt x="1572399" y="124571"/>
                  <a:pt x="1577939" y="118229"/>
                </a:cubicBezTo>
                <a:cubicBezTo>
                  <a:pt x="1583479" y="111887"/>
                  <a:pt x="1586250" y="102219"/>
                  <a:pt x="1586250" y="89223"/>
                </a:cubicBezTo>
                <a:cubicBezTo>
                  <a:pt x="1586250" y="76975"/>
                  <a:pt x="1583464" y="67696"/>
                  <a:pt x="1577892" y="61385"/>
                </a:cubicBezTo>
                <a:cubicBezTo>
                  <a:pt x="1572321" y="55074"/>
                  <a:pt x="1565395" y="51919"/>
                  <a:pt x="1557116" y="51919"/>
                </a:cubicBezTo>
                <a:cubicBezTo>
                  <a:pt x="1548711" y="51919"/>
                  <a:pt x="1541739" y="55058"/>
                  <a:pt x="1536199" y="61338"/>
                </a:cubicBezTo>
                <a:cubicBezTo>
                  <a:pt x="1530658" y="67618"/>
                  <a:pt x="1527888" y="77100"/>
                  <a:pt x="1527888" y="89784"/>
                </a:cubicBezTo>
                <a:close/>
                <a:moveTo>
                  <a:pt x="1616476" y="109627"/>
                </a:moveTo>
                <a:lnTo>
                  <a:pt x="1633097" y="107012"/>
                </a:lnTo>
                <a:cubicBezTo>
                  <a:pt x="1634031" y="113702"/>
                  <a:pt x="1636630" y="118830"/>
                  <a:pt x="1640894" y="122396"/>
                </a:cubicBezTo>
                <a:cubicBezTo>
                  <a:pt x="1645158" y="125960"/>
                  <a:pt x="1651119" y="127742"/>
                  <a:pt x="1658776" y="127742"/>
                </a:cubicBezTo>
                <a:cubicBezTo>
                  <a:pt x="1666495" y="127742"/>
                  <a:pt x="1672223" y="126170"/>
                  <a:pt x="1675958" y="123027"/>
                </a:cubicBezTo>
                <a:cubicBezTo>
                  <a:pt x="1679693" y="119883"/>
                  <a:pt x="1681561" y="116194"/>
                  <a:pt x="1681561" y="111961"/>
                </a:cubicBezTo>
                <a:cubicBezTo>
                  <a:pt x="1681561" y="108164"/>
                  <a:pt x="1679911" y="105176"/>
                  <a:pt x="1676612" y="102997"/>
                </a:cubicBezTo>
                <a:cubicBezTo>
                  <a:pt x="1674308" y="101503"/>
                  <a:pt x="1668581" y="99604"/>
                  <a:pt x="1659430" y="97301"/>
                </a:cubicBezTo>
                <a:cubicBezTo>
                  <a:pt x="1647104" y="94188"/>
                  <a:pt x="1638560" y="91496"/>
                  <a:pt x="1633797" y="89223"/>
                </a:cubicBezTo>
                <a:cubicBezTo>
                  <a:pt x="1629035" y="86951"/>
                  <a:pt x="1625424" y="83807"/>
                  <a:pt x="1622965" y="79792"/>
                </a:cubicBezTo>
                <a:cubicBezTo>
                  <a:pt x="1620506" y="75777"/>
                  <a:pt x="1619277" y="71341"/>
                  <a:pt x="1619277" y="66486"/>
                </a:cubicBezTo>
                <a:cubicBezTo>
                  <a:pt x="1619277" y="62066"/>
                  <a:pt x="1620289" y="57973"/>
                  <a:pt x="1622312" y="54206"/>
                </a:cubicBezTo>
                <a:cubicBezTo>
                  <a:pt x="1624335" y="50440"/>
                  <a:pt x="1627090" y="47312"/>
                  <a:pt x="1630576" y="44822"/>
                </a:cubicBezTo>
                <a:cubicBezTo>
                  <a:pt x="1633190" y="42892"/>
                  <a:pt x="1636754" y="41258"/>
                  <a:pt x="1641268" y="39919"/>
                </a:cubicBezTo>
                <a:cubicBezTo>
                  <a:pt x="1645781" y="38581"/>
                  <a:pt x="1650621" y="37912"/>
                  <a:pt x="1655788" y="37912"/>
                </a:cubicBezTo>
                <a:cubicBezTo>
                  <a:pt x="1663570" y="37912"/>
                  <a:pt x="1670402" y="39032"/>
                  <a:pt x="1676285" y="41273"/>
                </a:cubicBezTo>
                <a:cubicBezTo>
                  <a:pt x="1682168" y="43515"/>
                  <a:pt x="1686510" y="46549"/>
                  <a:pt x="1689311" y="50378"/>
                </a:cubicBezTo>
                <a:cubicBezTo>
                  <a:pt x="1692112" y="54206"/>
                  <a:pt x="1694042" y="59327"/>
                  <a:pt x="1695101" y="65739"/>
                </a:cubicBezTo>
                <a:lnTo>
                  <a:pt x="1678666" y="67980"/>
                </a:lnTo>
                <a:cubicBezTo>
                  <a:pt x="1677919" y="62875"/>
                  <a:pt x="1675756" y="58891"/>
                  <a:pt x="1672176" y="56027"/>
                </a:cubicBezTo>
                <a:cubicBezTo>
                  <a:pt x="1668597" y="53164"/>
                  <a:pt x="1663538" y="51732"/>
                  <a:pt x="1657002" y="51732"/>
                </a:cubicBezTo>
                <a:cubicBezTo>
                  <a:pt x="1649283" y="51732"/>
                  <a:pt x="1643773" y="53008"/>
                  <a:pt x="1640474" y="55560"/>
                </a:cubicBezTo>
                <a:cubicBezTo>
                  <a:pt x="1637175" y="58113"/>
                  <a:pt x="1635525" y="61101"/>
                  <a:pt x="1635525" y="64525"/>
                </a:cubicBezTo>
                <a:cubicBezTo>
                  <a:pt x="1635525" y="66704"/>
                  <a:pt x="1636210" y="68665"/>
                  <a:pt x="1637579" y="70408"/>
                </a:cubicBezTo>
                <a:cubicBezTo>
                  <a:pt x="1638949" y="72213"/>
                  <a:pt x="1641096" y="73707"/>
                  <a:pt x="1644022" y="74890"/>
                </a:cubicBezTo>
                <a:cubicBezTo>
                  <a:pt x="1645703" y="75512"/>
                  <a:pt x="1650652" y="76944"/>
                  <a:pt x="1658870" y="79185"/>
                </a:cubicBezTo>
                <a:cubicBezTo>
                  <a:pt x="1670760" y="82360"/>
                  <a:pt x="1679055" y="84959"/>
                  <a:pt x="1683755" y="86982"/>
                </a:cubicBezTo>
                <a:cubicBezTo>
                  <a:pt x="1688455" y="89006"/>
                  <a:pt x="1692144" y="91947"/>
                  <a:pt x="1694820" y="95807"/>
                </a:cubicBezTo>
                <a:cubicBezTo>
                  <a:pt x="1697497" y="99666"/>
                  <a:pt x="1698836" y="104460"/>
                  <a:pt x="1698836" y="110187"/>
                </a:cubicBezTo>
                <a:cubicBezTo>
                  <a:pt x="1698836" y="115790"/>
                  <a:pt x="1697202" y="121066"/>
                  <a:pt x="1693933" y="126015"/>
                </a:cubicBezTo>
                <a:cubicBezTo>
                  <a:pt x="1690665" y="130964"/>
                  <a:pt x="1685949" y="134792"/>
                  <a:pt x="1679786" y="137500"/>
                </a:cubicBezTo>
                <a:cubicBezTo>
                  <a:pt x="1673623" y="140208"/>
                  <a:pt x="1666651" y="141562"/>
                  <a:pt x="1658870" y="141562"/>
                </a:cubicBezTo>
                <a:cubicBezTo>
                  <a:pt x="1645983" y="141562"/>
                  <a:pt x="1636163" y="138878"/>
                  <a:pt x="1629409" y="133508"/>
                </a:cubicBezTo>
                <a:cubicBezTo>
                  <a:pt x="1622654" y="128139"/>
                  <a:pt x="1618343" y="120178"/>
                  <a:pt x="1616476" y="109627"/>
                </a:cubicBezTo>
                <a:close/>
                <a:moveTo>
                  <a:pt x="1712096" y="109627"/>
                </a:moveTo>
                <a:lnTo>
                  <a:pt x="1728717" y="107012"/>
                </a:lnTo>
                <a:cubicBezTo>
                  <a:pt x="1729651" y="113702"/>
                  <a:pt x="1732250" y="118830"/>
                  <a:pt x="1736514" y="122396"/>
                </a:cubicBezTo>
                <a:cubicBezTo>
                  <a:pt x="1740779" y="125960"/>
                  <a:pt x="1746739" y="127742"/>
                  <a:pt x="1754396" y="127742"/>
                </a:cubicBezTo>
                <a:cubicBezTo>
                  <a:pt x="1762116" y="127742"/>
                  <a:pt x="1767843" y="126170"/>
                  <a:pt x="1771578" y="123027"/>
                </a:cubicBezTo>
                <a:cubicBezTo>
                  <a:pt x="1775313" y="119883"/>
                  <a:pt x="1777181" y="116194"/>
                  <a:pt x="1777181" y="111961"/>
                </a:cubicBezTo>
                <a:cubicBezTo>
                  <a:pt x="1777181" y="108164"/>
                  <a:pt x="1775531" y="105176"/>
                  <a:pt x="1772232" y="102997"/>
                </a:cubicBezTo>
                <a:cubicBezTo>
                  <a:pt x="1769928" y="101503"/>
                  <a:pt x="1764201" y="99604"/>
                  <a:pt x="1755050" y="97301"/>
                </a:cubicBezTo>
                <a:cubicBezTo>
                  <a:pt x="1742724" y="94188"/>
                  <a:pt x="1734180" y="91496"/>
                  <a:pt x="1729418" y="89223"/>
                </a:cubicBezTo>
                <a:cubicBezTo>
                  <a:pt x="1724655" y="86951"/>
                  <a:pt x="1721045" y="83807"/>
                  <a:pt x="1718586" y="79792"/>
                </a:cubicBezTo>
                <a:cubicBezTo>
                  <a:pt x="1716127" y="75777"/>
                  <a:pt x="1714897" y="71341"/>
                  <a:pt x="1714897" y="66486"/>
                </a:cubicBezTo>
                <a:cubicBezTo>
                  <a:pt x="1714897" y="62066"/>
                  <a:pt x="1715909" y="57973"/>
                  <a:pt x="1717932" y="54206"/>
                </a:cubicBezTo>
                <a:cubicBezTo>
                  <a:pt x="1719955" y="50440"/>
                  <a:pt x="1722710" y="47312"/>
                  <a:pt x="1726196" y="44822"/>
                </a:cubicBezTo>
                <a:cubicBezTo>
                  <a:pt x="1728811" y="42892"/>
                  <a:pt x="1732375" y="41258"/>
                  <a:pt x="1736888" y="39919"/>
                </a:cubicBezTo>
                <a:cubicBezTo>
                  <a:pt x="1741401" y="38581"/>
                  <a:pt x="1746241" y="37912"/>
                  <a:pt x="1751408" y="37912"/>
                </a:cubicBezTo>
                <a:cubicBezTo>
                  <a:pt x="1759190" y="37912"/>
                  <a:pt x="1766022" y="39032"/>
                  <a:pt x="1771905" y="41273"/>
                </a:cubicBezTo>
                <a:cubicBezTo>
                  <a:pt x="1777788" y="43515"/>
                  <a:pt x="1782130" y="46549"/>
                  <a:pt x="1784931" y="50378"/>
                </a:cubicBezTo>
                <a:cubicBezTo>
                  <a:pt x="1787733" y="54206"/>
                  <a:pt x="1789662" y="59327"/>
                  <a:pt x="1790721" y="65739"/>
                </a:cubicBezTo>
                <a:lnTo>
                  <a:pt x="1774286" y="67980"/>
                </a:lnTo>
                <a:cubicBezTo>
                  <a:pt x="1773539" y="62875"/>
                  <a:pt x="1771376" y="58891"/>
                  <a:pt x="1767796" y="56027"/>
                </a:cubicBezTo>
                <a:cubicBezTo>
                  <a:pt x="1764217" y="53164"/>
                  <a:pt x="1759159" y="51732"/>
                  <a:pt x="1752622" y="51732"/>
                </a:cubicBezTo>
                <a:cubicBezTo>
                  <a:pt x="1744903" y="51732"/>
                  <a:pt x="1739394" y="53008"/>
                  <a:pt x="1736094" y="55560"/>
                </a:cubicBezTo>
                <a:cubicBezTo>
                  <a:pt x="1732795" y="58113"/>
                  <a:pt x="1731145" y="61101"/>
                  <a:pt x="1731145" y="64525"/>
                </a:cubicBezTo>
                <a:cubicBezTo>
                  <a:pt x="1731145" y="66704"/>
                  <a:pt x="1731830" y="68665"/>
                  <a:pt x="1733199" y="70408"/>
                </a:cubicBezTo>
                <a:cubicBezTo>
                  <a:pt x="1734569" y="72213"/>
                  <a:pt x="1736717" y="73707"/>
                  <a:pt x="1739643" y="74890"/>
                </a:cubicBezTo>
                <a:cubicBezTo>
                  <a:pt x="1741323" y="75512"/>
                  <a:pt x="1746272" y="76944"/>
                  <a:pt x="1754490" y="79185"/>
                </a:cubicBezTo>
                <a:cubicBezTo>
                  <a:pt x="1766380" y="82360"/>
                  <a:pt x="1774675" y="84959"/>
                  <a:pt x="1779375" y="86982"/>
                </a:cubicBezTo>
                <a:cubicBezTo>
                  <a:pt x="1784075" y="89006"/>
                  <a:pt x="1787764" y="91947"/>
                  <a:pt x="1790441" y="95807"/>
                </a:cubicBezTo>
                <a:cubicBezTo>
                  <a:pt x="1793117" y="99666"/>
                  <a:pt x="1794456" y="104460"/>
                  <a:pt x="1794456" y="110187"/>
                </a:cubicBezTo>
                <a:cubicBezTo>
                  <a:pt x="1794456" y="115790"/>
                  <a:pt x="1792822" y="121066"/>
                  <a:pt x="1789554" y="126015"/>
                </a:cubicBezTo>
                <a:cubicBezTo>
                  <a:pt x="1786285" y="130964"/>
                  <a:pt x="1781570" y="134792"/>
                  <a:pt x="1775407" y="137500"/>
                </a:cubicBezTo>
                <a:cubicBezTo>
                  <a:pt x="1769244" y="140208"/>
                  <a:pt x="1762271" y="141562"/>
                  <a:pt x="1754490" y="141562"/>
                </a:cubicBezTo>
                <a:cubicBezTo>
                  <a:pt x="1741604" y="141562"/>
                  <a:pt x="1731783" y="138878"/>
                  <a:pt x="1725029" y="133508"/>
                </a:cubicBezTo>
                <a:cubicBezTo>
                  <a:pt x="1718274" y="128139"/>
                  <a:pt x="1713963" y="120178"/>
                  <a:pt x="1712096" y="109627"/>
                </a:cubicBezTo>
                <a:close/>
                <a:moveTo>
                  <a:pt x="1844008" y="139321"/>
                </a:moveTo>
                <a:lnTo>
                  <a:pt x="1896580" y="2428"/>
                </a:lnTo>
                <a:lnTo>
                  <a:pt x="1916097" y="2428"/>
                </a:lnTo>
                <a:lnTo>
                  <a:pt x="1972124" y="139321"/>
                </a:lnTo>
                <a:lnTo>
                  <a:pt x="1951487" y="139321"/>
                </a:lnTo>
                <a:lnTo>
                  <a:pt x="1935519" y="97861"/>
                </a:lnTo>
                <a:lnTo>
                  <a:pt x="1878278" y="97861"/>
                </a:lnTo>
                <a:lnTo>
                  <a:pt x="1863244" y="139321"/>
                </a:lnTo>
                <a:lnTo>
                  <a:pt x="1844008" y="139321"/>
                </a:lnTo>
                <a:moveTo>
                  <a:pt x="1883507" y="83107"/>
                </a:moveTo>
                <a:lnTo>
                  <a:pt x="1929917" y="83107"/>
                </a:lnTo>
                <a:lnTo>
                  <a:pt x="1915630" y="45160"/>
                </a:lnTo>
                <a:cubicBezTo>
                  <a:pt x="1911272" y="33661"/>
                  <a:pt x="1908035" y="24148"/>
                  <a:pt x="1905918" y="16621"/>
                </a:cubicBezTo>
                <a:cubicBezTo>
                  <a:pt x="1904175" y="25514"/>
                  <a:pt x="1901716" y="34291"/>
                  <a:pt x="1898541" y="42954"/>
                </a:cubicBezTo>
                <a:lnTo>
                  <a:pt x="1883507" y="83107"/>
                </a:lnTo>
                <a:close/>
                <a:moveTo>
                  <a:pt x="2020958" y="124287"/>
                </a:moveTo>
                <a:lnTo>
                  <a:pt x="2023385" y="139134"/>
                </a:lnTo>
                <a:cubicBezTo>
                  <a:pt x="2018654" y="140130"/>
                  <a:pt x="2014421" y="140628"/>
                  <a:pt x="2010686" y="140628"/>
                </a:cubicBezTo>
                <a:cubicBezTo>
                  <a:pt x="2004585" y="140628"/>
                  <a:pt x="1999854" y="139664"/>
                  <a:pt x="1996492" y="137734"/>
                </a:cubicBezTo>
                <a:cubicBezTo>
                  <a:pt x="1993131" y="135804"/>
                  <a:pt x="1990765" y="133267"/>
                  <a:pt x="1989396" y="130123"/>
                </a:cubicBezTo>
                <a:cubicBezTo>
                  <a:pt x="1988026" y="126980"/>
                  <a:pt x="1987341" y="120365"/>
                  <a:pt x="1987341" y="110280"/>
                </a:cubicBezTo>
                <a:lnTo>
                  <a:pt x="1987341" y="53226"/>
                </a:lnTo>
                <a:lnTo>
                  <a:pt x="1975015" y="53226"/>
                </a:lnTo>
                <a:lnTo>
                  <a:pt x="1975015" y="40153"/>
                </a:lnTo>
                <a:lnTo>
                  <a:pt x="1987341" y="40153"/>
                </a:lnTo>
                <a:lnTo>
                  <a:pt x="1987341" y="15594"/>
                </a:lnTo>
                <a:lnTo>
                  <a:pt x="2004056" y="5509"/>
                </a:lnTo>
                <a:lnTo>
                  <a:pt x="2004056" y="40153"/>
                </a:lnTo>
                <a:lnTo>
                  <a:pt x="2020958" y="40153"/>
                </a:lnTo>
                <a:lnTo>
                  <a:pt x="2020958" y="53226"/>
                </a:lnTo>
                <a:lnTo>
                  <a:pt x="2004056" y="53226"/>
                </a:lnTo>
                <a:lnTo>
                  <a:pt x="2004056" y="111214"/>
                </a:lnTo>
                <a:cubicBezTo>
                  <a:pt x="2004056" y="116008"/>
                  <a:pt x="2004352" y="119089"/>
                  <a:pt x="2004943" y="120459"/>
                </a:cubicBezTo>
                <a:cubicBezTo>
                  <a:pt x="2005535" y="121828"/>
                  <a:pt x="2006499" y="122918"/>
                  <a:pt x="2007838" y="123727"/>
                </a:cubicBezTo>
                <a:cubicBezTo>
                  <a:pt x="2009176" y="124536"/>
                  <a:pt x="2011091" y="124941"/>
                  <a:pt x="2013581" y="124941"/>
                </a:cubicBezTo>
                <a:cubicBezTo>
                  <a:pt x="2015448" y="124941"/>
                  <a:pt x="2017907" y="124723"/>
                  <a:pt x="2020958" y="124287"/>
                </a:cubicBezTo>
                <a:close/>
                <a:moveTo>
                  <a:pt x="2073931" y="124287"/>
                </a:moveTo>
                <a:lnTo>
                  <a:pt x="2076359" y="139134"/>
                </a:lnTo>
                <a:cubicBezTo>
                  <a:pt x="2071627" y="140130"/>
                  <a:pt x="2067394" y="140628"/>
                  <a:pt x="2063659" y="140628"/>
                </a:cubicBezTo>
                <a:cubicBezTo>
                  <a:pt x="2057558" y="140628"/>
                  <a:pt x="2052827" y="139664"/>
                  <a:pt x="2049466" y="137734"/>
                </a:cubicBezTo>
                <a:cubicBezTo>
                  <a:pt x="2046104" y="135804"/>
                  <a:pt x="2043738" y="133267"/>
                  <a:pt x="2042369" y="130123"/>
                </a:cubicBezTo>
                <a:cubicBezTo>
                  <a:pt x="2040999" y="126980"/>
                  <a:pt x="2040314" y="120365"/>
                  <a:pt x="2040314" y="110280"/>
                </a:cubicBezTo>
                <a:lnTo>
                  <a:pt x="2040314" y="53226"/>
                </a:lnTo>
                <a:lnTo>
                  <a:pt x="2027988" y="53226"/>
                </a:lnTo>
                <a:lnTo>
                  <a:pt x="2027988" y="40153"/>
                </a:lnTo>
                <a:lnTo>
                  <a:pt x="2040314" y="40153"/>
                </a:lnTo>
                <a:lnTo>
                  <a:pt x="2040314" y="15594"/>
                </a:lnTo>
                <a:lnTo>
                  <a:pt x="2057029" y="5509"/>
                </a:lnTo>
                <a:lnTo>
                  <a:pt x="2057029" y="40153"/>
                </a:lnTo>
                <a:lnTo>
                  <a:pt x="2073931" y="40153"/>
                </a:lnTo>
                <a:lnTo>
                  <a:pt x="2073931" y="53226"/>
                </a:lnTo>
                <a:lnTo>
                  <a:pt x="2057029" y="53226"/>
                </a:lnTo>
                <a:lnTo>
                  <a:pt x="2057029" y="111214"/>
                </a:lnTo>
                <a:cubicBezTo>
                  <a:pt x="2057029" y="116008"/>
                  <a:pt x="2057325" y="119089"/>
                  <a:pt x="2057916" y="120459"/>
                </a:cubicBezTo>
                <a:cubicBezTo>
                  <a:pt x="2058508" y="121828"/>
                  <a:pt x="2059473" y="122918"/>
                  <a:pt x="2060811" y="123727"/>
                </a:cubicBezTo>
                <a:cubicBezTo>
                  <a:pt x="2062149" y="124536"/>
                  <a:pt x="2064064" y="124941"/>
                  <a:pt x="2066554" y="124941"/>
                </a:cubicBezTo>
                <a:cubicBezTo>
                  <a:pt x="2068421" y="124941"/>
                  <a:pt x="2070880" y="124723"/>
                  <a:pt x="2073931" y="124287"/>
                </a:cubicBezTo>
                <a:close/>
                <a:moveTo>
                  <a:pt x="2158093" y="107199"/>
                </a:moveTo>
                <a:lnTo>
                  <a:pt x="2175461" y="109440"/>
                </a:lnTo>
                <a:cubicBezTo>
                  <a:pt x="2172722" y="119616"/>
                  <a:pt x="2167649" y="127515"/>
                  <a:pt x="2160241" y="133135"/>
                </a:cubicBezTo>
                <a:cubicBezTo>
                  <a:pt x="2152833" y="138753"/>
                  <a:pt x="2143370" y="141562"/>
                  <a:pt x="2131854" y="141562"/>
                </a:cubicBezTo>
                <a:cubicBezTo>
                  <a:pt x="2117349" y="141562"/>
                  <a:pt x="2105848" y="137096"/>
                  <a:pt x="2097350" y="128162"/>
                </a:cubicBezTo>
                <a:cubicBezTo>
                  <a:pt x="2088853" y="119229"/>
                  <a:pt x="2084604" y="106701"/>
                  <a:pt x="2084604" y="90577"/>
                </a:cubicBezTo>
                <a:cubicBezTo>
                  <a:pt x="2084604" y="73894"/>
                  <a:pt x="2088899" y="60945"/>
                  <a:pt x="2097490" y="51732"/>
                </a:cubicBezTo>
                <a:cubicBezTo>
                  <a:pt x="2106081" y="42518"/>
                  <a:pt x="2117224" y="37912"/>
                  <a:pt x="2130920" y="37912"/>
                </a:cubicBezTo>
                <a:cubicBezTo>
                  <a:pt x="2144180" y="37912"/>
                  <a:pt x="2155012" y="42418"/>
                  <a:pt x="2163416" y="51431"/>
                </a:cubicBezTo>
                <a:cubicBezTo>
                  <a:pt x="2171820" y="60442"/>
                  <a:pt x="2176022" y="73120"/>
                  <a:pt x="2176022" y="89466"/>
                </a:cubicBezTo>
                <a:cubicBezTo>
                  <a:pt x="2176022" y="90460"/>
                  <a:pt x="2175991" y="91951"/>
                  <a:pt x="2175928" y="93939"/>
                </a:cubicBezTo>
                <a:lnTo>
                  <a:pt x="2101972" y="93939"/>
                </a:lnTo>
                <a:cubicBezTo>
                  <a:pt x="2102595" y="104864"/>
                  <a:pt x="2105676" y="113230"/>
                  <a:pt x="2111217" y="119035"/>
                </a:cubicBezTo>
                <a:cubicBezTo>
                  <a:pt x="2116757" y="124840"/>
                  <a:pt x="2123667" y="127742"/>
                  <a:pt x="2131947" y="127742"/>
                </a:cubicBezTo>
                <a:cubicBezTo>
                  <a:pt x="2138110" y="127742"/>
                  <a:pt x="2143370" y="126109"/>
                  <a:pt x="2147728" y="122843"/>
                </a:cubicBezTo>
                <a:cubicBezTo>
                  <a:pt x="2152086" y="119574"/>
                  <a:pt x="2155541" y="114360"/>
                  <a:pt x="2158093" y="107199"/>
                </a:cubicBezTo>
                <a:moveTo>
                  <a:pt x="2102906" y="80119"/>
                </a:moveTo>
                <a:lnTo>
                  <a:pt x="2158280" y="80119"/>
                </a:lnTo>
                <a:cubicBezTo>
                  <a:pt x="2157533" y="71804"/>
                  <a:pt x="2155416" y="65568"/>
                  <a:pt x="2151930" y="61411"/>
                </a:cubicBezTo>
                <a:cubicBezTo>
                  <a:pt x="2146576" y="54958"/>
                  <a:pt x="2139635" y="51732"/>
                  <a:pt x="2131107" y="51732"/>
                </a:cubicBezTo>
                <a:cubicBezTo>
                  <a:pt x="2123387" y="51732"/>
                  <a:pt x="2116897" y="54308"/>
                  <a:pt x="2111637" y="59459"/>
                </a:cubicBezTo>
                <a:cubicBezTo>
                  <a:pt x="2106377" y="64608"/>
                  <a:pt x="2103466" y="71495"/>
                  <a:pt x="2102906" y="80119"/>
                </a:cubicBezTo>
                <a:close/>
                <a:moveTo>
                  <a:pt x="2196536" y="139321"/>
                </a:moveTo>
                <a:lnTo>
                  <a:pt x="2196536" y="40153"/>
                </a:lnTo>
                <a:lnTo>
                  <a:pt x="2211663" y="40153"/>
                </a:lnTo>
                <a:lnTo>
                  <a:pt x="2211663" y="54253"/>
                </a:lnTo>
                <a:cubicBezTo>
                  <a:pt x="2218947" y="43359"/>
                  <a:pt x="2229468" y="37912"/>
                  <a:pt x="2243225" y="37912"/>
                </a:cubicBezTo>
                <a:cubicBezTo>
                  <a:pt x="2249202" y="37912"/>
                  <a:pt x="2254695" y="38986"/>
                  <a:pt x="2259707" y="41133"/>
                </a:cubicBezTo>
                <a:cubicBezTo>
                  <a:pt x="2264718" y="43281"/>
                  <a:pt x="2268469" y="46098"/>
                  <a:pt x="2270959" y="49584"/>
                </a:cubicBezTo>
                <a:cubicBezTo>
                  <a:pt x="2273449" y="53070"/>
                  <a:pt x="2275192" y="57210"/>
                  <a:pt x="2276188" y="62004"/>
                </a:cubicBezTo>
                <a:cubicBezTo>
                  <a:pt x="2276811" y="65116"/>
                  <a:pt x="2277122" y="70563"/>
                  <a:pt x="2277122" y="78345"/>
                </a:cubicBezTo>
                <a:lnTo>
                  <a:pt x="2277122" y="139321"/>
                </a:lnTo>
                <a:lnTo>
                  <a:pt x="2260314" y="139321"/>
                </a:lnTo>
                <a:lnTo>
                  <a:pt x="2260314" y="78998"/>
                </a:lnTo>
                <a:cubicBezTo>
                  <a:pt x="2260314" y="72151"/>
                  <a:pt x="2259660" y="67030"/>
                  <a:pt x="2258353" y="63638"/>
                </a:cubicBezTo>
                <a:cubicBezTo>
                  <a:pt x="2257045" y="60245"/>
                  <a:pt x="2254726" y="57537"/>
                  <a:pt x="2251396" y="55514"/>
                </a:cubicBezTo>
                <a:cubicBezTo>
                  <a:pt x="2248065" y="53490"/>
                  <a:pt x="2244159" y="52479"/>
                  <a:pt x="2239677" y="52479"/>
                </a:cubicBezTo>
                <a:cubicBezTo>
                  <a:pt x="2232518" y="52479"/>
                  <a:pt x="2226339" y="54751"/>
                  <a:pt x="2221141" y="59296"/>
                </a:cubicBezTo>
                <a:cubicBezTo>
                  <a:pt x="2215943" y="63840"/>
                  <a:pt x="2213344" y="72462"/>
                  <a:pt x="2213344" y="85161"/>
                </a:cubicBezTo>
                <a:lnTo>
                  <a:pt x="2213344" y="139321"/>
                </a:lnTo>
                <a:lnTo>
                  <a:pt x="2196536" y="139321"/>
                </a:lnTo>
                <a:close/>
                <a:moveTo>
                  <a:pt x="2339563" y="124287"/>
                </a:moveTo>
                <a:lnTo>
                  <a:pt x="2341991" y="139134"/>
                </a:lnTo>
                <a:cubicBezTo>
                  <a:pt x="2337259" y="140130"/>
                  <a:pt x="2333026" y="140628"/>
                  <a:pt x="2329291" y="140628"/>
                </a:cubicBezTo>
                <a:cubicBezTo>
                  <a:pt x="2323190" y="140628"/>
                  <a:pt x="2318459" y="139664"/>
                  <a:pt x="2315098" y="137734"/>
                </a:cubicBezTo>
                <a:cubicBezTo>
                  <a:pt x="2311736" y="135804"/>
                  <a:pt x="2309370" y="133267"/>
                  <a:pt x="2308001" y="130123"/>
                </a:cubicBezTo>
                <a:cubicBezTo>
                  <a:pt x="2306631" y="126980"/>
                  <a:pt x="2305946" y="120365"/>
                  <a:pt x="2305946" y="110280"/>
                </a:cubicBezTo>
                <a:lnTo>
                  <a:pt x="2305946" y="53226"/>
                </a:lnTo>
                <a:lnTo>
                  <a:pt x="2293620" y="53226"/>
                </a:lnTo>
                <a:lnTo>
                  <a:pt x="2293620" y="40153"/>
                </a:lnTo>
                <a:lnTo>
                  <a:pt x="2305946" y="40153"/>
                </a:lnTo>
                <a:lnTo>
                  <a:pt x="2305946" y="15594"/>
                </a:lnTo>
                <a:lnTo>
                  <a:pt x="2322661" y="5509"/>
                </a:lnTo>
                <a:lnTo>
                  <a:pt x="2322661" y="40153"/>
                </a:lnTo>
                <a:lnTo>
                  <a:pt x="2339563" y="40153"/>
                </a:lnTo>
                <a:lnTo>
                  <a:pt x="2339563" y="53226"/>
                </a:lnTo>
                <a:lnTo>
                  <a:pt x="2322661" y="53226"/>
                </a:lnTo>
                <a:lnTo>
                  <a:pt x="2322661" y="111214"/>
                </a:lnTo>
                <a:cubicBezTo>
                  <a:pt x="2322661" y="116008"/>
                  <a:pt x="2322957" y="119089"/>
                  <a:pt x="2323548" y="120459"/>
                </a:cubicBezTo>
                <a:cubicBezTo>
                  <a:pt x="2324140" y="121828"/>
                  <a:pt x="2325105" y="122918"/>
                  <a:pt x="2326443" y="123727"/>
                </a:cubicBezTo>
                <a:cubicBezTo>
                  <a:pt x="2327782" y="124536"/>
                  <a:pt x="2329696" y="124941"/>
                  <a:pt x="2332186" y="124941"/>
                </a:cubicBezTo>
                <a:cubicBezTo>
                  <a:pt x="2334053" y="124941"/>
                  <a:pt x="2336512" y="124723"/>
                  <a:pt x="2339563" y="124287"/>
                </a:cubicBezTo>
                <a:close/>
                <a:moveTo>
                  <a:pt x="2355932" y="21664"/>
                </a:moveTo>
                <a:lnTo>
                  <a:pt x="2355932" y="2428"/>
                </a:lnTo>
                <a:lnTo>
                  <a:pt x="2372740" y="2428"/>
                </a:lnTo>
                <a:lnTo>
                  <a:pt x="2372740" y="21664"/>
                </a:lnTo>
                <a:lnTo>
                  <a:pt x="2355932" y="21664"/>
                </a:lnTo>
                <a:moveTo>
                  <a:pt x="2355932" y="139321"/>
                </a:moveTo>
                <a:lnTo>
                  <a:pt x="2355932" y="40153"/>
                </a:lnTo>
                <a:lnTo>
                  <a:pt x="2372740" y="40153"/>
                </a:lnTo>
                <a:lnTo>
                  <a:pt x="2372740" y="139321"/>
                </a:lnTo>
                <a:lnTo>
                  <a:pt x="2355932" y="139321"/>
                </a:lnTo>
                <a:close/>
                <a:moveTo>
                  <a:pt x="2392038" y="89737"/>
                </a:moveTo>
                <a:cubicBezTo>
                  <a:pt x="2392038" y="71373"/>
                  <a:pt x="2397142" y="57770"/>
                  <a:pt x="2407352" y="48930"/>
                </a:cubicBezTo>
                <a:cubicBezTo>
                  <a:pt x="2415880" y="41585"/>
                  <a:pt x="2426277" y="37912"/>
                  <a:pt x="2438540" y="37912"/>
                </a:cubicBezTo>
                <a:cubicBezTo>
                  <a:pt x="2452174" y="37912"/>
                  <a:pt x="2463317" y="42378"/>
                  <a:pt x="2471970" y="51312"/>
                </a:cubicBezTo>
                <a:cubicBezTo>
                  <a:pt x="2480623" y="60245"/>
                  <a:pt x="2484950" y="72586"/>
                  <a:pt x="2484950" y="88336"/>
                </a:cubicBezTo>
                <a:cubicBezTo>
                  <a:pt x="2484950" y="101098"/>
                  <a:pt x="2483035" y="111136"/>
                  <a:pt x="2479207" y="118451"/>
                </a:cubicBezTo>
                <a:cubicBezTo>
                  <a:pt x="2475378" y="125766"/>
                  <a:pt x="2469807" y="131446"/>
                  <a:pt x="2462492" y="135493"/>
                </a:cubicBezTo>
                <a:cubicBezTo>
                  <a:pt x="2455177" y="139539"/>
                  <a:pt x="2447193" y="141562"/>
                  <a:pt x="2438540" y="141562"/>
                </a:cubicBezTo>
                <a:cubicBezTo>
                  <a:pt x="2424658" y="141562"/>
                  <a:pt x="2413437" y="137111"/>
                  <a:pt x="2404877" y="128209"/>
                </a:cubicBezTo>
                <a:cubicBezTo>
                  <a:pt x="2396318" y="119307"/>
                  <a:pt x="2392038" y="106483"/>
                  <a:pt x="2392038" y="89737"/>
                </a:cubicBezTo>
                <a:moveTo>
                  <a:pt x="2409313" y="89784"/>
                </a:moveTo>
                <a:cubicBezTo>
                  <a:pt x="2409313" y="102468"/>
                  <a:pt x="2412083" y="111965"/>
                  <a:pt x="2417623" y="118276"/>
                </a:cubicBezTo>
                <a:cubicBezTo>
                  <a:pt x="2423164" y="124587"/>
                  <a:pt x="2430136" y="127742"/>
                  <a:pt x="2438540" y="127742"/>
                </a:cubicBezTo>
                <a:cubicBezTo>
                  <a:pt x="2446882" y="127742"/>
                  <a:pt x="2453823" y="124571"/>
                  <a:pt x="2459364" y="118229"/>
                </a:cubicBezTo>
                <a:cubicBezTo>
                  <a:pt x="2464904" y="111887"/>
                  <a:pt x="2467674" y="102219"/>
                  <a:pt x="2467674" y="89223"/>
                </a:cubicBezTo>
                <a:cubicBezTo>
                  <a:pt x="2467674" y="76975"/>
                  <a:pt x="2464889" y="67696"/>
                  <a:pt x="2459317" y="61385"/>
                </a:cubicBezTo>
                <a:cubicBezTo>
                  <a:pt x="2453745" y="55074"/>
                  <a:pt x="2446820" y="51919"/>
                  <a:pt x="2438540" y="51919"/>
                </a:cubicBezTo>
                <a:cubicBezTo>
                  <a:pt x="2430136" y="51919"/>
                  <a:pt x="2423164" y="55058"/>
                  <a:pt x="2417623" y="61338"/>
                </a:cubicBezTo>
                <a:cubicBezTo>
                  <a:pt x="2412083" y="67618"/>
                  <a:pt x="2409313" y="77100"/>
                  <a:pt x="2409313" y="89784"/>
                </a:cubicBezTo>
                <a:close/>
                <a:moveTo>
                  <a:pt x="2504623" y="139321"/>
                </a:moveTo>
                <a:lnTo>
                  <a:pt x="2504623" y="40153"/>
                </a:lnTo>
                <a:lnTo>
                  <a:pt x="2519751" y="40153"/>
                </a:lnTo>
                <a:lnTo>
                  <a:pt x="2519751" y="54253"/>
                </a:lnTo>
                <a:cubicBezTo>
                  <a:pt x="2527034" y="43359"/>
                  <a:pt x="2537555" y="37912"/>
                  <a:pt x="2551313" y="37912"/>
                </a:cubicBezTo>
                <a:cubicBezTo>
                  <a:pt x="2557289" y="37912"/>
                  <a:pt x="2562783" y="38986"/>
                  <a:pt x="2567794" y="41133"/>
                </a:cubicBezTo>
                <a:cubicBezTo>
                  <a:pt x="2572805" y="43281"/>
                  <a:pt x="2576556" y="46098"/>
                  <a:pt x="2579046" y="49584"/>
                </a:cubicBezTo>
                <a:cubicBezTo>
                  <a:pt x="2581536" y="53070"/>
                  <a:pt x="2583279" y="57210"/>
                  <a:pt x="2584275" y="62004"/>
                </a:cubicBezTo>
                <a:cubicBezTo>
                  <a:pt x="2584898" y="65116"/>
                  <a:pt x="2585209" y="70563"/>
                  <a:pt x="2585209" y="78345"/>
                </a:cubicBezTo>
                <a:lnTo>
                  <a:pt x="2585209" y="139321"/>
                </a:lnTo>
                <a:lnTo>
                  <a:pt x="2568401" y="139321"/>
                </a:lnTo>
                <a:lnTo>
                  <a:pt x="2568401" y="78998"/>
                </a:lnTo>
                <a:cubicBezTo>
                  <a:pt x="2568401" y="72151"/>
                  <a:pt x="2567747" y="67030"/>
                  <a:pt x="2566440" y="63638"/>
                </a:cubicBezTo>
                <a:cubicBezTo>
                  <a:pt x="2565133" y="60245"/>
                  <a:pt x="2562814" y="57537"/>
                  <a:pt x="2559483" y="55514"/>
                </a:cubicBezTo>
                <a:cubicBezTo>
                  <a:pt x="2556153" y="53490"/>
                  <a:pt x="2552246" y="52479"/>
                  <a:pt x="2547764" y="52479"/>
                </a:cubicBezTo>
                <a:cubicBezTo>
                  <a:pt x="2540605" y="52479"/>
                  <a:pt x="2534427" y="54751"/>
                  <a:pt x="2529229" y="59296"/>
                </a:cubicBezTo>
                <a:cubicBezTo>
                  <a:pt x="2524031" y="63840"/>
                  <a:pt x="2521431" y="72462"/>
                  <a:pt x="2521431" y="85161"/>
                </a:cubicBezTo>
                <a:lnTo>
                  <a:pt x="2521431" y="139321"/>
                </a:lnTo>
                <a:lnTo>
                  <a:pt x="2504623" y="139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CC6D2-718D-4838-8A46-1FA0DA9A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212" y="2372308"/>
            <a:ext cx="1206668" cy="514992"/>
          </a:xfrm>
          <a:custGeom xmlns:a="http://schemas.openxmlformats.org/drawingml/2006/main">
            <a:pathLst>
              <a:path w="1206668" h="514992">
                <a:moveTo>
                  <a:pt x="0" y="0"/>
                </a:moveTo>
                <a:lnTo>
                  <a:pt x="1206668" y="0"/>
                </a:lnTo>
                <a:lnTo>
                  <a:pt x="1206668" y="514992"/>
                </a:lnTo>
                <a:lnTo>
                  <a:pt x="0" y="514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Queries">
            <a:extLst xmlns:a="http://schemas.openxmlformats.org/drawingml/2006/main">
              <a:ext uri="{FF2B5EF4-FFF2-40B4-BE49-F238E27FC236}">
                <a16:creationId xmlns:a16="http://schemas.microsoft.com/office/drawing/2014/main" id="{69BD62A1-58B7-45F4-A679-A39AFA86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532" y="2555088"/>
            <a:ext cx="581107" cy="133220"/>
          </a:xfrm>
          <a:custGeom xmlns:a="http://schemas.openxmlformats.org/drawingml/2006/main">
            <a:pathLst>
              <a:path w="581107" h="133220">
                <a:moveTo>
                  <a:pt x="98027" y="110729"/>
                </a:moveTo>
                <a:cubicBezTo>
                  <a:pt x="105497" y="115874"/>
                  <a:pt x="112387" y="119636"/>
                  <a:pt x="118695" y="122015"/>
                </a:cubicBezTo>
                <a:lnTo>
                  <a:pt x="113964" y="133220"/>
                </a:lnTo>
                <a:cubicBezTo>
                  <a:pt x="105221" y="130066"/>
                  <a:pt x="96505" y="125086"/>
                  <a:pt x="87818" y="118280"/>
                </a:cubicBezTo>
                <a:cubicBezTo>
                  <a:pt x="78798" y="123315"/>
                  <a:pt x="68837" y="125833"/>
                  <a:pt x="57936" y="125833"/>
                </a:cubicBezTo>
                <a:cubicBezTo>
                  <a:pt x="46925" y="125833"/>
                  <a:pt x="36936" y="123179"/>
                  <a:pt x="27972" y="117870"/>
                </a:cubicBezTo>
                <a:cubicBezTo>
                  <a:pt x="19008" y="112561"/>
                  <a:pt x="12105" y="105096"/>
                  <a:pt x="7263" y="95475"/>
                </a:cubicBezTo>
                <a:cubicBezTo>
                  <a:pt x="2421" y="85851"/>
                  <a:pt x="0" y="75013"/>
                  <a:pt x="0" y="62958"/>
                </a:cubicBezTo>
                <a:cubicBezTo>
                  <a:pt x="0" y="50959"/>
                  <a:pt x="2435" y="40038"/>
                  <a:pt x="7304" y="30195"/>
                </a:cubicBezTo>
                <a:cubicBezTo>
                  <a:pt x="12174" y="20351"/>
                  <a:pt x="19105" y="12857"/>
                  <a:pt x="28097" y="7714"/>
                </a:cubicBezTo>
                <a:cubicBezTo>
                  <a:pt x="37089" y="2571"/>
                  <a:pt x="47146" y="0"/>
                  <a:pt x="58268" y="0"/>
                </a:cubicBezTo>
                <a:cubicBezTo>
                  <a:pt x="69501" y="0"/>
                  <a:pt x="79628" y="2668"/>
                  <a:pt x="88648" y="8005"/>
                </a:cubicBezTo>
                <a:cubicBezTo>
                  <a:pt x="97667" y="13341"/>
                  <a:pt x="104543" y="20806"/>
                  <a:pt x="109274" y="30400"/>
                </a:cubicBezTo>
                <a:cubicBezTo>
                  <a:pt x="114005" y="39992"/>
                  <a:pt x="116371" y="50815"/>
                  <a:pt x="116371" y="62870"/>
                </a:cubicBezTo>
                <a:cubicBezTo>
                  <a:pt x="116371" y="72879"/>
                  <a:pt x="114849" y="81878"/>
                  <a:pt x="111806" y="89869"/>
                </a:cubicBezTo>
                <a:cubicBezTo>
                  <a:pt x="108762" y="97858"/>
                  <a:pt x="104169" y="104812"/>
                  <a:pt x="98027" y="110729"/>
                </a:cubicBezTo>
                <a:moveTo>
                  <a:pt x="62585" y="90160"/>
                </a:moveTo>
                <a:cubicBezTo>
                  <a:pt x="71881" y="92761"/>
                  <a:pt x="79545" y="96634"/>
                  <a:pt x="85576" y="101780"/>
                </a:cubicBezTo>
                <a:cubicBezTo>
                  <a:pt x="95039" y="93162"/>
                  <a:pt x="99770" y="80207"/>
                  <a:pt x="99770" y="62917"/>
                </a:cubicBezTo>
                <a:cubicBezTo>
                  <a:pt x="99770" y="53084"/>
                  <a:pt x="98096" y="44494"/>
                  <a:pt x="94748" y="37147"/>
                </a:cubicBezTo>
                <a:cubicBezTo>
                  <a:pt x="91401" y="29799"/>
                  <a:pt x="86503" y="24095"/>
                  <a:pt x="80057" y="20035"/>
                </a:cubicBezTo>
                <a:cubicBezTo>
                  <a:pt x="73610" y="15975"/>
                  <a:pt x="66375" y="13945"/>
                  <a:pt x="58351" y="13945"/>
                </a:cubicBezTo>
                <a:cubicBezTo>
                  <a:pt x="46344" y="13945"/>
                  <a:pt x="36383" y="18046"/>
                  <a:pt x="28470" y="26250"/>
                </a:cubicBezTo>
                <a:cubicBezTo>
                  <a:pt x="20557" y="34453"/>
                  <a:pt x="16601" y="46703"/>
                  <a:pt x="16601" y="63000"/>
                </a:cubicBezTo>
                <a:cubicBezTo>
                  <a:pt x="16601" y="78800"/>
                  <a:pt x="20516" y="90926"/>
                  <a:pt x="28346" y="99378"/>
                </a:cubicBezTo>
                <a:cubicBezTo>
                  <a:pt x="36176" y="107829"/>
                  <a:pt x="46178" y="112055"/>
                  <a:pt x="58351" y="112055"/>
                </a:cubicBezTo>
                <a:cubicBezTo>
                  <a:pt x="64106" y="112055"/>
                  <a:pt x="69529" y="110977"/>
                  <a:pt x="74620" y="108823"/>
                </a:cubicBezTo>
                <a:cubicBezTo>
                  <a:pt x="69584" y="105565"/>
                  <a:pt x="64272" y="103245"/>
                  <a:pt x="58683" y="101863"/>
                </a:cubicBezTo>
                <a:lnTo>
                  <a:pt x="62585" y="90160"/>
                </a:lnTo>
                <a:close/>
                <a:moveTo>
                  <a:pt x="193755" y="123841"/>
                </a:moveTo>
                <a:lnTo>
                  <a:pt x="193755" y="110812"/>
                </a:lnTo>
                <a:cubicBezTo>
                  <a:pt x="186893" y="120826"/>
                  <a:pt x="177569" y="125833"/>
                  <a:pt x="165782" y="125833"/>
                </a:cubicBezTo>
                <a:cubicBezTo>
                  <a:pt x="160581" y="125833"/>
                  <a:pt x="155725" y="124837"/>
                  <a:pt x="151215" y="122845"/>
                </a:cubicBezTo>
                <a:cubicBezTo>
                  <a:pt x="146706" y="120853"/>
                  <a:pt x="143358" y="118349"/>
                  <a:pt x="141172" y="115333"/>
                </a:cubicBezTo>
                <a:cubicBezTo>
                  <a:pt x="138986" y="112317"/>
                  <a:pt x="137451" y="108624"/>
                  <a:pt x="136565" y="104252"/>
                </a:cubicBezTo>
                <a:cubicBezTo>
                  <a:pt x="135957" y="101319"/>
                  <a:pt x="135652" y="96671"/>
                  <a:pt x="135652" y="90308"/>
                </a:cubicBezTo>
                <a:lnTo>
                  <a:pt x="135652" y="35691"/>
                </a:lnTo>
                <a:lnTo>
                  <a:pt x="150593" y="35691"/>
                </a:lnTo>
                <a:lnTo>
                  <a:pt x="150593" y="84529"/>
                </a:lnTo>
                <a:cubicBezTo>
                  <a:pt x="150593" y="92322"/>
                  <a:pt x="150897" y="97573"/>
                  <a:pt x="151506" y="100281"/>
                </a:cubicBezTo>
                <a:cubicBezTo>
                  <a:pt x="152447" y="104206"/>
                  <a:pt x="154439" y="107289"/>
                  <a:pt x="157482" y="109528"/>
                </a:cubicBezTo>
                <a:cubicBezTo>
                  <a:pt x="160526" y="111766"/>
                  <a:pt x="164288" y="112885"/>
                  <a:pt x="168771" y="112885"/>
                </a:cubicBezTo>
                <a:cubicBezTo>
                  <a:pt x="173253" y="112885"/>
                  <a:pt x="177458" y="111738"/>
                  <a:pt x="181387" y="109445"/>
                </a:cubicBezTo>
                <a:cubicBezTo>
                  <a:pt x="185316" y="107150"/>
                  <a:pt x="188097" y="104027"/>
                  <a:pt x="189729" y="100076"/>
                </a:cubicBezTo>
                <a:cubicBezTo>
                  <a:pt x="191361" y="96123"/>
                  <a:pt x="192178" y="90388"/>
                  <a:pt x="192178" y="82871"/>
                </a:cubicBezTo>
                <a:lnTo>
                  <a:pt x="192178" y="35691"/>
                </a:lnTo>
                <a:lnTo>
                  <a:pt x="207118" y="35691"/>
                </a:lnTo>
                <a:lnTo>
                  <a:pt x="207118" y="123841"/>
                </a:lnTo>
                <a:lnTo>
                  <a:pt x="193755" y="123841"/>
                </a:lnTo>
                <a:close/>
                <a:moveTo>
                  <a:pt x="290842" y="95288"/>
                </a:moveTo>
                <a:lnTo>
                  <a:pt x="306281" y="97280"/>
                </a:lnTo>
                <a:cubicBezTo>
                  <a:pt x="303846" y="106326"/>
                  <a:pt x="299336" y="113346"/>
                  <a:pt x="292751" y="118342"/>
                </a:cubicBezTo>
                <a:cubicBezTo>
                  <a:pt x="286167" y="123336"/>
                  <a:pt x="277755" y="125833"/>
                  <a:pt x="267518" y="125833"/>
                </a:cubicBezTo>
                <a:cubicBezTo>
                  <a:pt x="254625" y="125833"/>
                  <a:pt x="244402" y="121863"/>
                  <a:pt x="236849" y="113922"/>
                </a:cubicBezTo>
                <a:cubicBezTo>
                  <a:pt x="229295" y="105981"/>
                  <a:pt x="225519" y="94845"/>
                  <a:pt x="225519" y="80513"/>
                </a:cubicBezTo>
                <a:cubicBezTo>
                  <a:pt x="225519" y="65683"/>
                  <a:pt x="229337" y="54174"/>
                  <a:pt x="236973" y="45984"/>
                </a:cubicBezTo>
                <a:cubicBezTo>
                  <a:pt x="244609" y="37794"/>
                  <a:pt x="254515" y="33699"/>
                  <a:pt x="266688" y="33699"/>
                </a:cubicBezTo>
                <a:cubicBezTo>
                  <a:pt x="278475" y="33699"/>
                  <a:pt x="288103" y="37705"/>
                  <a:pt x="295574" y="45717"/>
                </a:cubicBezTo>
                <a:cubicBezTo>
                  <a:pt x="303044" y="53727"/>
                  <a:pt x="306779" y="64996"/>
                  <a:pt x="306779" y="79525"/>
                </a:cubicBezTo>
                <a:cubicBezTo>
                  <a:pt x="306779" y="80409"/>
                  <a:pt x="306751" y="81734"/>
                  <a:pt x="306696" y="83501"/>
                </a:cubicBezTo>
                <a:lnTo>
                  <a:pt x="240957" y="83501"/>
                </a:lnTo>
                <a:cubicBezTo>
                  <a:pt x="241511" y="93213"/>
                  <a:pt x="244250" y="100648"/>
                  <a:pt x="249175" y="105809"/>
                </a:cubicBezTo>
                <a:cubicBezTo>
                  <a:pt x="254100" y="110969"/>
                  <a:pt x="260242" y="113549"/>
                  <a:pt x="267601" y="113549"/>
                </a:cubicBezTo>
                <a:cubicBezTo>
                  <a:pt x="273080" y="113549"/>
                  <a:pt x="277755" y="112097"/>
                  <a:pt x="281629" y="109194"/>
                </a:cubicBezTo>
                <a:cubicBezTo>
                  <a:pt x="285502" y="106288"/>
                  <a:pt x="288574" y="101653"/>
                  <a:pt x="290842" y="95288"/>
                </a:cubicBezTo>
                <a:moveTo>
                  <a:pt x="241787" y="71217"/>
                </a:moveTo>
                <a:lnTo>
                  <a:pt x="291008" y="71217"/>
                </a:lnTo>
                <a:cubicBezTo>
                  <a:pt x="290344" y="63826"/>
                  <a:pt x="288463" y="58283"/>
                  <a:pt x="285364" y="54588"/>
                </a:cubicBezTo>
                <a:cubicBezTo>
                  <a:pt x="280605" y="48852"/>
                  <a:pt x="274435" y="45984"/>
                  <a:pt x="266854" y="45984"/>
                </a:cubicBezTo>
                <a:cubicBezTo>
                  <a:pt x="259993" y="45984"/>
                  <a:pt x="254224" y="48273"/>
                  <a:pt x="249548" y="52852"/>
                </a:cubicBezTo>
                <a:cubicBezTo>
                  <a:pt x="244872" y="57430"/>
                  <a:pt x="242285" y="63551"/>
                  <a:pt x="241787" y="71217"/>
                </a:cubicBezTo>
                <a:close/>
                <a:moveTo>
                  <a:pt x="324848" y="123841"/>
                </a:moveTo>
                <a:lnTo>
                  <a:pt x="324848" y="35691"/>
                </a:lnTo>
                <a:lnTo>
                  <a:pt x="338295" y="35691"/>
                </a:lnTo>
                <a:lnTo>
                  <a:pt x="338295" y="49055"/>
                </a:lnTo>
                <a:cubicBezTo>
                  <a:pt x="341725" y="42802"/>
                  <a:pt x="344893" y="38680"/>
                  <a:pt x="347799" y="36687"/>
                </a:cubicBezTo>
                <a:cubicBezTo>
                  <a:pt x="350704" y="34695"/>
                  <a:pt x="353899" y="33699"/>
                  <a:pt x="357385" y="33699"/>
                </a:cubicBezTo>
                <a:cubicBezTo>
                  <a:pt x="362421" y="33699"/>
                  <a:pt x="367540" y="35304"/>
                  <a:pt x="372741" y="38514"/>
                </a:cubicBezTo>
                <a:lnTo>
                  <a:pt x="367595" y="52365"/>
                </a:lnTo>
                <a:cubicBezTo>
                  <a:pt x="363943" y="50214"/>
                  <a:pt x="360291" y="49138"/>
                  <a:pt x="356638" y="49138"/>
                </a:cubicBezTo>
                <a:cubicBezTo>
                  <a:pt x="353374" y="49138"/>
                  <a:pt x="350441" y="50120"/>
                  <a:pt x="347840" y="52085"/>
                </a:cubicBezTo>
                <a:cubicBezTo>
                  <a:pt x="345239" y="54049"/>
                  <a:pt x="343386" y="56774"/>
                  <a:pt x="342279" y="60260"/>
                </a:cubicBezTo>
                <a:cubicBezTo>
                  <a:pt x="340619" y="65573"/>
                  <a:pt x="339789" y="71383"/>
                  <a:pt x="339789" y="77691"/>
                </a:cubicBezTo>
                <a:lnTo>
                  <a:pt x="339789" y="123841"/>
                </a:lnTo>
                <a:lnTo>
                  <a:pt x="324848" y="123841"/>
                </a:lnTo>
                <a:close/>
                <a:moveTo>
                  <a:pt x="381704" y="19257"/>
                </a:moveTo>
                <a:lnTo>
                  <a:pt x="381704" y="2158"/>
                </a:lnTo>
                <a:lnTo>
                  <a:pt x="396645" y="2158"/>
                </a:lnTo>
                <a:lnTo>
                  <a:pt x="396645" y="19257"/>
                </a:lnTo>
                <a:lnTo>
                  <a:pt x="381704" y="19257"/>
                </a:lnTo>
                <a:moveTo>
                  <a:pt x="381704" y="123841"/>
                </a:moveTo>
                <a:lnTo>
                  <a:pt x="381704" y="35691"/>
                </a:lnTo>
                <a:lnTo>
                  <a:pt x="396645" y="35691"/>
                </a:lnTo>
                <a:lnTo>
                  <a:pt x="396645" y="123841"/>
                </a:lnTo>
                <a:lnTo>
                  <a:pt x="381704" y="123841"/>
                </a:lnTo>
                <a:close/>
                <a:moveTo>
                  <a:pt x="479702" y="95288"/>
                </a:moveTo>
                <a:lnTo>
                  <a:pt x="495141" y="97280"/>
                </a:lnTo>
                <a:cubicBezTo>
                  <a:pt x="492706" y="106326"/>
                  <a:pt x="488196" y="113346"/>
                  <a:pt x="481611" y="118342"/>
                </a:cubicBezTo>
                <a:cubicBezTo>
                  <a:pt x="475026" y="123336"/>
                  <a:pt x="466615" y="125833"/>
                  <a:pt x="456378" y="125833"/>
                </a:cubicBezTo>
                <a:cubicBezTo>
                  <a:pt x="443485" y="125833"/>
                  <a:pt x="433262" y="121863"/>
                  <a:pt x="425709" y="113922"/>
                </a:cubicBezTo>
                <a:cubicBezTo>
                  <a:pt x="418155" y="105981"/>
                  <a:pt x="414379" y="94845"/>
                  <a:pt x="414379" y="80513"/>
                </a:cubicBezTo>
                <a:cubicBezTo>
                  <a:pt x="414379" y="65683"/>
                  <a:pt x="418197" y="54174"/>
                  <a:pt x="425833" y="45984"/>
                </a:cubicBezTo>
                <a:cubicBezTo>
                  <a:pt x="433469" y="37794"/>
                  <a:pt x="443374" y="33699"/>
                  <a:pt x="455548" y="33699"/>
                </a:cubicBezTo>
                <a:cubicBezTo>
                  <a:pt x="467335" y="33699"/>
                  <a:pt x="476963" y="37705"/>
                  <a:pt x="484433" y="45717"/>
                </a:cubicBezTo>
                <a:cubicBezTo>
                  <a:pt x="491904" y="53727"/>
                  <a:pt x="495639" y="64996"/>
                  <a:pt x="495639" y="79525"/>
                </a:cubicBezTo>
                <a:cubicBezTo>
                  <a:pt x="495639" y="80409"/>
                  <a:pt x="495611" y="81734"/>
                  <a:pt x="495556" y="83501"/>
                </a:cubicBezTo>
                <a:lnTo>
                  <a:pt x="429817" y="83501"/>
                </a:lnTo>
                <a:cubicBezTo>
                  <a:pt x="430371" y="93213"/>
                  <a:pt x="433110" y="100648"/>
                  <a:pt x="438035" y="105809"/>
                </a:cubicBezTo>
                <a:cubicBezTo>
                  <a:pt x="442959" y="110969"/>
                  <a:pt x="449102" y="113549"/>
                  <a:pt x="456461" y="113549"/>
                </a:cubicBezTo>
                <a:cubicBezTo>
                  <a:pt x="461940" y="113549"/>
                  <a:pt x="466615" y="112097"/>
                  <a:pt x="470489" y="109194"/>
                </a:cubicBezTo>
                <a:cubicBezTo>
                  <a:pt x="474362" y="106288"/>
                  <a:pt x="477433" y="101653"/>
                  <a:pt x="479702" y="95288"/>
                </a:cubicBezTo>
                <a:moveTo>
                  <a:pt x="430647" y="71217"/>
                </a:moveTo>
                <a:lnTo>
                  <a:pt x="479868" y="71217"/>
                </a:lnTo>
                <a:cubicBezTo>
                  <a:pt x="479204" y="63826"/>
                  <a:pt x="477323" y="58283"/>
                  <a:pt x="474224" y="54588"/>
                </a:cubicBezTo>
                <a:cubicBezTo>
                  <a:pt x="469465" y="48852"/>
                  <a:pt x="463295" y="45984"/>
                  <a:pt x="455714" y="45984"/>
                </a:cubicBezTo>
                <a:cubicBezTo>
                  <a:pt x="448853" y="45984"/>
                  <a:pt x="443084" y="48273"/>
                  <a:pt x="438408" y="52852"/>
                </a:cubicBezTo>
                <a:cubicBezTo>
                  <a:pt x="433732" y="57430"/>
                  <a:pt x="431145" y="63551"/>
                  <a:pt x="430647" y="71217"/>
                </a:cubicBezTo>
                <a:close/>
                <a:moveTo>
                  <a:pt x="507898" y="97446"/>
                </a:moveTo>
                <a:lnTo>
                  <a:pt x="522672" y="95122"/>
                </a:lnTo>
                <a:cubicBezTo>
                  <a:pt x="523502" y="101069"/>
                  <a:pt x="525813" y="105627"/>
                  <a:pt x="529603" y="108797"/>
                </a:cubicBezTo>
                <a:cubicBezTo>
                  <a:pt x="533394" y="111965"/>
                  <a:pt x="538692" y="113549"/>
                  <a:pt x="545498" y="113549"/>
                </a:cubicBezTo>
                <a:cubicBezTo>
                  <a:pt x="552360" y="113549"/>
                  <a:pt x="557451" y="112151"/>
                  <a:pt x="560771" y="109357"/>
                </a:cubicBezTo>
                <a:cubicBezTo>
                  <a:pt x="564091" y="106562"/>
                  <a:pt x="565751" y="103284"/>
                  <a:pt x="565751" y="99521"/>
                </a:cubicBezTo>
                <a:cubicBezTo>
                  <a:pt x="565751" y="96146"/>
                  <a:pt x="564285" y="93489"/>
                  <a:pt x="561352" y="91553"/>
                </a:cubicBezTo>
                <a:cubicBezTo>
                  <a:pt x="559305" y="90225"/>
                  <a:pt x="554214" y="88537"/>
                  <a:pt x="546079" y="86490"/>
                </a:cubicBezTo>
                <a:cubicBezTo>
                  <a:pt x="535123" y="83723"/>
                  <a:pt x="527528" y="81329"/>
                  <a:pt x="523295" y="79310"/>
                </a:cubicBezTo>
                <a:cubicBezTo>
                  <a:pt x="519062" y="77290"/>
                  <a:pt x="515852" y="74496"/>
                  <a:pt x="513667" y="70926"/>
                </a:cubicBezTo>
                <a:cubicBezTo>
                  <a:pt x="511481" y="67357"/>
                  <a:pt x="510388" y="63415"/>
                  <a:pt x="510388" y="59098"/>
                </a:cubicBezTo>
                <a:cubicBezTo>
                  <a:pt x="510388" y="55170"/>
                  <a:pt x="511287" y="51531"/>
                  <a:pt x="513086" y="48183"/>
                </a:cubicBezTo>
                <a:cubicBezTo>
                  <a:pt x="514884" y="44836"/>
                  <a:pt x="517333" y="42055"/>
                  <a:pt x="520431" y="39842"/>
                </a:cubicBezTo>
                <a:cubicBezTo>
                  <a:pt x="522755" y="38126"/>
                  <a:pt x="525923" y="36674"/>
                  <a:pt x="529935" y="35484"/>
                </a:cubicBezTo>
                <a:cubicBezTo>
                  <a:pt x="533947" y="34294"/>
                  <a:pt x="538249" y="33699"/>
                  <a:pt x="542842" y="33699"/>
                </a:cubicBezTo>
                <a:cubicBezTo>
                  <a:pt x="549759" y="33699"/>
                  <a:pt x="555832" y="34695"/>
                  <a:pt x="561061" y="36687"/>
                </a:cubicBezTo>
                <a:cubicBezTo>
                  <a:pt x="566291" y="38680"/>
                  <a:pt x="570150" y="41377"/>
                  <a:pt x="572640" y="44780"/>
                </a:cubicBezTo>
                <a:cubicBezTo>
                  <a:pt x="575131" y="48183"/>
                  <a:pt x="576846" y="52735"/>
                  <a:pt x="577787" y="58434"/>
                </a:cubicBezTo>
                <a:lnTo>
                  <a:pt x="563178" y="60426"/>
                </a:lnTo>
                <a:cubicBezTo>
                  <a:pt x="562514" y="55889"/>
                  <a:pt x="560591" y="52347"/>
                  <a:pt x="557409" y="49802"/>
                </a:cubicBezTo>
                <a:cubicBezTo>
                  <a:pt x="554228" y="47257"/>
                  <a:pt x="549731" y="45984"/>
                  <a:pt x="543921" y="45984"/>
                </a:cubicBezTo>
                <a:cubicBezTo>
                  <a:pt x="537060" y="45984"/>
                  <a:pt x="532162" y="47118"/>
                  <a:pt x="529230" y="49387"/>
                </a:cubicBezTo>
                <a:cubicBezTo>
                  <a:pt x="526297" y="51656"/>
                  <a:pt x="524830" y="54312"/>
                  <a:pt x="524830" y="57355"/>
                </a:cubicBezTo>
                <a:cubicBezTo>
                  <a:pt x="524830" y="59292"/>
                  <a:pt x="525439" y="61035"/>
                  <a:pt x="526657" y="62585"/>
                </a:cubicBezTo>
                <a:cubicBezTo>
                  <a:pt x="527874" y="64189"/>
                  <a:pt x="529783" y="65517"/>
                  <a:pt x="532384" y="66569"/>
                </a:cubicBezTo>
                <a:cubicBezTo>
                  <a:pt x="533878" y="67122"/>
                  <a:pt x="538277" y="68395"/>
                  <a:pt x="545581" y="70387"/>
                </a:cubicBezTo>
                <a:cubicBezTo>
                  <a:pt x="556150" y="73209"/>
                  <a:pt x="563524" y="75519"/>
                  <a:pt x="567702" y="77318"/>
                </a:cubicBezTo>
                <a:cubicBezTo>
                  <a:pt x="571880" y="79116"/>
                  <a:pt x="575158" y="81731"/>
                  <a:pt x="577538" y="85161"/>
                </a:cubicBezTo>
                <a:cubicBezTo>
                  <a:pt x="579917" y="88592"/>
                  <a:pt x="581107" y="92853"/>
                  <a:pt x="581107" y="97944"/>
                </a:cubicBezTo>
                <a:cubicBezTo>
                  <a:pt x="581107" y="102924"/>
                  <a:pt x="579654" y="107614"/>
                  <a:pt x="576749" y="112013"/>
                </a:cubicBezTo>
                <a:cubicBezTo>
                  <a:pt x="573844" y="116412"/>
                  <a:pt x="569652" y="119815"/>
                  <a:pt x="564174" y="122222"/>
                </a:cubicBezTo>
                <a:cubicBezTo>
                  <a:pt x="558696" y="124630"/>
                  <a:pt x="552498" y="125833"/>
                  <a:pt x="545581" y="125833"/>
                </a:cubicBezTo>
                <a:cubicBezTo>
                  <a:pt x="534127" y="125833"/>
                  <a:pt x="525398" y="123447"/>
                  <a:pt x="519394" y="118674"/>
                </a:cubicBezTo>
                <a:cubicBezTo>
                  <a:pt x="513390" y="113901"/>
                  <a:pt x="509558" y="106825"/>
                  <a:pt x="507898" y="97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CB250-53C4-4F8B-9C84-808EDDC2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607" y="2380552"/>
            <a:ext cx="1958283" cy="721290"/>
          </a:xfrm>
          <a:custGeom xmlns:a="http://schemas.openxmlformats.org/drawingml/2006/main">
            <a:pathLst>
              <a:path w="1958283" h="721290">
                <a:moveTo>
                  <a:pt x="1958283" y="721290"/>
                </a:moveTo>
                <a:lnTo>
                  <a:pt x="0" y="721290"/>
                </a:lnTo>
                <a:lnTo>
                  <a:pt x="0" y="0"/>
                </a:lnTo>
                <a:lnTo>
                  <a:pt x="1958283" y="0"/>
                </a:lnTo>
                <a:lnTo>
                  <a:pt x="1958283" y="72129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Key/Vals(Split+Mask)">
            <a:extLst xmlns:a="http://schemas.openxmlformats.org/drawingml/2006/main">
              <a:ext uri="{FF2B5EF4-FFF2-40B4-BE49-F238E27FC236}">
                <a16:creationId xmlns:a16="http://schemas.microsoft.com/office/drawing/2014/main" id="{DEDD7399-4BC4-46E3-AD8F-A53212F7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487" y="2563331"/>
            <a:ext cx="1729085" cy="159698"/>
          </a:xfrm>
          <a:custGeom xmlns:a="http://schemas.openxmlformats.org/drawingml/2006/main">
            <a:pathLst>
              <a:path w="1729085" h="159698">
                <a:moveTo>
                  <a:pt x="0" y="123841"/>
                </a:moveTo>
                <a:lnTo>
                  <a:pt x="0" y="2158"/>
                </a:lnTo>
                <a:lnTo>
                  <a:pt x="16103" y="2158"/>
                </a:lnTo>
                <a:lnTo>
                  <a:pt x="16103" y="62421"/>
                </a:lnTo>
                <a:lnTo>
                  <a:pt x="76529" y="2158"/>
                </a:lnTo>
                <a:lnTo>
                  <a:pt x="98359" y="2158"/>
                </a:lnTo>
                <a:lnTo>
                  <a:pt x="47312" y="51488"/>
                </a:lnTo>
                <a:lnTo>
                  <a:pt x="100600" y="123841"/>
                </a:lnTo>
                <a:lnTo>
                  <a:pt x="79351" y="123841"/>
                </a:lnTo>
                <a:lnTo>
                  <a:pt x="36023" y="62341"/>
                </a:lnTo>
                <a:lnTo>
                  <a:pt x="16103" y="81675"/>
                </a:lnTo>
                <a:lnTo>
                  <a:pt x="16103" y="123841"/>
                </a:lnTo>
                <a:lnTo>
                  <a:pt x="0" y="123841"/>
                </a:lnTo>
                <a:close/>
                <a:moveTo>
                  <a:pt x="172313" y="95288"/>
                </a:moveTo>
                <a:lnTo>
                  <a:pt x="187751" y="97280"/>
                </a:lnTo>
                <a:cubicBezTo>
                  <a:pt x="185316" y="106326"/>
                  <a:pt x="180807" y="113346"/>
                  <a:pt x="174222" y="118342"/>
                </a:cubicBezTo>
                <a:cubicBezTo>
                  <a:pt x="167637" y="123336"/>
                  <a:pt x="159226" y="125833"/>
                  <a:pt x="148989" y="125833"/>
                </a:cubicBezTo>
                <a:cubicBezTo>
                  <a:pt x="136095" y="125833"/>
                  <a:pt x="125872" y="121863"/>
                  <a:pt x="118319" y="113922"/>
                </a:cubicBezTo>
                <a:cubicBezTo>
                  <a:pt x="110766" y="105981"/>
                  <a:pt x="106989" y="94845"/>
                  <a:pt x="106989" y="80513"/>
                </a:cubicBezTo>
                <a:cubicBezTo>
                  <a:pt x="106989" y="65683"/>
                  <a:pt x="110807" y="54174"/>
                  <a:pt x="118443" y="45984"/>
                </a:cubicBezTo>
                <a:cubicBezTo>
                  <a:pt x="126080" y="37794"/>
                  <a:pt x="135985" y="33699"/>
                  <a:pt x="148159" y="33699"/>
                </a:cubicBezTo>
                <a:cubicBezTo>
                  <a:pt x="159945" y="33699"/>
                  <a:pt x="169573" y="37705"/>
                  <a:pt x="177044" y="45717"/>
                </a:cubicBezTo>
                <a:cubicBezTo>
                  <a:pt x="184514" y="53727"/>
                  <a:pt x="188249" y="64996"/>
                  <a:pt x="188249" y="79525"/>
                </a:cubicBezTo>
                <a:cubicBezTo>
                  <a:pt x="188249" y="80409"/>
                  <a:pt x="188222" y="81734"/>
                  <a:pt x="188166" y="83501"/>
                </a:cubicBezTo>
                <a:lnTo>
                  <a:pt x="122428" y="83501"/>
                </a:lnTo>
                <a:cubicBezTo>
                  <a:pt x="122981" y="93213"/>
                  <a:pt x="125720" y="100648"/>
                  <a:pt x="130645" y="105809"/>
                </a:cubicBezTo>
                <a:cubicBezTo>
                  <a:pt x="135570" y="110969"/>
                  <a:pt x="141712" y="113549"/>
                  <a:pt x="149072" y="113549"/>
                </a:cubicBezTo>
                <a:cubicBezTo>
                  <a:pt x="154550" y="113549"/>
                  <a:pt x="159226" y="112097"/>
                  <a:pt x="163099" y="109194"/>
                </a:cubicBezTo>
                <a:cubicBezTo>
                  <a:pt x="166973" y="106288"/>
                  <a:pt x="170044" y="101653"/>
                  <a:pt x="172313" y="95288"/>
                </a:cubicBezTo>
                <a:moveTo>
                  <a:pt x="123258" y="71217"/>
                </a:moveTo>
                <a:lnTo>
                  <a:pt x="172479" y="71217"/>
                </a:lnTo>
                <a:cubicBezTo>
                  <a:pt x="171815" y="63826"/>
                  <a:pt x="169933" y="58283"/>
                  <a:pt x="166834" y="54588"/>
                </a:cubicBezTo>
                <a:cubicBezTo>
                  <a:pt x="162075" y="48852"/>
                  <a:pt x="155906" y="45984"/>
                  <a:pt x="148325" y="45984"/>
                </a:cubicBezTo>
                <a:cubicBezTo>
                  <a:pt x="141463" y="45984"/>
                  <a:pt x="135694" y="48273"/>
                  <a:pt x="131018" y="52852"/>
                </a:cubicBezTo>
                <a:cubicBezTo>
                  <a:pt x="126343" y="57430"/>
                  <a:pt x="123756" y="63551"/>
                  <a:pt x="123258" y="71217"/>
                </a:cubicBezTo>
                <a:close/>
                <a:moveTo>
                  <a:pt x="205820" y="157883"/>
                </a:moveTo>
                <a:lnTo>
                  <a:pt x="204160" y="143928"/>
                </a:lnTo>
                <a:cubicBezTo>
                  <a:pt x="207425" y="144813"/>
                  <a:pt x="210275" y="145256"/>
                  <a:pt x="212709" y="145256"/>
                </a:cubicBezTo>
                <a:cubicBezTo>
                  <a:pt x="216029" y="145256"/>
                  <a:pt x="218686" y="144702"/>
                  <a:pt x="220678" y="143593"/>
                </a:cubicBezTo>
                <a:cubicBezTo>
                  <a:pt x="222670" y="142485"/>
                  <a:pt x="224302" y="140933"/>
                  <a:pt x="225575" y="138937"/>
                </a:cubicBezTo>
                <a:cubicBezTo>
                  <a:pt x="226516" y="137441"/>
                  <a:pt x="228037" y="133729"/>
                  <a:pt x="230140" y="127799"/>
                </a:cubicBezTo>
                <a:cubicBezTo>
                  <a:pt x="230417" y="126967"/>
                  <a:pt x="230859" y="125748"/>
                  <a:pt x="231468" y="124142"/>
                </a:cubicBezTo>
                <a:lnTo>
                  <a:pt x="198018" y="35691"/>
                </a:lnTo>
                <a:lnTo>
                  <a:pt x="214120" y="35691"/>
                </a:lnTo>
                <a:lnTo>
                  <a:pt x="232464" y="86754"/>
                </a:lnTo>
                <a:cubicBezTo>
                  <a:pt x="234844" y="93230"/>
                  <a:pt x="236974" y="100038"/>
                  <a:pt x="238855" y="107178"/>
                </a:cubicBezTo>
                <a:cubicBezTo>
                  <a:pt x="240571" y="100301"/>
                  <a:pt x="242618" y="93599"/>
                  <a:pt x="244998" y="87073"/>
                </a:cubicBezTo>
                <a:lnTo>
                  <a:pt x="263839" y="35691"/>
                </a:lnTo>
                <a:lnTo>
                  <a:pt x="278780" y="35691"/>
                </a:lnTo>
                <a:lnTo>
                  <a:pt x="245247" y="125325"/>
                </a:lnTo>
                <a:cubicBezTo>
                  <a:pt x="241650" y="135034"/>
                  <a:pt x="238855" y="141720"/>
                  <a:pt x="236863" y="145383"/>
                </a:cubicBezTo>
                <a:cubicBezTo>
                  <a:pt x="234207" y="150322"/>
                  <a:pt x="231164" y="153942"/>
                  <a:pt x="227733" y="156243"/>
                </a:cubicBezTo>
                <a:cubicBezTo>
                  <a:pt x="224302" y="158547"/>
                  <a:pt x="220207" y="159698"/>
                  <a:pt x="215448" y="159698"/>
                </a:cubicBezTo>
                <a:cubicBezTo>
                  <a:pt x="212571" y="159698"/>
                  <a:pt x="209362" y="159093"/>
                  <a:pt x="205820" y="157883"/>
                </a:cubicBezTo>
                <a:close/>
                <a:moveTo>
                  <a:pt x="280274" y="125999"/>
                </a:moveTo>
                <a:lnTo>
                  <a:pt x="315551" y="0"/>
                </a:lnTo>
                <a:lnTo>
                  <a:pt x="327503" y="0"/>
                </a:lnTo>
                <a:lnTo>
                  <a:pt x="292310" y="125999"/>
                </a:lnTo>
                <a:lnTo>
                  <a:pt x="280274" y="125999"/>
                </a:lnTo>
                <a:close/>
                <a:moveTo>
                  <a:pt x="375255" y="123841"/>
                </a:moveTo>
                <a:lnTo>
                  <a:pt x="328109" y="2158"/>
                </a:lnTo>
                <a:lnTo>
                  <a:pt x="345539" y="2158"/>
                </a:lnTo>
                <a:lnTo>
                  <a:pt x="377164" y="90557"/>
                </a:lnTo>
                <a:cubicBezTo>
                  <a:pt x="379709" y="97640"/>
                  <a:pt x="381840" y="104280"/>
                  <a:pt x="383555" y="110477"/>
                </a:cubicBezTo>
                <a:cubicBezTo>
                  <a:pt x="385436" y="103837"/>
                  <a:pt x="387622" y="97197"/>
                  <a:pt x="390112" y="90557"/>
                </a:cubicBezTo>
                <a:lnTo>
                  <a:pt x="422982" y="2158"/>
                </a:lnTo>
                <a:lnTo>
                  <a:pt x="439416" y="2158"/>
                </a:lnTo>
                <a:lnTo>
                  <a:pt x="391772" y="123841"/>
                </a:lnTo>
                <a:lnTo>
                  <a:pt x="375255" y="123841"/>
                </a:lnTo>
                <a:close/>
                <a:moveTo>
                  <a:pt x="496723" y="112719"/>
                </a:moveTo>
                <a:cubicBezTo>
                  <a:pt x="491189" y="117514"/>
                  <a:pt x="485863" y="120899"/>
                  <a:pt x="480745" y="122874"/>
                </a:cubicBezTo>
                <a:cubicBezTo>
                  <a:pt x="475626" y="124847"/>
                  <a:pt x="470134" y="125833"/>
                  <a:pt x="464268" y="125833"/>
                </a:cubicBezTo>
                <a:cubicBezTo>
                  <a:pt x="454585" y="125833"/>
                  <a:pt x="447142" y="123468"/>
                  <a:pt x="441941" y="118736"/>
                </a:cubicBezTo>
                <a:cubicBezTo>
                  <a:pt x="436739" y="114005"/>
                  <a:pt x="434138" y="107960"/>
                  <a:pt x="434138" y="100600"/>
                </a:cubicBezTo>
                <a:cubicBezTo>
                  <a:pt x="434138" y="96284"/>
                  <a:pt x="435120" y="92341"/>
                  <a:pt x="437085" y="88772"/>
                </a:cubicBezTo>
                <a:cubicBezTo>
                  <a:pt x="439049" y="85203"/>
                  <a:pt x="441622" y="82339"/>
                  <a:pt x="444804" y="80181"/>
                </a:cubicBezTo>
                <a:cubicBezTo>
                  <a:pt x="447986" y="78023"/>
                  <a:pt x="451569" y="76391"/>
                  <a:pt x="455553" y="75284"/>
                </a:cubicBezTo>
                <a:cubicBezTo>
                  <a:pt x="458486" y="74509"/>
                  <a:pt x="462913" y="73762"/>
                  <a:pt x="468834" y="73043"/>
                </a:cubicBezTo>
                <a:cubicBezTo>
                  <a:pt x="480897" y="71604"/>
                  <a:pt x="489778" y="69889"/>
                  <a:pt x="495478" y="67897"/>
                </a:cubicBezTo>
                <a:cubicBezTo>
                  <a:pt x="495533" y="65858"/>
                  <a:pt x="495561" y="64563"/>
                  <a:pt x="495561" y="64011"/>
                </a:cubicBezTo>
                <a:cubicBezTo>
                  <a:pt x="495561" y="57947"/>
                  <a:pt x="494150" y="53675"/>
                  <a:pt x="491328" y="51195"/>
                </a:cubicBezTo>
                <a:cubicBezTo>
                  <a:pt x="487509" y="47832"/>
                  <a:pt x="481837" y="46150"/>
                  <a:pt x="474312" y="46150"/>
                </a:cubicBezTo>
                <a:cubicBezTo>
                  <a:pt x="467284" y="46150"/>
                  <a:pt x="462097" y="47381"/>
                  <a:pt x="458749" y="49844"/>
                </a:cubicBezTo>
                <a:cubicBezTo>
                  <a:pt x="455401" y="52306"/>
                  <a:pt x="452925" y="56664"/>
                  <a:pt x="451320" y="62917"/>
                </a:cubicBezTo>
                <a:lnTo>
                  <a:pt x="436711" y="60924"/>
                </a:lnTo>
                <a:cubicBezTo>
                  <a:pt x="438039" y="54653"/>
                  <a:pt x="440225" y="49588"/>
                  <a:pt x="443269" y="45730"/>
                </a:cubicBezTo>
                <a:cubicBezTo>
                  <a:pt x="446312" y="41872"/>
                  <a:pt x="450711" y="38903"/>
                  <a:pt x="456466" y="36822"/>
                </a:cubicBezTo>
                <a:cubicBezTo>
                  <a:pt x="462221" y="34740"/>
                  <a:pt x="468889" y="33699"/>
                  <a:pt x="476470" y="33699"/>
                </a:cubicBezTo>
                <a:cubicBezTo>
                  <a:pt x="483996" y="33699"/>
                  <a:pt x="490110" y="34588"/>
                  <a:pt x="494814" y="36366"/>
                </a:cubicBezTo>
                <a:cubicBezTo>
                  <a:pt x="499517" y="38142"/>
                  <a:pt x="502976" y="40377"/>
                  <a:pt x="505189" y="43071"/>
                </a:cubicBezTo>
                <a:cubicBezTo>
                  <a:pt x="507403" y="45763"/>
                  <a:pt x="508952" y="49165"/>
                  <a:pt x="509837" y="53275"/>
                </a:cubicBezTo>
                <a:cubicBezTo>
                  <a:pt x="510335" y="55829"/>
                  <a:pt x="510584" y="60417"/>
                  <a:pt x="510584" y="67038"/>
                </a:cubicBezTo>
                <a:lnTo>
                  <a:pt x="510584" y="86902"/>
                </a:lnTo>
                <a:cubicBezTo>
                  <a:pt x="510584" y="100751"/>
                  <a:pt x="510903" y="109523"/>
                  <a:pt x="511539" y="113217"/>
                </a:cubicBezTo>
                <a:cubicBezTo>
                  <a:pt x="512175" y="116910"/>
                  <a:pt x="513434" y="120452"/>
                  <a:pt x="515316" y="123841"/>
                </a:cubicBezTo>
                <a:lnTo>
                  <a:pt x="499711" y="123841"/>
                </a:lnTo>
                <a:cubicBezTo>
                  <a:pt x="498161" y="120671"/>
                  <a:pt x="497165" y="116964"/>
                  <a:pt x="496723" y="112719"/>
                </a:cubicBezTo>
                <a:moveTo>
                  <a:pt x="495478" y="79683"/>
                </a:moveTo>
                <a:cubicBezTo>
                  <a:pt x="490055" y="81886"/>
                  <a:pt x="481920" y="83759"/>
                  <a:pt x="471075" y="85302"/>
                </a:cubicBezTo>
                <a:cubicBezTo>
                  <a:pt x="464932" y="86182"/>
                  <a:pt x="460589" y="87173"/>
                  <a:pt x="458043" y="88274"/>
                </a:cubicBezTo>
                <a:cubicBezTo>
                  <a:pt x="455498" y="89376"/>
                  <a:pt x="453533" y="90986"/>
                  <a:pt x="452150" y="93106"/>
                </a:cubicBezTo>
                <a:cubicBezTo>
                  <a:pt x="450767" y="95226"/>
                  <a:pt x="450075" y="97581"/>
                  <a:pt x="450075" y="100169"/>
                </a:cubicBezTo>
                <a:cubicBezTo>
                  <a:pt x="450075" y="104135"/>
                  <a:pt x="451583" y="107439"/>
                  <a:pt x="454599" y="110083"/>
                </a:cubicBezTo>
                <a:cubicBezTo>
                  <a:pt x="457614" y="112725"/>
                  <a:pt x="462027" y="114047"/>
                  <a:pt x="467838" y="114047"/>
                </a:cubicBezTo>
                <a:cubicBezTo>
                  <a:pt x="473592" y="114047"/>
                  <a:pt x="478711" y="112792"/>
                  <a:pt x="483193" y="110283"/>
                </a:cubicBezTo>
                <a:cubicBezTo>
                  <a:pt x="487675" y="107772"/>
                  <a:pt x="490968" y="104342"/>
                  <a:pt x="493071" y="99993"/>
                </a:cubicBezTo>
                <a:cubicBezTo>
                  <a:pt x="494675" y="96637"/>
                  <a:pt x="495478" y="91683"/>
                  <a:pt x="495478" y="85133"/>
                </a:cubicBezTo>
                <a:lnTo>
                  <a:pt x="495478" y="79683"/>
                </a:lnTo>
                <a:close/>
                <a:moveTo>
                  <a:pt x="533385" y="123841"/>
                </a:moveTo>
                <a:lnTo>
                  <a:pt x="533385" y="2158"/>
                </a:lnTo>
                <a:lnTo>
                  <a:pt x="548325" y="2158"/>
                </a:lnTo>
                <a:lnTo>
                  <a:pt x="548325" y="123841"/>
                </a:lnTo>
                <a:lnTo>
                  <a:pt x="533385" y="123841"/>
                </a:lnTo>
                <a:close/>
                <a:moveTo>
                  <a:pt x="565478" y="97446"/>
                </a:moveTo>
                <a:lnTo>
                  <a:pt x="580253" y="95122"/>
                </a:lnTo>
                <a:cubicBezTo>
                  <a:pt x="581083" y="101069"/>
                  <a:pt x="583393" y="105627"/>
                  <a:pt x="587184" y="108797"/>
                </a:cubicBezTo>
                <a:cubicBezTo>
                  <a:pt x="590974" y="111965"/>
                  <a:pt x="596273" y="113549"/>
                  <a:pt x="603079" y="113549"/>
                </a:cubicBezTo>
                <a:cubicBezTo>
                  <a:pt x="609940" y="113549"/>
                  <a:pt x="615031" y="112151"/>
                  <a:pt x="618351" y="109357"/>
                </a:cubicBezTo>
                <a:cubicBezTo>
                  <a:pt x="621672" y="106562"/>
                  <a:pt x="623332" y="103284"/>
                  <a:pt x="623332" y="99521"/>
                </a:cubicBezTo>
                <a:cubicBezTo>
                  <a:pt x="623332" y="96146"/>
                  <a:pt x="621865" y="93489"/>
                  <a:pt x="618932" y="91553"/>
                </a:cubicBezTo>
                <a:cubicBezTo>
                  <a:pt x="616885" y="90225"/>
                  <a:pt x="611794" y="88537"/>
                  <a:pt x="603660" y="86490"/>
                </a:cubicBezTo>
                <a:cubicBezTo>
                  <a:pt x="592703" y="83723"/>
                  <a:pt x="585109" y="81329"/>
                  <a:pt x="580875" y="79310"/>
                </a:cubicBezTo>
                <a:cubicBezTo>
                  <a:pt x="576642" y="77290"/>
                  <a:pt x="573433" y="74496"/>
                  <a:pt x="571247" y="70926"/>
                </a:cubicBezTo>
                <a:cubicBezTo>
                  <a:pt x="569061" y="67357"/>
                  <a:pt x="567968" y="63415"/>
                  <a:pt x="567968" y="59098"/>
                </a:cubicBezTo>
                <a:cubicBezTo>
                  <a:pt x="567968" y="55170"/>
                  <a:pt x="568868" y="51531"/>
                  <a:pt x="570666" y="48183"/>
                </a:cubicBezTo>
                <a:cubicBezTo>
                  <a:pt x="572464" y="44836"/>
                  <a:pt x="574913" y="42055"/>
                  <a:pt x="578012" y="39842"/>
                </a:cubicBezTo>
                <a:cubicBezTo>
                  <a:pt x="580336" y="38126"/>
                  <a:pt x="583504" y="36674"/>
                  <a:pt x="587516" y="35484"/>
                </a:cubicBezTo>
                <a:cubicBezTo>
                  <a:pt x="591528" y="34294"/>
                  <a:pt x="595830" y="33699"/>
                  <a:pt x="600423" y="33699"/>
                </a:cubicBezTo>
                <a:cubicBezTo>
                  <a:pt x="607340" y="33699"/>
                  <a:pt x="613413" y="34695"/>
                  <a:pt x="618642" y="36687"/>
                </a:cubicBezTo>
                <a:cubicBezTo>
                  <a:pt x="623871" y="38680"/>
                  <a:pt x="627731" y="41377"/>
                  <a:pt x="630221" y="44780"/>
                </a:cubicBezTo>
                <a:cubicBezTo>
                  <a:pt x="632711" y="48183"/>
                  <a:pt x="634426" y="52735"/>
                  <a:pt x="635367" y="58434"/>
                </a:cubicBezTo>
                <a:lnTo>
                  <a:pt x="620759" y="60426"/>
                </a:lnTo>
                <a:cubicBezTo>
                  <a:pt x="620095" y="55889"/>
                  <a:pt x="618172" y="52347"/>
                  <a:pt x="614990" y="49802"/>
                </a:cubicBezTo>
                <a:cubicBezTo>
                  <a:pt x="611808" y="47257"/>
                  <a:pt x="607312" y="45984"/>
                  <a:pt x="601502" y="45984"/>
                </a:cubicBezTo>
                <a:cubicBezTo>
                  <a:pt x="594640" y="45984"/>
                  <a:pt x="589743" y="47118"/>
                  <a:pt x="586810" y="49387"/>
                </a:cubicBezTo>
                <a:cubicBezTo>
                  <a:pt x="583877" y="51656"/>
                  <a:pt x="582411" y="54312"/>
                  <a:pt x="582411" y="57355"/>
                </a:cubicBezTo>
                <a:cubicBezTo>
                  <a:pt x="582411" y="59292"/>
                  <a:pt x="583020" y="61035"/>
                  <a:pt x="584237" y="62585"/>
                </a:cubicBezTo>
                <a:cubicBezTo>
                  <a:pt x="585454" y="64189"/>
                  <a:pt x="587364" y="65517"/>
                  <a:pt x="589964" y="66569"/>
                </a:cubicBezTo>
                <a:cubicBezTo>
                  <a:pt x="591458" y="67122"/>
                  <a:pt x="595858" y="68395"/>
                  <a:pt x="603162" y="70387"/>
                </a:cubicBezTo>
                <a:cubicBezTo>
                  <a:pt x="613731" y="73209"/>
                  <a:pt x="621104" y="75519"/>
                  <a:pt x="625282" y="77318"/>
                </a:cubicBezTo>
                <a:cubicBezTo>
                  <a:pt x="629460" y="79116"/>
                  <a:pt x="632739" y="81731"/>
                  <a:pt x="635118" y="85161"/>
                </a:cubicBezTo>
                <a:cubicBezTo>
                  <a:pt x="637498" y="88592"/>
                  <a:pt x="638687" y="92853"/>
                  <a:pt x="638687" y="97944"/>
                </a:cubicBezTo>
                <a:cubicBezTo>
                  <a:pt x="638687" y="102924"/>
                  <a:pt x="637235" y="107614"/>
                  <a:pt x="634330" y="112013"/>
                </a:cubicBezTo>
                <a:cubicBezTo>
                  <a:pt x="631424" y="116412"/>
                  <a:pt x="627233" y="119815"/>
                  <a:pt x="621755" y="122222"/>
                </a:cubicBezTo>
                <a:cubicBezTo>
                  <a:pt x="616276" y="124630"/>
                  <a:pt x="610079" y="125833"/>
                  <a:pt x="603162" y="125833"/>
                </a:cubicBezTo>
                <a:cubicBezTo>
                  <a:pt x="591707" y="125833"/>
                  <a:pt x="582978" y="123447"/>
                  <a:pt x="576974" y="118674"/>
                </a:cubicBezTo>
                <a:cubicBezTo>
                  <a:pt x="570970" y="113901"/>
                  <a:pt x="567138" y="106825"/>
                  <a:pt x="565478" y="97446"/>
                </a:cubicBezTo>
                <a:close/>
                <a:moveTo>
                  <a:pt x="732091" y="159698"/>
                </a:moveTo>
                <a:cubicBezTo>
                  <a:pt x="723846" y="149285"/>
                  <a:pt x="716873" y="137099"/>
                  <a:pt x="711174" y="123141"/>
                </a:cubicBezTo>
                <a:cubicBezTo>
                  <a:pt x="705474" y="109181"/>
                  <a:pt x="702625" y="94722"/>
                  <a:pt x="702625" y="79766"/>
                </a:cubicBezTo>
                <a:cubicBezTo>
                  <a:pt x="702625" y="66583"/>
                  <a:pt x="704755" y="53953"/>
                  <a:pt x="709016" y="41878"/>
                </a:cubicBezTo>
                <a:cubicBezTo>
                  <a:pt x="713996" y="27862"/>
                  <a:pt x="721688" y="13903"/>
                  <a:pt x="732091" y="0"/>
                </a:cubicBezTo>
                <a:lnTo>
                  <a:pt x="742798" y="0"/>
                </a:lnTo>
                <a:cubicBezTo>
                  <a:pt x="736103" y="11522"/>
                  <a:pt x="731676" y="19748"/>
                  <a:pt x="729518" y="24678"/>
                </a:cubicBezTo>
                <a:cubicBezTo>
                  <a:pt x="726142" y="32321"/>
                  <a:pt x="723486" y="40297"/>
                  <a:pt x="721549" y="48606"/>
                </a:cubicBezTo>
                <a:cubicBezTo>
                  <a:pt x="719170" y="58966"/>
                  <a:pt x="717980" y="69380"/>
                  <a:pt x="717980" y="79849"/>
                </a:cubicBezTo>
                <a:cubicBezTo>
                  <a:pt x="717980" y="106493"/>
                  <a:pt x="726253" y="133110"/>
                  <a:pt x="742798" y="159698"/>
                </a:cubicBezTo>
                <a:lnTo>
                  <a:pt x="732091" y="159698"/>
                </a:lnTo>
                <a:close/>
                <a:moveTo>
                  <a:pt x="756575" y="84663"/>
                </a:moveTo>
                <a:lnTo>
                  <a:pt x="771765" y="83335"/>
                </a:lnTo>
                <a:cubicBezTo>
                  <a:pt x="772484" y="89422"/>
                  <a:pt x="774158" y="94416"/>
                  <a:pt x="776787" y="98317"/>
                </a:cubicBezTo>
                <a:cubicBezTo>
                  <a:pt x="779415" y="102219"/>
                  <a:pt x="783496" y="105373"/>
                  <a:pt x="789030" y="107780"/>
                </a:cubicBezTo>
                <a:cubicBezTo>
                  <a:pt x="794563" y="110187"/>
                  <a:pt x="800788" y="111391"/>
                  <a:pt x="807705" y="111391"/>
                </a:cubicBezTo>
                <a:cubicBezTo>
                  <a:pt x="813848" y="111391"/>
                  <a:pt x="819270" y="110477"/>
                  <a:pt x="823974" y="108651"/>
                </a:cubicBezTo>
                <a:cubicBezTo>
                  <a:pt x="828678" y="106825"/>
                  <a:pt x="832177" y="104321"/>
                  <a:pt x="834474" y="101140"/>
                </a:cubicBezTo>
                <a:cubicBezTo>
                  <a:pt x="836770" y="97958"/>
                  <a:pt x="837919" y="94494"/>
                  <a:pt x="837919" y="90749"/>
                </a:cubicBezTo>
                <a:cubicBezTo>
                  <a:pt x="837919" y="86948"/>
                  <a:pt x="836812" y="83629"/>
                  <a:pt x="834598" y="80793"/>
                </a:cubicBezTo>
                <a:cubicBezTo>
                  <a:pt x="832385" y="77956"/>
                  <a:pt x="828733" y="75570"/>
                  <a:pt x="823642" y="73637"/>
                </a:cubicBezTo>
                <a:cubicBezTo>
                  <a:pt x="820377" y="72368"/>
                  <a:pt x="813156" y="70395"/>
                  <a:pt x="801978" y="67718"/>
                </a:cubicBezTo>
                <a:cubicBezTo>
                  <a:pt x="790800" y="65041"/>
                  <a:pt x="782970" y="62510"/>
                  <a:pt x="778488" y="60126"/>
                </a:cubicBezTo>
                <a:cubicBezTo>
                  <a:pt x="772678" y="57077"/>
                  <a:pt x="768348" y="53293"/>
                  <a:pt x="765498" y="48775"/>
                </a:cubicBezTo>
                <a:cubicBezTo>
                  <a:pt x="762648" y="44256"/>
                  <a:pt x="761223" y="39197"/>
                  <a:pt x="761223" y="33598"/>
                </a:cubicBezTo>
                <a:cubicBezTo>
                  <a:pt x="761223" y="27444"/>
                  <a:pt x="762967" y="21692"/>
                  <a:pt x="766453" y="16341"/>
                </a:cubicBezTo>
                <a:cubicBezTo>
                  <a:pt x="769939" y="10991"/>
                  <a:pt x="775030" y="6930"/>
                  <a:pt x="781725" y="4158"/>
                </a:cubicBezTo>
                <a:cubicBezTo>
                  <a:pt x="788421" y="1386"/>
                  <a:pt x="795864" y="0"/>
                  <a:pt x="804053" y="0"/>
                </a:cubicBezTo>
                <a:cubicBezTo>
                  <a:pt x="813073" y="0"/>
                  <a:pt x="821027" y="1453"/>
                  <a:pt x="827917" y="4358"/>
                </a:cubicBezTo>
                <a:cubicBezTo>
                  <a:pt x="834806" y="7263"/>
                  <a:pt x="840104" y="11537"/>
                  <a:pt x="843812" y="17182"/>
                </a:cubicBezTo>
                <a:cubicBezTo>
                  <a:pt x="847519" y="22826"/>
                  <a:pt x="849511" y="29217"/>
                  <a:pt x="849788" y="36355"/>
                </a:cubicBezTo>
                <a:lnTo>
                  <a:pt x="834349" y="37518"/>
                </a:lnTo>
                <a:cubicBezTo>
                  <a:pt x="833519" y="29907"/>
                  <a:pt x="830711" y="24159"/>
                  <a:pt x="825925" y="20274"/>
                </a:cubicBezTo>
                <a:cubicBezTo>
                  <a:pt x="821138" y="16386"/>
                  <a:pt x="814069" y="14443"/>
                  <a:pt x="804717" y="14443"/>
                </a:cubicBezTo>
                <a:cubicBezTo>
                  <a:pt x="794978" y="14443"/>
                  <a:pt x="787881" y="16223"/>
                  <a:pt x="783427" y="19783"/>
                </a:cubicBezTo>
                <a:cubicBezTo>
                  <a:pt x="778972" y="23342"/>
                  <a:pt x="776745" y="27633"/>
                  <a:pt x="776745" y="32657"/>
                </a:cubicBezTo>
                <a:cubicBezTo>
                  <a:pt x="776745" y="37016"/>
                  <a:pt x="778322" y="40603"/>
                  <a:pt x="781476" y="43419"/>
                </a:cubicBezTo>
                <a:cubicBezTo>
                  <a:pt x="784575" y="46234"/>
                  <a:pt x="792668" y="49118"/>
                  <a:pt x="805755" y="52072"/>
                </a:cubicBezTo>
                <a:cubicBezTo>
                  <a:pt x="818842" y="55023"/>
                  <a:pt x="827820" y="57603"/>
                  <a:pt x="832689" y="59812"/>
                </a:cubicBezTo>
                <a:cubicBezTo>
                  <a:pt x="839772" y="63071"/>
                  <a:pt x="845002" y="67200"/>
                  <a:pt x="848377" y="72197"/>
                </a:cubicBezTo>
                <a:cubicBezTo>
                  <a:pt x="851752" y="77195"/>
                  <a:pt x="853440" y="82951"/>
                  <a:pt x="853440" y="89467"/>
                </a:cubicBezTo>
                <a:cubicBezTo>
                  <a:pt x="853440" y="95929"/>
                  <a:pt x="851586" y="102018"/>
                  <a:pt x="847879" y="107733"/>
                </a:cubicBezTo>
                <a:cubicBezTo>
                  <a:pt x="844171" y="113448"/>
                  <a:pt x="838845" y="117894"/>
                  <a:pt x="831901" y="121071"/>
                </a:cubicBezTo>
                <a:cubicBezTo>
                  <a:pt x="824956" y="124246"/>
                  <a:pt x="817140" y="125833"/>
                  <a:pt x="808452" y="125833"/>
                </a:cubicBezTo>
                <a:cubicBezTo>
                  <a:pt x="797441" y="125833"/>
                  <a:pt x="788213" y="124228"/>
                  <a:pt x="780771" y="121019"/>
                </a:cubicBezTo>
                <a:cubicBezTo>
                  <a:pt x="773328" y="117809"/>
                  <a:pt x="767490" y="112981"/>
                  <a:pt x="763257" y="106535"/>
                </a:cubicBezTo>
                <a:cubicBezTo>
                  <a:pt x="759024" y="100088"/>
                  <a:pt x="756797" y="92798"/>
                  <a:pt x="756575" y="84663"/>
                </a:cubicBezTo>
                <a:close/>
                <a:moveTo>
                  <a:pt x="873358" y="157706"/>
                </a:moveTo>
                <a:lnTo>
                  <a:pt x="873358" y="35691"/>
                </a:lnTo>
                <a:lnTo>
                  <a:pt x="886971" y="35691"/>
                </a:lnTo>
                <a:lnTo>
                  <a:pt x="886971" y="47226"/>
                </a:lnTo>
                <a:cubicBezTo>
                  <a:pt x="890180" y="42716"/>
                  <a:pt x="893805" y="39335"/>
                  <a:pt x="897844" y="37082"/>
                </a:cubicBezTo>
                <a:cubicBezTo>
                  <a:pt x="901884" y="34827"/>
                  <a:pt x="906781" y="33699"/>
                  <a:pt x="912536" y="33699"/>
                </a:cubicBezTo>
                <a:cubicBezTo>
                  <a:pt x="920061" y="33699"/>
                  <a:pt x="926702" y="35636"/>
                  <a:pt x="932457" y="39510"/>
                </a:cubicBezTo>
                <a:cubicBezTo>
                  <a:pt x="938212" y="43383"/>
                  <a:pt x="942555" y="48847"/>
                  <a:pt x="945488" y="55903"/>
                </a:cubicBezTo>
                <a:cubicBezTo>
                  <a:pt x="948421" y="62958"/>
                  <a:pt x="949887" y="70691"/>
                  <a:pt x="949887" y="79102"/>
                </a:cubicBezTo>
                <a:cubicBezTo>
                  <a:pt x="949887" y="88122"/>
                  <a:pt x="948269" y="96242"/>
                  <a:pt x="945032" y="103464"/>
                </a:cubicBezTo>
                <a:cubicBezTo>
                  <a:pt x="941795" y="110685"/>
                  <a:pt x="937091" y="116219"/>
                  <a:pt x="930921" y="120064"/>
                </a:cubicBezTo>
                <a:cubicBezTo>
                  <a:pt x="924751" y="123910"/>
                  <a:pt x="918263" y="125833"/>
                  <a:pt x="911457" y="125833"/>
                </a:cubicBezTo>
                <a:cubicBezTo>
                  <a:pt x="906477" y="125833"/>
                  <a:pt x="902008" y="124782"/>
                  <a:pt x="898052" y="122679"/>
                </a:cubicBezTo>
                <a:cubicBezTo>
                  <a:pt x="894095" y="120576"/>
                  <a:pt x="890844" y="117920"/>
                  <a:pt x="888299" y="114711"/>
                </a:cubicBezTo>
                <a:lnTo>
                  <a:pt x="888299" y="157706"/>
                </a:lnTo>
                <a:lnTo>
                  <a:pt x="873358" y="157706"/>
                </a:lnTo>
                <a:moveTo>
                  <a:pt x="886888" y="80306"/>
                </a:moveTo>
                <a:cubicBezTo>
                  <a:pt x="886888" y="91636"/>
                  <a:pt x="889184" y="100009"/>
                  <a:pt x="893777" y="105425"/>
                </a:cubicBezTo>
                <a:cubicBezTo>
                  <a:pt x="898370" y="110841"/>
                  <a:pt x="903931" y="113549"/>
                  <a:pt x="910461" y="113549"/>
                </a:cubicBezTo>
                <a:cubicBezTo>
                  <a:pt x="917101" y="113549"/>
                  <a:pt x="922787" y="110744"/>
                  <a:pt x="927518" y="105134"/>
                </a:cubicBezTo>
                <a:cubicBezTo>
                  <a:pt x="932249" y="99524"/>
                  <a:pt x="934615" y="90833"/>
                  <a:pt x="934615" y="79061"/>
                </a:cubicBezTo>
                <a:cubicBezTo>
                  <a:pt x="934615" y="67841"/>
                  <a:pt x="932304" y="59441"/>
                  <a:pt x="927684" y="53859"/>
                </a:cubicBezTo>
                <a:cubicBezTo>
                  <a:pt x="923063" y="48277"/>
                  <a:pt x="917544" y="45486"/>
                  <a:pt x="911125" y="45486"/>
                </a:cubicBezTo>
                <a:cubicBezTo>
                  <a:pt x="904761" y="45486"/>
                  <a:pt x="899131" y="48457"/>
                  <a:pt x="894234" y="54398"/>
                </a:cubicBezTo>
                <a:cubicBezTo>
                  <a:pt x="889336" y="60340"/>
                  <a:pt x="886888" y="68976"/>
                  <a:pt x="886888" y="80306"/>
                </a:cubicBezTo>
                <a:close/>
                <a:moveTo>
                  <a:pt x="967541" y="123841"/>
                </a:moveTo>
                <a:lnTo>
                  <a:pt x="967541" y="2158"/>
                </a:lnTo>
                <a:lnTo>
                  <a:pt x="982482" y="2158"/>
                </a:lnTo>
                <a:lnTo>
                  <a:pt x="982482" y="123841"/>
                </a:lnTo>
                <a:lnTo>
                  <a:pt x="967541" y="123841"/>
                </a:lnTo>
                <a:close/>
                <a:moveTo>
                  <a:pt x="1005694" y="19257"/>
                </a:moveTo>
                <a:lnTo>
                  <a:pt x="1005694" y="2158"/>
                </a:lnTo>
                <a:lnTo>
                  <a:pt x="1020635" y="2158"/>
                </a:lnTo>
                <a:lnTo>
                  <a:pt x="1020635" y="19257"/>
                </a:lnTo>
                <a:lnTo>
                  <a:pt x="1005694" y="19257"/>
                </a:lnTo>
                <a:moveTo>
                  <a:pt x="1005694" y="123841"/>
                </a:moveTo>
                <a:lnTo>
                  <a:pt x="1005694" y="35691"/>
                </a:lnTo>
                <a:lnTo>
                  <a:pt x="1020635" y="35691"/>
                </a:lnTo>
                <a:lnTo>
                  <a:pt x="1020635" y="123841"/>
                </a:lnTo>
                <a:lnTo>
                  <a:pt x="1005694" y="123841"/>
                </a:lnTo>
                <a:close/>
                <a:moveTo>
                  <a:pt x="1075970" y="110477"/>
                </a:moveTo>
                <a:lnTo>
                  <a:pt x="1078128" y="123675"/>
                </a:lnTo>
                <a:cubicBezTo>
                  <a:pt x="1073922" y="124560"/>
                  <a:pt x="1070159" y="125003"/>
                  <a:pt x="1066839" y="125003"/>
                </a:cubicBezTo>
                <a:cubicBezTo>
                  <a:pt x="1061416" y="125003"/>
                  <a:pt x="1057211" y="124145"/>
                  <a:pt x="1054223" y="122430"/>
                </a:cubicBezTo>
                <a:cubicBezTo>
                  <a:pt x="1051235" y="120715"/>
                  <a:pt x="1049132" y="118460"/>
                  <a:pt x="1047914" y="115665"/>
                </a:cubicBezTo>
                <a:cubicBezTo>
                  <a:pt x="1046697" y="112871"/>
                  <a:pt x="1046088" y="106991"/>
                  <a:pt x="1046088" y="98027"/>
                </a:cubicBezTo>
                <a:lnTo>
                  <a:pt x="1046088" y="47312"/>
                </a:lnTo>
                <a:lnTo>
                  <a:pt x="1035132" y="47312"/>
                </a:lnTo>
                <a:lnTo>
                  <a:pt x="1035132" y="35691"/>
                </a:lnTo>
                <a:lnTo>
                  <a:pt x="1046088" y="35691"/>
                </a:lnTo>
                <a:lnTo>
                  <a:pt x="1046088" y="13862"/>
                </a:lnTo>
                <a:lnTo>
                  <a:pt x="1060946" y="4897"/>
                </a:lnTo>
                <a:lnTo>
                  <a:pt x="1060946" y="35691"/>
                </a:lnTo>
                <a:lnTo>
                  <a:pt x="1075970" y="35691"/>
                </a:lnTo>
                <a:lnTo>
                  <a:pt x="1075970" y="47312"/>
                </a:lnTo>
                <a:lnTo>
                  <a:pt x="1060946" y="47312"/>
                </a:lnTo>
                <a:lnTo>
                  <a:pt x="1060946" y="98857"/>
                </a:lnTo>
                <a:cubicBezTo>
                  <a:pt x="1060946" y="103118"/>
                  <a:pt x="1061209" y="105857"/>
                  <a:pt x="1061734" y="107074"/>
                </a:cubicBezTo>
                <a:cubicBezTo>
                  <a:pt x="1062260" y="108292"/>
                  <a:pt x="1063118" y="109260"/>
                  <a:pt x="1064308" y="109979"/>
                </a:cubicBezTo>
                <a:cubicBezTo>
                  <a:pt x="1065497" y="110699"/>
                  <a:pt x="1067199" y="111058"/>
                  <a:pt x="1069412" y="111058"/>
                </a:cubicBezTo>
                <a:cubicBezTo>
                  <a:pt x="1071072" y="111058"/>
                  <a:pt x="1073258" y="110865"/>
                  <a:pt x="1075970" y="110477"/>
                </a:cubicBezTo>
                <a:close/>
                <a:moveTo>
                  <a:pt x="1168900" y="104252"/>
                </a:moveTo>
                <a:lnTo>
                  <a:pt x="1168900" y="70885"/>
                </a:lnTo>
                <a:lnTo>
                  <a:pt x="1135781" y="70885"/>
                </a:lnTo>
                <a:lnTo>
                  <a:pt x="1135781" y="56940"/>
                </a:lnTo>
                <a:lnTo>
                  <a:pt x="1168900" y="56940"/>
                </a:lnTo>
                <a:lnTo>
                  <a:pt x="1168900" y="23739"/>
                </a:lnTo>
                <a:lnTo>
                  <a:pt x="1183010" y="23739"/>
                </a:lnTo>
                <a:lnTo>
                  <a:pt x="1183010" y="56940"/>
                </a:lnTo>
                <a:lnTo>
                  <a:pt x="1216129" y="56940"/>
                </a:lnTo>
                <a:lnTo>
                  <a:pt x="1216129" y="70885"/>
                </a:lnTo>
                <a:lnTo>
                  <a:pt x="1183010" y="70885"/>
                </a:lnTo>
                <a:lnTo>
                  <a:pt x="1183010" y="104252"/>
                </a:lnTo>
                <a:lnTo>
                  <a:pt x="1168900" y="104252"/>
                </a:lnTo>
                <a:close/>
                <a:moveTo>
                  <a:pt x="1285127" y="123841"/>
                </a:moveTo>
                <a:lnTo>
                  <a:pt x="1285127" y="2158"/>
                </a:lnTo>
                <a:lnTo>
                  <a:pt x="1309364" y="2158"/>
                </a:lnTo>
                <a:lnTo>
                  <a:pt x="1338166" y="88316"/>
                </a:lnTo>
                <a:cubicBezTo>
                  <a:pt x="1340822" y="96339"/>
                  <a:pt x="1342759" y="102343"/>
                  <a:pt x="1343977" y="106327"/>
                </a:cubicBezTo>
                <a:cubicBezTo>
                  <a:pt x="1345360" y="101900"/>
                  <a:pt x="1347518" y="95399"/>
                  <a:pt x="1350451" y="86822"/>
                </a:cubicBezTo>
                <a:lnTo>
                  <a:pt x="1379585" y="2158"/>
                </a:lnTo>
                <a:lnTo>
                  <a:pt x="1401249" y="2158"/>
                </a:lnTo>
                <a:lnTo>
                  <a:pt x="1401249" y="123841"/>
                </a:lnTo>
                <a:lnTo>
                  <a:pt x="1385727" y="123841"/>
                </a:lnTo>
                <a:lnTo>
                  <a:pt x="1385727" y="22079"/>
                </a:lnTo>
                <a:lnTo>
                  <a:pt x="1350368" y="123841"/>
                </a:lnTo>
                <a:lnTo>
                  <a:pt x="1335842" y="123841"/>
                </a:lnTo>
                <a:lnTo>
                  <a:pt x="1300649" y="20253"/>
                </a:lnTo>
                <a:lnTo>
                  <a:pt x="1300649" y="123841"/>
                </a:lnTo>
                <a:lnTo>
                  <a:pt x="1285127" y="123841"/>
                </a:lnTo>
                <a:close/>
                <a:moveTo>
                  <a:pt x="1482840" y="112719"/>
                </a:moveTo>
                <a:cubicBezTo>
                  <a:pt x="1477307" y="117514"/>
                  <a:pt x="1471981" y="120899"/>
                  <a:pt x="1466862" y="122874"/>
                </a:cubicBezTo>
                <a:cubicBezTo>
                  <a:pt x="1461744" y="124847"/>
                  <a:pt x="1456252" y="125833"/>
                  <a:pt x="1450386" y="125833"/>
                </a:cubicBezTo>
                <a:cubicBezTo>
                  <a:pt x="1440702" y="125833"/>
                  <a:pt x="1433260" y="123468"/>
                  <a:pt x="1428058" y="118736"/>
                </a:cubicBezTo>
                <a:cubicBezTo>
                  <a:pt x="1422857" y="114005"/>
                  <a:pt x="1420256" y="107960"/>
                  <a:pt x="1420256" y="100600"/>
                </a:cubicBezTo>
                <a:cubicBezTo>
                  <a:pt x="1420256" y="96284"/>
                  <a:pt x="1421238" y="92341"/>
                  <a:pt x="1423202" y="88772"/>
                </a:cubicBezTo>
                <a:cubicBezTo>
                  <a:pt x="1425167" y="85203"/>
                  <a:pt x="1427740" y="82339"/>
                  <a:pt x="1430922" y="80181"/>
                </a:cubicBezTo>
                <a:cubicBezTo>
                  <a:pt x="1434103" y="78023"/>
                  <a:pt x="1437686" y="76391"/>
                  <a:pt x="1441671" y="75284"/>
                </a:cubicBezTo>
                <a:cubicBezTo>
                  <a:pt x="1444603" y="74509"/>
                  <a:pt x="1449030" y="73762"/>
                  <a:pt x="1454951" y="73043"/>
                </a:cubicBezTo>
                <a:cubicBezTo>
                  <a:pt x="1467014" y="71604"/>
                  <a:pt x="1475896" y="69889"/>
                  <a:pt x="1481595" y="67897"/>
                </a:cubicBezTo>
                <a:cubicBezTo>
                  <a:pt x="1481651" y="65858"/>
                  <a:pt x="1481678" y="64563"/>
                  <a:pt x="1481678" y="64011"/>
                </a:cubicBezTo>
                <a:cubicBezTo>
                  <a:pt x="1481678" y="57947"/>
                  <a:pt x="1480267" y="53675"/>
                  <a:pt x="1477445" y="51195"/>
                </a:cubicBezTo>
                <a:cubicBezTo>
                  <a:pt x="1473627" y="47832"/>
                  <a:pt x="1467955" y="46150"/>
                  <a:pt x="1460429" y="46150"/>
                </a:cubicBezTo>
                <a:cubicBezTo>
                  <a:pt x="1453402" y="46150"/>
                  <a:pt x="1448214" y="47381"/>
                  <a:pt x="1444866" y="49844"/>
                </a:cubicBezTo>
                <a:cubicBezTo>
                  <a:pt x="1441518" y="52306"/>
                  <a:pt x="1439042" y="56664"/>
                  <a:pt x="1437437" y="62917"/>
                </a:cubicBezTo>
                <a:lnTo>
                  <a:pt x="1422829" y="60924"/>
                </a:lnTo>
                <a:cubicBezTo>
                  <a:pt x="1424157" y="54653"/>
                  <a:pt x="1426343" y="49588"/>
                  <a:pt x="1429386" y="45730"/>
                </a:cubicBezTo>
                <a:cubicBezTo>
                  <a:pt x="1432430" y="41872"/>
                  <a:pt x="1436829" y="38903"/>
                  <a:pt x="1442584" y="36822"/>
                </a:cubicBezTo>
                <a:cubicBezTo>
                  <a:pt x="1448339" y="34740"/>
                  <a:pt x="1455006" y="33699"/>
                  <a:pt x="1462587" y="33699"/>
                </a:cubicBezTo>
                <a:cubicBezTo>
                  <a:pt x="1470113" y="33699"/>
                  <a:pt x="1476228" y="34588"/>
                  <a:pt x="1480931" y="36366"/>
                </a:cubicBezTo>
                <a:cubicBezTo>
                  <a:pt x="1485635" y="38142"/>
                  <a:pt x="1489093" y="40377"/>
                  <a:pt x="1491307" y="43071"/>
                </a:cubicBezTo>
                <a:cubicBezTo>
                  <a:pt x="1493520" y="45763"/>
                  <a:pt x="1495069" y="49165"/>
                  <a:pt x="1495955" y="53275"/>
                </a:cubicBezTo>
                <a:cubicBezTo>
                  <a:pt x="1496453" y="55829"/>
                  <a:pt x="1496702" y="60417"/>
                  <a:pt x="1496702" y="67038"/>
                </a:cubicBezTo>
                <a:lnTo>
                  <a:pt x="1496702" y="86902"/>
                </a:lnTo>
                <a:cubicBezTo>
                  <a:pt x="1496702" y="100751"/>
                  <a:pt x="1497020" y="109523"/>
                  <a:pt x="1497656" y="113217"/>
                </a:cubicBezTo>
                <a:cubicBezTo>
                  <a:pt x="1498293" y="116910"/>
                  <a:pt x="1499552" y="120452"/>
                  <a:pt x="1501433" y="123841"/>
                </a:cubicBezTo>
                <a:lnTo>
                  <a:pt x="1485828" y="123841"/>
                </a:lnTo>
                <a:cubicBezTo>
                  <a:pt x="1484279" y="120671"/>
                  <a:pt x="1483283" y="116964"/>
                  <a:pt x="1482840" y="112719"/>
                </a:cubicBezTo>
                <a:moveTo>
                  <a:pt x="1481595" y="79683"/>
                </a:moveTo>
                <a:cubicBezTo>
                  <a:pt x="1476172" y="81886"/>
                  <a:pt x="1468038" y="83759"/>
                  <a:pt x="1457192" y="85302"/>
                </a:cubicBezTo>
                <a:cubicBezTo>
                  <a:pt x="1451050" y="86182"/>
                  <a:pt x="1446706" y="87173"/>
                  <a:pt x="1444161" y="88274"/>
                </a:cubicBezTo>
                <a:cubicBezTo>
                  <a:pt x="1441615" y="89376"/>
                  <a:pt x="1439651" y="90986"/>
                  <a:pt x="1438267" y="93106"/>
                </a:cubicBezTo>
                <a:cubicBezTo>
                  <a:pt x="1436884" y="95226"/>
                  <a:pt x="1436192" y="97581"/>
                  <a:pt x="1436192" y="100169"/>
                </a:cubicBezTo>
                <a:cubicBezTo>
                  <a:pt x="1436192" y="104135"/>
                  <a:pt x="1437700" y="107439"/>
                  <a:pt x="1440716" y="110083"/>
                </a:cubicBezTo>
                <a:cubicBezTo>
                  <a:pt x="1443732" y="112725"/>
                  <a:pt x="1448145" y="114047"/>
                  <a:pt x="1453955" y="114047"/>
                </a:cubicBezTo>
                <a:cubicBezTo>
                  <a:pt x="1459710" y="114047"/>
                  <a:pt x="1464829" y="112792"/>
                  <a:pt x="1469311" y="110283"/>
                </a:cubicBezTo>
                <a:cubicBezTo>
                  <a:pt x="1473793" y="107772"/>
                  <a:pt x="1477085" y="104342"/>
                  <a:pt x="1479188" y="99993"/>
                </a:cubicBezTo>
                <a:cubicBezTo>
                  <a:pt x="1480793" y="96637"/>
                  <a:pt x="1481595" y="91683"/>
                  <a:pt x="1481595" y="85133"/>
                </a:cubicBezTo>
                <a:lnTo>
                  <a:pt x="1481595" y="79683"/>
                </a:lnTo>
                <a:close/>
                <a:moveTo>
                  <a:pt x="1513857" y="97446"/>
                </a:moveTo>
                <a:lnTo>
                  <a:pt x="1528632" y="95122"/>
                </a:lnTo>
                <a:cubicBezTo>
                  <a:pt x="1529462" y="101069"/>
                  <a:pt x="1531772" y="105627"/>
                  <a:pt x="1535563" y="108797"/>
                </a:cubicBezTo>
                <a:cubicBezTo>
                  <a:pt x="1539353" y="111965"/>
                  <a:pt x="1544652" y="113549"/>
                  <a:pt x="1551458" y="113549"/>
                </a:cubicBezTo>
                <a:cubicBezTo>
                  <a:pt x="1558320" y="113549"/>
                  <a:pt x="1563410" y="112151"/>
                  <a:pt x="1566731" y="109357"/>
                </a:cubicBezTo>
                <a:cubicBezTo>
                  <a:pt x="1570051" y="106562"/>
                  <a:pt x="1571711" y="103284"/>
                  <a:pt x="1571711" y="99521"/>
                </a:cubicBezTo>
                <a:cubicBezTo>
                  <a:pt x="1571711" y="96146"/>
                  <a:pt x="1570244" y="93489"/>
                  <a:pt x="1567312" y="91553"/>
                </a:cubicBezTo>
                <a:cubicBezTo>
                  <a:pt x="1565264" y="90225"/>
                  <a:pt x="1560173" y="88537"/>
                  <a:pt x="1552039" y="86490"/>
                </a:cubicBezTo>
                <a:cubicBezTo>
                  <a:pt x="1541082" y="83723"/>
                  <a:pt x="1533488" y="81329"/>
                  <a:pt x="1529255" y="79310"/>
                </a:cubicBezTo>
                <a:cubicBezTo>
                  <a:pt x="1525021" y="77290"/>
                  <a:pt x="1521812" y="74496"/>
                  <a:pt x="1519626" y="70926"/>
                </a:cubicBezTo>
                <a:cubicBezTo>
                  <a:pt x="1517440" y="67357"/>
                  <a:pt x="1516347" y="63415"/>
                  <a:pt x="1516347" y="59098"/>
                </a:cubicBezTo>
                <a:cubicBezTo>
                  <a:pt x="1516347" y="55170"/>
                  <a:pt x="1517247" y="51531"/>
                  <a:pt x="1519045" y="48183"/>
                </a:cubicBezTo>
                <a:cubicBezTo>
                  <a:pt x="1520844" y="44836"/>
                  <a:pt x="1523292" y="42055"/>
                  <a:pt x="1526391" y="39842"/>
                </a:cubicBezTo>
                <a:cubicBezTo>
                  <a:pt x="1528715" y="38126"/>
                  <a:pt x="1531883" y="36674"/>
                  <a:pt x="1535895" y="35484"/>
                </a:cubicBezTo>
                <a:cubicBezTo>
                  <a:pt x="1539907" y="34294"/>
                  <a:pt x="1544209" y="33699"/>
                  <a:pt x="1548802" y="33699"/>
                </a:cubicBezTo>
                <a:cubicBezTo>
                  <a:pt x="1555719" y="33699"/>
                  <a:pt x="1561792" y="34695"/>
                  <a:pt x="1567021" y="36687"/>
                </a:cubicBezTo>
                <a:cubicBezTo>
                  <a:pt x="1572250" y="38680"/>
                  <a:pt x="1576110" y="41377"/>
                  <a:pt x="1578600" y="44780"/>
                </a:cubicBezTo>
                <a:cubicBezTo>
                  <a:pt x="1581090" y="48183"/>
                  <a:pt x="1582806" y="52735"/>
                  <a:pt x="1583746" y="58434"/>
                </a:cubicBezTo>
                <a:lnTo>
                  <a:pt x="1569138" y="60426"/>
                </a:lnTo>
                <a:cubicBezTo>
                  <a:pt x="1568474" y="55889"/>
                  <a:pt x="1566551" y="52347"/>
                  <a:pt x="1563369" y="49802"/>
                </a:cubicBezTo>
                <a:cubicBezTo>
                  <a:pt x="1560187" y="47257"/>
                  <a:pt x="1555691" y="45984"/>
                  <a:pt x="1549881" y="45984"/>
                </a:cubicBezTo>
                <a:cubicBezTo>
                  <a:pt x="1543019" y="45984"/>
                  <a:pt x="1538122" y="47118"/>
                  <a:pt x="1535189" y="49387"/>
                </a:cubicBezTo>
                <a:cubicBezTo>
                  <a:pt x="1532256" y="51656"/>
                  <a:pt x="1530790" y="54312"/>
                  <a:pt x="1530790" y="57355"/>
                </a:cubicBezTo>
                <a:cubicBezTo>
                  <a:pt x="1530790" y="59292"/>
                  <a:pt x="1531399" y="61035"/>
                  <a:pt x="1532616" y="62585"/>
                </a:cubicBezTo>
                <a:cubicBezTo>
                  <a:pt x="1533834" y="64189"/>
                  <a:pt x="1535743" y="65517"/>
                  <a:pt x="1538343" y="66569"/>
                </a:cubicBezTo>
                <a:cubicBezTo>
                  <a:pt x="1539837" y="67122"/>
                  <a:pt x="1544237" y="68395"/>
                  <a:pt x="1551541" y="70387"/>
                </a:cubicBezTo>
                <a:cubicBezTo>
                  <a:pt x="1562110" y="73209"/>
                  <a:pt x="1569483" y="75519"/>
                  <a:pt x="1573661" y="77318"/>
                </a:cubicBezTo>
                <a:cubicBezTo>
                  <a:pt x="1577839" y="79116"/>
                  <a:pt x="1581118" y="81731"/>
                  <a:pt x="1583497" y="85161"/>
                </a:cubicBezTo>
                <a:cubicBezTo>
                  <a:pt x="1585877" y="88592"/>
                  <a:pt x="1587066" y="92853"/>
                  <a:pt x="1587066" y="97944"/>
                </a:cubicBezTo>
                <a:cubicBezTo>
                  <a:pt x="1587066" y="102924"/>
                  <a:pt x="1585614" y="107614"/>
                  <a:pt x="1582709" y="112013"/>
                </a:cubicBezTo>
                <a:cubicBezTo>
                  <a:pt x="1579804" y="116412"/>
                  <a:pt x="1575612" y="119815"/>
                  <a:pt x="1570134" y="122222"/>
                </a:cubicBezTo>
                <a:cubicBezTo>
                  <a:pt x="1564655" y="124630"/>
                  <a:pt x="1558458" y="125833"/>
                  <a:pt x="1551541" y="125833"/>
                </a:cubicBezTo>
                <a:cubicBezTo>
                  <a:pt x="1540086" y="125833"/>
                  <a:pt x="1531357" y="123447"/>
                  <a:pt x="1525353" y="118674"/>
                </a:cubicBezTo>
                <a:cubicBezTo>
                  <a:pt x="1519349" y="113901"/>
                  <a:pt x="1515517" y="106825"/>
                  <a:pt x="1513857" y="97446"/>
                </a:cubicBezTo>
                <a:close/>
                <a:moveTo>
                  <a:pt x="1604912" y="123841"/>
                </a:moveTo>
                <a:lnTo>
                  <a:pt x="1604912" y="2158"/>
                </a:lnTo>
                <a:lnTo>
                  <a:pt x="1619853" y="2158"/>
                </a:lnTo>
                <a:lnTo>
                  <a:pt x="1619853" y="71474"/>
                </a:lnTo>
                <a:lnTo>
                  <a:pt x="1655212" y="35691"/>
                </a:lnTo>
                <a:lnTo>
                  <a:pt x="1674552" y="35691"/>
                </a:lnTo>
                <a:lnTo>
                  <a:pt x="1640853" y="68441"/>
                </a:lnTo>
                <a:lnTo>
                  <a:pt x="1677955" y="123841"/>
                </a:lnTo>
                <a:lnTo>
                  <a:pt x="1659529" y="123841"/>
                </a:lnTo>
                <a:lnTo>
                  <a:pt x="1630394" y="78695"/>
                </a:lnTo>
                <a:lnTo>
                  <a:pt x="1619853" y="88897"/>
                </a:lnTo>
                <a:lnTo>
                  <a:pt x="1619853" y="123841"/>
                </a:lnTo>
                <a:lnTo>
                  <a:pt x="1604912" y="123841"/>
                </a:lnTo>
                <a:close/>
                <a:moveTo>
                  <a:pt x="1699619" y="159698"/>
                </a:moveTo>
                <a:lnTo>
                  <a:pt x="1688911" y="159698"/>
                </a:lnTo>
                <a:cubicBezTo>
                  <a:pt x="1705457" y="133110"/>
                  <a:pt x="1713729" y="106493"/>
                  <a:pt x="1713729" y="79849"/>
                </a:cubicBezTo>
                <a:cubicBezTo>
                  <a:pt x="1713729" y="69436"/>
                  <a:pt x="1712540" y="59105"/>
                  <a:pt x="1710160" y="48858"/>
                </a:cubicBezTo>
                <a:cubicBezTo>
                  <a:pt x="1708279" y="40549"/>
                  <a:pt x="1705650" y="32572"/>
                  <a:pt x="1702275" y="24927"/>
                </a:cubicBezTo>
                <a:cubicBezTo>
                  <a:pt x="1700117" y="19942"/>
                  <a:pt x="1695662" y="11633"/>
                  <a:pt x="1688911" y="0"/>
                </a:cubicBezTo>
                <a:lnTo>
                  <a:pt x="1699619" y="0"/>
                </a:lnTo>
                <a:cubicBezTo>
                  <a:pt x="1710022" y="13903"/>
                  <a:pt x="1717713" y="27862"/>
                  <a:pt x="1722694" y="41878"/>
                </a:cubicBezTo>
                <a:cubicBezTo>
                  <a:pt x="1726954" y="53953"/>
                  <a:pt x="1729085" y="66583"/>
                  <a:pt x="1729085" y="79766"/>
                </a:cubicBezTo>
                <a:cubicBezTo>
                  <a:pt x="1729085" y="94722"/>
                  <a:pt x="1726221" y="109181"/>
                  <a:pt x="1720494" y="123141"/>
                </a:cubicBezTo>
                <a:cubicBezTo>
                  <a:pt x="1714767" y="137099"/>
                  <a:pt x="1707808" y="149285"/>
                  <a:pt x="1699619" y="1596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57883-0E96-49BA-9C20-CE31B522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491" y="1991139"/>
            <a:ext cx="1921934" cy="171162"/>
          </a:xfrm>
          <a:custGeom xmlns:a="http://schemas.openxmlformats.org/drawingml/2006/main">
            <a:pathLst>
              <a:path w="1921934" h="171162">
                <a:moveTo>
                  <a:pt x="0" y="171162"/>
                </a:moveTo>
                <a:lnTo>
                  <a:pt x="0" y="0"/>
                </a:lnTo>
                <a:lnTo>
                  <a:pt x="192193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FECEB-5AF4-47FC-B2E9-590A792D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491" y="1991139"/>
            <a:ext cx="1921934" cy="171162"/>
          </a:xfrm>
          <a:custGeom xmlns:a="http://schemas.openxmlformats.org/drawingml/2006/main">
            <a:pathLst>
              <a:path w="1921934" h="171162" fill="none">
                <a:moveTo>
                  <a:pt x="1921934" y="0"/>
                </a:moveTo>
                <a:lnTo>
                  <a:pt x="0" y="0"/>
                </a:lnTo>
                <a:lnTo>
                  <a:pt x="0" y="171162"/>
                </a:lnTo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ED103-2D7A-4153-ACE0-2508FE14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908" y="1990585"/>
            <a:ext cx="1202150" cy="203286"/>
          </a:xfrm>
          <a:custGeom xmlns:a="http://schemas.openxmlformats.org/drawingml/2006/main">
            <a:pathLst>
              <a:path w="1202150" h="203286">
                <a:moveTo>
                  <a:pt x="0" y="0"/>
                </a:moveTo>
                <a:lnTo>
                  <a:pt x="1202006" y="0"/>
                </a:lnTo>
                <a:lnTo>
                  <a:pt x="1202006" y="203286"/>
                </a:lnTo>
                <a:lnTo>
                  <a:pt x="1202150" y="20328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BE94C-B25F-4F28-B0A6-0F552595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908" y="1990585"/>
            <a:ext cx="1202006" cy="148670"/>
          </a:xfrm>
          <a:custGeom xmlns:a="http://schemas.openxmlformats.org/drawingml/2006/main">
            <a:pathLst>
              <a:path w="1202006" h="148670" fill="none">
                <a:moveTo>
                  <a:pt x="0" y="0"/>
                </a:moveTo>
                <a:lnTo>
                  <a:pt x="1202006" y="0"/>
                </a:lnTo>
                <a:lnTo>
                  <a:pt x="1202006" y="148670"/>
                </a:lnTo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1F971-AF6F-4512-BF38-35D946C9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945" y="2121286"/>
            <a:ext cx="35844" cy="49288"/>
          </a:xfrm>
          <a:custGeom xmlns:a="http://schemas.openxmlformats.org/drawingml/2006/main">
            <a:pathLst>
              <a:path w="35844" h="49288">
                <a:moveTo>
                  <a:pt x="17969" y="17969"/>
                </a:moveTo>
                <a:lnTo>
                  <a:pt x="35844" y="0"/>
                </a:lnTo>
                <a:lnTo>
                  <a:pt x="18052" y="49288"/>
                </a:lnTo>
                <a:lnTo>
                  <a:pt x="0" y="95"/>
                </a:lnTo>
                <a:lnTo>
                  <a:pt x="17969" y="17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48EA1-1265-4BB5-885B-D5BD5A66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2945" y="2121286"/>
            <a:ext cx="35844" cy="49288"/>
          </a:xfrm>
          <a:custGeom xmlns:a="http://schemas.openxmlformats.org/drawingml/2006/main">
            <a:pathLst>
              <a:path w="35844" h="49288" fill="none">
                <a:moveTo>
                  <a:pt x="17969" y="17969"/>
                </a:moveTo>
                <a:lnTo>
                  <a:pt x="0" y="95"/>
                </a:lnTo>
                <a:lnTo>
                  <a:pt x="18052" y="49288"/>
                </a:lnTo>
                <a:lnTo>
                  <a:pt x="35844" y="0"/>
                </a:lnTo>
                <a:lnTo>
                  <a:pt x="17969" y="179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D5C4A-76DF-4E99-B218-1DBDBE1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072" y="1990564"/>
            <a:ext cx="1301769" cy="205796"/>
          </a:xfrm>
          <a:custGeom xmlns:a="http://schemas.openxmlformats.org/drawingml/2006/main">
            <a:pathLst>
              <a:path w="1301769" h="205796">
                <a:moveTo>
                  <a:pt x="0" y="0"/>
                </a:moveTo>
                <a:lnTo>
                  <a:pt x="1301769" y="0"/>
                </a:lnTo>
                <a:lnTo>
                  <a:pt x="1301769" y="205796"/>
                </a:lnTo>
                <a:lnTo>
                  <a:pt x="1301534" y="20579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9A2A4-9F4F-4067-90BC-DDC9A411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072" y="1990564"/>
            <a:ext cx="1301769" cy="151180"/>
          </a:xfrm>
          <a:custGeom xmlns:a="http://schemas.openxmlformats.org/drawingml/2006/main">
            <a:pathLst>
              <a:path w="1301769" h="151180" fill="none">
                <a:moveTo>
                  <a:pt x="0" y="0"/>
                </a:moveTo>
                <a:lnTo>
                  <a:pt x="1301769" y="0"/>
                </a:lnTo>
                <a:lnTo>
                  <a:pt x="1301769" y="151180"/>
                </a:lnTo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95007-8D60-4E33-B1A8-B8EF2BDD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96" y="2123746"/>
            <a:ext cx="35844" cy="49317"/>
          </a:xfrm>
          <a:custGeom xmlns:a="http://schemas.openxmlformats.org/drawingml/2006/main">
            <a:pathLst>
              <a:path w="35844" h="49317">
                <a:moveTo>
                  <a:pt x="17845" y="17999"/>
                </a:moveTo>
                <a:lnTo>
                  <a:pt x="35844" y="154"/>
                </a:lnTo>
                <a:lnTo>
                  <a:pt x="17711" y="49317"/>
                </a:lnTo>
                <a:lnTo>
                  <a:pt x="0" y="0"/>
                </a:lnTo>
                <a:lnTo>
                  <a:pt x="17845" y="179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363DB-B902-482D-A400-7320D17A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96" y="2123746"/>
            <a:ext cx="35844" cy="49317"/>
          </a:xfrm>
          <a:custGeom xmlns:a="http://schemas.openxmlformats.org/drawingml/2006/main">
            <a:pathLst>
              <a:path w="35844" h="49317" fill="none">
                <a:moveTo>
                  <a:pt x="17845" y="17999"/>
                </a:moveTo>
                <a:lnTo>
                  <a:pt x="0" y="0"/>
                </a:lnTo>
                <a:lnTo>
                  <a:pt x="17711" y="49317"/>
                </a:lnTo>
                <a:lnTo>
                  <a:pt x="35844" y="154"/>
                </a:lnTo>
                <a:lnTo>
                  <a:pt x="17845" y="179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FE67A-8CC9-420F-AFE6-01C23C13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1" y="1330105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20FAC-0464-4C05-86A2-3566C48E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1" y="1330105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82D90-DB4C-477A-AB93-0582DBB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840" y="1330105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B6B01-FFA9-45C5-BFA9-E942AC21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840" y="1330105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E1918-178F-4AF3-A4F6-61A9C130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89" y="1330105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B46F5-B76E-46C3-9D9F-8E641CF8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89" y="1330105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44A48-3863-43D5-B5AB-229233E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337" y="1330105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56082-6328-4A43-972C-13F4BCE9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337" y="1330105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AD169-E638-4596-A5C2-5D8BE1B2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85" y="1330105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15C3B-A369-404D-831C-20681C18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85" y="1330105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457DB-9AC4-4406-9BEB-DAAD5D5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834" y="1330105"/>
            <a:ext cx="104403" cy="188228"/>
          </a:xfrm>
          <a:custGeom xmlns:a="http://schemas.openxmlformats.org/drawingml/2006/main">
            <a:pathLst>
              <a:path w="104403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3" y="12786"/>
                  <a:pt x="104403" y="17401"/>
                </a:cubicBezTo>
                <a:lnTo>
                  <a:pt x="104403" y="170827"/>
                </a:lnTo>
                <a:cubicBezTo>
                  <a:pt x="104403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2A9E2-EC51-4A3E-9D02-3C54C03F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834" y="1330105"/>
            <a:ext cx="104403" cy="188228"/>
          </a:xfrm>
          <a:custGeom xmlns:a="http://schemas.openxmlformats.org/drawingml/2006/main">
            <a:pathLst>
              <a:path w="104403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3" y="12786"/>
                  <a:pt x="104403" y="17401"/>
                </a:cubicBezTo>
                <a:lnTo>
                  <a:pt x="104403" y="170827"/>
                </a:lnTo>
                <a:cubicBezTo>
                  <a:pt x="104403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F7FE7-6D77-4780-8CDE-FBA8062E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82" y="1330105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90B3E-8DFE-4392-8D13-B29E2815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82" y="1330105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9DDD8-255A-46FB-A40C-6D863F0F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272" y="900368"/>
            <a:ext cx="1811020" cy="296663"/>
          </a:xfrm>
          <a:custGeom xmlns:a="http://schemas.openxmlformats.org/drawingml/2006/main">
            <a:pathLst>
              <a:path w="1811020" h="296663">
                <a:moveTo>
                  <a:pt x="49457" y="0"/>
                </a:moveTo>
                <a:lnTo>
                  <a:pt x="1761578" y="0"/>
                </a:lnTo>
                <a:cubicBezTo>
                  <a:pt x="1774691" y="0"/>
                  <a:pt x="1787267" y="5209"/>
                  <a:pt x="1796539" y="14481"/>
                </a:cubicBezTo>
                <a:cubicBezTo>
                  <a:pt x="1805811" y="23754"/>
                  <a:pt x="1811020" y="36329"/>
                  <a:pt x="1811020" y="49442"/>
                </a:cubicBezTo>
                <a:lnTo>
                  <a:pt x="1811020" y="296647"/>
                </a:lnTo>
                <a:cubicBezTo>
                  <a:pt x="1811020" y="296656"/>
                  <a:pt x="1811014" y="296663"/>
                  <a:pt x="1811005" y="296663"/>
                </a:cubicBezTo>
                <a:lnTo>
                  <a:pt x="15" y="296647"/>
                </a:lnTo>
                <a:cubicBezTo>
                  <a:pt x="7" y="296647"/>
                  <a:pt x="0" y="296641"/>
                  <a:pt x="0" y="296632"/>
                </a:cubicBezTo>
                <a:lnTo>
                  <a:pt x="15" y="49442"/>
                </a:lnTo>
                <a:cubicBezTo>
                  <a:pt x="15" y="22136"/>
                  <a:pt x="22151" y="0"/>
                  <a:pt x="4945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74848-F4C9-4923-9BFF-1AB1151F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272" y="900368"/>
            <a:ext cx="1811020" cy="296663"/>
          </a:xfrm>
          <a:custGeom xmlns:a="http://schemas.openxmlformats.org/drawingml/2006/main">
            <a:pathLst>
              <a:path w="1811020" h="296663" fill="none">
                <a:moveTo>
                  <a:pt x="49457" y="0"/>
                </a:moveTo>
                <a:lnTo>
                  <a:pt x="1761578" y="0"/>
                </a:lnTo>
                <a:cubicBezTo>
                  <a:pt x="1774691" y="0"/>
                  <a:pt x="1787267" y="5209"/>
                  <a:pt x="1796539" y="14481"/>
                </a:cubicBezTo>
                <a:cubicBezTo>
                  <a:pt x="1805811" y="23754"/>
                  <a:pt x="1811020" y="36329"/>
                  <a:pt x="1811020" y="49442"/>
                </a:cubicBezTo>
                <a:lnTo>
                  <a:pt x="1811020" y="296647"/>
                </a:lnTo>
                <a:cubicBezTo>
                  <a:pt x="1811020" y="296656"/>
                  <a:pt x="1811014" y="296663"/>
                  <a:pt x="1811005" y="296663"/>
                </a:cubicBezTo>
                <a:lnTo>
                  <a:pt x="15" y="296647"/>
                </a:lnTo>
                <a:cubicBezTo>
                  <a:pt x="7" y="296647"/>
                  <a:pt x="0" y="296641"/>
                  <a:pt x="0" y="296632"/>
                </a:cubicBezTo>
                <a:lnTo>
                  <a:pt x="15" y="49442"/>
                </a:lnTo>
                <a:cubicBezTo>
                  <a:pt x="15" y="22136"/>
                  <a:pt x="22151" y="0"/>
                  <a:pt x="4945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37" name="Text ByteTransf.Layer">
            <a:extLst xmlns:a="http://schemas.openxmlformats.org/drawingml/2006/main">
              <a:ext uri="{FF2B5EF4-FFF2-40B4-BE49-F238E27FC236}">
                <a16:creationId xmlns:a16="http://schemas.microsoft.com/office/drawing/2014/main" id="{1A9BE918-2124-439C-A370-26B8E684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866" y="988832"/>
            <a:ext cx="1539181" cy="179474"/>
          </a:xfrm>
          <a:custGeom xmlns:a="http://schemas.openxmlformats.org/drawingml/2006/main">
            <a:pathLst>
              <a:path w="1539181" h="179474">
                <a:moveTo>
                  <a:pt x="0" y="139134"/>
                </a:moveTo>
                <a:lnTo>
                  <a:pt x="0" y="2241"/>
                </a:lnTo>
                <a:lnTo>
                  <a:pt x="51358" y="2241"/>
                </a:lnTo>
                <a:cubicBezTo>
                  <a:pt x="61817" y="2241"/>
                  <a:pt x="70205" y="3622"/>
                  <a:pt x="76524" y="6385"/>
                </a:cubicBezTo>
                <a:cubicBezTo>
                  <a:pt x="82843" y="9147"/>
                  <a:pt x="87792" y="13399"/>
                  <a:pt x="91371" y="19140"/>
                </a:cubicBezTo>
                <a:cubicBezTo>
                  <a:pt x="94951" y="24881"/>
                  <a:pt x="96740" y="30886"/>
                  <a:pt x="96740" y="37156"/>
                </a:cubicBezTo>
                <a:cubicBezTo>
                  <a:pt x="96740" y="42990"/>
                  <a:pt x="95153" y="48484"/>
                  <a:pt x="91978" y="53637"/>
                </a:cubicBezTo>
                <a:cubicBezTo>
                  <a:pt x="88803" y="58789"/>
                  <a:pt x="84010" y="62947"/>
                  <a:pt x="77598" y="66112"/>
                </a:cubicBezTo>
                <a:cubicBezTo>
                  <a:pt x="85877" y="68546"/>
                  <a:pt x="92243" y="72696"/>
                  <a:pt x="96694" y="78564"/>
                </a:cubicBezTo>
                <a:cubicBezTo>
                  <a:pt x="101145" y="84431"/>
                  <a:pt x="103370" y="91359"/>
                  <a:pt x="103370" y="99346"/>
                </a:cubicBezTo>
                <a:cubicBezTo>
                  <a:pt x="103370" y="105776"/>
                  <a:pt x="102016" y="111752"/>
                  <a:pt x="99308" y="117275"/>
                </a:cubicBezTo>
                <a:cubicBezTo>
                  <a:pt x="96600" y="122798"/>
                  <a:pt x="93254" y="127057"/>
                  <a:pt x="89270" y="130053"/>
                </a:cubicBezTo>
                <a:cubicBezTo>
                  <a:pt x="85286" y="133049"/>
                  <a:pt x="80290" y="135312"/>
                  <a:pt x="74283" y="136841"/>
                </a:cubicBezTo>
                <a:cubicBezTo>
                  <a:pt x="68275" y="138370"/>
                  <a:pt x="60914" y="139134"/>
                  <a:pt x="52199" y="139134"/>
                </a:cubicBezTo>
                <a:lnTo>
                  <a:pt x="0" y="139134"/>
                </a:lnTo>
                <a:moveTo>
                  <a:pt x="18115" y="59576"/>
                </a:moveTo>
                <a:lnTo>
                  <a:pt x="47717" y="59576"/>
                </a:lnTo>
                <a:cubicBezTo>
                  <a:pt x="55747" y="59576"/>
                  <a:pt x="61505" y="59049"/>
                  <a:pt x="64992" y="57997"/>
                </a:cubicBezTo>
                <a:cubicBezTo>
                  <a:pt x="69598" y="56637"/>
                  <a:pt x="73069" y="54380"/>
                  <a:pt x="75403" y="51227"/>
                </a:cubicBezTo>
                <a:cubicBezTo>
                  <a:pt x="77738" y="48074"/>
                  <a:pt x="78905" y="44117"/>
                  <a:pt x="78905" y="39356"/>
                </a:cubicBezTo>
                <a:cubicBezTo>
                  <a:pt x="78905" y="34843"/>
                  <a:pt x="77816" y="30870"/>
                  <a:pt x="75637" y="27439"/>
                </a:cubicBezTo>
                <a:cubicBezTo>
                  <a:pt x="73458" y="24007"/>
                  <a:pt x="70345" y="21658"/>
                  <a:pt x="66299" y="20392"/>
                </a:cubicBezTo>
                <a:cubicBezTo>
                  <a:pt x="62253" y="19123"/>
                  <a:pt x="55311" y="18489"/>
                  <a:pt x="45475" y="18489"/>
                </a:cubicBezTo>
                <a:lnTo>
                  <a:pt x="18115" y="18489"/>
                </a:lnTo>
                <a:lnTo>
                  <a:pt x="18115" y="59576"/>
                </a:lnTo>
                <a:moveTo>
                  <a:pt x="18115" y="122886"/>
                </a:moveTo>
                <a:lnTo>
                  <a:pt x="52199" y="122886"/>
                </a:lnTo>
                <a:cubicBezTo>
                  <a:pt x="58050" y="122886"/>
                  <a:pt x="62159" y="122669"/>
                  <a:pt x="64525" y="122233"/>
                </a:cubicBezTo>
                <a:cubicBezTo>
                  <a:pt x="68696" y="121486"/>
                  <a:pt x="72182" y="120241"/>
                  <a:pt x="74983" y="118498"/>
                </a:cubicBezTo>
                <a:cubicBezTo>
                  <a:pt x="77785" y="116755"/>
                  <a:pt x="80088" y="114218"/>
                  <a:pt x="81893" y="110887"/>
                </a:cubicBezTo>
                <a:cubicBezTo>
                  <a:pt x="83699" y="107557"/>
                  <a:pt x="84601" y="103713"/>
                  <a:pt x="84601" y="99355"/>
                </a:cubicBezTo>
                <a:cubicBezTo>
                  <a:pt x="84601" y="94250"/>
                  <a:pt x="83294" y="89815"/>
                  <a:pt x="80679" y="86049"/>
                </a:cubicBezTo>
                <a:cubicBezTo>
                  <a:pt x="78065" y="82282"/>
                  <a:pt x="74438" y="79637"/>
                  <a:pt x="69801" y="78111"/>
                </a:cubicBezTo>
                <a:cubicBezTo>
                  <a:pt x="65163" y="76586"/>
                  <a:pt x="58486" y="75824"/>
                  <a:pt x="49771" y="75824"/>
                </a:cubicBezTo>
                <a:lnTo>
                  <a:pt x="18115" y="75824"/>
                </a:lnTo>
                <a:lnTo>
                  <a:pt x="18115" y="122886"/>
                </a:lnTo>
                <a:close/>
                <a:moveTo>
                  <a:pt x="125218" y="177431"/>
                </a:moveTo>
                <a:lnTo>
                  <a:pt x="123350" y="161732"/>
                </a:lnTo>
                <a:cubicBezTo>
                  <a:pt x="127023" y="162728"/>
                  <a:pt x="130229" y="163226"/>
                  <a:pt x="132968" y="163226"/>
                </a:cubicBezTo>
                <a:cubicBezTo>
                  <a:pt x="136704" y="163226"/>
                  <a:pt x="139692" y="162603"/>
                  <a:pt x="141933" y="161356"/>
                </a:cubicBezTo>
                <a:cubicBezTo>
                  <a:pt x="144174" y="160109"/>
                  <a:pt x="146010" y="158363"/>
                  <a:pt x="147442" y="156118"/>
                </a:cubicBezTo>
                <a:cubicBezTo>
                  <a:pt x="148500" y="154435"/>
                  <a:pt x="150212" y="150258"/>
                  <a:pt x="152578" y="143587"/>
                </a:cubicBezTo>
                <a:cubicBezTo>
                  <a:pt x="152889" y="142652"/>
                  <a:pt x="153387" y="141280"/>
                  <a:pt x="154072" y="139473"/>
                </a:cubicBezTo>
                <a:lnTo>
                  <a:pt x="116440" y="39966"/>
                </a:lnTo>
                <a:lnTo>
                  <a:pt x="134556" y="39966"/>
                </a:lnTo>
                <a:lnTo>
                  <a:pt x="155193" y="97412"/>
                </a:lnTo>
                <a:cubicBezTo>
                  <a:pt x="157869" y="104697"/>
                  <a:pt x="160266" y="112356"/>
                  <a:pt x="162383" y="120389"/>
                </a:cubicBezTo>
                <a:cubicBezTo>
                  <a:pt x="164313" y="112652"/>
                  <a:pt x="166616" y="105112"/>
                  <a:pt x="169293" y="97771"/>
                </a:cubicBezTo>
                <a:lnTo>
                  <a:pt x="190490" y="39966"/>
                </a:lnTo>
                <a:lnTo>
                  <a:pt x="207298" y="39966"/>
                </a:lnTo>
                <a:lnTo>
                  <a:pt x="169573" y="140804"/>
                </a:lnTo>
                <a:cubicBezTo>
                  <a:pt x="165526" y="151727"/>
                  <a:pt x="162383" y="159249"/>
                  <a:pt x="160142" y="163369"/>
                </a:cubicBezTo>
                <a:cubicBezTo>
                  <a:pt x="157153" y="168925"/>
                  <a:pt x="153730" y="172998"/>
                  <a:pt x="149870" y="175587"/>
                </a:cubicBezTo>
                <a:cubicBezTo>
                  <a:pt x="146010" y="178178"/>
                  <a:pt x="141404" y="179474"/>
                  <a:pt x="136050" y="179474"/>
                </a:cubicBezTo>
                <a:cubicBezTo>
                  <a:pt x="132813" y="179474"/>
                  <a:pt x="129202" y="178793"/>
                  <a:pt x="125218" y="177431"/>
                </a:cubicBezTo>
                <a:close/>
                <a:moveTo>
                  <a:pt x="258282" y="124100"/>
                </a:moveTo>
                <a:lnTo>
                  <a:pt x="260710" y="138948"/>
                </a:lnTo>
                <a:cubicBezTo>
                  <a:pt x="255979" y="139944"/>
                  <a:pt x="251746" y="140442"/>
                  <a:pt x="248011" y="140442"/>
                </a:cubicBezTo>
                <a:cubicBezTo>
                  <a:pt x="241910" y="140442"/>
                  <a:pt x="237179" y="139477"/>
                  <a:pt x="233817" y="137547"/>
                </a:cubicBezTo>
                <a:cubicBezTo>
                  <a:pt x="230456" y="135617"/>
                  <a:pt x="228090" y="133080"/>
                  <a:pt x="226720" y="129937"/>
                </a:cubicBezTo>
                <a:cubicBezTo>
                  <a:pt x="225351" y="126793"/>
                  <a:pt x="224666" y="120179"/>
                  <a:pt x="224666" y="110094"/>
                </a:cubicBezTo>
                <a:lnTo>
                  <a:pt x="224666" y="53039"/>
                </a:lnTo>
                <a:lnTo>
                  <a:pt x="212340" y="53039"/>
                </a:lnTo>
                <a:lnTo>
                  <a:pt x="212340" y="39966"/>
                </a:lnTo>
                <a:lnTo>
                  <a:pt x="224666" y="39966"/>
                </a:lnTo>
                <a:lnTo>
                  <a:pt x="224666" y="15408"/>
                </a:lnTo>
                <a:lnTo>
                  <a:pt x="241381" y="5323"/>
                </a:lnTo>
                <a:lnTo>
                  <a:pt x="241381" y="39966"/>
                </a:lnTo>
                <a:lnTo>
                  <a:pt x="258282" y="39966"/>
                </a:lnTo>
                <a:lnTo>
                  <a:pt x="258282" y="53039"/>
                </a:lnTo>
                <a:lnTo>
                  <a:pt x="241381" y="53039"/>
                </a:lnTo>
                <a:lnTo>
                  <a:pt x="241381" y="111027"/>
                </a:lnTo>
                <a:cubicBezTo>
                  <a:pt x="241381" y="115821"/>
                  <a:pt x="241677" y="118902"/>
                  <a:pt x="242268" y="120272"/>
                </a:cubicBezTo>
                <a:cubicBezTo>
                  <a:pt x="242859" y="121641"/>
                  <a:pt x="243824" y="122731"/>
                  <a:pt x="245163" y="123540"/>
                </a:cubicBezTo>
                <a:cubicBezTo>
                  <a:pt x="246501" y="124349"/>
                  <a:pt x="248415" y="124754"/>
                  <a:pt x="250906" y="124754"/>
                </a:cubicBezTo>
                <a:cubicBezTo>
                  <a:pt x="252773" y="124754"/>
                  <a:pt x="255232" y="124536"/>
                  <a:pt x="258282" y="124100"/>
                </a:cubicBezTo>
                <a:close/>
                <a:moveTo>
                  <a:pt x="342444" y="107012"/>
                </a:moveTo>
                <a:lnTo>
                  <a:pt x="359813" y="109253"/>
                </a:lnTo>
                <a:cubicBezTo>
                  <a:pt x="357074" y="119430"/>
                  <a:pt x="352000" y="127328"/>
                  <a:pt x="344592" y="132948"/>
                </a:cubicBezTo>
                <a:cubicBezTo>
                  <a:pt x="337184" y="138566"/>
                  <a:pt x="327722" y="141375"/>
                  <a:pt x="316205" y="141375"/>
                </a:cubicBezTo>
                <a:cubicBezTo>
                  <a:pt x="301700" y="141375"/>
                  <a:pt x="290199" y="136909"/>
                  <a:pt x="281702" y="127976"/>
                </a:cubicBezTo>
                <a:cubicBezTo>
                  <a:pt x="273204" y="119042"/>
                  <a:pt x="268955" y="106514"/>
                  <a:pt x="268955" y="90391"/>
                </a:cubicBezTo>
                <a:cubicBezTo>
                  <a:pt x="268955" y="73707"/>
                  <a:pt x="273251" y="60758"/>
                  <a:pt x="281842" y="51545"/>
                </a:cubicBezTo>
                <a:cubicBezTo>
                  <a:pt x="290432" y="42332"/>
                  <a:pt x="301576" y="37725"/>
                  <a:pt x="315271" y="37725"/>
                </a:cubicBezTo>
                <a:cubicBezTo>
                  <a:pt x="328531" y="37725"/>
                  <a:pt x="339363" y="42232"/>
                  <a:pt x="347767" y="51245"/>
                </a:cubicBezTo>
                <a:cubicBezTo>
                  <a:pt x="356171" y="60256"/>
                  <a:pt x="360373" y="72934"/>
                  <a:pt x="360373" y="89279"/>
                </a:cubicBezTo>
                <a:cubicBezTo>
                  <a:pt x="360373" y="90273"/>
                  <a:pt x="360342" y="91764"/>
                  <a:pt x="360280" y="93752"/>
                </a:cubicBezTo>
                <a:lnTo>
                  <a:pt x="286324" y="93752"/>
                </a:lnTo>
                <a:cubicBezTo>
                  <a:pt x="286946" y="104678"/>
                  <a:pt x="290028" y="113043"/>
                  <a:pt x="295568" y="118848"/>
                </a:cubicBezTo>
                <a:cubicBezTo>
                  <a:pt x="301109" y="124653"/>
                  <a:pt x="308019" y="127555"/>
                  <a:pt x="316298" y="127555"/>
                </a:cubicBezTo>
                <a:cubicBezTo>
                  <a:pt x="322461" y="127555"/>
                  <a:pt x="327722" y="125922"/>
                  <a:pt x="332079" y="122656"/>
                </a:cubicBezTo>
                <a:cubicBezTo>
                  <a:pt x="336437" y="119388"/>
                  <a:pt x="339892" y="114173"/>
                  <a:pt x="342444" y="107012"/>
                </a:cubicBezTo>
                <a:moveTo>
                  <a:pt x="287258" y="79932"/>
                </a:moveTo>
                <a:lnTo>
                  <a:pt x="342631" y="79932"/>
                </a:lnTo>
                <a:cubicBezTo>
                  <a:pt x="341884" y="71618"/>
                  <a:pt x="339768" y="65382"/>
                  <a:pt x="336281" y="61224"/>
                </a:cubicBezTo>
                <a:cubicBezTo>
                  <a:pt x="330928" y="54772"/>
                  <a:pt x="323987" y="51545"/>
                  <a:pt x="315458" y="51545"/>
                </a:cubicBezTo>
                <a:cubicBezTo>
                  <a:pt x="307739" y="51545"/>
                  <a:pt x="301249" y="54121"/>
                  <a:pt x="295989" y="59272"/>
                </a:cubicBezTo>
                <a:cubicBezTo>
                  <a:pt x="290728" y="64422"/>
                  <a:pt x="287818" y="71308"/>
                  <a:pt x="287258" y="79932"/>
                </a:cubicBezTo>
                <a:close/>
                <a:moveTo>
                  <a:pt x="467396" y="139134"/>
                </a:moveTo>
                <a:lnTo>
                  <a:pt x="467396" y="18489"/>
                </a:lnTo>
                <a:lnTo>
                  <a:pt x="422294" y="18489"/>
                </a:lnTo>
                <a:lnTo>
                  <a:pt x="422294" y="2241"/>
                </a:lnTo>
                <a:lnTo>
                  <a:pt x="530801" y="2241"/>
                </a:lnTo>
                <a:lnTo>
                  <a:pt x="530801" y="18489"/>
                </a:lnTo>
                <a:lnTo>
                  <a:pt x="485512" y="18489"/>
                </a:lnTo>
                <a:lnTo>
                  <a:pt x="485512" y="139134"/>
                </a:lnTo>
                <a:lnTo>
                  <a:pt x="467396" y="139134"/>
                </a:lnTo>
                <a:close/>
                <a:moveTo>
                  <a:pt x="539812" y="139134"/>
                </a:moveTo>
                <a:lnTo>
                  <a:pt x="539812" y="39966"/>
                </a:lnTo>
                <a:lnTo>
                  <a:pt x="554940" y="39966"/>
                </a:lnTo>
                <a:lnTo>
                  <a:pt x="554940" y="55000"/>
                </a:lnTo>
                <a:cubicBezTo>
                  <a:pt x="558799" y="47966"/>
                  <a:pt x="562363" y="43328"/>
                  <a:pt x="565631" y="41087"/>
                </a:cubicBezTo>
                <a:cubicBezTo>
                  <a:pt x="568900" y="38846"/>
                  <a:pt x="572495" y="37725"/>
                  <a:pt x="576417" y="37725"/>
                </a:cubicBezTo>
                <a:cubicBezTo>
                  <a:pt x="582082" y="37725"/>
                  <a:pt x="587840" y="39530"/>
                  <a:pt x="593692" y="43141"/>
                </a:cubicBezTo>
                <a:lnTo>
                  <a:pt x="587902" y="58724"/>
                </a:lnTo>
                <a:cubicBezTo>
                  <a:pt x="583794" y="56304"/>
                  <a:pt x="579685" y="55093"/>
                  <a:pt x="575576" y="55093"/>
                </a:cubicBezTo>
                <a:cubicBezTo>
                  <a:pt x="571903" y="55093"/>
                  <a:pt x="568604" y="56198"/>
                  <a:pt x="565678" y="58408"/>
                </a:cubicBezTo>
                <a:cubicBezTo>
                  <a:pt x="562752" y="60618"/>
                  <a:pt x="560667" y="63684"/>
                  <a:pt x="559422" y="67606"/>
                </a:cubicBezTo>
                <a:cubicBezTo>
                  <a:pt x="557554" y="73582"/>
                  <a:pt x="556620" y="80119"/>
                  <a:pt x="556620" y="87216"/>
                </a:cubicBezTo>
                <a:lnTo>
                  <a:pt x="556620" y="139134"/>
                </a:lnTo>
                <a:lnTo>
                  <a:pt x="539812" y="139134"/>
                </a:lnTo>
                <a:close/>
                <a:moveTo>
                  <a:pt x="668393" y="126622"/>
                </a:moveTo>
                <a:cubicBezTo>
                  <a:pt x="662168" y="132016"/>
                  <a:pt x="656176" y="135824"/>
                  <a:pt x="650418" y="138046"/>
                </a:cubicBezTo>
                <a:cubicBezTo>
                  <a:pt x="644660" y="140266"/>
                  <a:pt x="638481" y="141375"/>
                  <a:pt x="631882" y="141375"/>
                </a:cubicBezTo>
                <a:cubicBezTo>
                  <a:pt x="620988" y="141375"/>
                  <a:pt x="612615" y="138714"/>
                  <a:pt x="606763" y="133392"/>
                </a:cubicBezTo>
                <a:cubicBezTo>
                  <a:pt x="600912" y="128069"/>
                  <a:pt x="597986" y="121268"/>
                  <a:pt x="597986" y="112988"/>
                </a:cubicBezTo>
                <a:cubicBezTo>
                  <a:pt x="597986" y="108133"/>
                  <a:pt x="599091" y="103697"/>
                  <a:pt x="601301" y="99682"/>
                </a:cubicBezTo>
                <a:cubicBezTo>
                  <a:pt x="603511" y="95667"/>
                  <a:pt x="606405" y="92445"/>
                  <a:pt x="609985" y="90017"/>
                </a:cubicBezTo>
                <a:cubicBezTo>
                  <a:pt x="613564" y="87589"/>
                  <a:pt x="617595" y="85753"/>
                  <a:pt x="622077" y="84508"/>
                </a:cubicBezTo>
                <a:cubicBezTo>
                  <a:pt x="625377" y="83636"/>
                  <a:pt x="630357" y="82796"/>
                  <a:pt x="637018" y="81987"/>
                </a:cubicBezTo>
                <a:cubicBezTo>
                  <a:pt x="650589" y="80368"/>
                  <a:pt x="660581" y="78438"/>
                  <a:pt x="666993" y="76197"/>
                </a:cubicBezTo>
                <a:cubicBezTo>
                  <a:pt x="667055" y="73903"/>
                  <a:pt x="667086" y="72446"/>
                  <a:pt x="667086" y="71826"/>
                </a:cubicBezTo>
                <a:cubicBezTo>
                  <a:pt x="667086" y="65003"/>
                  <a:pt x="665499" y="60197"/>
                  <a:pt x="662324" y="57408"/>
                </a:cubicBezTo>
                <a:cubicBezTo>
                  <a:pt x="658028" y="53624"/>
                  <a:pt x="651647" y="51732"/>
                  <a:pt x="643181" y="51732"/>
                </a:cubicBezTo>
                <a:cubicBezTo>
                  <a:pt x="635275" y="51732"/>
                  <a:pt x="629439" y="53117"/>
                  <a:pt x="625673" y="55887"/>
                </a:cubicBezTo>
                <a:cubicBezTo>
                  <a:pt x="621906" y="58657"/>
                  <a:pt x="619120" y="63560"/>
                  <a:pt x="617315" y="70594"/>
                </a:cubicBezTo>
                <a:lnTo>
                  <a:pt x="600880" y="68353"/>
                </a:lnTo>
                <a:cubicBezTo>
                  <a:pt x="602374" y="61297"/>
                  <a:pt x="604833" y="55599"/>
                  <a:pt x="608257" y="51259"/>
                </a:cubicBezTo>
                <a:cubicBezTo>
                  <a:pt x="611681" y="46919"/>
                  <a:pt x="616630" y="43579"/>
                  <a:pt x="623105" y="41238"/>
                </a:cubicBezTo>
                <a:cubicBezTo>
                  <a:pt x="629579" y="38896"/>
                  <a:pt x="637080" y="37725"/>
                  <a:pt x="645609" y="37725"/>
                </a:cubicBezTo>
                <a:cubicBezTo>
                  <a:pt x="654075" y="37725"/>
                  <a:pt x="660954" y="38725"/>
                  <a:pt x="666246" y="40725"/>
                </a:cubicBezTo>
                <a:cubicBezTo>
                  <a:pt x="671537" y="42723"/>
                  <a:pt x="675428" y="45237"/>
                  <a:pt x="677918" y="48268"/>
                </a:cubicBezTo>
                <a:cubicBezTo>
                  <a:pt x="680408" y="51297"/>
                  <a:pt x="682151" y="55124"/>
                  <a:pt x="683147" y="59748"/>
                </a:cubicBezTo>
                <a:cubicBezTo>
                  <a:pt x="683707" y="62621"/>
                  <a:pt x="683988" y="67782"/>
                  <a:pt x="683988" y="75231"/>
                </a:cubicBezTo>
                <a:lnTo>
                  <a:pt x="683988" y="97578"/>
                </a:lnTo>
                <a:cubicBezTo>
                  <a:pt x="683988" y="113159"/>
                  <a:pt x="684346" y="123027"/>
                  <a:pt x="685061" y="127182"/>
                </a:cubicBezTo>
                <a:cubicBezTo>
                  <a:pt x="685777" y="131337"/>
                  <a:pt x="687194" y="135321"/>
                  <a:pt x="689310" y="139134"/>
                </a:cubicBezTo>
                <a:lnTo>
                  <a:pt x="671755" y="139134"/>
                </a:lnTo>
                <a:cubicBezTo>
                  <a:pt x="670012" y="135568"/>
                  <a:pt x="668891" y="131398"/>
                  <a:pt x="668393" y="126622"/>
                </a:cubicBezTo>
                <a:moveTo>
                  <a:pt x="666993" y="89457"/>
                </a:moveTo>
                <a:cubicBezTo>
                  <a:pt x="660892" y="91935"/>
                  <a:pt x="651741" y="94042"/>
                  <a:pt x="639539" y="95777"/>
                </a:cubicBezTo>
                <a:cubicBezTo>
                  <a:pt x="632629" y="96768"/>
                  <a:pt x="627742" y="97882"/>
                  <a:pt x="624879" y="99122"/>
                </a:cubicBezTo>
                <a:cubicBezTo>
                  <a:pt x="622015" y="100361"/>
                  <a:pt x="619805" y="102173"/>
                  <a:pt x="618249" y="104558"/>
                </a:cubicBezTo>
                <a:cubicBezTo>
                  <a:pt x="616693" y="106943"/>
                  <a:pt x="615914" y="109592"/>
                  <a:pt x="615914" y="112504"/>
                </a:cubicBezTo>
                <a:cubicBezTo>
                  <a:pt x="615914" y="116965"/>
                  <a:pt x="617611" y="120682"/>
                  <a:pt x="621004" y="123657"/>
                </a:cubicBezTo>
                <a:cubicBezTo>
                  <a:pt x="624396" y="126629"/>
                  <a:pt x="629361" y="128116"/>
                  <a:pt x="635897" y="128116"/>
                </a:cubicBezTo>
                <a:cubicBezTo>
                  <a:pt x="642372" y="128116"/>
                  <a:pt x="648130" y="126704"/>
                  <a:pt x="653173" y="123882"/>
                </a:cubicBezTo>
                <a:cubicBezTo>
                  <a:pt x="658215" y="121057"/>
                  <a:pt x="661919" y="117198"/>
                  <a:pt x="664285" y="112306"/>
                </a:cubicBezTo>
                <a:cubicBezTo>
                  <a:pt x="666090" y="108529"/>
                  <a:pt x="666993" y="102957"/>
                  <a:pt x="666993" y="95588"/>
                </a:cubicBezTo>
                <a:lnTo>
                  <a:pt x="666993" y="89457"/>
                </a:lnTo>
                <a:close/>
                <a:moveTo>
                  <a:pt x="710011" y="139134"/>
                </a:moveTo>
                <a:lnTo>
                  <a:pt x="710011" y="39966"/>
                </a:lnTo>
                <a:lnTo>
                  <a:pt x="725138" y="39966"/>
                </a:lnTo>
                <a:lnTo>
                  <a:pt x="725138" y="54066"/>
                </a:lnTo>
                <a:cubicBezTo>
                  <a:pt x="732422" y="43172"/>
                  <a:pt x="742943" y="37725"/>
                  <a:pt x="756700" y="37725"/>
                </a:cubicBezTo>
                <a:cubicBezTo>
                  <a:pt x="762677" y="37725"/>
                  <a:pt x="768171" y="38799"/>
                  <a:pt x="773182" y="40947"/>
                </a:cubicBezTo>
                <a:cubicBezTo>
                  <a:pt x="778193" y="43094"/>
                  <a:pt x="781944" y="45911"/>
                  <a:pt x="784434" y="49397"/>
                </a:cubicBezTo>
                <a:cubicBezTo>
                  <a:pt x="786924" y="52884"/>
                  <a:pt x="788667" y="57023"/>
                  <a:pt x="789663" y="61817"/>
                </a:cubicBezTo>
                <a:cubicBezTo>
                  <a:pt x="790286" y="64929"/>
                  <a:pt x="790597" y="70376"/>
                  <a:pt x="790597" y="78158"/>
                </a:cubicBezTo>
                <a:lnTo>
                  <a:pt x="790597" y="139134"/>
                </a:lnTo>
                <a:lnTo>
                  <a:pt x="773789" y="139134"/>
                </a:lnTo>
                <a:lnTo>
                  <a:pt x="773789" y="78812"/>
                </a:lnTo>
                <a:cubicBezTo>
                  <a:pt x="773789" y="71964"/>
                  <a:pt x="773135" y="66844"/>
                  <a:pt x="771828" y="63451"/>
                </a:cubicBezTo>
                <a:cubicBezTo>
                  <a:pt x="770521" y="60058"/>
                  <a:pt x="768202" y="57350"/>
                  <a:pt x="764871" y="55327"/>
                </a:cubicBezTo>
                <a:cubicBezTo>
                  <a:pt x="761541" y="53304"/>
                  <a:pt x="757634" y="52292"/>
                  <a:pt x="753152" y="52292"/>
                </a:cubicBezTo>
                <a:cubicBezTo>
                  <a:pt x="745993" y="52292"/>
                  <a:pt x="739814" y="54564"/>
                  <a:pt x="734616" y="59109"/>
                </a:cubicBezTo>
                <a:cubicBezTo>
                  <a:pt x="729418" y="63653"/>
                  <a:pt x="726819" y="72275"/>
                  <a:pt x="726819" y="84975"/>
                </a:cubicBezTo>
                <a:lnTo>
                  <a:pt x="726819" y="139134"/>
                </a:lnTo>
                <a:lnTo>
                  <a:pt x="710011" y="139134"/>
                </a:lnTo>
                <a:close/>
                <a:moveTo>
                  <a:pt x="809617" y="109440"/>
                </a:moveTo>
                <a:lnTo>
                  <a:pt x="826238" y="106825"/>
                </a:lnTo>
                <a:cubicBezTo>
                  <a:pt x="827172" y="113516"/>
                  <a:pt x="829771" y="118644"/>
                  <a:pt x="834035" y="122209"/>
                </a:cubicBezTo>
                <a:cubicBezTo>
                  <a:pt x="838300" y="125773"/>
                  <a:pt x="844260" y="127555"/>
                  <a:pt x="851917" y="127555"/>
                </a:cubicBezTo>
                <a:cubicBezTo>
                  <a:pt x="859637" y="127555"/>
                  <a:pt x="865364" y="125984"/>
                  <a:pt x="869099" y="122840"/>
                </a:cubicBezTo>
                <a:cubicBezTo>
                  <a:pt x="872834" y="119696"/>
                  <a:pt x="874702" y="116008"/>
                  <a:pt x="874702" y="111774"/>
                </a:cubicBezTo>
                <a:cubicBezTo>
                  <a:pt x="874702" y="107977"/>
                  <a:pt x="873052" y="104989"/>
                  <a:pt x="869753" y="102810"/>
                </a:cubicBezTo>
                <a:cubicBezTo>
                  <a:pt x="867449" y="101316"/>
                  <a:pt x="861722" y="99417"/>
                  <a:pt x="852571" y="97114"/>
                </a:cubicBezTo>
                <a:cubicBezTo>
                  <a:pt x="840245" y="94001"/>
                  <a:pt x="831701" y="91309"/>
                  <a:pt x="826939" y="89037"/>
                </a:cubicBezTo>
                <a:cubicBezTo>
                  <a:pt x="822176" y="86764"/>
                  <a:pt x="818566" y="83621"/>
                  <a:pt x="816107" y="79605"/>
                </a:cubicBezTo>
                <a:cubicBezTo>
                  <a:pt x="813648" y="75590"/>
                  <a:pt x="812418" y="71155"/>
                  <a:pt x="812418" y="66299"/>
                </a:cubicBezTo>
                <a:cubicBezTo>
                  <a:pt x="812418" y="61879"/>
                  <a:pt x="813430" y="57786"/>
                  <a:pt x="815453" y="54020"/>
                </a:cubicBezTo>
                <a:cubicBezTo>
                  <a:pt x="817476" y="50253"/>
                  <a:pt x="820231" y="47125"/>
                  <a:pt x="823717" y="44635"/>
                </a:cubicBezTo>
                <a:cubicBezTo>
                  <a:pt x="826332" y="42705"/>
                  <a:pt x="829896" y="41071"/>
                  <a:pt x="834409" y="39733"/>
                </a:cubicBezTo>
                <a:cubicBezTo>
                  <a:pt x="838922" y="38394"/>
                  <a:pt x="843762" y="37725"/>
                  <a:pt x="848929" y="37725"/>
                </a:cubicBezTo>
                <a:cubicBezTo>
                  <a:pt x="856711" y="37725"/>
                  <a:pt x="863543" y="38846"/>
                  <a:pt x="869426" y="41087"/>
                </a:cubicBezTo>
                <a:cubicBezTo>
                  <a:pt x="875309" y="43328"/>
                  <a:pt x="879651" y="46363"/>
                  <a:pt x="882452" y="50191"/>
                </a:cubicBezTo>
                <a:cubicBezTo>
                  <a:pt x="885254" y="54020"/>
                  <a:pt x="887183" y="59140"/>
                  <a:pt x="888242" y="65552"/>
                </a:cubicBezTo>
                <a:lnTo>
                  <a:pt x="871807" y="67793"/>
                </a:lnTo>
                <a:cubicBezTo>
                  <a:pt x="871060" y="62688"/>
                  <a:pt x="868897" y="58704"/>
                  <a:pt x="865317" y="55841"/>
                </a:cubicBezTo>
                <a:cubicBezTo>
                  <a:pt x="861738" y="52977"/>
                  <a:pt x="856680" y="51545"/>
                  <a:pt x="850143" y="51545"/>
                </a:cubicBezTo>
                <a:cubicBezTo>
                  <a:pt x="842424" y="51545"/>
                  <a:pt x="836915" y="52821"/>
                  <a:pt x="833615" y="55374"/>
                </a:cubicBezTo>
                <a:cubicBezTo>
                  <a:pt x="830316" y="57926"/>
                  <a:pt x="828666" y="60914"/>
                  <a:pt x="828666" y="64338"/>
                </a:cubicBezTo>
                <a:cubicBezTo>
                  <a:pt x="828666" y="66517"/>
                  <a:pt x="829351" y="68478"/>
                  <a:pt x="830720" y="70221"/>
                </a:cubicBezTo>
                <a:cubicBezTo>
                  <a:pt x="832090" y="72026"/>
                  <a:pt x="834238" y="73520"/>
                  <a:pt x="837164" y="74703"/>
                </a:cubicBezTo>
                <a:cubicBezTo>
                  <a:pt x="838844" y="75326"/>
                  <a:pt x="843793" y="76757"/>
                  <a:pt x="852011" y="78998"/>
                </a:cubicBezTo>
                <a:cubicBezTo>
                  <a:pt x="863901" y="82173"/>
                  <a:pt x="872196" y="84772"/>
                  <a:pt x="876896" y="86796"/>
                </a:cubicBezTo>
                <a:cubicBezTo>
                  <a:pt x="881596" y="88819"/>
                  <a:pt x="885285" y="91760"/>
                  <a:pt x="887962" y="95620"/>
                </a:cubicBezTo>
                <a:cubicBezTo>
                  <a:pt x="890638" y="99480"/>
                  <a:pt x="891977" y="104273"/>
                  <a:pt x="891977" y="110000"/>
                </a:cubicBezTo>
                <a:cubicBezTo>
                  <a:pt x="891977" y="115603"/>
                  <a:pt x="890343" y="120879"/>
                  <a:pt x="887075" y="125828"/>
                </a:cubicBezTo>
                <a:cubicBezTo>
                  <a:pt x="883806" y="130777"/>
                  <a:pt x="879091" y="134606"/>
                  <a:pt x="872928" y="137314"/>
                </a:cubicBezTo>
                <a:cubicBezTo>
                  <a:pt x="866765" y="140021"/>
                  <a:pt x="859792" y="141375"/>
                  <a:pt x="852011" y="141375"/>
                </a:cubicBezTo>
                <a:cubicBezTo>
                  <a:pt x="839125" y="141375"/>
                  <a:pt x="829304" y="138691"/>
                  <a:pt x="822550" y="133322"/>
                </a:cubicBezTo>
                <a:cubicBezTo>
                  <a:pt x="815795" y="127952"/>
                  <a:pt x="811484" y="119992"/>
                  <a:pt x="809617" y="109440"/>
                </a:cubicBezTo>
                <a:close/>
                <a:moveTo>
                  <a:pt x="915976" y="139134"/>
                </a:moveTo>
                <a:lnTo>
                  <a:pt x="915976" y="53039"/>
                </a:lnTo>
                <a:lnTo>
                  <a:pt x="901128" y="53039"/>
                </a:lnTo>
                <a:lnTo>
                  <a:pt x="901128" y="39966"/>
                </a:lnTo>
                <a:lnTo>
                  <a:pt x="915976" y="39966"/>
                </a:lnTo>
                <a:lnTo>
                  <a:pt x="915976" y="29438"/>
                </a:lnTo>
                <a:cubicBezTo>
                  <a:pt x="915976" y="22792"/>
                  <a:pt x="916567" y="17855"/>
                  <a:pt x="917750" y="14625"/>
                </a:cubicBezTo>
                <a:cubicBezTo>
                  <a:pt x="919368" y="10279"/>
                  <a:pt x="922216" y="6755"/>
                  <a:pt x="926294" y="4053"/>
                </a:cubicBezTo>
                <a:cubicBezTo>
                  <a:pt x="930372" y="1351"/>
                  <a:pt x="936083" y="0"/>
                  <a:pt x="943429" y="0"/>
                </a:cubicBezTo>
                <a:cubicBezTo>
                  <a:pt x="948160" y="0"/>
                  <a:pt x="953389" y="563"/>
                  <a:pt x="959117" y="1690"/>
                </a:cubicBezTo>
                <a:lnTo>
                  <a:pt x="956595" y="16429"/>
                </a:lnTo>
                <a:cubicBezTo>
                  <a:pt x="953109" y="15810"/>
                  <a:pt x="949810" y="15501"/>
                  <a:pt x="946697" y="15501"/>
                </a:cubicBezTo>
                <a:cubicBezTo>
                  <a:pt x="941593" y="15501"/>
                  <a:pt x="937982" y="16583"/>
                  <a:pt x="935865" y="18746"/>
                </a:cubicBezTo>
                <a:cubicBezTo>
                  <a:pt x="933749" y="20907"/>
                  <a:pt x="932690" y="24954"/>
                  <a:pt x="932690" y="30885"/>
                </a:cubicBezTo>
                <a:lnTo>
                  <a:pt x="932690" y="39966"/>
                </a:lnTo>
                <a:lnTo>
                  <a:pt x="952020" y="39966"/>
                </a:lnTo>
                <a:lnTo>
                  <a:pt x="952020" y="53039"/>
                </a:lnTo>
                <a:lnTo>
                  <a:pt x="932690" y="53039"/>
                </a:lnTo>
                <a:lnTo>
                  <a:pt x="932690" y="139134"/>
                </a:lnTo>
                <a:lnTo>
                  <a:pt x="915976" y="139134"/>
                </a:lnTo>
                <a:close/>
                <a:moveTo>
                  <a:pt x="969696" y="139134"/>
                </a:moveTo>
                <a:lnTo>
                  <a:pt x="969696" y="119898"/>
                </a:lnTo>
                <a:lnTo>
                  <a:pt x="988838" y="119898"/>
                </a:lnTo>
                <a:lnTo>
                  <a:pt x="988838" y="139134"/>
                </a:lnTo>
                <a:lnTo>
                  <a:pt x="969696" y="139134"/>
                </a:lnTo>
                <a:close/>
                <a:moveTo>
                  <a:pt x="1072281" y="139134"/>
                </a:moveTo>
                <a:lnTo>
                  <a:pt x="1072281" y="2241"/>
                </a:lnTo>
                <a:lnTo>
                  <a:pt x="1090396" y="2241"/>
                </a:lnTo>
                <a:lnTo>
                  <a:pt x="1090396" y="122886"/>
                </a:lnTo>
                <a:lnTo>
                  <a:pt x="1157816" y="122886"/>
                </a:lnTo>
                <a:lnTo>
                  <a:pt x="1157816" y="139134"/>
                </a:lnTo>
                <a:lnTo>
                  <a:pt x="1072281" y="139134"/>
                </a:lnTo>
                <a:close/>
                <a:moveTo>
                  <a:pt x="1241921" y="126622"/>
                </a:moveTo>
                <a:cubicBezTo>
                  <a:pt x="1235696" y="132016"/>
                  <a:pt x="1229704" y="135824"/>
                  <a:pt x="1223946" y="138046"/>
                </a:cubicBezTo>
                <a:cubicBezTo>
                  <a:pt x="1218187" y="140266"/>
                  <a:pt x="1212009" y="141375"/>
                  <a:pt x="1205410" y="141375"/>
                </a:cubicBezTo>
                <a:cubicBezTo>
                  <a:pt x="1194516" y="141375"/>
                  <a:pt x="1186143" y="138714"/>
                  <a:pt x="1180291" y="133392"/>
                </a:cubicBezTo>
                <a:cubicBezTo>
                  <a:pt x="1174440" y="128069"/>
                  <a:pt x="1171514" y="121268"/>
                  <a:pt x="1171514" y="112988"/>
                </a:cubicBezTo>
                <a:cubicBezTo>
                  <a:pt x="1171514" y="108133"/>
                  <a:pt x="1172619" y="103697"/>
                  <a:pt x="1174829" y="99682"/>
                </a:cubicBezTo>
                <a:cubicBezTo>
                  <a:pt x="1177039" y="95667"/>
                  <a:pt x="1179933" y="92445"/>
                  <a:pt x="1183513" y="90017"/>
                </a:cubicBezTo>
                <a:cubicBezTo>
                  <a:pt x="1187092" y="87589"/>
                  <a:pt x="1191123" y="85753"/>
                  <a:pt x="1195605" y="84508"/>
                </a:cubicBezTo>
                <a:cubicBezTo>
                  <a:pt x="1198905" y="83636"/>
                  <a:pt x="1203885" y="82796"/>
                  <a:pt x="1210546" y="81987"/>
                </a:cubicBezTo>
                <a:cubicBezTo>
                  <a:pt x="1224117" y="80368"/>
                  <a:pt x="1234109" y="78438"/>
                  <a:pt x="1240521" y="76197"/>
                </a:cubicBezTo>
                <a:cubicBezTo>
                  <a:pt x="1240583" y="73903"/>
                  <a:pt x="1240614" y="72446"/>
                  <a:pt x="1240614" y="71826"/>
                </a:cubicBezTo>
                <a:cubicBezTo>
                  <a:pt x="1240614" y="65003"/>
                  <a:pt x="1239027" y="60197"/>
                  <a:pt x="1235852" y="57408"/>
                </a:cubicBezTo>
                <a:cubicBezTo>
                  <a:pt x="1231556" y="53624"/>
                  <a:pt x="1225175" y="51732"/>
                  <a:pt x="1216709" y="51732"/>
                </a:cubicBezTo>
                <a:cubicBezTo>
                  <a:pt x="1208803" y="51732"/>
                  <a:pt x="1202967" y="53117"/>
                  <a:pt x="1199200" y="55887"/>
                </a:cubicBezTo>
                <a:cubicBezTo>
                  <a:pt x="1195434" y="58657"/>
                  <a:pt x="1192648" y="63560"/>
                  <a:pt x="1190843" y="70594"/>
                </a:cubicBezTo>
                <a:lnTo>
                  <a:pt x="1174408" y="68353"/>
                </a:lnTo>
                <a:cubicBezTo>
                  <a:pt x="1175902" y="61297"/>
                  <a:pt x="1178361" y="55599"/>
                  <a:pt x="1181785" y="51259"/>
                </a:cubicBezTo>
                <a:cubicBezTo>
                  <a:pt x="1185209" y="46919"/>
                  <a:pt x="1190158" y="43579"/>
                  <a:pt x="1196633" y="41238"/>
                </a:cubicBezTo>
                <a:cubicBezTo>
                  <a:pt x="1203107" y="38896"/>
                  <a:pt x="1210608" y="37725"/>
                  <a:pt x="1219137" y="37725"/>
                </a:cubicBezTo>
                <a:cubicBezTo>
                  <a:pt x="1227603" y="37725"/>
                  <a:pt x="1234482" y="38725"/>
                  <a:pt x="1239774" y="40725"/>
                </a:cubicBezTo>
                <a:cubicBezTo>
                  <a:pt x="1245065" y="42723"/>
                  <a:pt x="1248956" y="45237"/>
                  <a:pt x="1251446" y="48268"/>
                </a:cubicBezTo>
                <a:cubicBezTo>
                  <a:pt x="1253936" y="51297"/>
                  <a:pt x="1255679" y="55124"/>
                  <a:pt x="1256675" y="59748"/>
                </a:cubicBezTo>
                <a:cubicBezTo>
                  <a:pt x="1257235" y="62621"/>
                  <a:pt x="1257516" y="67782"/>
                  <a:pt x="1257516" y="75231"/>
                </a:cubicBezTo>
                <a:lnTo>
                  <a:pt x="1257516" y="97578"/>
                </a:lnTo>
                <a:cubicBezTo>
                  <a:pt x="1257516" y="113159"/>
                  <a:pt x="1257873" y="123027"/>
                  <a:pt x="1258589" y="127182"/>
                </a:cubicBezTo>
                <a:cubicBezTo>
                  <a:pt x="1259305" y="131337"/>
                  <a:pt x="1260722" y="135321"/>
                  <a:pt x="1262838" y="139134"/>
                </a:cubicBezTo>
                <a:lnTo>
                  <a:pt x="1245283" y="139134"/>
                </a:lnTo>
                <a:cubicBezTo>
                  <a:pt x="1243540" y="135568"/>
                  <a:pt x="1242419" y="131398"/>
                  <a:pt x="1241921" y="126622"/>
                </a:cubicBezTo>
                <a:moveTo>
                  <a:pt x="1240521" y="89457"/>
                </a:moveTo>
                <a:cubicBezTo>
                  <a:pt x="1234420" y="91935"/>
                  <a:pt x="1225269" y="94042"/>
                  <a:pt x="1213067" y="95777"/>
                </a:cubicBezTo>
                <a:cubicBezTo>
                  <a:pt x="1206157" y="96768"/>
                  <a:pt x="1201270" y="97882"/>
                  <a:pt x="1198407" y="99122"/>
                </a:cubicBezTo>
                <a:cubicBezTo>
                  <a:pt x="1195543" y="100361"/>
                  <a:pt x="1193333" y="102173"/>
                  <a:pt x="1191777" y="104558"/>
                </a:cubicBezTo>
                <a:cubicBezTo>
                  <a:pt x="1190221" y="106943"/>
                  <a:pt x="1189442" y="109592"/>
                  <a:pt x="1189442" y="112504"/>
                </a:cubicBezTo>
                <a:cubicBezTo>
                  <a:pt x="1189442" y="116965"/>
                  <a:pt x="1191139" y="120682"/>
                  <a:pt x="1194532" y="123657"/>
                </a:cubicBezTo>
                <a:cubicBezTo>
                  <a:pt x="1197924" y="126629"/>
                  <a:pt x="1202889" y="128116"/>
                  <a:pt x="1209425" y="128116"/>
                </a:cubicBezTo>
                <a:cubicBezTo>
                  <a:pt x="1215900" y="128116"/>
                  <a:pt x="1221658" y="126704"/>
                  <a:pt x="1226701" y="123882"/>
                </a:cubicBezTo>
                <a:cubicBezTo>
                  <a:pt x="1231743" y="121057"/>
                  <a:pt x="1235447" y="117198"/>
                  <a:pt x="1237813" y="112306"/>
                </a:cubicBezTo>
                <a:cubicBezTo>
                  <a:pt x="1239618" y="108529"/>
                  <a:pt x="1240521" y="102957"/>
                  <a:pt x="1240521" y="95588"/>
                </a:cubicBezTo>
                <a:lnTo>
                  <a:pt x="1240521" y="89457"/>
                </a:lnTo>
                <a:close/>
                <a:moveTo>
                  <a:pt x="1282792" y="177431"/>
                </a:moveTo>
                <a:lnTo>
                  <a:pt x="1280924" y="161732"/>
                </a:lnTo>
                <a:cubicBezTo>
                  <a:pt x="1284597" y="162728"/>
                  <a:pt x="1287803" y="163226"/>
                  <a:pt x="1290542" y="163226"/>
                </a:cubicBezTo>
                <a:cubicBezTo>
                  <a:pt x="1294278" y="163226"/>
                  <a:pt x="1297266" y="162603"/>
                  <a:pt x="1299507" y="161356"/>
                </a:cubicBezTo>
                <a:cubicBezTo>
                  <a:pt x="1301748" y="160109"/>
                  <a:pt x="1303584" y="158363"/>
                  <a:pt x="1305016" y="156118"/>
                </a:cubicBezTo>
                <a:cubicBezTo>
                  <a:pt x="1306074" y="154435"/>
                  <a:pt x="1307786" y="150258"/>
                  <a:pt x="1310152" y="143587"/>
                </a:cubicBezTo>
                <a:cubicBezTo>
                  <a:pt x="1310463" y="142652"/>
                  <a:pt x="1310961" y="141280"/>
                  <a:pt x="1311646" y="139473"/>
                </a:cubicBezTo>
                <a:lnTo>
                  <a:pt x="1274014" y="39966"/>
                </a:lnTo>
                <a:lnTo>
                  <a:pt x="1292130" y="39966"/>
                </a:lnTo>
                <a:lnTo>
                  <a:pt x="1312767" y="97412"/>
                </a:lnTo>
                <a:cubicBezTo>
                  <a:pt x="1315443" y="104697"/>
                  <a:pt x="1317840" y="112356"/>
                  <a:pt x="1319957" y="120389"/>
                </a:cubicBezTo>
                <a:cubicBezTo>
                  <a:pt x="1321887" y="112652"/>
                  <a:pt x="1324190" y="105112"/>
                  <a:pt x="1326867" y="97771"/>
                </a:cubicBezTo>
                <a:lnTo>
                  <a:pt x="1348064" y="39966"/>
                </a:lnTo>
                <a:lnTo>
                  <a:pt x="1364872" y="39966"/>
                </a:lnTo>
                <a:lnTo>
                  <a:pt x="1327147" y="140804"/>
                </a:lnTo>
                <a:cubicBezTo>
                  <a:pt x="1323101" y="151727"/>
                  <a:pt x="1319957" y="159249"/>
                  <a:pt x="1317716" y="163369"/>
                </a:cubicBezTo>
                <a:cubicBezTo>
                  <a:pt x="1314728" y="168925"/>
                  <a:pt x="1311304" y="172998"/>
                  <a:pt x="1307444" y="175587"/>
                </a:cubicBezTo>
                <a:cubicBezTo>
                  <a:pt x="1303584" y="178178"/>
                  <a:pt x="1298978" y="179474"/>
                  <a:pt x="1293624" y="179474"/>
                </a:cubicBezTo>
                <a:cubicBezTo>
                  <a:pt x="1290387" y="179474"/>
                  <a:pt x="1286776" y="178793"/>
                  <a:pt x="1282792" y="177431"/>
                </a:cubicBezTo>
                <a:close/>
                <a:moveTo>
                  <a:pt x="1447045" y="107012"/>
                </a:moveTo>
                <a:lnTo>
                  <a:pt x="1464414" y="109253"/>
                </a:lnTo>
                <a:cubicBezTo>
                  <a:pt x="1461675" y="119430"/>
                  <a:pt x="1456601" y="127328"/>
                  <a:pt x="1449193" y="132948"/>
                </a:cubicBezTo>
                <a:cubicBezTo>
                  <a:pt x="1441785" y="138566"/>
                  <a:pt x="1432323" y="141375"/>
                  <a:pt x="1420806" y="141375"/>
                </a:cubicBezTo>
                <a:cubicBezTo>
                  <a:pt x="1406301" y="141375"/>
                  <a:pt x="1394800" y="136909"/>
                  <a:pt x="1386302" y="127976"/>
                </a:cubicBezTo>
                <a:cubicBezTo>
                  <a:pt x="1377805" y="119042"/>
                  <a:pt x="1373556" y="106514"/>
                  <a:pt x="1373556" y="90391"/>
                </a:cubicBezTo>
                <a:cubicBezTo>
                  <a:pt x="1373556" y="73707"/>
                  <a:pt x="1377852" y="60758"/>
                  <a:pt x="1386443" y="51545"/>
                </a:cubicBezTo>
                <a:cubicBezTo>
                  <a:pt x="1395033" y="42332"/>
                  <a:pt x="1406177" y="37725"/>
                  <a:pt x="1419872" y="37725"/>
                </a:cubicBezTo>
                <a:cubicBezTo>
                  <a:pt x="1433132" y="37725"/>
                  <a:pt x="1443964" y="42232"/>
                  <a:pt x="1452368" y="51245"/>
                </a:cubicBezTo>
                <a:cubicBezTo>
                  <a:pt x="1460772" y="60256"/>
                  <a:pt x="1464974" y="72934"/>
                  <a:pt x="1464974" y="89279"/>
                </a:cubicBezTo>
                <a:cubicBezTo>
                  <a:pt x="1464974" y="90273"/>
                  <a:pt x="1464943" y="91764"/>
                  <a:pt x="1464881" y="93752"/>
                </a:cubicBezTo>
                <a:lnTo>
                  <a:pt x="1390925" y="93752"/>
                </a:lnTo>
                <a:cubicBezTo>
                  <a:pt x="1391547" y="104678"/>
                  <a:pt x="1394629" y="113043"/>
                  <a:pt x="1400169" y="118848"/>
                </a:cubicBezTo>
                <a:cubicBezTo>
                  <a:pt x="1405710" y="124653"/>
                  <a:pt x="1412620" y="127555"/>
                  <a:pt x="1420899" y="127555"/>
                </a:cubicBezTo>
                <a:cubicBezTo>
                  <a:pt x="1427062" y="127555"/>
                  <a:pt x="1432323" y="125922"/>
                  <a:pt x="1436680" y="122656"/>
                </a:cubicBezTo>
                <a:cubicBezTo>
                  <a:pt x="1441038" y="119388"/>
                  <a:pt x="1444493" y="114173"/>
                  <a:pt x="1447045" y="107012"/>
                </a:cubicBezTo>
                <a:moveTo>
                  <a:pt x="1391859" y="79932"/>
                </a:moveTo>
                <a:lnTo>
                  <a:pt x="1447232" y="79932"/>
                </a:lnTo>
                <a:cubicBezTo>
                  <a:pt x="1446485" y="71618"/>
                  <a:pt x="1444369" y="65382"/>
                  <a:pt x="1440882" y="61224"/>
                </a:cubicBezTo>
                <a:cubicBezTo>
                  <a:pt x="1435529" y="54772"/>
                  <a:pt x="1428588" y="51545"/>
                  <a:pt x="1420059" y="51545"/>
                </a:cubicBezTo>
                <a:cubicBezTo>
                  <a:pt x="1412340" y="51545"/>
                  <a:pt x="1405850" y="54121"/>
                  <a:pt x="1400589" y="59272"/>
                </a:cubicBezTo>
                <a:cubicBezTo>
                  <a:pt x="1395329" y="64422"/>
                  <a:pt x="1392419" y="71308"/>
                  <a:pt x="1391859" y="79932"/>
                </a:cubicBezTo>
                <a:close/>
                <a:moveTo>
                  <a:pt x="1485301" y="139134"/>
                </a:moveTo>
                <a:lnTo>
                  <a:pt x="1485301" y="39966"/>
                </a:lnTo>
                <a:lnTo>
                  <a:pt x="1500429" y="39966"/>
                </a:lnTo>
                <a:lnTo>
                  <a:pt x="1500429" y="55000"/>
                </a:lnTo>
                <a:cubicBezTo>
                  <a:pt x="1504288" y="47966"/>
                  <a:pt x="1507852" y="43328"/>
                  <a:pt x="1511120" y="41087"/>
                </a:cubicBezTo>
                <a:cubicBezTo>
                  <a:pt x="1514389" y="38846"/>
                  <a:pt x="1517984" y="37725"/>
                  <a:pt x="1521906" y="37725"/>
                </a:cubicBezTo>
                <a:cubicBezTo>
                  <a:pt x="1527571" y="37725"/>
                  <a:pt x="1533329" y="39530"/>
                  <a:pt x="1539181" y="43141"/>
                </a:cubicBezTo>
                <a:lnTo>
                  <a:pt x="1533391" y="58724"/>
                </a:lnTo>
                <a:cubicBezTo>
                  <a:pt x="1529283" y="56304"/>
                  <a:pt x="1525174" y="55093"/>
                  <a:pt x="1521065" y="55093"/>
                </a:cubicBezTo>
                <a:cubicBezTo>
                  <a:pt x="1517392" y="55093"/>
                  <a:pt x="1514093" y="56198"/>
                  <a:pt x="1511167" y="58408"/>
                </a:cubicBezTo>
                <a:cubicBezTo>
                  <a:pt x="1508241" y="60618"/>
                  <a:pt x="1506156" y="63684"/>
                  <a:pt x="1504911" y="67606"/>
                </a:cubicBezTo>
                <a:cubicBezTo>
                  <a:pt x="1503043" y="73582"/>
                  <a:pt x="1502109" y="80119"/>
                  <a:pt x="1502109" y="87216"/>
                </a:cubicBezTo>
                <a:lnTo>
                  <a:pt x="1502109" y="139134"/>
                </a:lnTo>
                <a:lnTo>
                  <a:pt x="1485301" y="1391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22738-3BE3-47B5-8550-95A26DB4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1" y="497928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8273C-09A4-4F92-BF8B-F5C98BE2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1" y="497928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A9EF9-75BD-44D3-A08D-984E6F63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840" y="497928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F0B0C-2573-4105-9053-2EAE676E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840" y="497928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72745-8F1E-43D8-8A07-95109348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89" y="497928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35355-C8AC-4DA2-912A-9C7EC1CF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89" y="497928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97DA8-BA82-46BF-993D-63B5D84C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337" y="497928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D1809-7C4A-42C7-A674-781A66C3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337" y="497928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5C109-4C1B-4F51-B76E-F23B54C8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85" y="497928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CF281-C89A-482E-89FE-F17ADF02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85" y="497928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FECBB-8DBA-40A8-A823-F8F554A2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834" y="497928"/>
            <a:ext cx="104403" cy="188228"/>
          </a:xfrm>
          <a:custGeom xmlns:a="http://schemas.openxmlformats.org/drawingml/2006/main">
            <a:pathLst>
              <a:path w="104403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3" y="12786"/>
                  <a:pt x="104403" y="17401"/>
                </a:cubicBezTo>
                <a:lnTo>
                  <a:pt x="104403" y="170827"/>
                </a:lnTo>
                <a:cubicBezTo>
                  <a:pt x="104403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59F4A-7C33-45B1-B5F4-DD4C78EE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834" y="497928"/>
            <a:ext cx="104403" cy="188228"/>
          </a:xfrm>
          <a:custGeom xmlns:a="http://schemas.openxmlformats.org/drawingml/2006/main">
            <a:pathLst>
              <a:path w="104403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3" y="12786"/>
                  <a:pt x="104403" y="17401"/>
                </a:cubicBezTo>
                <a:lnTo>
                  <a:pt x="104403" y="170827"/>
                </a:lnTo>
                <a:cubicBezTo>
                  <a:pt x="104403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39C72-74C9-4BA1-833A-5037713B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82" y="497928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B4A90-E0F0-43F2-8C42-2612280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82" y="497928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889F0-32C3-496F-AA7B-88520432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030" y="2162301"/>
            <a:ext cx="496922" cy="257496"/>
          </a:xfrm>
          <a:custGeom xmlns:a="http://schemas.openxmlformats.org/drawingml/2006/main">
            <a:pathLst>
              <a:path w="496922" h="257496">
                <a:moveTo>
                  <a:pt x="0" y="42917"/>
                </a:moveTo>
                <a:lnTo>
                  <a:pt x="0" y="42917"/>
                </a:lnTo>
                <a:cubicBezTo>
                  <a:pt x="0" y="19214"/>
                  <a:pt x="19214" y="0"/>
                  <a:pt x="42917" y="0"/>
                </a:cubicBezTo>
                <a:lnTo>
                  <a:pt x="454005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1" y="20618"/>
                  <a:pt x="496922" y="31534"/>
                  <a:pt x="496922" y="42917"/>
                </a:cubicBezTo>
                <a:lnTo>
                  <a:pt x="496922" y="214579"/>
                </a:lnTo>
                <a:cubicBezTo>
                  <a:pt x="496922" y="238281"/>
                  <a:pt x="477708" y="257496"/>
                  <a:pt x="454005" y="257496"/>
                </a:cubicBezTo>
                <a:lnTo>
                  <a:pt x="42917" y="257496"/>
                </a:lnTo>
                <a:cubicBezTo>
                  <a:pt x="19214" y="257496"/>
                  <a:pt x="0" y="238281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1CACF-82D1-4973-B193-CABB5FB9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030" y="2162301"/>
            <a:ext cx="496922" cy="257496"/>
          </a:xfrm>
          <a:custGeom xmlns:a="http://schemas.openxmlformats.org/drawingml/2006/main">
            <a:pathLst>
              <a:path w="496922" h="257496" fill="none">
                <a:moveTo>
                  <a:pt x="0" y="42917"/>
                </a:moveTo>
                <a:lnTo>
                  <a:pt x="0" y="42917"/>
                </a:lnTo>
                <a:cubicBezTo>
                  <a:pt x="0" y="19214"/>
                  <a:pt x="19214" y="0"/>
                  <a:pt x="42917" y="0"/>
                </a:cubicBezTo>
                <a:lnTo>
                  <a:pt x="454005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1" y="20618"/>
                  <a:pt x="496922" y="31534"/>
                  <a:pt x="496922" y="42917"/>
                </a:cubicBezTo>
                <a:lnTo>
                  <a:pt x="496922" y="214579"/>
                </a:lnTo>
                <a:cubicBezTo>
                  <a:pt x="496922" y="238281"/>
                  <a:pt x="477708" y="257496"/>
                  <a:pt x="454005" y="257496"/>
                </a:cubicBezTo>
                <a:lnTo>
                  <a:pt x="42917" y="257496"/>
                </a:lnTo>
                <a:cubicBezTo>
                  <a:pt x="19214" y="257496"/>
                  <a:pt x="0" y="238281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5D1AD-1DE8-4A79-BD6C-F755D1AF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462" y="2162301"/>
            <a:ext cx="1284970" cy="257496"/>
          </a:xfrm>
          <a:custGeom xmlns:a="http://schemas.openxmlformats.org/drawingml/2006/main">
            <a:pathLst>
              <a:path w="1284970" h="257496">
                <a:moveTo>
                  <a:pt x="0" y="42917"/>
                </a:moveTo>
                <a:lnTo>
                  <a:pt x="0" y="42917"/>
                </a:lnTo>
                <a:cubicBezTo>
                  <a:pt x="0" y="19214"/>
                  <a:pt x="19215" y="0"/>
                  <a:pt x="42917" y="0"/>
                </a:cubicBezTo>
                <a:lnTo>
                  <a:pt x="1242054" y="0"/>
                </a:lnTo>
                <a:cubicBezTo>
                  <a:pt x="1253436" y="0"/>
                  <a:pt x="1264352" y="4522"/>
                  <a:pt x="1272401" y="12570"/>
                </a:cubicBezTo>
                <a:cubicBezTo>
                  <a:pt x="1280449" y="20618"/>
                  <a:pt x="1284970" y="31534"/>
                  <a:pt x="1284970" y="42917"/>
                </a:cubicBezTo>
                <a:lnTo>
                  <a:pt x="1284970" y="214579"/>
                </a:lnTo>
                <a:cubicBezTo>
                  <a:pt x="1284970" y="238281"/>
                  <a:pt x="1265756" y="257496"/>
                  <a:pt x="1242054" y="257496"/>
                </a:cubicBezTo>
                <a:lnTo>
                  <a:pt x="42917" y="257496"/>
                </a:lnTo>
                <a:cubicBezTo>
                  <a:pt x="19215" y="257496"/>
                  <a:pt x="0" y="238281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FDD66-3D90-45DA-B5E7-46833CB6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462" y="2162301"/>
            <a:ext cx="1284970" cy="257496"/>
          </a:xfrm>
          <a:custGeom xmlns:a="http://schemas.openxmlformats.org/drawingml/2006/main">
            <a:pathLst>
              <a:path w="1284970" h="257496" fill="none">
                <a:moveTo>
                  <a:pt x="0" y="42917"/>
                </a:moveTo>
                <a:lnTo>
                  <a:pt x="0" y="42917"/>
                </a:lnTo>
                <a:cubicBezTo>
                  <a:pt x="0" y="19214"/>
                  <a:pt x="19215" y="0"/>
                  <a:pt x="42917" y="0"/>
                </a:cubicBezTo>
                <a:lnTo>
                  <a:pt x="1242054" y="0"/>
                </a:lnTo>
                <a:cubicBezTo>
                  <a:pt x="1253436" y="0"/>
                  <a:pt x="1264352" y="4522"/>
                  <a:pt x="1272401" y="12570"/>
                </a:cubicBezTo>
                <a:cubicBezTo>
                  <a:pt x="1280449" y="20618"/>
                  <a:pt x="1284970" y="31534"/>
                  <a:pt x="1284970" y="42917"/>
                </a:cubicBezTo>
                <a:lnTo>
                  <a:pt x="1284970" y="214579"/>
                </a:lnTo>
                <a:cubicBezTo>
                  <a:pt x="1284970" y="238281"/>
                  <a:pt x="1265756" y="257496"/>
                  <a:pt x="1242054" y="257496"/>
                </a:cubicBezTo>
                <a:lnTo>
                  <a:pt x="42917" y="257496"/>
                </a:lnTo>
                <a:cubicBezTo>
                  <a:pt x="19215" y="257496"/>
                  <a:pt x="0" y="238281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E9685-8CFD-44D4-9804-B13BC462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1" y="219691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B2355-14A7-4137-B941-E843F178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091" y="219691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1F55B-C891-4DA5-A452-66C00515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840" y="219691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18D291-BFA0-41EF-9466-F29C63AF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840" y="219691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EDE2E-63C9-472D-864A-9092ABB6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89" y="219691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3B8CF-7345-42AC-B2BB-BB0777A6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89" y="219691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7CA0F-E437-47B1-BACC-EF32533C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337" y="219691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A709D-DCEA-4B3A-9B7E-161F6425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337" y="219691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58CF1-646B-4C86-8E29-C15AF532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85" y="219691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55AE4-D392-42FE-BD8B-B06EE8D4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85" y="219691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C36F8-42D8-4391-A1EB-E50671F1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834" y="2196916"/>
            <a:ext cx="104403" cy="188228"/>
          </a:xfrm>
          <a:custGeom xmlns:a="http://schemas.openxmlformats.org/drawingml/2006/main">
            <a:pathLst>
              <a:path w="104403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3" y="12786"/>
                  <a:pt x="104403" y="17401"/>
                </a:cubicBezTo>
                <a:lnTo>
                  <a:pt x="104403" y="170827"/>
                </a:lnTo>
                <a:cubicBezTo>
                  <a:pt x="104403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C8F68-4476-4750-8154-F7029BBB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834" y="2196916"/>
            <a:ext cx="104403" cy="188228"/>
          </a:xfrm>
          <a:custGeom xmlns:a="http://schemas.openxmlformats.org/drawingml/2006/main">
            <a:pathLst>
              <a:path w="104403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3" y="12786"/>
                  <a:pt x="104403" y="17401"/>
                </a:cubicBezTo>
                <a:lnTo>
                  <a:pt x="104403" y="170827"/>
                </a:lnTo>
                <a:cubicBezTo>
                  <a:pt x="104403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52705-BD37-48B8-8D1E-34586AAB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82" y="219691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29E44-B9D3-4ECF-B0FA-5CAA1936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582" y="219691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584A9-696F-4F95-9D37-B58B7851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938" y="293330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5C472-728D-41DC-B8C9-F2771F4A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938" y="293330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A8A8C-EEC0-42D4-887C-923184E3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686" y="293330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1BE23-56EE-4FBA-A571-F44AD245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686" y="293330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93003-6CB0-4350-BD82-9DC60CD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435" y="293330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373B4-AB9E-42CA-B43C-FFCC657B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435" y="293330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827EA-41E5-4336-869D-B611CD19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83" y="293330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266C8-9402-4E77-AFFD-CC2C49FE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183" y="293330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943CB-52CD-4A9D-90BB-6406198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31" y="293330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5C681-57CA-4CF4-86AF-A0978923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31" y="293330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67B90-5CC7-4323-ABA0-01C245AA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680" y="293330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64CED-E38C-4451-BBC4-E3436570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680" y="293330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B4F13-B7BB-4090-9A5F-4EF6F655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428" y="2933306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B0DB5-75EF-4D71-B84C-97E0413B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428" y="2933306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6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830AE-D419-4F09-B02A-DEB8585A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078" y="739203"/>
            <a:ext cx="640812" cy="617890"/>
          </a:xfrm>
          <a:custGeom xmlns:a="http://schemas.openxmlformats.org/drawingml/2006/main">
            <a:pathLst>
              <a:path w="640812" h="617890">
                <a:moveTo>
                  <a:pt x="640812" y="617890"/>
                </a:moveTo>
                <a:lnTo>
                  <a:pt x="0" y="617890"/>
                </a:lnTo>
                <a:lnTo>
                  <a:pt x="0" y="0"/>
                </a:lnTo>
                <a:lnTo>
                  <a:pt x="640812" y="0"/>
                </a:lnTo>
                <a:lnTo>
                  <a:pt x="640812" y="61789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XDec.">
            <a:extLst xmlns:a="http://schemas.openxmlformats.org/drawingml/2006/main">
              <a:ext uri="{FF2B5EF4-FFF2-40B4-BE49-F238E27FC236}">
                <a16:creationId xmlns:a16="http://schemas.microsoft.com/office/drawing/2014/main" id="{68211784-0C6C-4406-9340-0908717E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5069" y="913764"/>
            <a:ext cx="370689" cy="92756"/>
          </a:xfrm>
          <a:custGeom xmlns:a="http://schemas.openxmlformats.org/drawingml/2006/main">
            <a:pathLst>
              <a:path w="370689" h="92756">
                <a:moveTo>
                  <a:pt x="0" y="91262"/>
                </a:moveTo>
                <a:lnTo>
                  <a:pt x="35266" y="43960"/>
                </a:lnTo>
                <a:lnTo>
                  <a:pt x="4171" y="0"/>
                </a:lnTo>
                <a:lnTo>
                  <a:pt x="18551" y="0"/>
                </a:lnTo>
                <a:lnTo>
                  <a:pt x="35110" y="23341"/>
                </a:lnTo>
                <a:cubicBezTo>
                  <a:pt x="38555" y="28186"/>
                  <a:pt x="41004" y="31939"/>
                  <a:pt x="42456" y="34601"/>
                </a:cubicBezTo>
                <a:cubicBezTo>
                  <a:pt x="44490" y="31330"/>
                  <a:pt x="46897" y="27893"/>
                  <a:pt x="49678" y="24290"/>
                </a:cubicBezTo>
                <a:lnTo>
                  <a:pt x="68042" y="0"/>
                </a:lnTo>
                <a:lnTo>
                  <a:pt x="81177" y="0"/>
                </a:lnTo>
                <a:lnTo>
                  <a:pt x="49495" y="43369"/>
                </a:lnTo>
                <a:lnTo>
                  <a:pt x="83667" y="91262"/>
                </a:lnTo>
                <a:lnTo>
                  <a:pt x="68727" y="91262"/>
                </a:lnTo>
                <a:lnTo>
                  <a:pt x="45756" y="58731"/>
                </a:lnTo>
                <a:cubicBezTo>
                  <a:pt x="44469" y="56881"/>
                  <a:pt x="43141" y="54954"/>
                  <a:pt x="41771" y="52952"/>
                </a:cubicBezTo>
                <a:cubicBezTo>
                  <a:pt x="39738" y="56163"/>
                  <a:pt x="38285" y="58382"/>
                  <a:pt x="37414" y="59609"/>
                </a:cubicBezTo>
                <a:lnTo>
                  <a:pt x="14505" y="91262"/>
                </a:lnTo>
                <a:lnTo>
                  <a:pt x="0" y="91262"/>
                </a:lnTo>
                <a:close/>
                <a:moveTo>
                  <a:pt x="129502" y="91262"/>
                </a:moveTo>
                <a:lnTo>
                  <a:pt x="129502" y="0"/>
                </a:lnTo>
                <a:lnTo>
                  <a:pt x="160940" y="0"/>
                </a:lnTo>
                <a:cubicBezTo>
                  <a:pt x="168036" y="0"/>
                  <a:pt x="173452" y="436"/>
                  <a:pt x="177188" y="1307"/>
                </a:cubicBezTo>
                <a:cubicBezTo>
                  <a:pt x="182417" y="2511"/>
                  <a:pt x="186878" y="4690"/>
                  <a:pt x="190572" y="7844"/>
                </a:cubicBezTo>
                <a:cubicBezTo>
                  <a:pt x="195386" y="11911"/>
                  <a:pt x="198986" y="17109"/>
                  <a:pt x="201373" y="23438"/>
                </a:cubicBezTo>
                <a:cubicBezTo>
                  <a:pt x="203759" y="29767"/>
                  <a:pt x="204952" y="36999"/>
                  <a:pt x="204952" y="45133"/>
                </a:cubicBezTo>
                <a:cubicBezTo>
                  <a:pt x="204952" y="52064"/>
                  <a:pt x="204143" y="58206"/>
                  <a:pt x="202524" y="63560"/>
                </a:cubicBezTo>
                <a:cubicBezTo>
                  <a:pt x="200906" y="68914"/>
                  <a:pt x="198831" y="73344"/>
                  <a:pt x="196299" y="76851"/>
                </a:cubicBezTo>
                <a:cubicBezTo>
                  <a:pt x="193767" y="80358"/>
                  <a:pt x="190997" y="83117"/>
                  <a:pt x="187988" y="85130"/>
                </a:cubicBezTo>
                <a:cubicBezTo>
                  <a:pt x="184979" y="87143"/>
                  <a:pt x="181348" y="88668"/>
                  <a:pt x="177094" y="89706"/>
                </a:cubicBezTo>
                <a:cubicBezTo>
                  <a:pt x="172840" y="90743"/>
                  <a:pt x="167953" y="91262"/>
                  <a:pt x="162434" y="91262"/>
                </a:cubicBezTo>
                <a:lnTo>
                  <a:pt x="129502" y="91262"/>
                </a:lnTo>
                <a:moveTo>
                  <a:pt x="141579" y="80430"/>
                </a:moveTo>
                <a:lnTo>
                  <a:pt x="161064" y="80430"/>
                </a:lnTo>
                <a:cubicBezTo>
                  <a:pt x="167082" y="80430"/>
                  <a:pt x="171803" y="79871"/>
                  <a:pt x="175227" y="78753"/>
                </a:cubicBezTo>
                <a:cubicBezTo>
                  <a:pt x="178650" y="77634"/>
                  <a:pt x="181379" y="76060"/>
                  <a:pt x="183413" y="74030"/>
                </a:cubicBezTo>
                <a:cubicBezTo>
                  <a:pt x="186276" y="71171"/>
                  <a:pt x="188507" y="67329"/>
                  <a:pt x="190105" y="62503"/>
                </a:cubicBezTo>
                <a:cubicBezTo>
                  <a:pt x="191703" y="57676"/>
                  <a:pt x="192502" y="51825"/>
                  <a:pt x="192502" y="44948"/>
                </a:cubicBezTo>
                <a:cubicBezTo>
                  <a:pt x="192502" y="35420"/>
                  <a:pt x="190935" y="28097"/>
                  <a:pt x="187802" y="22981"/>
                </a:cubicBezTo>
                <a:cubicBezTo>
                  <a:pt x="184668" y="17865"/>
                  <a:pt x="180860" y="14436"/>
                  <a:pt x="176378" y="12696"/>
                </a:cubicBezTo>
                <a:cubicBezTo>
                  <a:pt x="173141" y="11453"/>
                  <a:pt x="167933" y="10832"/>
                  <a:pt x="160753" y="10832"/>
                </a:cubicBezTo>
                <a:lnTo>
                  <a:pt x="141579" y="10832"/>
                </a:lnTo>
                <a:lnTo>
                  <a:pt x="141579" y="80430"/>
                </a:lnTo>
                <a:close/>
                <a:moveTo>
                  <a:pt x="265378" y="69847"/>
                </a:moveTo>
                <a:lnTo>
                  <a:pt x="276957" y="71341"/>
                </a:lnTo>
                <a:cubicBezTo>
                  <a:pt x="275131" y="78126"/>
                  <a:pt x="271748" y="83391"/>
                  <a:pt x="266810" y="87138"/>
                </a:cubicBezTo>
                <a:cubicBezTo>
                  <a:pt x="261871" y="90883"/>
                  <a:pt x="255563" y="92756"/>
                  <a:pt x="247885" y="92756"/>
                </a:cubicBezTo>
                <a:cubicBezTo>
                  <a:pt x="238215" y="92756"/>
                  <a:pt x="230548" y="89779"/>
                  <a:pt x="224883" y="83823"/>
                </a:cubicBezTo>
                <a:cubicBezTo>
                  <a:pt x="219218" y="77868"/>
                  <a:pt x="216385" y="69515"/>
                  <a:pt x="216385" y="58766"/>
                </a:cubicBezTo>
                <a:cubicBezTo>
                  <a:pt x="216385" y="47644"/>
                  <a:pt x="219249" y="39012"/>
                  <a:pt x="224976" y="32869"/>
                </a:cubicBezTo>
                <a:cubicBezTo>
                  <a:pt x="230703" y="26727"/>
                  <a:pt x="238132" y="23656"/>
                  <a:pt x="247262" y="23656"/>
                </a:cubicBezTo>
                <a:cubicBezTo>
                  <a:pt x="256102" y="23656"/>
                  <a:pt x="263324" y="26660"/>
                  <a:pt x="268926" y="32669"/>
                </a:cubicBezTo>
                <a:cubicBezTo>
                  <a:pt x="274529" y="38676"/>
                  <a:pt x="277330" y="47128"/>
                  <a:pt x="277330" y="58025"/>
                </a:cubicBezTo>
                <a:cubicBezTo>
                  <a:pt x="277330" y="58688"/>
                  <a:pt x="277310" y="59682"/>
                  <a:pt x="277268" y="61007"/>
                </a:cubicBezTo>
                <a:lnTo>
                  <a:pt x="227964" y="61007"/>
                </a:lnTo>
                <a:cubicBezTo>
                  <a:pt x="228379" y="68291"/>
                  <a:pt x="230434" y="73868"/>
                  <a:pt x="234127" y="77738"/>
                </a:cubicBezTo>
                <a:cubicBezTo>
                  <a:pt x="237821" y="81608"/>
                  <a:pt x="242428" y="83543"/>
                  <a:pt x="247947" y="83543"/>
                </a:cubicBezTo>
                <a:cubicBezTo>
                  <a:pt x="252056" y="83543"/>
                  <a:pt x="255563" y="82454"/>
                  <a:pt x="258468" y="80277"/>
                </a:cubicBezTo>
                <a:cubicBezTo>
                  <a:pt x="261373" y="78098"/>
                  <a:pt x="263676" y="74621"/>
                  <a:pt x="265378" y="69847"/>
                </a:cubicBezTo>
                <a:moveTo>
                  <a:pt x="228587" y="51794"/>
                </a:moveTo>
                <a:lnTo>
                  <a:pt x="265502" y="51794"/>
                </a:lnTo>
                <a:cubicBezTo>
                  <a:pt x="265004" y="46251"/>
                  <a:pt x="263593" y="42094"/>
                  <a:pt x="261269" y="39322"/>
                </a:cubicBezTo>
                <a:cubicBezTo>
                  <a:pt x="257700" y="35020"/>
                  <a:pt x="253073" y="32869"/>
                  <a:pt x="247387" y="32869"/>
                </a:cubicBezTo>
                <a:cubicBezTo>
                  <a:pt x="242241" y="32869"/>
                  <a:pt x="237914" y="34586"/>
                  <a:pt x="234407" y="38021"/>
                </a:cubicBezTo>
                <a:cubicBezTo>
                  <a:pt x="230900" y="41454"/>
                  <a:pt x="228960" y="46045"/>
                  <a:pt x="228587" y="51794"/>
                </a:cubicBezTo>
                <a:close/>
                <a:moveTo>
                  <a:pt x="334147" y="66984"/>
                </a:moveTo>
                <a:lnTo>
                  <a:pt x="345166" y="68478"/>
                </a:lnTo>
                <a:cubicBezTo>
                  <a:pt x="343962" y="76073"/>
                  <a:pt x="340881" y="82018"/>
                  <a:pt x="335922" y="86313"/>
                </a:cubicBezTo>
                <a:cubicBezTo>
                  <a:pt x="330962" y="90609"/>
                  <a:pt x="324872" y="92756"/>
                  <a:pt x="317650" y="92756"/>
                </a:cubicBezTo>
                <a:cubicBezTo>
                  <a:pt x="308603" y="92756"/>
                  <a:pt x="301330" y="89799"/>
                  <a:pt x="295831" y="83885"/>
                </a:cubicBezTo>
                <a:cubicBezTo>
                  <a:pt x="290332" y="77971"/>
                  <a:pt x="287582" y="69495"/>
                  <a:pt x="287582" y="58455"/>
                </a:cubicBezTo>
                <a:cubicBezTo>
                  <a:pt x="287582" y="51317"/>
                  <a:pt x="288765" y="45071"/>
                  <a:pt x="291131" y="39717"/>
                </a:cubicBezTo>
                <a:cubicBezTo>
                  <a:pt x="293496" y="34363"/>
                  <a:pt x="297097" y="30348"/>
                  <a:pt x="301932" y="27671"/>
                </a:cubicBezTo>
                <a:cubicBezTo>
                  <a:pt x="306767" y="24994"/>
                  <a:pt x="312027" y="23656"/>
                  <a:pt x="317713" y="23656"/>
                </a:cubicBezTo>
                <a:cubicBezTo>
                  <a:pt x="324892" y="23656"/>
                  <a:pt x="330765" y="25461"/>
                  <a:pt x="335330" y="29072"/>
                </a:cubicBezTo>
                <a:cubicBezTo>
                  <a:pt x="339895" y="32681"/>
                  <a:pt x="342821" y="37807"/>
                  <a:pt x="344108" y="44448"/>
                </a:cubicBezTo>
                <a:lnTo>
                  <a:pt x="333214" y="46191"/>
                </a:lnTo>
                <a:cubicBezTo>
                  <a:pt x="332176" y="41771"/>
                  <a:pt x="330340" y="38446"/>
                  <a:pt x="327704" y="36215"/>
                </a:cubicBezTo>
                <a:cubicBezTo>
                  <a:pt x="325069" y="33985"/>
                  <a:pt x="321884" y="32869"/>
                  <a:pt x="318148" y="32869"/>
                </a:cubicBezTo>
                <a:cubicBezTo>
                  <a:pt x="312504" y="32869"/>
                  <a:pt x="307918" y="34893"/>
                  <a:pt x="304391" y="38939"/>
                </a:cubicBezTo>
                <a:cubicBezTo>
                  <a:pt x="300863" y="42985"/>
                  <a:pt x="299099" y="49387"/>
                  <a:pt x="299099" y="58144"/>
                </a:cubicBezTo>
                <a:cubicBezTo>
                  <a:pt x="299099" y="67025"/>
                  <a:pt x="300801" y="73479"/>
                  <a:pt x="304204" y="77504"/>
                </a:cubicBezTo>
                <a:cubicBezTo>
                  <a:pt x="307607" y="81530"/>
                  <a:pt x="312048" y="83543"/>
                  <a:pt x="317526" y="83543"/>
                </a:cubicBezTo>
                <a:cubicBezTo>
                  <a:pt x="321925" y="83543"/>
                  <a:pt x="325598" y="82189"/>
                  <a:pt x="328545" y="79481"/>
                </a:cubicBezTo>
                <a:cubicBezTo>
                  <a:pt x="331491" y="76773"/>
                  <a:pt x="333359" y="72607"/>
                  <a:pt x="334147" y="66984"/>
                </a:cubicBezTo>
                <a:close/>
                <a:moveTo>
                  <a:pt x="357927" y="91262"/>
                </a:moveTo>
                <a:lnTo>
                  <a:pt x="357927" y="78438"/>
                </a:lnTo>
                <a:lnTo>
                  <a:pt x="370689" y="78438"/>
                </a:lnTo>
                <a:lnTo>
                  <a:pt x="370689" y="91262"/>
                </a:lnTo>
                <a:lnTo>
                  <a:pt x="357927" y="912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Layers">
            <a:extLst xmlns:a="http://schemas.openxmlformats.org/drawingml/2006/main">
              <a:ext uri="{FF2B5EF4-FFF2-40B4-BE49-F238E27FC236}">
                <a16:creationId xmlns:a16="http://schemas.microsoft.com/office/drawing/2014/main" id="{DE3E2BF8-7461-4CAB-8740-A8A46C35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846" y="1066756"/>
            <a:ext cx="368351" cy="118155"/>
          </a:xfrm>
          <a:custGeom xmlns:a="http://schemas.openxmlformats.org/drawingml/2006/main">
            <a:pathLst>
              <a:path w="368351" h="118155">
                <a:moveTo>
                  <a:pt x="0" y="91262"/>
                </a:moveTo>
                <a:lnTo>
                  <a:pt x="0" y="0"/>
                </a:lnTo>
                <a:lnTo>
                  <a:pt x="12077" y="0"/>
                </a:lnTo>
                <a:lnTo>
                  <a:pt x="12077" y="80430"/>
                </a:lnTo>
                <a:lnTo>
                  <a:pt x="57023" y="80430"/>
                </a:lnTo>
                <a:lnTo>
                  <a:pt x="57023" y="91262"/>
                </a:lnTo>
                <a:lnTo>
                  <a:pt x="0" y="91262"/>
                </a:lnTo>
                <a:close/>
                <a:moveTo>
                  <a:pt x="113094" y="82920"/>
                </a:moveTo>
                <a:cubicBezTo>
                  <a:pt x="108944" y="86517"/>
                  <a:pt x="104949" y="89055"/>
                  <a:pt x="101110" y="90537"/>
                </a:cubicBezTo>
                <a:cubicBezTo>
                  <a:pt x="97271" y="92016"/>
                  <a:pt x="93152" y="92756"/>
                  <a:pt x="88753" y="92756"/>
                </a:cubicBezTo>
                <a:cubicBezTo>
                  <a:pt x="81490" y="92756"/>
                  <a:pt x="75908" y="90982"/>
                  <a:pt x="72007" y="87434"/>
                </a:cubicBezTo>
                <a:cubicBezTo>
                  <a:pt x="68106" y="83885"/>
                  <a:pt x="66155" y="79351"/>
                  <a:pt x="66155" y="73831"/>
                </a:cubicBezTo>
                <a:cubicBezTo>
                  <a:pt x="66155" y="70594"/>
                  <a:pt x="66892" y="67637"/>
                  <a:pt x="68365" y="64961"/>
                </a:cubicBezTo>
                <a:cubicBezTo>
                  <a:pt x="69839" y="62284"/>
                  <a:pt x="71768" y="60136"/>
                  <a:pt x="74155" y="58517"/>
                </a:cubicBezTo>
                <a:cubicBezTo>
                  <a:pt x="76541" y="56899"/>
                  <a:pt x="79228" y="55675"/>
                  <a:pt x="82217" y="54844"/>
                </a:cubicBezTo>
                <a:cubicBezTo>
                  <a:pt x="84416" y="54263"/>
                  <a:pt x="87736" y="53703"/>
                  <a:pt x="92177" y="53164"/>
                </a:cubicBezTo>
                <a:cubicBezTo>
                  <a:pt x="101224" y="52085"/>
                  <a:pt x="107885" y="50798"/>
                  <a:pt x="112160" y="49304"/>
                </a:cubicBezTo>
                <a:cubicBezTo>
                  <a:pt x="112201" y="47775"/>
                  <a:pt x="112222" y="46804"/>
                  <a:pt x="112222" y="46390"/>
                </a:cubicBezTo>
                <a:cubicBezTo>
                  <a:pt x="112222" y="41841"/>
                  <a:pt x="111164" y="38637"/>
                  <a:pt x="109047" y="36778"/>
                </a:cubicBezTo>
                <a:cubicBezTo>
                  <a:pt x="106184" y="34255"/>
                  <a:pt x="101930" y="32994"/>
                  <a:pt x="96286" y="32994"/>
                </a:cubicBezTo>
                <a:cubicBezTo>
                  <a:pt x="91015" y="32994"/>
                  <a:pt x="87124" y="33917"/>
                  <a:pt x="84613" y="35764"/>
                </a:cubicBezTo>
                <a:cubicBezTo>
                  <a:pt x="82102" y="37611"/>
                  <a:pt x="80245" y="40879"/>
                  <a:pt x="79042" y="45569"/>
                </a:cubicBezTo>
                <a:lnTo>
                  <a:pt x="68085" y="44075"/>
                </a:lnTo>
                <a:cubicBezTo>
                  <a:pt x="69081" y="39371"/>
                  <a:pt x="70721" y="35572"/>
                  <a:pt x="73003" y="32679"/>
                </a:cubicBezTo>
                <a:cubicBezTo>
                  <a:pt x="75286" y="29785"/>
                  <a:pt x="78585" y="27558"/>
                  <a:pt x="82901" y="25998"/>
                </a:cubicBezTo>
                <a:cubicBezTo>
                  <a:pt x="87217" y="24437"/>
                  <a:pt x="92218" y="23656"/>
                  <a:pt x="97904" y="23656"/>
                </a:cubicBezTo>
                <a:cubicBezTo>
                  <a:pt x="103548" y="23656"/>
                  <a:pt x="108134" y="24323"/>
                  <a:pt x="111662" y="25656"/>
                </a:cubicBezTo>
                <a:cubicBezTo>
                  <a:pt x="115190" y="26988"/>
                  <a:pt x="117783" y="28664"/>
                  <a:pt x="119444" y="30685"/>
                </a:cubicBezTo>
                <a:cubicBezTo>
                  <a:pt x="121104" y="32704"/>
                  <a:pt x="122266" y="35255"/>
                  <a:pt x="122930" y="38338"/>
                </a:cubicBezTo>
                <a:cubicBezTo>
                  <a:pt x="123303" y="40253"/>
                  <a:pt x="123490" y="43694"/>
                  <a:pt x="123490" y="48660"/>
                </a:cubicBezTo>
                <a:lnTo>
                  <a:pt x="123490" y="63558"/>
                </a:lnTo>
                <a:cubicBezTo>
                  <a:pt x="123490" y="73945"/>
                  <a:pt x="123729" y="80524"/>
                  <a:pt x="124206" y="83294"/>
                </a:cubicBezTo>
                <a:cubicBezTo>
                  <a:pt x="124683" y="86064"/>
                  <a:pt x="125627" y="88720"/>
                  <a:pt x="127038" y="91262"/>
                </a:cubicBezTo>
                <a:lnTo>
                  <a:pt x="115335" y="91262"/>
                </a:lnTo>
                <a:cubicBezTo>
                  <a:pt x="114173" y="88885"/>
                  <a:pt x="113426" y="86104"/>
                  <a:pt x="113094" y="82920"/>
                </a:cubicBezTo>
                <a:moveTo>
                  <a:pt x="112160" y="58144"/>
                </a:moveTo>
                <a:cubicBezTo>
                  <a:pt x="108093" y="59796"/>
                  <a:pt x="101992" y="61201"/>
                  <a:pt x="93858" y="62358"/>
                </a:cubicBezTo>
                <a:cubicBezTo>
                  <a:pt x="89251" y="63018"/>
                  <a:pt x="85993" y="63761"/>
                  <a:pt x="84084" y="64587"/>
                </a:cubicBezTo>
                <a:cubicBezTo>
                  <a:pt x="82175" y="65413"/>
                  <a:pt x="80702" y="66621"/>
                  <a:pt x="79664" y="68211"/>
                </a:cubicBezTo>
                <a:cubicBezTo>
                  <a:pt x="78627" y="69801"/>
                  <a:pt x="78108" y="71567"/>
                  <a:pt x="78108" y="73509"/>
                </a:cubicBezTo>
                <a:cubicBezTo>
                  <a:pt x="78108" y="76482"/>
                  <a:pt x="79239" y="78961"/>
                  <a:pt x="81501" y="80944"/>
                </a:cubicBezTo>
                <a:cubicBezTo>
                  <a:pt x="83762" y="82926"/>
                  <a:pt x="87072" y="83916"/>
                  <a:pt x="91430" y="83916"/>
                </a:cubicBezTo>
                <a:cubicBezTo>
                  <a:pt x="95746" y="83916"/>
                  <a:pt x="99585" y="82975"/>
                  <a:pt x="102947" y="81094"/>
                </a:cubicBezTo>
                <a:cubicBezTo>
                  <a:pt x="106308" y="79210"/>
                  <a:pt x="108778" y="76638"/>
                  <a:pt x="110355" y="73376"/>
                </a:cubicBezTo>
                <a:cubicBezTo>
                  <a:pt x="111558" y="70859"/>
                  <a:pt x="112160" y="67144"/>
                  <a:pt x="112160" y="62231"/>
                </a:cubicBezTo>
                <a:lnTo>
                  <a:pt x="112160" y="58144"/>
                </a:lnTo>
                <a:close/>
                <a:moveTo>
                  <a:pt x="140341" y="116794"/>
                </a:moveTo>
                <a:lnTo>
                  <a:pt x="139096" y="106327"/>
                </a:lnTo>
                <a:cubicBezTo>
                  <a:pt x="141545" y="106991"/>
                  <a:pt x="143682" y="107323"/>
                  <a:pt x="145508" y="107323"/>
                </a:cubicBezTo>
                <a:cubicBezTo>
                  <a:pt x="147998" y="107323"/>
                  <a:pt x="149990" y="106908"/>
                  <a:pt x="151484" y="106076"/>
                </a:cubicBezTo>
                <a:cubicBezTo>
                  <a:pt x="152978" y="105245"/>
                  <a:pt x="154203" y="104081"/>
                  <a:pt x="155157" y="102584"/>
                </a:cubicBezTo>
                <a:cubicBezTo>
                  <a:pt x="155863" y="101463"/>
                  <a:pt x="157004" y="98678"/>
                  <a:pt x="158581" y="94231"/>
                </a:cubicBezTo>
                <a:cubicBezTo>
                  <a:pt x="158789" y="93607"/>
                  <a:pt x="159121" y="92693"/>
                  <a:pt x="159577" y="91488"/>
                </a:cubicBezTo>
                <a:lnTo>
                  <a:pt x="134489" y="25150"/>
                </a:lnTo>
                <a:lnTo>
                  <a:pt x="146566" y="25150"/>
                </a:lnTo>
                <a:lnTo>
                  <a:pt x="160324" y="63447"/>
                </a:lnTo>
                <a:cubicBezTo>
                  <a:pt x="162109" y="68304"/>
                  <a:pt x="163707" y="73410"/>
                  <a:pt x="165118" y="78765"/>
                </a:cubicBezTo>
                <a:cubicBezTo>
                  <a:pt x="166404" y="73607"/>
                  <a:pt x="167940" y="68581"/>
                  <a:pt x="169724" y="63686"/>
                </a:cubicBezTo>
                <a:lnTo>
                  <a:pt x="183856" y="25150"/>
                </a:lnTo>
                <a:lnTo>
                  <a:pt x="195061" y="25150"/>
                </a:lnTo>
                <a:lnTo>
                  <a:pt x="169911" y="92375"/>
                </a:lnTo>
                <a:cubicBezTo>
                  <a:pt x="167213" y="99657"/>
                  <a:pt x="165118" y="104672"/>
                  <a:pt x="163623" y="107419"/>
                </a:cubicBezTo>
                <a:cubicBezTo>
                  <a:pt x="161631" y="111123"/>
                  <a:pt x="159349" y="113838"/>
                  <a:pt x="156776" y="115564"/>
                </a:cubicBezTo>
                <a:cubicBezTo>
                  <a:pt x="154203" y="117292"/>
                  <a:pt x="151131" y="118155"/>
                  <a:pt x="147562" y="118155"/>
                </a:cubicBezTo>
                <a:cubicBezTo>
                  <a:pt x="145404" y="118155"/>
                  <a:pt x="142997" y="117701"/>
                  <a:pt x="140341" y="116794"/>
                </a:cubicBezTo>
                <a:close/>
                <a:moveTo>
                  <a:pt x="249842" y="69847"/>
                </a:moveTo>
                <a:lnTo>
                  <a:pt x="261421" y="71341"/>
                </a:lnTo>
                <a:cubicBezTo>
                  <a:pt x="259595" y="78126"/>
                  <a:pt x="256213" y="83391"/>
                  <a:pt x="251274" y="87138"/>
                </a:cubicBezTo>
                <a:cubicBezTo>
                  <a:pt x="246335" y="90883"/>
                  <a:pt x="240027" y="92756"/>
                  <a:pt x="232349" y="92756"/>
                </a:cubicBezTo>
                <a:cubicBezTo>
                  <a:pt x="222679" y="92756"/>
                  <a:pt x="215012" y="89779"/>
                  <a:pt x="209347" y="83823"/>
                </a:cubicBezTo>
                <a:cubicBezTo>
                  <a:pt x="203682" y="77868"/>
                  <a:pt x="200850" y="69515"/>
                  <a:pt x="200850" y="58766"/>
                </a:cubicBezTo>
                <a:cubicBezTo>
                  <a:pt x="200850" y="47644"/>
                  <a:pt x="203713" y="39012"/>
                  <a:pt x="209440" y="32869"/>
                </a:cubicBezTo>
                <a:cubicBezTo>
                  <a:pt x="215168" y="26727"/>
                  <a:pt x="222596" y="23656"/>
                  <a:pt x="231727" y="23656"/>
                </a:cubicBezTo>
                <a:cubicBezTo>
                  <a:pt x="240567" y="23656"/>
                  <a:pt x="247788" y="26660"/>
                  <a:pt x="253391" y="32669"/>
                </a:cubicBezTo>
                <a:cubicBezTo>
                  <a:pt x="258993" y="38676"/>
                  <a:pt x="261795" y="47128"/>
                  <a:pt x="261795" y="58025"/>
                </a:cubicBezTo>
                <a:cubicBezTo>
                  <a:pt x="261795" y="58688"/>
                  <a:pt x="261774" y="59682"/>
                  <a:pt x="261733" y="61007"/>
                </a:cubicBezTo>
                <a:lnTo>
                  <a:pt x="212429" y="61007"/>
                </a:lnTo>
                <a:cubicBezTo>
                  <a:pt x="212844" y="68291"/>
                  <a:pt x="214898" y="73868"/>
                  <a:pt x="218592" y="77738"/>
                </a:cubicBezTo>
                <a:cubicBezTo>
                  <a:pt x="222285" y="81608"/>
                  <a:pt x="226892" y="83543"/>
                  <a:pt x="232412" y="83543"/>
                </a:cubicBezTo>
                <a:cubicBezTo>
                  <a:pt x="236520" y="83543"/>
                  <a:pt x="240027" y="82454"/>
                  <a:pt x="242932" y="80277"/>
                </a:cubicBezTo>
                <a:cubicBezTo>
                  <a:pt x="245837" y="78098"/>
                  <a:pt x="248141" y="74621"/>
                  <a:pt x="249842" y="69847"/>
                </a:cubicBezTo>
                <a:moveTo>
                  <a:pt x="213051" y="51794"/>
                </a:moveTo>
                <a:lnTo>
                  <a:pt x="249967" y="51794"/>
                </a:lnTo>
                <a:cubicBezTo>
                  <a:pt x="249469" y="46251"/>
                  <a:pt x="248058" y="42094"/>
                  <a:pt x="245734" y="39322"/>
                </a:cubicBezTo>
                <a:cubicBezTo>
                  <a:pt x="242165" y="35020"/>
                  <a:pt x="237537" y="32869"/>
                  <a:pt x="231851" y="32869"/>
                </a:cubicBezTo>
                <a:cubicBezTo>
                  <a:pt x="226705" y="32869"/>
                  <a:pt x="222379" y="34586"/>
                  <a:pt x="218872" y="38021"/>
                </a:cubicBezTo>
                <a:cubicBezTo>
                  <a:pt x="215365" y="41454"/>
                  <a:pt x="213425" y="46045"/>
                  <a:pt x="213051" y="51794"/>
                </a:cubicBezTo>
                <a:close/>
                <a:moveTo>
                  <a:pt x="275347" y="91262"/>
                </a:moveTo>
                <a:lnTo>
                  <a:pt x="275347" y="25150"/>
                </a:lnTo>
                <a:lnTo>
                  <a:pt x="285432" y="25150"/>
                </a:lnTo>
                <a:lnTo>
                  <a:pt x="285432" y="35173"/>
                </a:lnTo>
                <a:cubicBezTo>
                  <a:pt x="288005" y="30483"/>
                  <a:pt x="290381" y="27391"/>
                  <a:pt x="292560" y="25897"/>
                </a:cubicBezTo>
                <a:cubicBezTo>
                  <a:pt x="294739" y="24403"/>
                  <a:pt x="297135" y="23656"/>
                  <a:pt x="299750" y="23656"/>
                </a:cubicBezTo>
                <a:cubicBezTo>
                  <a:pt x="303527" y="23656"/>
                  <a:pt x="307366" y="24860"/>
                  <a:pt x="311267" y="27267"/>
                </a:cubicBezTo>
                <a:lnTo>
                  <a:pt x="307407" y="37655"/>
                </a:lnTo>
                <a:cubicBezTo>
                  <a:pt x="304668" y="36042"/>
                  <a:pt x="301929" y="35235"/>
                  <a:pt x="299190" y="35235"/>
                </a:cubicBezTo>
                <a:cubicBezTo>
                  <a:pt x="296741" y="35235"/>
                  <a:pt x="294542" y="35972"/>
                  <a:pt x="292591" y="37445"/>
                </a:cubicBezTo>
                <a:cubicBezTo>
                  <a:pt x="290640" y="38918"/>
                  <a:pt x="289250" y="40962"/>
                  <a:pt x="288420" y="43577"/>
                </a:cubicBezTo>
                <a:cubicBezTo>
                  <a:pt x="287175" y="47561"/>
                  <a:pt x="286553" y="51919"/>
                  <a:pt x="286553" y="56650"/>
                </a:cubicBezTo>
                <a:lnTo>
                  <a:pt x="286553" y="91262"/>
                </a:lnTo>
                <a:lnTo>
                  <a:pt x="275347" y="91262"/>
                </a:lnTo>
                <a:close/>
                <a:moveTo>
                  <a:pt x="313445" y="71466"/>
                </a:moveTo>
                <a:lnTo>
                  <a:pt x="324526" y="69723"/>
                </a:lnTo>
                <a:cubicBezTo>
                  <a:pt x="325148" y="74183"/>
                  <a:pt x="326881" y="77602"/>
                  <a:pt x="329724" y="79979"/>
                </a:cubicBezTo>
                <a:cubicBezTo>
                  <a:pt x="332567" y="82355"/>
                  <a:pt x="336540" y="83543"/>
                  <a:pt x="341645" y="83543"/>
                </a:cubicBezTo>
                <a:cubicBezTo>
                  <a:pt x="346791" y="83543"/>
                  <a:pt x="350609" y="82495"/>
                  <a:pt x="353100" y="80399"/>
                </a:cubicBezTo>
                <a:cubicBezTo>
                  <a:pt x="355590" y="78303"/>
                  <a:pt x="356835" y="75844"/>
                  <a:pt x="356835" y="73022"/>
                </a:cubicBezTo>
                <a:cubicBezTo>
                  <a:pt x="356835" y="70491"/>
                  <a:pt x="355735" y="68499"/>
                  <a:pt x="353535" y="67046"/>
                </a:cubicBezTo>
                <a:cubicBezTo>
                  <a:pt x="352000" y="66050"/>
                  <a:pt x="348182" y="64784"/>
                  <a:pt x="342081" y="63249"/>
                </a:cubicBezTo>
                <a:cubicBezTo>
                  <a:pt x="333864" y="61173"/>
                  <a:pt x="328167" y="59379"/>
                  <a:pt x="324993" y="57864"/>
                </a:cubicBezTo>
                <a:cubicBezTo>
                  <a:pt x="321818" y="56349"/>
                  <a:pt x="319411" y="54253"/>
                  <a:pt x="317771" y="51576"/>
                </a:cubicBezTo>
                <a:cubicBezTo>
                  <a:pt x="316132" y="48899"/>
                  <a:pt x="315312" y="45942"/>
                  <a:pt x="315312" y="42705"/>
                </a:cubicBezTo>
                <a:cubicBezTo>
                  <a:pt x="315312" y="39759"/>
                  <a:pt x="315987" y="37030"/>
                  <a:pt x="317336" y="34519"/>
                </a:cubicBezTo>
                <a:cubicBezTo>
                  <a:pt x="318684" y="32008"/>
                  <a:pt x="320521" y="29923"/>
                  <a:pt x="322845" y="28263"/>
                </a:cubicBezTo>
                <a:cubicBezTo>
                  <a:pt x="324588" y="26976"/>
                  <a:pt x="326964" y="25887"/>
                  <a:pt x="329973" y="24994"/>
                </a:cubicBezTo>
                <a:cubicBezTo>
                  <a:pt x="332982" y="24102"/>
                  <a:pt x="336208" y="23656"/>
                  <a:pt x="339653" y="23656"/>
                </a:cubicBezTo>
                <a:cubicBezTo>
                  <a:pt x="344841" y="23656"/>
                  <a:pt x="349396" y="24403"/>
                  <a:pt x="353317" y="25897"/>
                </a:cubicBezTo>
                <a:cubicBezTo>
                  <a:pt x="357239" y="27391"/>
                  <a:pt x="360134" y="29414"/>
                  <a:pt x="362002" y="31967"/>
                </a:cubicBezTo>
                <a:cubicBezTo>
                  <a:pt x="363869" y="34519"/>
                  <a:pt x="365156" y="37933"/>
                  <a:pt x="365861" y="42207"/>
                </a:cubicBezTo>
                <a:lnTo>
                  <a:pt x="354905" y="43701"/>
                </a:lnTo>
                <a:cubicBezTo>
                  <a:pt x="354407" y="40298"/>
                  <a:pt x="352965" y="37642"/>
                  <a:pt x="350578" y="35733"/>
                </a:cubicBezTo>
                <a:cubicBezTo>
                  <a:pt x="348192" y="33824"/>
                  <a:pt x="344820" y="32869"/>
                  <a:pt x="340462" y="32869"/>
                </a:cubicBezTo>
                <a:cubicBezTo>
                  <a:pt x="335316" y="32869"/>
                  <a:pt x="331643" y="33720"/>
                  <a:pt x="329444" y="35422"/>
                </a:cubicBezTo>
                <a:cubicBezTo>
                  <a:pt x="327244" y="37123"/>
                  <a:pt x="326144" y="39115"/>
                  <a:pt x="326144" y="41398"/>
                </a:cubicBezTo>
                <a:cubicBezTo>
                  <a:pt x="326144" y="42850"/>
                  <a:pt x="326601" y="44158"/>
                  <a:pt x="327514" y="45320"/>
                </a:cubicBezTo>
                <a:cubicBezTo>
                  <a:pt x="328427" y="46523"/>
                  <a:pt x="329859" y="47519"/>
                  <a:pt x="331809" y="48308"/>
                </a:cubicBezTo>
                <a:cubicBezTo>
                  <a:pt x="332930" y="48723"/>
                  <a:pt x="336229" y="49678"/>
                  <a:pt x="341707" y="51172"/>
                </a:cubicBezTo>
                <a:cubicBezTo>
                  <a:pt x="349634" y="53288"/>
                  <a:pt x="355164" y="55021"/>
                  <a:pt x="358298" y="56370"/>
                </a:cubicBezTo>
                <a:cubicBezTo>
                  <a:pt x="361431" y="57718"/>
                  <a:pt x="363890" y="59679"/>
                  <a:pt x="365675" y="62253"/>
                </a:cubicBezTo>
                <a:cubicBezTo>
                  <a:pt x="367459" y="64826"/>
                  <a:pt x="368351" y="68021"/>
                  <a:pt x="368351" y="71839"/>
                </a:cubicBezTo>
                <a:cubicBezTo>
                  <a:pt x="368351" y="75575"/>
                  <a:pt x="367262" y="79092"/>
                  <a:pt x="365083" y="82391"/>
                </a:cubicBezTo>
                <a:cubicBezTo>
                  <a:pt x="362904" y="85691"/>
                  <a:pt x="359761" y="88243"/>
                  <a:pt x="355652" y="90048"/>
                </a:cubicBezTo>
                <a:cubicBezTo>
                  <a:pt x="351543" y="91854"/>
                  <a:pt x="346895" y="92756"/>
                  <a:pt x="341707" y="92756"/>
                </a:cubicBezTo>
                <a:cubicBezTo>
                  <a:pt x="333117" y="92756"/>
                  <a:pt x="326570" y="90966"/>
                  <a:pt x="322067" y="87387"/>
                </a:cubicBezTo>
                <a:cubicBezTo>
                  <a:pt x="317564" y="83807"/>
                  <a:pt x="314690" y="78500"/>
                  <a:pt x="313445" y="714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959E3-CBA6-4C9E-A38D-C2C6F876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1" y="797396"/>
            <a:ext cx="3818803" cy="2002277"/>
          </a:xfrm>
          <a:custGeom xmlns:a="http://schemas.openxmlformats.org/drawingml/2006/main">
            <a:pathLst>
              <a:path w="3818803" h="2002277">
                <a:moveTo>
                  <a:pt x="192988" y="2002277"/>
                </a:moveTo>
                <a:cubicBezTo>
                  <a:pt x="86421" y="2002277"/>
                  <a:pt x="32" y="1915887"/>
                  <a:pt x="32" y="1809320"/>
                </a:cubicBezTo>
                <a:lnTo>
                  <a:pt x="0" y="64"/>
                </a:lnTo>
                <a:cubicBezTo>
                  <a:pt x="0" y="46"/>
                  <a:pt x="14" y="32"/>
                  <a:pt x="32" y="32"/>
                </a:cubicBezTo>
                <a:lnTo>
                  <a:pt x="3818771" y="0"/>
                </a:lnTo>
                <a:cubicBezTo>
                  <a:pt x="3818789" y="0"/>
                  <a:pt x="3818803" y="14"/>
                  <a:pt x="3818803" y="32"/>
                </a:cubicBezTo>
                <a:lnTo>
                  <a:pt x="3818803" y="1809320"/>
                </a:lnTo>
                <a:cubicBezTo>
                  <a:pt x="3818803" y="1860496"/>
                  <a:pt x="3798474" y="1909575"/>
                  <a:pt x="3762288" y="1945761"/>
                </a:cubicBezTo>
                <a:cubicBezTo>
                  <a:pt x="3726101" y="1981948"/>
                  <a:pt x="3677022" y="2002277"/>
                  <a:pt x="3625847" y="2002277"/>
                </a:cubicBezTo>
                <a:lnTo>
                  <a:pt x="192988" y="2002277"/>
                </a:lnTo>
                <a:close/>
              </a:path>
            </a:pathLst>
          </a:custGeom>
          <a:solidFill xmlns:a="http://schemas.openxmlformats.org/drawingml/2006/main">
            <a:srgbClr val="FFF2CC">
              <a:alpha val="354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921A8-B7C0-471E-B07D-AE24A715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1" y="797396"/>
            <a:ext cx="3818803" cy="2002277"/>
          </a:xfrm>
          <a:custGeom xmlns:a="http://schemas.openxmlformats.org/drawingml/2006/main">
            <a:pathLst>
              <a:path w="3818803" h="2002277" fill="none">
                <a:moveTo>
                  <a:pt x="192988" y="2002277"/>
                </a:moveTo>
                <a:lnTo>
                  <a:pt x="3625847" y="2002277"/>
                </a:lnTo>
                <a:cubicBezTo>
                  <a:pt x="3677022" y="2002277"/>
                  <a:pt x="3726101" y="1981948"/>
                  <a:pt x="3762288" y="1945761"/>
                </a:cubicBezTo>
                <a:cubicBezTo>
                  <a:pt x="3798474" y="1909575"/>
                  <a:pt x="3818803" y="1860496"/>
                  <a:pt x="3818803" y="1809320"/>
                </a:cubicBezTo>
                <a:lnTo>
                  <a:pt x="3818803" y="32"/>
                </a:lnTo>
                <a:cubicBezTo>
                  <a:pt x="3818803" y="14"/>
                  <a:pt x="3818789" y="0"/>
                  <a:pt x="3818771" y="0"/>
                </a:cubicBezTo>
                <a:lnTo>
                  <a:pt x="32" y="32"/>
                </a:lnTo>
                <a:cubicBezTo>
                  <a:pt x="14" y="32"/>
                  <a:pt x="0" y="46"/>
                  <a:pt x="0" y="64"/>
                </a:cubicBezTo>
                <a:lnTo>
                  <a:pt x="32" y="1809320"/>
                </a:lnTo>
                <a:cubicBezTo>
                  <a:pt x="32" y="1915887"/>
                  <a:pt x="86421" y="2002277"/>
                  <a:pt x="192988" y="20022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6DFD7-36DB-41CD-BA53-758A1C86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11" y="910281"/>
            <a:ext cx="3700815" cy="813647"/>
          </a:xfrm>
          <a:custGeom xmlns:a="http://schemas.openxmlformats.org/drawingml/2006/main">
            <a:pathLst>
              <a:path w="3700815" h="813647">
                <a:moveTo>
                  <a:pt x="0" y="135611"/>
                </a:moveTo>
                <a:lnTo>
                  <a:pt x="0" y="135611"/>
                </a:lnTo>
                <a:cubicBezTo>
                  <a:pt x="0" y="60715"/>
                  <a:pt x="60715" y="0"/>
                  <a:pt x="135611" y="0"/>
                </a:cubicBezTo>
                <a:lnTo>
                  <a:pt x="3565204" y="0"/>
                </a:lnTo>
                <a:cubicBezTo>
                  <a:pt x="3601171" y="0"/>
                  <a:pt x="3635664" y="14288"/>
                  <a:pt x="3661096" y="39719"/>
                </a:cubicBezTo>
                <a:cubicBezTo>
                  <a:pt x="3686528" y="65151"/>
                  <a:pt x="3700815" y="99644"/>
                  <a:pt x="3700815" y="135611"/>
                </a:cubicBezTo>
                <a:lnTo>
                  <a:pt x="3700815" y="678037"/>
                </a:lnTo>
                <a:cubicBezTo>
                  <a:pt x="3700815" y="752932"/>
                  <a:pt x="3640100" y="813647"/>
                  <a:pt x="3565204" y="813647"/>
                </a:cubicBezTo>
                <a:lnTo>
                  <a:pt x="135611" y="813647"/>
                </a:lnTo>
                <a:cubicBezTo>
                  <a:pt x="60715" y="813647"/>
                  <a:pt x="0" y="752932"/>
                  <a:pt x="0" y="678037"/>
                </a:cubicBezTo>
                <a:lnTo>
                  <a:pt x="0" y="13561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95369-4224-42CE-B0CD-5007E85F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11" y="910281"/>
            <a:ext cx="3700815" cy="813647"/>
          </a:xfrm>
          <a:custGeom xmlns:a="http://schemas.openxmlformats.org/drawingml/2006/main">
            <a:pathLst>
              <a:path w="3700815" h="813647" fill="none">
                <a:moveTo>
                  <a:pt x="0" y="135611"/>
                </a:moveTo>
                <a:lnTo>
                  <a:pt x="0" y="135611"/>
                </a:lnTo>
                <a:cubicBezTo>
                  <a:pt x="0" y="60715"/>
                  <a:pt x="60715" y="0"/>
                  <a:pt x="135611" y="0"/>
                </a:cubicBezTo>
                <a:lnTo>
                  <a:pt x="3565204" y="0"/>
                </a:lnTo>
                <a:cubicBezTo>
                  <a:pt x="3601171" y="0"/>
                  <a:pt x="3635664" y="14288"/>
                  <a:pt x="3661096" y="39719"/>
                </a:cubicBezTo>
                <a:cubicBezTo>
                  <a:pt x="3686528" y="65151"/>
                  <a:pt x="3700815" y="99644"/>
                  <a:pt x="3700815" y="135611"/>
                </a:cubicBezTo>
                <a:lnTo>
                  <a:pt x="3700815" y="678037"/>
                </a:lnTo>
                <a:cubicBezTo>
                  <a:pt x="3700815" y="752932"/>
                  <a:pt x="3640100" y="813647"/>
                  <a:pt x="3565204" y="813647"/>
                </a:cubicBezTo>
                <a:lnTo>
                  <a:pt x="135611" y="813647"/>
                </a:lnTo>
                <a:cubicBezTo>
                  <a:pt x="60715" y="813647"/>
                  <a:pt x="0" y="752932"/>
                  <a:pt x="0" y="678037"/>
                </a:cubicBezTo>
                <a:lnTo>
                  <a:pt x="0" y="1356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91" name="Text EncoderPatchCrossAttention">
            <a:extLst xmlns:a="http://schemas.openxmlformats.org/drawingml/2006/main">
              <a:ext uri="{FF2B5EF4-FFF2-40B4-BE49-F238E27FC236}">
                <a16:creationId xmlns:a16="http://schemas.microsoft.com/office/drawing/2014/main" id="{5FCF69F0-86C5-4AC7-B6BA-06A244E5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2" y="994269"/>
            <a:ext cx="2574126" cy="141562"/>
          </a:xfrm>
          <a:custGeom xmlns:a="http://schemas.openxmlformats.org/drawingml/2006/main">
            <a:pathLst>
              <a:path w="2574126" h="141562">
                <a:moveTo>
                  <a:pt x="0" y="139321"/>
                </a:moveTo>
                <a:lnTo>
                  <a:pt x="0" y="2428"/>
                </a:lnTo>
                <a:lnTo>
                  <a:pt x="98982" y="2428"/>
                </a:lnTo>
                <a:lnTo>
                  <a:pt x="98982" y="18676"/>
                </a:lnTo>
                <a:lnTo>
                  <a:pt x="18115" y="18676"/>
                </a:lnTo>
                <a:lnTo>
                  <a:pt x="18115" y="60323"/>
                </a:lnTo>
                <a:lnTo>
                  <a:pt x="93846" y="60323"/>
                </a:lnTo>
                <a:lnTo>
                  <a:pt x="93846" y="76571"/>
                </a:lnTo>
                <a:lnTo>
                  <a:pt x="18115" y="76571"/>
                </a:lnTo>
                <a:lnTo>
                  <a:pt x="18115" y="123073"/>
                </a:lnTo>
                <a:lnTo>
                  <a:pt x="102156" y="123073"/>
                </a:lnTo>
                <a:lnTo>
                  <a:pt x="102156" y="139321"/>
                </a:lnTo>
                <a:lnTo>
                  <a:pt x="0" y="139321"/>
                </a:lnTo>
                <a:close/>
                <a:moveTo>
                  <a:pt x="124844" y="139321"/>
                </a:moveTo>
                <a:lnTo>
                  <a:pt x="124844" y="40153"/>
                </a:lnTo>
                <a:lnTo>
                  <a:pt x="139972" y="40153"/>
                </a:lnTo>
                <a:lnTo>
                  <a:pt x="139972" y="54253"/>
                </a:lnTo>
                <a:cubicBezTo>
                  <a:pt x="147255" y="43359"/>
                  <a:pt x="157776" y="37912"/>
                  <a:pt x="171534" y="37912"/>
                </a:cubicBezTo>
                <a:cubicBezTo>
                  <a:pt x="177510" y="37912"/>
                  <a:pt x="183004" y="38986"/>
                  <a:pt x="188015" y="41133"/>
                </a:cubicBezTo>
                <a:cubicBezTo>
                  <a:pt x="193027" y="43281"/>
                  <a:pt x="196777" y="46098"/>
                  <a:pt x="199267" y="49584"/>
                </a:cubicBezTo>
                <a:cubicBezTo>
                  <a:pt x="201757" y="53070"/>
                  <a:pt x="203501" y="57210"/>
                  <a:pt x="204497" y="62004"/>
                </a:cubicBezTo>
                <a:cubicBezTo>
                  <a:pt x="205119" y="65116"/>
                  <a:pt x="205430" y="70563"/>
                  <a:pt x="205430" y="78345"/>
                </a:cubicBezTo>
                <a:lnTo>
                  <a:pt x="205430" y="139321"/>
                </a:lnTo>
                <a:lnTo>
                  <a:pt x="188622" y="139321"/>
                </a:lnTo>
                <a:lnTo>
                  <a:pt x="188622" y="78998"/>
                </a:lnTo>
                <a:cubicBezTo>
                  <a:pt x="188622" y="72151"/>
                  <a:pt x="187969" y="67030"/>
                  <a:pt x="186661" y="63638"/>
                </a:cubicBezTo>
                <a:cubicBezTo>
                  <a:pt x="185354" y="60245"/>
                  <a:pt x="183035" y="57537"/>
                  <a:pt x="179704" y="55514"/>
                </a:cubicBezTo>
                <a:cubicBezTo>
                  <a:pt x="176374" y="53490"/>
                  <a:pt x="172468" y="52479"/>
                  <a:pt x="167985" y="52479"/>
                </a:cubicBezTo>
                <a:cubicBezTo>
                  <a:pt x="160826" y="52479"/>
                  <a:pt x="154648" y="54751"/>
                  <a:pt x="149450" y="59296"/>
                </a:cubicBezTo>
                <a:cubicBezTo>
                  <a:pt x="144252" y="63840"/>
                  <a:pt x="141653" y="72462"/>
                  <a:pt x="141653" y="85161"/>
                </a:cubicBezTo>
                <a:lnTo>
                  <a:pt x="141653" y="139321"/>
                </a:lnTo>
                <a:lnTo>
                  <a:pt x="124844" y="139321"/>
                </a:lnTo>
                <a:close/>
                <a:moveTo>
                  <a:pt x="295885" y="102903"/>
                </a:moveTo>
                <a:lnTo>
                  <a:pt x="312413" y="105145"/>
                </a:lnTo>
                <a:cubicBezTo>
                  <a:pt x="310608" y="116537"/>
                  <a:pt x="305986" y="125454"/>
                  <a:pt x="298547" y="131898"/>
                </a:cubicBezTo>
                <a:cubicBezTo>
                  <a:pt x="291107" y="138341"/>
                  <a:pt x="281972" y="141562"/>
                  <a:pt x="271140" y="141562"/>
                </a:cubicBezTo>
                <a:cubicBezTo>
                  <a:pt x="257569" y="141562"/>
                  <a:pt x="246659" y="137127"/>
                  <a:pt x="238411" y="128256"/>
                </a:cubicBezTo>
                <a:cubicBezTo>
                  <a:pt x="230162" y="119385"/>
                  <a:pt x="226038" y="106670"/>
                  <a:pt x="226038" y="90111"/>
                </a:cubicBezTo>
                <a:cubicBezTo>
                  <a:pt x="226038" y="79403"/>
                  <a:pt x="227812" y="70034"/>
                  <a:pt x="231361" y="62004"/>
                </a:cubicBezTo>
                <a:cubicBezTo>
                  <a:pt x="234909" y="53973"/>
                  <a:pt x="240309" y="47950"/>
                  <a:pt x="247562" y="43935"/>
                </a:cubicBezTo>
                <a:cubicBezTo>
                  <a:pt x="254814" y="39919"/>
                  <a:pt x="262705" y="37912"/>
                  <a:pt x="271233" y="37912"/>
                </a:cubicBezTo>
                <a:cubicBezTo>
                  <a:pt x="282003" y="37912"/>
                  <a:pt x="290812" y="40620"/>
                  <a:pt x="297659" y="46036"/>
                </a:cubicBezTo>
                <a:cubicBezTo>
                  <a:pt x="304507" y="51450"/>
                  <a:pt x="308896" y="59138"/>
                  <a:pt x="310826" y="69100"/>
                </a:cubicBezTo>
                <a:lnTo>
                  <a:pt x="294485" y="71715"/>
                </a:lnTo>
                <a:cubicBezTo>
                  <a:pt x="292928" y="65085"/>
                  <a:pt x="290174" y="60097"/>
                  <a:pt x="286221" y="56751"/>
                </a:cubicBezTo>
                <a:cubicBezTo>
                  <a:pt x="282268" y="53405"/>
                  <a:pt x="277490" y="51732"/>
                  <a:pt x="271887" y="51732"/>
                </a:cubicBezTo>
                <a:cubicBezTo>
                  <a:pt x="263421" y="51732"/>
                  <a:pt x="256542" y="54767"/>
                  <a:pt x="251250" y="60836"/>
                </a:cubicBezTo>
                <a:cubicBezTo>
                  <a:pt x="245959" y="66906"/>
                  <a:pt x="243313" y="76508"/>
                  <a:pt x="243313" y="89644"/>
                </a:cubicBezTo>
                <a:cubicBezTo>
                  <a:pt x="243313" y="102966"/>
                  <a:pt x="245865" y="112646"/>
                  <a:pt x="250970" y="118684"/>
                </a:cubicBezTo>
                <a:cubicBezTo>
                  <a:pt x="256075" y="124723"/>
                  <a:pt x="262736" y="127742"/>
                  <a:pt x="270953" y="127742"/>
                </a:cubicBezTo>
                <a:cubicBezTo>
                  <a:pt x="277552" y="127742"/>
                  <a:pt x="283061" y="125711"/>
                  <a:pt x="287481" y="121649"/>
                </a:cubicBezTo>
                <a:cubicBezTo>
                  <a:pt x="291901" y="117587"/>
                  <a:pt x="294702" y="111339"/>
                  <a:pt x="295885" y="102903"/>
                </a:cubicBezTo>
                <a:close/>
                <a:moveTo>
                  <a:pt x="320537" y="89737"/>
                </a:moveTo>
                <a:cubicBezTo>
                  <a:pt x="320537" y="71373"/>
                  <a:pt x="325642" y="57770"/>
                  <a:pt x="335851" y="48930"/>
                </a:cubicBezTo>
                <a:cubicBezTo>
                  <a:pt x="344380" y="41585"/>
                  <a:pt x="354776" y="37912"/>
                  <a:pt x="367040" y="37912"/>
                </a:cubicBezTo>
                <a:cubicBezTo>
                  <a:pt x="380673" y="37912"/>
                  <a:pt x="391816" y="42378"/>
                  <a:pt x="400469" y="51312"/>
                </a:cubicBezTo>
                <a:cubicBezTo>
                  <a:pt x="409123" y="60245"/>
                  <a:pt x="413449" y="72586"/>
                  <a:pt x="413449" y="88336"/>
                </a:cubicBezTo>
                <a:cubicBezTo>
                  <a:pt x="413449" y="101098"/>
                  <a:pt x="411535" y="111136"/>
                  <a:pt x="407706" y="118451"/>
                </a:cubicBezTo>
                <a:cubicBezTo>
                  <a:pt x="403878" y="125766"/>
                  <a:pt x="398306" y="131446"/>
                  <a:pt x="390991" y="135493"/>
                </a:cubicBezTo>
                <a:cubicBezTo>
                  <a:pt x="383677" y="139539"/>
                  <a:pt x="375693" y="141562"/>
                  <a:pt x="367040" y="141562"/>
                </a:cubicBezTo>
                <a:cubicBezTo>
                  <a:pt x="353158" y="141562"/>
                  <a:pt x="341936" y="137111"/>
                  <a:pt x="333377" y="128209"/>
                </a:cubicBezTo>
                <a:cubicBezTo>
                  <a:pt x="324817" y="119307"/>
                  <a:pt x="320537" y="106483"/>
                  <a:pt x="320537" y="89737"/>
                </a:cubicBezTo>
                <a:moveTo>
                  <a:pt x="337812" y="89784"/>
                </a:moveTo>
                <a:cubicBezTo>
                  <a:pt x="337812" y="102468"/>
                  <a:pt x="340582" y="111965"/>
                  <a:pt x="346123" y="118276"/>
                </a:cubicBezTo>
                <a:cubicBezTo>
                  <a:pt x="351663" y="124587"/>
                  <a:pt x="358636" y="127742"/>
                  <a:pt x="367040" y="127742"/>
                </a:cubicBezTo>
                <a:cubicBezTo>
                  <a:pt x="375382" y="127742"/>
                  <a:pt x="382323" y="124571"/>
                  <a:pt x="387863" y="118229"/>
                </a:cubicBezTo>
                <a:cubicBezTo>
                  <a:pt x="393404" y="111887"/>
                  <a:pt x="396174" y="102219"/>
                  <a:pt x="396174" y="89223"/>
                </a:cubicBezTo>
                <a:cubicBezTo>
                  <a:pt x="396174" y="76975"/>
                  <a:pt x="393388" y="67696"/>
                  <a:pt x="387817" y="61385"/>
                </a:cubicBezTo>
                <a:cubicBezTo>
                  <a:pt x="382245" y="55074"/>
                  <a:pt x="375319" y="51919"/>
                  <a:pt x="367040" y="51919"/>
                </a:cubicBezTo>
                <a:cubicBezTo>
                  <a:pt x="358636" y="51919"/>
                  <a:pt x="351663" y="55058"/>
                  <a:pt x="346123" y="61338"/>
                </a:cubicBezTo>
                <a:cubicBezTo>
                  <a:pt x="340582" y="67618"/>
                  <a:pt x="337812" y="77100"/>
                  <a:pt x="337812" y="89784"/>
                </a:cubicBezTo>
                <a:close/>
                <a:moveTo>
                  <a:pt x="497461" y="139321"/>
                </a:moveTo>
                <a:lnTo>
                  <a:pt x="497461" y="126808"/>
                </a:lnTo>
                <a:cubicBezTo>
                  <a:pt x="491173" y="136644"/>
                  <a:pt x="481929" y="141562"/>
                  <a:pt x="469727" y="141562"/>
                </a:cubicBezTo>
                <a:cubicBezTo>
                  <a:pt x="461821" y="141562"/>
                  <a:pt x="454553" y="139383"/>
                  <a:pt x="447924" y="135026"/>
                </a:cubicBezTo>
                <a:cubicBezTo>
                  <a:pt x="441294" y="130668"/>
                  <a:pt x="436158" y="124583"/>
                  <a:pt x="432516" y="116770"/>
                </a:cubicBezTo>
                <a:cubicBezTo>
                  <a:pt x="428874" y="108957"/>
                  <a:pt x="427053" y="99978"/>
                  <a:pt x="427053" y="89830"/>
                </a:cubicBezTo>
                <a:cubicBezTo>
                  <a:pt x="427053" y="79932"/>
                  <a:pt x="428703" y="70952"/>
                  <a:pt x="432002" y="62891"/>
                </a:cubicBezTo>
                <a:cubicBezTo>
                  <a:pt x="435302" y="54829"/>
                  <a:pt x="440251" y="48650"/>
                  <a:pt x="446850" y="44355"/>
                </a:cubicBezTo>
                <a:cubicBezTo>
                  <a:pt x="453448" y="40059"/>
                  <a:pt x="460825" y="37912"/>
                  <a:pt x="468980" y="37912"/>
                </a:cubicBezTo>
                <a:cubicBezTo>
                  <a:pt x="474957" y="37912"/>
                  <a:pt x="480279" y="39181"/>
                  <a:pt x="484948" y="41720"/>
                </a:cubicBezTo>
                <a:cubicBezTo>
                  <a:pt x="489617" y="44257"/>
                  <a:pt x="493415" y="47562"/>
                  <a:pt x="496340" y="51636"/>
                </a:cubicBezTo>
                <a:lnTo>
                  <a:pt x="496340" y="2428"/>
                </a:lnTo>
                <a:lnTo>
                  <a:pt x="513055" y="2428"/>
                </a:lnTo>
                <a:lnTo>
                  <a:pt x="513055" y="139321"/>
                </a:lnTo>
                <a:lnTo>
                  <a:pt x="497461" y="139321"/>
                </a:lnTo>
                <a:moveTo>
                  <a:pt x="444328" y="89877"/>
                </a:moveTo>
                <a:cubicBezTo>
                  <a:pt x="444328" y="102561"/>
                  <a:pt x="447005" y="112043"/>
                  <a:pt x="452359" y="118323"/>
                </a:cubicBezTo>
                <a:cubicBezTo>
                  <a:pt x="457713" y="124602"/>
                  <a:pt x="464031" y="127742"/>
                  <a:pt x="471315" y="127742"/>
                </a:cubicBezTo>
                <a:cubicBezTo>
                  <a:pt x="478661" y="127742"/>
                  <a:pt x="484902" y="124742"/>
                  <a:pt x="490037" y="118743"/>
                </a:cubicBezTo>
                <a:cubicBezTo>
                  <a:pt x="495173" y="112743"/>
                  <a:pt x="497741" y="103587"/>
                  <a:pt x="497741" y="91275"/>
                </a:cubicBezTo>
                <a:cubicBezTo>
                  <a:pt x="497741" y="77721"/>
                  <a:pt x="495126" y="67774"/>
                  <a:pt x="489897" y="61432"/>
                </a:cubicBezTo>
                <a:cubicBezTo>
                  <a:pt x="484668" y="55090"/>
                  <a:pt x="478225" y="51919"/>
                  <a:pt x="470568" y="51919"/>
                </a:cubicBezTo>
                <a:cubicBezTo>
                  <a:pt x="463098" y="51919"/>
                  <a:pt x="456857" y="54965"/>
                  <a:pt x="451845" y="61058"/>
                </a:cubicBezTo>
                <a:cubicBezTo>
                  <a:pt x="446834" y="67151"/>
                  <a:pt x="444328" y="76757"/>
                  <a:pt x="444328" y="89877"/>
                </a:cubicBezTo>
                <a:close/>
                <a:moveTo>
                  <a:pt x="607339" y="107199"/>
                </a:moveTo>
                <a:lnTo>
                  <a:pt x="624707" y="109440"/>
                </a:lnTo>
                <a:cubicBezTo>
                  <a:pt x="621968" y="119616"/>
                  <a:pt x="616894" y="127515"/>
                  <a:pt x="609486" y="133135"/>
                </a:cubicBezTo>
                <a:cubicBezTo>
                  <a:pt x="602078" y="138753"/>
                  <a:pt x="592616" y="141562"/>
                  <a:pt x="581099" y="141562"/>
                </a:cubicBezTo>
                <a:cubicBezTo>
                  <a:pt x="566594" y="141562"/>
                  <a:pt x="555093" y="137096"/>
                  <a:pt x="546596" y="128162"/>
                </a:cubicBezTo>
                <a:cubicBezTo>
                  <a:pt x="538098" y="119229"/>
                  <a:pt x="533849" y="106701"/>
                  <a:pt x="533849" y="90577"/>
                </a:cubicBezTo>
                <a:cubicBezTo>
                  <a:pt x="533849" y="73894"/>
                  <a:pt x="538145" y="60945"/>
                  <a:pt x="546736" y="51732"/>
                </a:cubicBezTo>
                <a:cubicBezTo>
                  <a:pt x="555327" y="42518"/>
                  <a:pt x="566470" y="37912"/>
                  <a:pt x="580165" y="37912"/>
                </a:cubicBezTo>
                <a:cubicBezTo>
                  <a:pt x="593425" y="37912"/>
                  <a:pt x="604257" y="42418"/>
                  <a:pt x="612661" y="51431"/>
                </a:cubicBezTo>
                <a:cubicBezTo>
                  <a:pt x="621065" y="60442"/>
                  <a:pt x="625267" y="73120"/>
                  <a:pt x="625267" y="89466"/>
                </a:cubicBezTo>
                <a:cubicBezTo>
                  <a:pt x="625267" y="90460"/>
                  <a:pt x="625236" y="91951"/>
                  <a:pt x="625174" y="93939"/>
                </a:cubicBezTo>
                <a:lnTo>
                  <a:pt x="551218" y="93939"/>
                </a:lnTo>
                <a:cubicBezTo>
                  <a:pt x="551840" y="104864"/>
                  <a:pt x="554922" y="113230"/>
                  <a:pt x="560462" y="119035"/>
                </a:cubicBezTo>
                <a:cubicBezTo>
                  <a:pt x="566003" y="124840"/>
                  <a:pt x="572913" y="127742"/>
                  <a:pt x="581192" y="127742"/>
                </a:cubicBezTo>
                <a:cubicBezTo>
                  <a:pt x="587355" y="127742"/>
                  <a:pt x="592616" y="126109"/>
                  <a:pt x="596973" y="122843"/>
                </a:cubicBezTo>
                <a:cubicBezTo>
                  <a:pt x="601331" y="119574"/>
                  <a:pt x="604786" y="114360"/>
                  <a:pt x="607339" y="107199"/>
                </a:cubicBezTo>
                <a:moveTo>
                  <a:pt x="552152" y="80119"/>
                </a:moveTo>
                <a:lnTo>
                  <a:pt x="607525" y="80119"/>
                </a:lnTo>
                <a:cubicBezTo>
                  <a:pt x="606778" y="71804"/>
                  <a:pt x="604662" y="65568"/>
                  <a:pt x="601176" y="61411"/>
                </a:cubicBezTo>
                <a:cubicBezTo>
                  <a:pt x="595822" y="54958"/>
                  <a:pt x="588881" y="51732"/>
                  <a:pt x="580352" y="51732"/>
                </a:cubicBezTo>
                <a:cubicBezTo>
                  <a:pt x="572633" y="51732"/>
                  <a:pt x="566143" y="54308"/>
                  <a:pt x="560883" y="59459"/>
                </a:cubicBezTo>
                <a:cubicBezTo>
                  <a:pt x="555622" y="64608"/>
                  <a:pt x="552712" y="71495"/>
                  <a:pt x="552152" y="80119"/>
                </a:cubicBezTo>
                <a:close/>
                <a:moveTo>
                  <a:pt x="645595" y="139321"/>
                </a:moveTo>
                <a:lnTo>
                  <a:pt x="645595" y="40153"/>
                </a:lnTo>
                <a:lnTo>
                  <a:pt x="660722" y="40153"/>
                </a:lnTo>
                <a:lnTo>
                  <a:pt x="660722" y="55187"/>
                </a:lnTo>
                <a:cubicBezTo>
                  <a:pt x="664582" y="48152"/>
                  <a:pt x="668146" y="43515"/>
                  <a:pt x="671414" y="41273"/>
                </a:cubicBezTo>
                <a:cubicBezTo>
                  <a:pt x="674682" y="39032"/>
                  <a:pt x="678277" y="37912"/>
                  <a:pt x="682199" y="37912"/>
                </a:cubicBezTo>
                <a:cubicBezTo>
                  <a:pt x="687864" y="37912"/>
                  <a:pt x="693622" y="39717"/>
                  <a:pt x="699474" y="43328"/>
                </a:cubicBezTo>
                <a:lnTo>
                  <a:pt x="693685" y="58910"/>
                </a:lnTo>
                <a:cubicBezTo>
                  <a:pt x="689576" y="56490"/>
                  <a:pt x="685467" y="55280"/>
                  <a:pt x="681359" y="55280"/>
                </a:cubicBezTo>
                <a:cubicBezTo>
                  <a:pt x="677686" y="55280"/>
                  <a:pt x="674386" y="56385"/>
                  <a:pt x="671461" y="58595"/>
                </a:cubicBezTo>
                <a:cubicBezTo>
                  <a:pt x="668535" y="60805"/>
                  <a:pt x="666449" y="63871"/>
                  <a:pt x="665204" y="67793"/>
                </a:cubicBezTo>
                <a:cubicBezTo>
                  <a:pt x="663337" y="73769"/>
                  <a:pt x="662403" y="80306"/>
                  <a:pt x="662403" y="87403"/>
                </a:cubicBezTo>
                <a:lnTo>
                  <a:pt x="662403" y="139321"/>
                </a:lnTo>
                <a:lnTo>
                  <a:pt x="645595" y="139321"/>
                </a:lnTo>
                <a:close/>
                <a:moveTo>
                  <a:pt x="764585" y="139321"/>
                </a:moveTo>
                <a:lnTo>
                  <a:pt x="764585" y="2428"/>
                </a:lnTo>
                <a:lnTo>
                  <a:pt x="816224" y="2428"/>
                </a:lnTo>
                <a:cubicBezTo>
                  <a:pt x="825313" y="2428"/>
                  <a:pt x="832254" y="2864"/>
                  <a:pt x="837047" y="3735"/>
                </a:cubicBezTo>
                <a:cubicBezTo>
                  <a:pt x="843771" y="4856"/>
                  <a:pt x="849404" y="6988"/>
                  <a:pt x="853949" y="10132"/>
                </a:cubicBezTo>
                <a:cubicBezTo>
                  <a:pt x="858493" y="13275"/>
                  <a:pt x="862151" y="17680"/>
                  <a:pt x="864921" y="23345"/>
                </a:cubicBezTo>
                <a:cubicBezTo>
                  <a:pt x="867691" y="29010"/>
                  <a:pt x="869076" y="35235"/>
                  <a:pt x="869076" y="42020"/>
                </a:cubicBezTo>
                <a:cubicBezTo>
                  <a:pt x="869076" y="53662"/>
                  <a:pt x="865372" y="63513"/>
                  <a:pt x="857964" y="71575"/>
                </a:cubicBezTo>
                <a:cubicBezTo>
                  <a:pt x="850556" y="79637"/>
                  <a:pt x="837172" y="83667"/>
                  <a:pt x="817811" y="83667"/>
                </a:cubicBezTo>
                <a:lnTo>
                  <a:pt x="782701" y="83667"/>
                </a:lnTo>
                <a:lnTo>
                  <a:pt x="782701" y="139321"/>
                </a:lnTo>
                <a:lnTo>
                  <a:pt x="764585" y="139321"/>
                </a:lnTo>
                <a:moveTo>
                  <a:pt x="782701" y="67419"/>
                </a:moveTo>
                <a:lnTo>
                  <a:pt x="818091" y="67419"/>
                </a:lnTo>
                <a:cubicBezTo>
                  <a:pt x="829795" y="67419"/>
                  <a:pt x="838106" y="65249"/>
                  <a:pt x="843024" y="60909"/>
                </a:cubicBezTo>
                <a:cubicBezTo>
                  <a:pt x="847942" y="56567"/>
                  <a:pt x="850400" y="50459"/>
                  <a:pt x="850400" y="42584"/>
                </a:cubicBezTo>
                <a:cubicBezTo>
                  <a:pt x="850400" y="36878"/>
                  <a:pt x="848953" y="31994"/>
                  <a:pt x="846058" y="27932"/>
                </a:cubicBezTo>
                <a:cubicBezTo>
                  <a:pt x="843164" y="23870"/>
                  <a:pt x="839351" y="21187"/>
                  <a:pt x="834619" y="19884"/>
                </a:cubicBezTo>
                <a:cubicBezTo>
                  <a:pt x="831569" y="19078"/>
                  <a:pt x="825935" y="18676"/>
                  <a:pt x="817718" y="18676"/>
                </a:cubicBezTo>
                <a:lnTo>
                  <a:pt x="782701" y="18676"/>
                </a:lnTo>
                <a:lnTo>
                  <a:pt x="782701" y="67419"/>
                </a:lnTo>
                <a:close/>
                <a:moveTo>
                  <a:pt x="954515" y="126808"/>
                </a:moveTo>
                <a:cubicBezTo>
                  <a:pt x="948290" y="132203"/>
                  <a:pt x="942298" y="136011"/>
                  <a:pt x="936539" y="138233"/>
                </a:cubicBezTo>
                <a:cubicBezTo>
                  <a:pt x="930781" y="140452"/>
                  <a:pt x="924603" y="141562"/>
                  <a:pt x="918004" y="141562"/>
                </a:cubicBezTo>
                <a:cubicBezTo>
                  <a:pt x="907110" y="141562"/>
                  <a:pt x="898737" y="138901"/>
                  <a:pt x="892885" y="133578"/>
                </a:cubicBezTo>
                <a:cubicBezTo>
                  <a:pt x="887033" y="128256"/>
                  <a:pt x="884107" y="121455"/>
                  <a:pt x="884107" y="113175"/>
                </a:cubicBezTo>
                <a:cubicBezTo>
                  <a:pt x="884107" y="108319"/>
                  <a:pt x="885212" y="103884"/>
                  <a:pt x="887422" y="99869"/>
                </a:cubicBezTo>
                <a:cubicBezTo>
                  <a:pt x="889632" y="95853"/>
                  <a:pt x="892527" y="92632"/>
                  <a:pt x="896106" y="90204"/>
                </a:cubicBezTo>
                <a:cubicBezTo>
                  <a:pt x="899686" y="87776"/>
                  <a:pt x="903717" y="85940"/>
                  <a:pt x="908199" y="84695"/>
                </a:cubicBezTo>
                <a:cubicBezTo>
                  <a:pt x="911498" y="83823"/>
                  <a:pt x="916479" y="82983"/>
                  <a:pt x="923140" y="82173"/>
                </a:cubicBezTo>
                <a:cubicBezTo>
                  <a:pt x="936711" y="80555"/>
                  <a:pt x="946702" y="78625"/>
                  <a:pt x="953114" y="76384"/>
                </a:cubicBezTo>
                <a:cubicBezTo>
                  <a:pt x="953176" y="74090"/>
                  <a:pt x="953208" y="72633"/>
                  <a:pt x="953208" y="72013"/>
                </a:cubicBezTo>
                <a:cubicBezTo>
                  <a:pt x="953208" y="65190"/>
                  <a:pt x="951620" y="60384"/>
                  <a:pt x="948445" y="57594"/>
                </a:cubicBezTo>
                <a:cubicBezTo>
                  <a:pt x="944150" y="53810"/>
                  <a:pt x="937769" y="51919"/>
                  <a:pt x="929303" y="51919"/>
                </a:cubicBezTo>
                <a:cubicBezTo>
                  <a:pt x="921397" y="51919"/>
                  <a:pt x="915560" y="53304"/>
                  <a:pt x="911794" y="56074"/>
                </a:cubicBezTo>
                <a:cubicBezTo>
                  <a:pt x="908028" y="58844"/>
                  <a:pt x="905242" y="63747"/>
                  <a:pt x="903437" y="70781"/>
                </a:cubicBezTo>
                <a:lnTo>
                  <a:pt x="887002" y="68540"/>
                </a:lnTo>
                <a:cubicBezTo>
                  <a:pt x="888496" y="61484"/>
                  <a:pt x="890955" y="55786"/>
                  <a:pt x="894379" y="51446"/>
                </a:cubicBezTo>
                <a:cubicBezTo>
                  <a:pt x="897803" y="47106"/>
                  <a:pt x="902752" y="43765"/>
                  <a:pt x="909226" y="41425"/>
                </a:cubicBezTo>
                <a:cubicBezTo>
                  <a:pt x="915700" y="39083"/>
                  <a:pt x="923202" y="37912"/>
                  <a:pt x="931730" y="37912"/>
                </a:cubicBezTo>
                <a:cubicBezTo>
                  <a:pt x="940197" y="37912"/>
                  <a:pt x="947076" y="38912"/>
                  <a:pt x="952367" y="40912"/>
                </a:cubicBezTo>
                <a:cubicBezTo>
                  <a:pt x="957659" y="42909"/>
                  <a:pt x="961549" y="45424"/>
                  <a:pt x="964039" y="48455"/>
                </a:cubicBezTo>
                <a:cubicBezTo>
                  <a:pt x="966530" y="51484"/>
                  <a:pt x="968273" y="55310"/>
                  <a:pt x="969269" y="59935"/>
                </a:cubicBezTo>
                <a:cubicBezTo>
                  <a:pt x="969829" y="62808"/>
                  <a:pt x="970109" y="67969"/>
                  <a:pt x="970109" y="75418"/>
                </a:cubicBezTo>
                <a:lnTo>
                  <a:pt x="970109" y="97765"/>
                </a:lnTo>
                <a:cubicBezTo>
                  <a:pt x="970109" y="113345"/>
                  <a:pt x="970467" y="123213"/>
                  <a:pt x="971183" y="127369"/>
                </a:cubicBezTo>
                <a:cubicBezTo>
                  <a:pt x="971899" y="131524"/>
                  <a:pt x="973315" y="135508"/>
                  <a:pt x="975432" y="139321"/>
                </a:cubicBezTo>
                <a:lnTo>
                  <a:pt x="957876" y="139321"/>
                </a:lnTo>
                <a:cubicBezTo>
                  <a:pt x="956133" y="135755"/>
                  <a:pt x="955013" y="131584"/>
                  <a:pt x="954515" y="126808"/>
                </a:cubicBezTo>
                <a:moveTo>
                  <a:pt x="953114" y="89644"/>
                </a:moveTo>
                <a:cubicBezTo>
                  <a:pt x="947013" y="92122"/>
                  <a:pt x="937862" y="94229"/>
                  <a:pt x="925661" y="95964"/>
                </a:cubicBezTo>
                <a:cubicBezTo>
                  <a:pt x="918751" y="96954"/>
                  <a:pt x="913864" y="98069"/>
                  <a:pt x="911000" y="99308"/>
                </a:cubicBezTo>
                <a:cubicBezTo>
                  <a:pt x="908137" y="100548"/>
                  <a:pt x="905927" y="102360"/>
                  <a:pt x="904370" y="104745"/>
                </a:cubicBezTo>
                <a:cubicBezTo>
                  <a:pt x="902814" y="107130"/>
                  <a:pt x="902036" y="109778"/>
                  <a:pt x="902036" y="112691"/>
                </a:cubicBezTo>
                <a:cubicBezTo>
                  <a:pt x="902036" y="117151"/>
                  <a:pt x="903732" y="120869"/>
                  <a:pt x="907125" y="123844"/>
                </a:cubicBezTo>
                <a:cubicBezTo>
                  <a:pt x="910518" y="126816"/>
                  <a:pt x="915483" y="128302"/>
                  <a:pt x="922019" y="128302"/>
                </a:cubicBezTo>
                <a:cubicBezTo>
                  <a:pt x="928493" y="128302"/>
                  <a:pt x="934252" y="126891"/>
                  <a:pt x="939294" y="124068"/>
                </a:cubicBezTo>
                <a:cubicBezTo>
                  <a:pt x="944337" y="121244"/>
                  <a:pt x="948041" y="117385"/>
                  <a:pt x="950406" y="112492"/>
                </a:cubicBezTo>
                <a:cubicBezTo>
                  <a:pt x="952212" y="108716"/>
                  <a:pt x="953114" y="103144"/>
                  <a:pt x="953114" y="95775"/>
                </a:cubicBezTo>
                <a:lnTo>
                  <a:pt x="953114" y="89644"/>
                </a:lnTo>
                <a:close/>
                <a:moveTo>
                  <a:pt x="1032830" y="124287"/>
                </a:moveTo>
                <a:lnTo>
                  <a:pt x="1035258" y="139134"/>
                </a:lnTo>
                <a:cubicBezTo>
                  <a:pt x="1030527" y="140130"/>
                  <a:pt x="1026294" y="140628"/>
                  <a:pt x="1022559" y="140628"/>
                </a:cubicBezTo>
                <a:cubicBezTo>
                  <a:pt x="1016458" y="140628"/>
                  <a:pt x="1011727" y="139664"/>
                  <a:pt x="1008365" y="137734"/>
                </a:cubicBezTo>
                <a:cubicBezTo>
                  <a:pt x="1005004" y="135804"/>
                  <a:pt x="1002638" y="133267"/>
                  <a:pt x="1001268" y="130123"/>
                </a:cubicBezTo>
                <a:cubicBezTo>
                  <a:pt x="999899" y="126980"/>
                  <a:pt x="999214" y="120365"/>
                  <a:pt x="999214" y="110280"/>
                </a:cubicBezTo>
                <a:lnTo>
                  <a:pt x="999214" y="53226"/>
                </a:lnTo>
                <a:lnTo>
                  <a:pt x="986888" y="53226"/>
                </a:lnTo>
                <a:lnTo>
                  <a:pt x="986888" y="40153"/>
                </a:lnTo>
                <a:lnTo>
                  <a:pt x="999214" y="40153"/>
                </a:lnTo>
                <a:lnTo>
                  <a:pt x="999214" y="15594"/>
                </a:lnTo>
                <a:lnTo>
                  <a:pt x="1015929" y="5509"/>
                </a:lnTo>
                <a:lnTo>
                  <a:pt x="1015929" y="40153"/>
                </a:lnTo>
                <a:lnTo>
                  <a:pt x="1032830" y="40153"/>
                </a:lnTo>
                <a:lnTo>
                  <a:pt x="1032830" y="53226"/>
                </a:lnTo>
                <a:lnTo>
                  <a:pt x="1015929" y="53226"/>
                </a:lnTo>
                <a:lnTo>
                  <a:pt x="1015929" y="111214"/>
                </a:lnTo>
                <a:cubicBezTo>
                  <a:pt x="1015929" y="116008"/>
                  <a:pt x="1016225" y="119089"/>
                  <a:pt x="1016816" y="120459"/>
                </a:cubicBezTo>
                <a:cubicBezTo>
                  <a:pt x="1017407" y="121828"/>
                  <a:pt x="1018372" y="122918"/>
                  <a:pt x="1019711" y="123727"/>
                </a:cubicBezTo>
                <a:cubicBezTo>
                  <a:pt x="1021049" y="124536"/>
                  <a:pt x="1022963" y="124941"/>
                  <a:pt x="1025453" y="124941"/>
                </a:cubicBezTo>
                <a:cubicBezTo>
                  <a:pt x="1027321" y="124941"/>
                  <a:pt x="1029780" y="124723"/>
                  <a:pt x="1032830" y="124287"/>
                </a:cubicBezTo>
                <a:close/>
                <a:moveTo>
                  <a:pt x="1113817" y="102903"/>
                </a:moveTo>
                <a:lnTo>
                  <a:pt x="1130345" y="105145"/>
                </a:lnTo>
                <a:cubicBezTo>
                  <a:pt x="1128540" y="116537"/>
                  <a:pt x="1123918" y="125454"/>
                  <a:pt x="1116479" y="131898"/>
                </a:cubicBezTo>
                <a:cubicBezTo>
                  <a:pt x="1109040" y="138341"/>
                  <a:pt x="1099904" y="141562"/>
                  <a:pt x="1089072" y="141562"/>
                </a:cubicBezTo>
                <a:cubicBezTo>
                  <a:pt x="1075501" y="141562"/>
                  <a:pt x="1064591" y="137127"/>
                  <a:pt x="1056343" y="128256"/>
                </a:cubicBezTo>
                <a:cubicBezTo>
                  <a:pt x="1048094" y="119385"/>
                  <a:pt x="1043970" y="106670"/>
                  <a:pt x="1043970" y="90111"/>
                </a:cubicBezTo>
                <a:cubicBezTo>
                  <a:pt x="1043970" y="79403"/>
                  <a:pt x="1045744" y="70034"/>
                  <a:pt x="1049293" y="62004"/>
                </a:cubicBezTo>
                <a:cubicBezTo>
                  <a:pt x="1052841" y="53973"/>
                  <a:pt x="1058241" y="47950"/>
                  <a:pt x="1065494" y="43935"/>
                </a:cubicBezTo>
                <a:cubicBezTo>
                  <a:pt x="1072746" y="39919"/>
                  <a:pt x="1080637" y="37912"/>
                  <a:pt x="1089165" y="37912"/>
                </a:cubicBezTo>
                <a:cubicBezTo>
                  <a:pt x="1099935" y="37912"/>
                  <a:pt x="1108744" y="40620"/>
                  <a:pt x="1115592" y="46036"/>
                </a:cubicBezTo>
                <a:cubicBezTo>
                  <a:pt x="1122439" y="51450"/>
                  <a:pt x="1126828" y="59138"/>
                  <a:pt x="1128758" y="69100"/>
                </a:cubicBezTo>
                <a:lnTo>
                  <a:pt x="1112417" y="71715"/>
                </a:lnTo>
                <a:cubicBezTo>
                  <a:pt x="1110860" y="65085"/>
                  <a:pt x="1108106" y="60097"/>
                  <a:pt x="1104153" y="56751"/>
                </a:cubicBezTo>
                <a:cubicBezTo>
                  <a:pt x="1100200" y="53405"/>
                  <a:pt x="1095422" y="51732"/>
                  <a:pt x="1089819" y="51732"/>
                </a:cubicBezTo>
                <a:cubicBezTo>
                  <a:pt x="1081353" y="51732"/>
                  <a:pt x="1074474" y="54767"/>
                  <a:pt x="1069182" y="60836"/>
                </a:cubicBezTo>
                <a:cubicBezTo>
                  <a:pt x="1063891" y="66906"/>
                  <a:pt x="1061245" y="76508"/>
                  <a:pt x="1061245" y="89644"/>
                </a:cubicBezTo>
                <a:cubicBezTo>
                  <a:pt x="1061245" y="102966"/>
                  <a:pt x="1063798" y="112646"/>
                  <a:pt x="1068902" y="118684"/>
                </a:cubicBezTo>
                <a:cubicBezTo>
                  <a:pt x="1074007" y="124723"/>
                  <a:pt x="1080668" y="127742"/>
                  <a:pt x="1088885" y="127742"/>
                </a:cubicBezTo>
                <a:cubicBezTo>
                  <a:pt x="1095484" y="127742"/>
                  <a:pt x="1100993" y="125711"/>
                  <a:pt x="1105413" y="121649"/>
                </a:cubicBezTo>
                <a:cubicBezTo>
                  <a:pt x="1109833" y="117587"/>
                  <a:pt x="1112635" y="111339"/>
                  <a:pt x="1113817" y="102903"/>
                </a:cubicBezTo>
                <a:close/>
                <a:moveTo>
                  <a:pt x="1144726" y="139321"/>
                </a:moveTo>
                <a:lnTo>
                  <a:pt x="1144726" y="2428"/>
                </a:lnTo>
                <a:lnTo>
                  <a:pt x="1161534" y="2428"/>
                </a:lnTo>
                <a:lnTo>
                  <a:pt x="1161534" y="51633"/>
                </a:lnTo>
                <a:cubicBezTo>
                  <a:pt x="1169378" y="42485"/>
                  <a:pt x="1179276" y="37912"/>
                  <a:pt x="1191228" y="37912"/>
                </a:cubicBezTo>
                <a:cubicBezTo>
                  <a:pt x="1198574" y="37912"/>
                  <a:pt x="1204955" y="39359"/>
                  <a:pt x="1210371" y="42254"/>
                </a:cubicBezTo>
                <a:cubicBezTo>
                  <a:pt x="1215787" y="45149"/>
                  <a:pt x="1219662" y="49148"/>
                  <a:pt x="1221997" y="54253"/>
                </a:cubicBezTo>
                <a:cubicBezTo>
                  <a:pt x="1224331" y="59358"/>
                  <a:pt x="1225498" y="66766"/>
                  <a:pt x="1225498" y="76477"/>
                </a:cubicBezTo>
                <a:lnTo>
                  <a:pt x="1225498" y="139321"/>
                </a:lnTo>
                <a:lnTo>
                  <a:pt x="1208690" y="139321"/>
                </a:lnTo>
                <a:lnTo>
                  <a:pt x="1208690" y="76544"/>
                </a:lnTo>
                <a:cubicBezTo>
                  <a:pt x="1208690" y="68150"/>
                  <a:pt x="1206869" y="62040"/>
                  <a:pt x="1203228" y="58216"/>
                </a:cubicBezTo>
                <a:cubicBezTo>
                  <a:pt x="1199586" y="54391"/>
                  <a:pt x="1194434" y="52479"/>
                  <a:pt x="1187773" y="52479"/>
                </a:cubicBezTo>
                <a:cubicBezTo>
                  <a:pt x="1182793" y="52479"/>
                  <a:pt x="1178109" y="53770"/>
                  <a:pt x="1173720" y="56351"/>
                </a:cubicBezTo>
                <a:cubicBezTo>
                  <a:pt x="1169331" y="58931"/>
                  <a:pt x="1166203" y="62429"/>
                  <a:pt x="1164335" y="66845"/>
                </a:cubicBezTo>
                <a:cubicBezTo>
                  <a:pt x="1162468" y="71259"/>
                  <a:pt x="1161534" y="77353"/>
                  <a:pt x="1161534" y="85126"/>
                </a:cubicBezTo>
                <a:lnTo>
                  <a:pt x="1161534" y="139321"/>
                </a:lnTo>
                <a:lnTo>
                  <a:pt x="1144726" y="139321"/>
                </a:lnTo>
                <a:close/>
                <a:moveTo>
                  <a:pt x="1403850" y="91231"/>
                </a:moveTo>
                <a:lnTo>
                  <a:pt x="1421966" y="95807"/>
                </a:lnTo>
                <a:cubicBezTo>
                  <a:pt x="1418169" y="110685"/>
                  <a:pt x="1411336" y="122031"/>
                  <a:pt x="1401469" y="129843"/>
                </a:cubicBezTo>
                <a:cubicBezTo>
                  <a:pt x="1391602" y="137656"/>
                  <a:pt x="1379541" y="141562"/>
                  <a:pt x="1365285" y="141562"/>
                </a:cubicBezTo>
                <a:cubicBezTo>
                  <a:pt x="1350531" y="141562"/>
                  <a:pt x="1338532" y="138559"/>
                  <a:pt x="1329288" y="132551"/>
                </a:cubicBezTo>
                <a:cubicBezTo>
                  <a:pt x="1320043" y="126544"/>
                  <a:pt x="1313008" y="117844"/>
                  <a:pt x="1308184" y="106452"/>
                </a:cubicBezTo>
                <a:cubicBezTo>
                  <a:pt x="1303359" y="95060"/>
                  <a:pt x="1300947" y="82827"/>
                  <a:pt x="1300947" y="69754"/>
                </a:cubicBezTo>
                <a:cubicBezTo>
                  <a:pt x="1300947" y="55498"/>
                  <a:pt x="1303671" y="43063"/>
                  <a:pt x="1309118" y="32449"/>
                </a:cubicBezTo>
                <a:cubicBezTo>
                  <a:pt x="1314565" y="21835"/>
                  <a:pt x="1322315" y="13773"/>
                  <a:pt x="1332369" y="8264"/>
                </a:cubicBezTo>
                <a:cubicBezTo>
                  <a:pt x="1342423" y="2755"/>
                  <a:pt x="1353488" y="0"/>
                  <a:pt x="1365565" y="0"/>
                </a:cubicBezTo>
                <a:cubicBezTo>
                  <a:pt x="1379261" y="0"/>
                  <a:pt x="1390777" y="3486"/>
                  <a:pt x="1400115" y="10458"/>
                </a:cubicBezTo>
                <a:cubicBezTo>
                  <a:pt x="1409453" y="17431"/>
                  <a:pt x="1415959" y="27235"/>
                  <a:pt x="1419631" y="39873"/>
                </a:cubicBezTo>
                <a:lnTo>
                  <a:pt x="1401796" y="44075"/>
                </a:lnTo>
                <a:cubicBezTo>
                  <a:pt x="1398621" y="34114"/>
                  <a:pt x="1394015" y="26862"/>
                  <a:pt x="1387976" y="22318"/>
                </a:cubicBezTo>
                <a:cubicBezTo>
                  <a:pt x="1381938" y="17773"/>
                  <a:pt x="1374343" y="15501"/>
                  <a:pt x="1365192" y="15501"/>
                </a:cubicBezTo>
                <a:cubicBezTo>
                  <a:pt x="1354671" y="15501"/>
                  <a:pt x="1345878" y="18022"/>
                  <a:pt x="1338812" y="23065"/>
                </a:cubicBezTo>
                <a:cubicBezTo>
                  <a:pt x="1331746" y="28107"/>
                  <a:pt x="1326782" y="34877"/>
                  <a:pt x="1323918" y="43374"/>
                </a:cubicBezTo>
                <a:cubicBezTo>
                  <a:pt x="1321055" y="51872"/>
                  <a:pt x="1319623" y="60634"/>
                  <a:pt x="1319623" y="69661"/>
                </a:cubicBezTo>
                <a:cubicBezTo>
                  <a:pt x="1319623" y="81302"/>
                  <a:pt x="1321319" y="91465"/>
                  <a:pt x="1324712" y="100149"/>
                </a:cubicBezTo>
                <a:cubicBezTo>
                  <a:pt x="1328105" y="108833"/>
                  <a:pt x="1333381" y="115323"/>
                  <a:pt x="1340540" y="119618"/>
                </a:cubicBezTo>
                <a:cubicBezTo>
                  <a:pt x="1347699" y="123914"/>
                  <a:pt x="1355449" y="126061"/>
                  <a:pt x="1363791" y="126061"/>
                </a:cubicBezTo>
                <a:cubicBezTo>
                  <a:pt x="1373938" y="126061"/>
                  <a:pt x="1382529" y="123135"/>
                  <a:pt x="1389564" y="117284"/>
                </a:cubicBezTo>
                <a:cubicBezTo>
                  <a:pt x="1396598" y="111432"/>
                  <a:pt x="1401360" y="102748"/>
                  <a:pt x="1403850" y="91231"/>
                </a:cubicBezTo>
                <a:close/>
                <a:moveTo>
                  <a:pt x="1441917" y="139321"/>
                </a:moveTo>
                <a:lnTo>
                  <a:pt x="1441917" y="40153"/>
                </a:lnTo>
                <a:lnTo>
                  <a:pt x="1457044" y="40153"/>
                </a:lnTo>
                <a:lnTo>
                  <a:pt x="1457044" y="55187"/>
                </a:lnTo>
                <a:cubicBezTo>
                  <a:pt x="1460904" y="48152"/>
                  <a:pt x="1464468" y="43515"/>
                  <a:pt x="1467736" y="41273"/>
                </a:cubicBezTo>
                <a:cubicBezTo>
                  <a:pt x="1471005" y="39032"/>
                  <a:pt x="1474600" y="37912"/>
                  <a:pt x="1478522" y="37912"/>
                </a:cubicBezTo>
                <a:cubicBezTo>
                  <a:pt x="1484187" y="37912"/>
                  <a:pt x="1489945" y="39717"/>
                  <a:pt x="1495797" y="43328"/>
                </a:cubicBezTo>
                <a:lnTo>
                  <a:pt x="1490007" y="58910"/>
                </a:lnTo>
                <a:cubicBezTo>
                  <a:pt x="1485898" y="56490"/>
                  <a:pt x="1481790" y="55280"/>
                  <a:pt x="1477681" y="55280"/>
                </a:cubicBezTo>
                <a:cubicBezTo>
                  <a:pt x="1474008" y="55280"/>
                  <a:pt x="1470709" y="56385"/>
                  <a:pt x="1467783" y="58595"/>
                </a:cubicBezTo>
                <a:cubicBezTo>
                  <a:pt x="1464857" y="60805"/>
                  <a:pt x="1462772" y="63871"/>
                  <a:pt x="1461527" y="67793"/>
                </a:cubicBezTo>
                <a:cubicBezTo>
                  <a:pt x="1459659" y="73769"/>
                  <a:pt x="1458725" y="80306"/>
                  <a:pt x="1458725" y="87403"/>
                </a:cubicBezTo>
                <a:lnTo>
                  <a:pt x="1458725" y="139321"/>
                </a:lnTo>
                <a:lnTo>
                  <a:pt x="1441917" y="139321"/>
                </a:lnTo>
                <a:close/>
                <a:moveTo>
                  <a:pt x="1499530" y="89737"/>
                </a:moveTo>
                <a:cubicBezTo>
                  <a:pt x="1499530" y="71373"/>
                  <a:pt x="1504635" y="57770"/>
                  <a:pt x="1514844" y="48930"/>
                </a:cubicBezTo>
                <a:cubicBezTo>
                  <a:pt x="1523373" y="41585"/>
                  <a:pt x="1533769" y="37912"/>
                  <a:pt x="1546033" y="37912"/>
                </a:cubicBezTo>
                <a:cubicBezTo>
                  <a:pt x="1559666" y="37912"/>
                  <a:pt x="1570809" y="42378"/>
                  <a:pt x="1579462" y="51312"/>
                </a:cubicBezTo>
                <a:cubicBezTo>
                  <a:pt x="1588116" y="60245"/>
                  <a:pt x="1592442" y="72586"/>
                  <a:pt x="1592442" y="88336"/>
                </a:cubicBezTo>
                <a:cubicBezTo>
                  <a:pt x="1592442" y="101098"/>
                  <a:pt x="1590528" y="111136"/>
                  <a:pt x="1586699" y="118451"/>
                </a:cubicBezTo>
                <a:cubicBezTo>
                  <a:pt x="1582871" y="125766"/>
                  <a:pt x="1577299" y="131446"/>
                  <a:pt x="1569985" y="135493"/>
                </a:cubicBezTo>
                <a:cubicBezTo>
                  <a:pt x="1562670" y="139539"/>
                  <a:pt x="1554686" y="141562"/>
                  <a:pt x="1546033" y="141562"/>
                </a:cubicBezTo>
                <a:cubicBezTo>
                  <a:pt x="1532151" y="141562"/>
                  <a:pt x="1520930" y="137111"/>
                  <a:pt x="1512370" y="128209"/>
                </a:cubicBezTo>
                <a:cubicBezTo>
                  <a:pt x="1503810" y="119307"/>
                  <a:pt x="1499530" y="106483"/>
                  <a:pt x="1499530" y="89737"/>
                </a:cubicBezTo>
                <a:moveTo>
                  <a:pt x="1516805" y="89784"/>
                </a:moveTo>
                <a:cubicBezTo>
                  <a:pt x="1516805" y="102468"/>
                  <a:pt x="1519576" y="111965"/>
                  <a:pt x="1525116" y="118276"/>
                </a:cubicBezTo>
                <a:cubicBezTo>
                  <a:pt x="1530657" y="124587"/>
                  <a:pt x="1537629" y="127742"/>
                  <a:pt x="1546033" y="127742"/>
                </a:cubicBezTo>
                <a:cubicBezTo>
                  <a:pt x="1554375" y="127742"/>
                  <a:pt x="1561316" y="124571"/>
                  <a:pt x="1566856" y="118229"/>
                </a:cubicBezTo>
                <a:cubicBezTo>
                  <a:pt x="1572397" y="111887"/>
                  <a:pt x="1575167" y="102219"/>
                  <a:pt x="1575167" y="89223"/>
                </a:cubicBezTo>
                <a:cubicBezTo>
                  <a:pt x="1575167" y="76975"/>
                  <a:pt x="1572381" y="67696"/>
                  <a:pt x="1566810" y="61385"/>
                </a:cubicBezTo>
                <a:cubicBezTo>
                  <a:pt x="1561238" y="55074"/>
                  <a:pt x="1554312" y="51919"/>
                  <a:pt x="1546033" y="51919"/>
                </a:cubicBezTo>
                <a:cubicBezTo>
                  <a:pt x="1537629" y="51919"/>
                  <a:pt x="1530657" y="55058"/>
                  <a:pt x="1525116" y="61338"/>
                </a:cubicBezTo>
                <a:cubicBezTo>
                  <a:pt x="1519576" y="67618"/>
                  <a:pt x="1516805" y="77100"/>
                  <a:pt x="1516805" y="89784"/>
                </a:cubicBezTo>
                <a:close/>
                <a:moveTo>
                  <a:pt x="1605393" y="109627"/>
                </a:moveTo>
                <a:lnTo>
                  <a:pt x="1622014" y="107012"/>
                </a:lnTo>
                <a:cubicBezTo>
                  <a:pt x="1622948" y="113702"/>
                  <a:pt x="1625547" y="118830"/>
                  <a:pt x="1629811" y="122396"/>
                </a:cubicBezTo>
                <a:cubicBezTo>
                  <a:pt x="1634075" y="125960"/>
                  <a:pt x="1640036" y="127742"/>
                  <a:pt x="1647693" y="127742"/>
                </a:cubicBezTo>
                <a:cubicBezTo>
                  <a:pt x="1655413" y="127742"/>
                  <a:pt x="1661140" y="126170"/>
                  <a:pt x="1664875" y="123027"/>
                </a:cubicBezTo>
                <a:cubicBezTo>
                  <a:pt x="1668610" y="119883"/>
                  <a:pt x="1670478" y="116194"/>
                  <a:pt x="1670478" y="111961"/>
                </a:cubicBezTo>
                <a:cubicBezTo>
                  <a:pt x="1670478" y="108164"/>
                  <a:pt x="1668828" y="105176"/>
                  <a:pt x="1665529" y="102997"/>
                </a:cubicBezTo>
                <a:cubicBezTo>
                  <a:pt x="1663225" y="101503"/>
                  <a:pt x="1657498" y="99604"/>
                  <a:pt x="1648347" y="97301"/>
                </a:cubicBezTo>
                <a:cubicBezTo>
                  <a:pt x="1636021" y="94188"/>
                  <a:pt x="1627477" y="91496"/>
                  <a:pt x="1622714" y="89223"/>
                </a:cubicBezTo>
                <a:cubicBezTo>
                  <a:pt x="1617952" y="86951"/>
                  <a:pt x="1614341" y="83807"/>
                  <a:pt x="1611882" y="79792"/>
                </a:cubicBezTo>
                <a:cubicBezTo>
                  <a:pt x="1609423" y="75777"/>
                  <a:pt x="1608194" y="71341"/>
                  <a:pt x="1608194" y="66486"/>
                </a:cubicBezTo>
                <a:cubicBezTo>
                  <a:pt x="1608194" y="62066"/>
                  <a:pt x="1609206" y="57973"/>
                  <a:pt x="1611229" y="54206"/>
                </a:cubicBezTo>
                <a:cubicBezTo>
                  <a:pt x="1613252" y="50440"/>
                  <a:pt x="1616007" y="47312"/>
                  <a:pt x="1619493" y="44822"/>
                </a:cubicBezTo>
                <a:cubicBezTo>
                  <a:pt x="1622107" y="42892"/>
                  <a:pt x="1625671" y="41258"/>
                  <a:pt x="1630185" y="39919"/>
                </a:cubicBezTo>
                <a:cubicBezTo>
                  <a:pt x="1634698" y="38581"/>
                  <a:pt x="1639538" y="37912"/>
                  <a:pt x="1644705" y="37912"/>
                </a:cubicBezTo>
                <a:cubicBezTo>
                  <a:pt x="1652487" y="37912"/>
                  <a:pt x="1659319" y="39032"/>
                  <a:pt x="1665202" y="41273"/>
                </a:cubicBezTo>
                <a:cubicBezTo>
                  <a:pt x="1671085" y="43515"/>
                  <a:pt x="1675427" y="46549"/>
                  <a:pt x="1678228" y="50378"/>
                </a:cubicBezTo>
                <a:cubicBezTo>
                  <a:pt x="1681029" y="54206"/>
                  <a:pt x="1682959" y="59327"/>
                  <a:pt x="1684018" y="65739"/>
                </a:cubicBezTo>
                <a:lnTo>
                  <a:pt x="1667583" y="67980"/>
                </a:lnTo>
                <a:cubicBezTo>
                  <a:pt x="1666836" y="62875"/>
                  <a:pt x="1664673" y="58891"/>
                  <a:pt x="1661093" y="56027"/>
                </a:cubicBezTo>
                <a:cubicBezTo>
                  <a:pt x="1657514" y="53164"/>
                  <a:pt x="1652456" y="51732"/>
                  <a:pt x="1645919" y="51732"/>
                </a:cubicBezTo>
                <a:cubicBezTo>
                  <a:pt x="1638200" y="51732"/>
                  <a:pt x="1632690" y="53008"/>
                  <a:pt x="1629391" y="55560"/>
                </a:cubicBezTo>
                <a:cubicBezTo>
                  <a:pt x="1626092" y="58113"/>
                  <a:pt x="1624442" y="61101"/>
                  <a:pt x="1624442" y="64525"/>
                </a:cubicBezTo>
                <a:cubicBezTo>
                  <a:pt x="1624442" y="66704"/>
                  <a:pt x="1625127" y="68665"/>
                  <a:pt x="1626496" y="70408"/>
                </a:cubicBezTo>
                <a:cubicBezTo>
                  <a:pt x="1627866" y="72213"/>
                  <a:pt x="1630014" y="73707"/>
                  <a:pt x="1632939" y="74890"/>
                </a:cubicBezTo>
                <a:cubicBezTo>
                  <a:pt x="1634620" y="75512"/>
                  <a:pt x="1639569" y="76944"/>
                  <a:pt x="1647787" y="79185"/>
                </a:cubicBezTo>
                <a:cubicBezTo>
                  <a:pt x="1659677" y="82360"/>
                  <a:pt x="1667972" y="84959"/>
                  <a:pt x="1672672" y="86982"/>
                </a:cubicBezTo>
                <a:cubicBezTo>
                  <a:pt x="1677372" y="89006"/>
                  <a:pt x="1681061" y="91947"/>
                  <a:pt x="1683737" y="95807"/>
                </a:cubicBezTo>
                <a:cubicBezTo>
                  <a:pt x="1686414" y="99666"/>
                  <a:pt x="1687753" y="104460"/>
                  <a:pt x="1687753" y="110187"/>
                </a:cubicBezTo>
                <a:cubicBezTo>
                  <a:pt x="1687753" y="115790"/>
                  <a:pt x="1686119" y="121066"/>
                  <a:pt x="1682850" y="126015"/>
                </a:cubicBezTo>
                <a:cubicBezTo>
                  <a:pt x="1679582" y="130964"/>
                  <a:pt x="1674866" y="134792"/>
                  <a:pt x="1668703" y="137500"/>
                </a:cubicBezTo>
                <a:cubicBezTo>
                  <a:pt x="1662540" y="140208"/>
                  <a:pt x="1655568" y="141562"/>
                  <a:pt x="1647787" y="141562"/>
                </a:cubicBezTo>
                <a:cubicBezTo>
                  <a:pt x="1634900" y="141562"/>
                  <a:pt x="1625080" y="138878"/>
                  <a:pt x="1618326" y="133508"/>
                </a:cubicBezTo>
                <a:cubicBezTo>
                  <a:pt x="1611571" y="128139"/>
                  <a:pt x="1607260" y="120178"/>
                  <a:pt x="1605393" y="109627"/>
                </a:cubicBezTo>
                <a:close/>
                <a:moveTo>
                  <a:pt x="1701013" y="109627"/>
                </a:moveTo>
                <a:lnTo>
                  <a:pt x="1717634" y="107012"/>
                </a:lnTo>
                <a:cubicBezTo>
                  <a:pt x="1718568" y="113702"/>
                  <a:pt x="1721167" y="118830"/>
                  <a:pt x="1725431" y="122396"/>
                </a:cubicBezTo>
                <a:cubicBezTo>
                  <a:pt x="1729695" y="125960"/>
                  <a:pt x="1735656" y="127742"/>
                  <a:pt x="1743313" y="127742"/>
                </a:cubicBezTo>
                <a:cubicBezTo>
                  <a:pt x="1751032" y="127742"/>
                  <a:pt x="1756760" y="126170"/>
                  <a:pt x="1760495" y="123027"/>
                </a:cubicBezTo>
                <a:cubicBezTo>
                  <a:pt x="1764230" y="119883"/>
                  <a:pt x="1766098" y="116194"/>
                  <a:pt x="1766098" y="111961"/>
                </a:cubicBezTo>
                <a:cubicBezTo>
                  <a:pt x="1766098" y="108164"/>
                  <a:pt x="1764448" y="105176"/>
                  <a:pt x="1761149" y="102997"/>
                </a:cubicBezTo>
                <a:cubicBezTo>
                  <a:pt x="1758845" y="101503"/>
                  <a:pt x="1753118" y="99604"/>
                  <a:pt x="1743967" y="97301"/>
                </a:cubicBezTo>
                <a:cubicBezTo>
                  <a:pt x="1731641" y="94188"/>
                  <a:pt x="1723097" y="91496"/>
                  <a:pt x="1718334" y="89223"/>
                </a:cubicBezTo>
                <a:cubicBezTo>
                  <a:pt x="1713572" y="86951"/>
                  <a:pt x="1709961" y="83807"/>
                  <a:pt x="1707502" y="79792"/>
                </a:cubicBezTo>
                <a:cubicBezTo>
                  <a:pt x="1705043" y="75777"/>
                  <a:pt x="1703814" y="71341"/>
                  <a:pt x="1703814" y="66486"/>
                </a:cubicBezTo>
                <a:cubicBezTo>
                  <a:pt x="1703814" y="62066"/>
                  <a:pt x="1704826" y="57973"/>
                  <a:pt x="1706849" y="54206"/>
                </a:cubicBezTo>
                <a:cubicBezTo>
                  <a:pt x="1708872" y="50440"/>
                  <a:pt x="1711627" y="47312"/>
                  <a:pt x="1715113" y="44822"/>
                </a:cubicBezTo>
                <a:cubicBezTo>
                  <a:pt x="1717727" y="42892"/>
                  <a:pt x="1721291" y="41258"/>
                  <a:pt x="1725805" y="39919"/>
                </a:cubicBezTo>
                <a:cubicBezTo>
                  <a:pt x="1730318" y="38581"/>
                  <a:pt x="1735158" y="37912"/>
                  <a:pt x="1740325" y="37912"/>
                </a:cubicBezTo>
                <a:cubicBezTo>
                  <a:pt x="1748107" y="37912"/>
                  <a:pt x="1754939" y="39032"/>
                  <a:pt x="1760822" y="41273"/>
                </a:cubicBezTo>
                <a:cubicBezTo>
                  <a:pt x="1766705" y="43515"/>
                  <a:pt x="1771047" y="46549"/>
                  <a:pt x="1773848" y="50378"/>
                </a:cubicBezTo>
                <a:cubicBezTo>
                  <a:pt x="1776649" y="54206"/>
                  <a:pt x="1778579" y="59327"/>
                  <a:pt x="1779638" y="65739"/>
                </a:cubicBezTo>
                <a:lnTo>
                  <a:pt x="1763203" y="67980"/>
                </a:lnTo>
                <a:cubicBezTo>
                  <a:pt x="1762456" y="62875"/>
                  <a:pt x="1760293" y="58891"/>
                  <a:pt x="1756713" y="56027"/>
                </a:cubicBezTo>
                <a:cubicBezTo>
                  <a:pt x="1753133" y="53164"/>
                  <a:pt x="1748075" y="51732"/>
                  <a:pt x="1741539" y="51732"/>
                </a:cubicBezTo>
                <a:cubicBezTo>
                  <a:pt x="1733820" y="51732"/>
                  <a:pt x="1728310" y="53008"/>
                  <a:pt x="1725011" y="55560"/>
                </a:cubicBezTo>
                <a:cubicBezTo>
                  <a:pt x="1721712" y="58113"/>
                  <a:pt x="1720062" y="61101"/>
                  <a:pt x="1720062" y="64525"/>
                </a:cubicBezTo>
                <a:cubicBezTo>
                  <a:pt x="1720062" y="66704"/>
                  <a:pt x="1720747" y="68665"/>
                  <a:pt x="1722116" y="70408"/>
                </a:cubicBezTo>
                <a:cubicBezTo>
                  <a:pt x="1723486" y="72213"/>
                  <a:pt x="1725633" y="73707"/>
                  <a:pt x="1728559" y="74890"/>
                </a:cubicBezTo>
                <a:cubicBezTo>
                  <a:pt x="1730240" y="75512"/>
                  <a:pt x="1735189" y="76944"/>
                  <a:pt x="1743407" y="79185"/>
                </a:cubicBezTo>
                <a:cubicBezTo>
                  <a:pt x="1755297" y="82360"/>
                  <a:pt x="1763592" y="84959"/>
                  <a:pt x="1768292" y="86982"/>
                </a:cubicBezTo>
                <a:cubicBezTo>
                  <a:pt x="1772992" y="89006"/>
                  <a:pt x="1776681" y="91947"/>
                  <a:pt x="1779357" y="95807"/>
                </a:cubicBezTo>
                <a:cubicBezTo>
                  <a:pt x="1782034" y="99666"/>
                  <a:pt x="1783373" y="104460"/>
                  <a:pt x="1783373" y="110187"/>
                </a:cubicBezTo>
                <a:cubicBezTo>
                  <a:pt x="1783373" y="115790"/>
                  <a:pt x="1781739" y="121066"/>
                  <a:pt x="1778470" y="126015"/>
                </a:cubicBezTo>
                <a:cubicBezTo>
                  <a:pt x="1775202" y="130964"/>
                  <a:pt x="1770486" y="134792"/>
                  <a:pt x="1764323" y="137500"/>
                </a:cubicBezTo>
                <a:cubicBezTo>
                  <a:pt x="1758160" y="140208"/>
                  <a:pt x="1751188" y="141562"/>
                  <a:pt x="1743407" y="141562"/>
                </a:cubicBezTo>
                <a:cubicBezTo>
                  <a:pt x="1730520" y="141562"/>
                  <a:pt x="1720700" y="138878"/>
                  <a:pt x="1713946" y="133508"/>
                </a:cubicBezTo>
                <a:cubicBezTo>
                  <a:pt x="1707191" y="128139"/>
                  <a:pt x="1702880" y="120178"/>
                  <a:pt x="1701013" y="109627"/>
                </a:cubicBezTo>
                <a:close/>
                <a:moveTo>
                  <a:pt x="1832925" y="139321"/>
                </a:moveTo>
                <a:lnTo>
                  <a:pt x="1885497" y="2428"/>
                </a:lnTo>
                <a:lnTo>
                  <a:pt x="1905013" y="2428"/>
                </a:lnTo>
                <a:lnTo>
                  <a:pt x="1961041" y="139321"/>
                </a:lnTo>
                <a:lnTo>
                  <a:pt x="1940404" y="139321"/>
                </a:lnTo>
                <a:lnTo>
                  <a:pt x="1924436" y="97861"/>
                </a:lnTo>
                <a:lnTo>
                  <a:pt x="1867195" y="97861"/>
                </a:lnTo>
                <a:lnTo>
                  <a:pt x="1852161" y="139321"/>
                </a:lnTo>
                <a:lnTo>
                  <a:pt x="1832925" y="139321"/>
                </a:lnTo>
                <a:moveTo>
                  <a:pt x="1872424" y="83107"/>
                </a:moveTo>
                <a:lnTo>
                  <a:pt x="1918833" y="83107"/>
                </a:lnTo>
                <a:lnTo>
                  <a:pt x="1904546" y="45160"/>
                </a:lnTo>
                <a:cubicBezTo>
                  <a:pt x="1900189" y="33661"/>
                  <a:pt x="1896952" y="24148"/>
                  <a:pt x="1894835" y="16621"/>
                </a:cubicBezTo>
                <a:cubicBezTo>
                  <a:pt x="1893092" y="25514"/>
                  <a:pt x="1890633" y="34291"/>
                  <a:pt x="1887458" y="42954"/>
                </a:cubicBezTo>
                <a:lnTo>
                  <a:pt x="1872424" y="83107"/>
                </a:lnTo>
                <a:close/>
                <a:moveTo>
                  <a:pt x="2009875" y="124287"/>
                </a:moveTo>
                <a:lnTo>
                  <a:pt x="2012302" y="139134"/>
                </a:lnTo>
                <a:cubicBezTo>
                  <a:pt x="2007571" y="140130"/>
                  <a:pt x="2003338" y="140628"/>
                  <a:pt x="1999603" y="140628"/>
                </a:cubicBezTo>
                <a:cubicBezTo>
                  <a:pt x="1993502" y="140628"/>
                  <a:pt x="1988771" y="139664"/>
                  <a:pt x="1985409" y="137734"/>
                </a:cubicBezTo>
                <a:cubicBezTo>
                  <a:pt x="1982048" y="135804"/>
                  <a:pt x="1979682" y="133267"/>
                  <a:pt x="1978313" y="130123"/>
                </a:cubicBezTo>
                <a:cubicBezTo>
                  <a:pt x="1976943" y="126980"/>
                  <a:pt x="1976258" y="120365"/>
                  <a:pt x="1976258" y="110280"/>
                </a:cubicBezTo>
                <a:lnTo>
                  <a:pt x="1976258" y="53226"/>
                </a:lnTo>
                <a:lnTo>
                  <a:pt x="1963932" y="53226"/>
                </a:lnTo>
                <a:lnTo>
                  <a:pt x="1963932" y="40153"/>
                </a:lnTo>
                <a:lnTo>
                  <a:pt x="1976258" y="40153"/>
                </a:lnTo>
                <a:lnTo>
                  <a:pt x="1976258" y="15594"/>
                </a:lnTo>
                <a:lnTo>
                  <a:pt x="1992973" y="5509"/>
                </a:lnTo>
                <a:lnTo>
                  <a:pt x="1992973" y="40153"/>
                </a:lnTo>
                <a:lnTo>
                  <a:pt x="2009875" y="40153"/>
                </a:lnTo>
                <a:lnTo>
                  <a:pt x="2009875" y="53226"/>
                </a:lnTo>
                <a:lnTo>
                  <a:pt x="1992973" y="53226"/>
                </a:lnTo>
                <a:lnTo>
                  <a:pt x="1992973" y="111214"/>
                </a:lnTo>
                <a:cubicBezTo>
                  <a:pt x="1992973" y="116008"/>
                  <a:pt x="1993269" y="119089"/>
                  <a:pt x="1993860" y="120459"/>
                </a:cubicBezTo>
                <a:cubicBezTo>
                  <a:pt x="1994452" y="121828"/>
                  <a:pt x="1995416" y="122918"/>
                  <a:pt x="1996755" y="123727"/>
                </a:cubicBezTo>
                <a:cubicBezTo>
                  <a:pt x="1998093" y="124536"/>
                  <a:pt x="2000008" y="124941"/>
                  <a:pt x="2002498" y="124941"/>
                </a:cubicBezTo>
                <a:cubicBezTo>
                  <a:pt x="2004365" y="124941"/>
                  <a:pt x="2006824" y="124723"/>
                  <a:pt x="2009875" y="124287"/>
                </a:cubicBezTo>
                <a:close/>
                <a:moveTo>
                  <a:pt x="2062848" y="124287"/>
                </a:moveTo>
                <a:lnTo>
                  <a:pt x="2065276" y="139134"/>
                </a:lnTo>
                <a:cubicBezTo>
                  <a:pt x="2060545" y="140130"/>
                  <a:pt x="2056312" y="140628"/>
                  <a:pt x="2052576" y="140628"/>
                </a:cubicBezTo>
                <a:cubicBezTo>
                  <a:pt x="2046476" y="140628"/>
                  <a:pt x="2041744" y="139664"/>
                  <a:pt x="2038383" y="137734"/>
                </a:cubicBezTo>
                <a:cubicBezTo>
                  <a:pt x="2035021" y="135804"/>
                  <a:pt x="2032656" y="133267"/>
                  <a:pt x="2031286" y="130123"/>
                </a:cubicBezTo>
                <a:cubicBezTo>
                  <a:pt x="2029917" y="126980"/>
                  <a:pt x="2029232" y="120365"/>
                  <a:pt x="2029232" y="110280"/>
                </a:cubicBezTo>
                <a:lnTo>
                  <a:pt x="2029232" y="53226"/>
                </a:lnTo>
                <a:lnTo>
                  <a:pt x="2016906" y="53226"/>
                </a:lnTo>
                <a:lnTo>
                  <a:pt x="2016906" y="40153"/>
                </a:lnTo>
                <a:lnTo>
                  <a:pt x="2029232" y="40153"/>
                </a:lnTo>
                <a:lnTo>
                  <a:pt x="2029232" y="15594"/>
                </a:lnTo>
                <a:lnTo>
                  <a:pt x="2045947" y="5509"/>
                </a:lnTo>
                <a:lnTo>
                  <a:pt x="2045947" y="40153"/>
                </a:lnTo>
                <a:lnTo>
                  <a:pt x="2062848" y="40153"/>
                </a:lnTo>
                <a:lnTo>
                  <a:pt x="2062848" y="53226"/>
                </a:lnTo>
                <a:lnTo>
                  <a:pt x="2045947" y="53226"/>
                </a:lnTo>
                <a:lnTo>
                  <a:pt x="2045947" y="111214"/>
                </a:lnTo>
                <a:cubicBezTo>
                  <a:pt x="2045947" y="116008"/>
                  <a:pt x="2046242" y="119089"/>
                  <a:pt x="2046834" y="120459"/>
                </a:cubicBezTo>
                <a:cubicBezTo>
                  <a:pt x="2047425" y="121828"/>
                  <a:pt x="2048390" y="122918"/>
                  <a:pt x="2049728" y="123727"/>
                </a:cubicBezTo>
                <a:cubicBezTo>
                  <a:pt x="2051067" y="124536"/>
                  <a:pt x="2052981" y="124941"/>
                  <a:pt x="2055471" y="124941"/>
                </a:cubicBezTo>
                <a:cubicBezTo>
                  <a:pt x="2057339" y="124941"/>
                  <a:pt x="2059798" y="124723"/>
                  <a:pt x="2062848" y="124287"/>
                </a:cubicBezTo>
                <a:close/>
                <a:moveTo>
                  <a:pt x="2147010" y="107199"/>
                </a:moveTo>
                <a:lnTo>
                  <a:pt x="2164379" y="109440"/>
                </a:lnTo>
                <a:cubicBezTo>
                  <a:pt x="2161639" y="119616"/>
                  <a:pt x="2156566" y="127515"/>
                  <a:pt x="2149158" y="133135"/>
                </a:cubicBezTo>
                <a:cubicBezTo>
                  <a:pt x="2141750" y="138753"/>
                  <a:pt x="2132287" y="141562"/>
                  <a:pt x="2120771" y="141562"/>
                </a:cubicBezTo>
                <a:cubicBezTo>
                  <a:pt x="2106266" y="141562"/>
                  <a:pt x="2094765" y="137096"/>
                  <a:pt x="2086267" y="128162"/>
                </a:cubicBezTo>
                <a:cubicBezTo>
                  <a:pt x="2077770" y="119229"/>
                  <a:pt x="2073521" y="106701"/>
                  <a:pt x="2073521" y="90577"/>
                </a:cubicBezTo>
                <a:cubicBezTo>
                  <a:pt x="2073521" y="73894"/>
                  <a:pt x="2077816" y="60945"/>
                  <a:pt x="2086407" y="51732"/>
                </a:cubicBezTo>
                <a:cubicBezTo>
                  <a:pt x="2094998" y="42518"/>
                  <a:pt x="2106141" y="37912"/>
                  <a:pt x="2119837" y="37912"/>
                </a:cubicBezTo>
                <a:cubicBezTo>
                  <a:pt x="2133097" y="37912"/>
                  <a:pt x="2143929" y="42418"/>
                  <a:pt x="2152333" y="51431"/>
                </a:cubicBezTo>
                <a:cubicBezTo>
                  <a:pt x="2160737" y="60442"/>
                  <a:pt x="2164939" y="73120"/>
                  <a:pt x="2164939" y="89466"/>
                </a:cubicBezTo>
                <a:cubicBezTo>
                  <a:pt x="2164939" y="90460"/>
                  <a:pt x="2164908" y="91951"/>
                  <a:pt x="2164845" y="93939"/>
                </a:cubicBezTo>
                <a:lnTo>
                  <a:pt x="2090889" y="93939"/>
                </a:lnTo>
                <a:cubicBezTo>
                  <a:pt x="2091512" y="104864"/>
                  <a:pt x="2094593" y="113230"/>
                  <a:pt x="2100134" y="119035"/>
                </a:cubicBezTo>
                <a:cubicBezTo>
                  <a:pt x="2105674" y="124840"/>
                  <a:pt x="2112584" y="127742"/>
                  <a:pt x="2120864" y="127742"/>
                </a:cubicBezTo>
                <a:cubicBezTo>
                  <a:pt x="2127027" y="127742"/>
                  <a:pt x="2132287" y="126109"/>
                  <a:pt x="2136645" y="122843"/>
                </a:cubicBezTo>
                <a:cubicBezTo>
                  <a:pt x="2141003" y="119574"/>
                  <a:pt x="2144458" y="114360"/>
                  <a:pt x="2147010" y="107199"/>
                </a:cubicBezTo>
                <a:moveTo>
                  <a:pt x="2091823" y="80119"/>
                </a:moveTo>
                <a:lnTo>
                  <a:pt x="2147197" y="80119"/>
                </a:lnTo>
                <a:cubicBezTo>
                  <a:pt x="2146450" y="71804"/>
                  <a:pt x="2144333" y="65568"/>
                  <a:pt x="2140847" y="61411"/>
                </a:cubicBezTo>
                <a:cubicBezTo>
                  <a:pt x="2135493" y="54958"/>
                  <a:pt x="2128552" y="51732"/>
                  <a:pt x="2120024" y="51732"/>
                </a:cubicBezTo>
                <a:cubicBezTo>
                  <a:pt x="2112304" y="51732"/>
                  <a:pt x="2105814" y="54308"/>
                  <a:pt x="2100554" y="59459"/>
                </a:cubicBezTo>
                <a:cubicBezTo>
                  <a:pt x="2095294" y="64608"/>
                  <a:pt x="2092384" y="71495"/>
                  <a:pt x="2091823" y="80119"/>
                </a:cubicBezTo>
                <a:close/>
                <a:moveTo>
                  <a:pt x="2185453" y="139321"/>
                </a:moveTo>
                <a:lnTo>
                  <a:pt x="2185453" y="40153"/>
                </a:lnTo>
                <a:lnTo>
                  <a:pt x="2200580" y="40153"/>
                </a:lnTo>
                <a:lnTo>
                  <a:pt x="2200580" y="54253"/>
                </a:lnTo>
                <a:cubicBezTo>
                  <a:pt x="2207864" y="43359"/>
                  <a:pt x="2218385" y="37912"/>
                  <a:pt x="2232142" y="37912"/>
                </a:cubicBezTo>
                <a:cubicBezTo>
                  <a:pt x="2238119" y="37912"/>
                  <a:pt x="2243612" y="38986"/>
                  <a:pt x="2248624" y="41133"/>
                </a:cubicBezTo>
                <a:cubicBezTo>
                  <a:pt x="2253635" y="43281"/>
                  <a:pt x="2257386" y="46098"/>
                  <a:pt x="2259876" y="49584"/>
                </a:cubicBezTo>
                <a:cubicBezTo>
                  <a:pt x="2262366" y="53070"/>
                  <a:pt x="2264109" y="57210"/>
                  <a:pt x="2265105" y="62004"/>
                </a:cubicBezTo>
                <a:cubicBezTo>
                  <a:pt x="2265728" y="65116"/>
                  <a:pt x="2266039" y="70563"/>
                  <a:pt x="2266039" y="78345"/>
                </a:cubicBezTo>
                <a:lnTo>
                  <a:pt x="2266039" y="139321"/>
                </a:lnTo>
                <a:lnTo>
                  <a:pt x="2249231" y="139321"/>
                </a:lnTo>
                <a:lnTo>
                  <a:pt x="2249231" y="78998"/>
                </a:lnTo>
                <a:cubicBezTo>
                  <a:pt x="2249231" y="72151"/>
                  <a:pt x="2248577" y="67030"/>
                  <a:pt x="2247270" y="63638"/>
                </a:cubicBezTo>
                <a:cubicBezTo>
                  <a:pt x="2245962" y="60245"/>
                  <a:pt x="2243644" y="57537"/>
                  <a:pt x="2240313" y="55514"/>
                </a:cubicBezTo>
                <a:cubicBezTo>
                  <a:pt x="2236983" y="53490"/>
                  <a:pt x="2233076" y="52479"/>
                  <a:pt x="2228594" y="52479"/>
                </a:cubicBezTo>
                <a:cubicBezTo>
                  <a:pt x="2221435" y="52479"/>
                  <a:pt x="2215256" y="54751"/>
                  <a:pt x="2210058" y="59296"/>
                </a:cubicBezTo>
                <a:cubicBezTo>
                  <a:pt x="2204860" y="63840"/>
                  <a:pt x="2202261" y="72462"/>
                  <a:pt x="2202261" y="85161"/>
                </a:cubicBezTo>
                <a:lnTo>
                  <a:pt x="2202261" y="139321"/>
                </a:lnTo>
                <a:lnTo>
                  <a:pt x="2185453" y="139321"/>
                </a:lnTo>
                <a:close/>
                <a:moveTo>
                  <a:pt x="2328480" y="124287"/>
                </a:moveTo>
                <a:lnTo>
                  <a:pt x="2330908" y="139134"/>
                </a:lnTo>
                <a:cubicBezTo>
                  <a:pt x="2326177" y="140130"/>
                  <a:pt x="2321944" y="140628"/>
                  <a:pt x="2318208" y="140628"/>
                </a:cubicBezTo>
                <a:cubicBezTo>
                  <a:pt x="2312108" y="140628"/>
                  <a:pt x="2307377" y="139664"/>
                  <a:pt x="2304015" y="137734"/>
                </a:cubicBezTo>
                <a:cubicBezTo>
                  <a:pt x="2300653" y="135804"/>
                  <a:pt x="2298288" y="133267"/>
                  <a:pt x="2296918" y="130123"/>
                </a:cubicBezTo>
                <a:cubicBezTo>
                  <a:pt x="2295549" y="126980"/>
                  <a:pt x="2294864" y="120365"/>
                  <a:pt x="2294864" y="110280"/>
                </a:cubicBezTo>
                <a:lnTo>
                  <a:pt x="2294864" y="53226"/>
                </a:lnTo>
                <a:lnTo>
                  <a:pt x="2282538" y="53226"/>
                </a:lnTo>
                <a:lnTo>
                  <a:pt x="2282538" y="40153"/>
                </a:lnTo>
                <a:lnTo>
                  <a:pt x="2294864" y="40153"/>
                </a:lnTo>
                <a:lnTo>
                  <a:pt x="2294864" y="15594"/>
                </a:lnTo>
                <a:lnTo>
                  <a:pt x="2311579" y="5509"/>
                </a:lnTo>
                <a:lnTo>
                  <a:pt x="2311579" y="40153"/>
                </a:lnTo>
                <a:lnTo>
                  <a:pt x="2328480" y="40153"/>
                </a:lnTo>
                <a:lnTo>
                  <a:pt x="2328480" y="53226"/>
                </a:lnTo>
                <a:lnTo>
                  <a:pt x="2311579" y="53226"/>
                </a:lnTo>
                <a:lnTo>
                  <a:pt x="2311579" y="111214"/>
                </a:lnTo>
                <a:cubicBezTo>
                  <a:pt x="2311579" y="116008"/>
                  <a:pt x="2311874" y="119089"/>
                  <a:pt x="2312466" y="120459"/>
                </a:cubicBezTo>
                <a:cubicBezTo>
                  <a:pt x="2313057" y="121828"/>
                  <a:pt x="2314022" y="122918"/>
                  <a:pt x="2315360" y="123727"/>
                </a:cubicBezTo>
                <a:cubicBezTo>
                  <a:pt x="2316699" y="124536"/>
                  <a:pt x="2318613" y="124941"/>
                  <a:pt x="2321103" y="124941"/>
                </a:cubicBezTo>
                <a:cubicBezTo>
                  <a:pt x="2322971" y="124941"/>
                  <a:pt x="2325430" y="124723"/>
                  <a:pt x="2328480" y="124287"/>
                </a:cubicBezTo>
                <a:close/>
                <a:moveTo>
                  <a:pt x="2344849" y="21664"/>
                </a:moveTo>
                <a:lnTo>
                  <a:pt x="2344849" y="2428"/>
                </a:lnTo>
                <a:lnTo>
                  <a:pt x="2361657" y="2428"/>
                </a:lnTo>
                <a:lnTo>
                  <a:pt x="2361657" y="21664"/>
                </a:lnTo>
                <a:lnTo>
                  <a:pt x="2344849" y="21664"/>
                </a:lnTo>
                <a:moveTo>
                  <a:pt x="2344849" y="139321"/>
                </a:moveTo>
                <a:lnTo>
                  <a:pt x="2344849" y="40153"/>
                </a:lnTo>
                <a:lnTo>
                  <a:pt x="2361657" y="40153"/>
                </a:lnTo>
                <a:lnTo>
                  <a:pt x="2361657" y="139321"/>
                </a:lnTo>
                <a:lnTo>
                  <a:pt x="2344849" y="139321"/>
                </a:lnTo>
                <a:close/>
                <a:moveTo>
                  <a:pt x="2380954" y="89737"/>
                </a:moveTo>
                <a:cubicBezTo>
                  <a:pt x="2380954" y="71373"/>
                  <a:pt x="2386059" y="57770"/>
                  <a:pt x="2396269" y="48930"/>
                </a:cubicBezTo>
                <a:cubicBezTo>
                  <a:pt x="2404797" y="41585"/>
                  <a:pt x="2415193" y="37912"/>
                  <a:pt x="2427457" y="37912"/>
                </a:cubicBezTo>
                <a:cubicBezTo>
                  <a:pt x="2441090" y="37912"/>
                  <a:pt x="2452234" y="42378"/>
                  <a:pt x="2460887" y="51312"/>
                </a:cubicBezTo>
                <a:cubicBezTo>
                  <a:pt x="2469540" y="60245"/>
                  <a:pt x="2473866" y="72586"/>
                  <a:pt x="2473866" y="88336"/>
                </a:cubicBezTo>
                <a:cubicBezTo>
                  <a:pt x="2473866" y="101098"/>
                  <a:pt x="2471952" y="111136"/>
                  <a:pt x="2468124" y="118451"/>
                </a:cubicBezTo>
                <a:cubicBezTo>
                  <a:pt x="2464295" y="125766"/>
                  <a:pt x="2458723" y="131446"/>
                  <a:pt x="2451409" y="135493"/>
                </a:cubicBezTo>
                <a:cubicBezTo>
                  <a:pt x="2444094" y="139539"/>
                  <a:pt x="2436110" y="141562"/>
                  <a:pt x="2427457" y="141562"/>
                </a:cubicBezTo>
                <a:cubicBezTo>
                  <a:pt x="2413575" y="141562"/>
                  <a:pt x="2402354" y="137111"/>
                  <a:pt x="2393794" y="128209"/>
                </a:cubicBezTo>
                <a:cubicBezTo>
                  <a:pt x="2385234" y="119307"/>
                  <a:pt x="2380954" y="106483"/>
                  <a:pt x="2380954" y="89737"/>
                </a:cubicBezTo>
                <a:moveTo>
                  <a:pt x="2398229" y="89784"/>
                </a:moveTo>
                <a:cubicBezTo>
                  <a:pt x="2398229" y="102468"/>
                  <a:pt x="2401000" y="111965"/>
                  <a:pt x="2406540" y="118276"/>
                </a:cubicBezTo>
                <a:cubicBezTo>
                  <a:pt x="2412081" y="124587"/>
                  <a:pt x="2419053" y="127742"/>
                  <a:pt x="2427457" y="127742"/>
                </a:cubicBezTo>
                <a:cubicBezTo>
                  <a:pt x="2435799" y="127742"/>
                  <a:pt x="2442740" y="124571"/>
                  <a:pt x="2448281" y="118229"/>
                </a:cubicBezTo>
                <a:cubicBezTo>
                  <a:pt x="2453821" y="111887"/>
                  <a:pt x="2456591" y="102219"/>
                  <a:pt x="2456591" y="89223"/>
                </a:cubicBezTo>
                <a:cubicBezTo>
                  <a:pt x="2456591" y="76975"/>
                  <a:pt x="2453805" y="67696"/>
                  <a:pt x="2448234" y="61385"/>
                </a:cubicBezTo>
                <a:cubicBezTo>
                  <a:pt x="2442662" y="55074"/>
                  <a:pt x="2435737" y="51919"/>
                  <a:pt x="2427457" y="51919"/>
                </a:cubicBezTo>
                <a:cubicBezTo>
                  <a:pt x="2419053" y="51919"/>
                  <a:pt x="2412081" y="55058"/>
                  <a:pt x="2406540" y="61338"/>
                </a:cubicBezTo>
                <a:cubicBezTo>
                  <a:pt x="2401000" y="67618"/>
                  <a:pt x="2398229" y="77100"/>
                  <a:pt x="2398229" y="89784"/>
                </a:cubicBezTo>
                <a:close/>
                <a:moveTo>
                  <a:pt x="2493540" y="139321"/>
                </a:moveTo>
                <a:lnTo>
                  <a:pt x="2493540" y="40153"/>
                </a:lnTo>
                <a:lnTo>
                  <a:pt x="2508667" y="40153"/>
                </a:lnTo>
                <a:lnTo>
                  <a:pt x="2508667" y="54253"/>
                </a:lnTo>
                <a:cubicBezTo>
                  <a:pt x="2515951" y="43359"/>
                  <a:pt x="2526472" y="37912"/>
                  <a:pt x="2540229" y="37912"/>
                </a:cubicBezTo>
                <a:cubicBezTo>
                  <a:pt x="2546206" y="37912"/>
                  <a:pt x="2551700" y="38986"/>
                  <a:pt x="2556711" y="41133"/>
                </a:cubicBezTo>
                <a:cubicBezTo>
                  <a:pt x="2561722" y="43281"/>
                  <a:pt x="2565473" y="46098"/>
                  <a:pt x="2567963" y="49584"/>
                </a:cubicBezTo>
                <a:cubicBezTo>
                  <a:pt x="2570453" y="53070"/>
                  <a:pt x="2572196" y="57210"/>
                  <a:pt x="2573192" y="62004"/>
                </a:cubicBezTo>
                <a:cubicBezTo>
                  <a:pt x="2573815" y="65116"/>
                  <a:pt x="2574126" y="70563"/>
                  <a:pt x="2574126" y="78345"/>
                </a:cubicBezTo>
                <a:lnTo>
                  <a:pt x="2574126" y="139321"/>
                </a:lnTo>
                <a:lnTo>
                  <a:pt x="2557318" y="139321"/>
                </a:lnTo>
                <a:lnTo>
                  <a:pt x="2557318" y="78998"/>
                </a:lnTo>
                <a:cubicBezTo>
                  <a:pt x="2557318" y="72151"/>
                  <a:pt x="2556664" y="67030"/>
                  <a:pt x="2555357" y="63638"/>
                </a:cubicBezTo>
                <a:cubicBezTo>
                  <a:pt x="2554050" y="60245"/>
                  <a:pt x="2551731" y="57537"/>
                  <a:pt x="2548400" y="55514"/>
                </a:cubicBezTo>
                <a:cubicBezTo>
                  <a:pt x="2545070" y="53490"/>
                  <a:pt x="2541163" y="52479"/>
                  <a:pt x="2536681" y="52479"/>
                </a:cubicBezTo>
                <a:cubicBezTo>
                  <a:pt x="2529522" y="52479"/>
                  <a:pt x="2523343" y="54751"/>
                  <a:pt x="2518145" y="59296"/>
                </a:cubicBezTo>
                <a:cubicBezTo>
                  <a:pt x="2512947" y="63840"/>
                  <a:pt x="2510348" y="72462"/>
                  <a:pt x="2510348" y="85161"/>
                </a:cubicBezTo>
                <a:lnTo>
                  <a:pt x="2510348" y="139321"/>
                </a:lnTo>
                <a:lnTo>
                  <a:pt x="2493540" y="139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18E5F-3B40-4271-A7D0-F2B957CE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0" y="1636402"/>
            <a:ext cx="2089081" cy="514992"/>
          </a:xfrm>
          <a:custGeom xmlns:a="http://schemas.openxmlformats.org/drawingml/2006/main">
            <a:pathLst>
              <a:path w="2089081" h="514992">
                <a:moveTo>
                  <a:pt x="0" y="0"/>
                </a:moveTo>
                <a:lnTo>
                  <a:pt x="2089081" y="0"/>
                </a:lnTo>
                <a:lnTo>
                  <a:pt x="2089081" y="514992"/>
                </a:lnTo>
                <a:lnTo>
                  <a:pt x="0" y="514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Key/Vals(PatchMask)">
            <a:extLst xmlns:a="http://schemas.openxmlformats.org/drawingml/2006/main">
              <a:ext uri="{FF2B5EF4-FFF2-40B4-BE49-F238E27FC236}">
                <a16:creationId xmlns:a16="http://schemas.microsoft.com/office/drawing/2014/main" id="{770331C6-2C58-4043-B24E-977F05CA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01" y="1819182"/>
            <a:ext cx="1686927" cy="159698"/>
          </a:xfrm>
          <a:custGeom xmlns:a="http://schemas.openxmlformats.org/drawingml/2006/main">
            <a:pathLst>
              <a:path w="1686927" h="159698">
                <a:moveTo>
                  <a:pt x="0" y="123841"/>
                </a:moveTo>
                <a:lnTo>
                  <a:pt x="0" y="2158"/>
                </a:lnTo>
                <a:lnTo>
                  <a:pt x="16103" y="2158"/>
                </a:lnTo>
                <a:lnTo>
                  <a:pt x="16103" y="62421"/>
                </a:lnTo>
                <a:lnTo>
                  <a:pt x="76529" y="2158"/>
                </a:lnTo>
                <a:lnTo>
                  <a:pt x="98359" y="2158"/>
                </a:lnTo>
                <a:lnTo>
                  <a:pt x="47312" y="51488"/>
                </a:lnTo>
                <a:lnTo>
                  <a:pt x="100600" y="123841"/>
                </a:lnTo>
                <a:lnTo>
                  <a:pt x="79351" y="123841"/>
                </a:lnTo>
                <a:lnTo>
                  <a:pt x="36023" y="62341"/>
                </a:lnTo>
                <a:lnTo>
                  <a:pt x="16103" y="81675"/>
                </a:lnTo>
                <a:lnTo>
                  <a:pt x="16103" y="123841"/>
                </a:lnTo>
                <a:lnTo>
                  <a:pt x="0" y="123841"/>
                </a:lnTo>
                <a:close/>
                <a:moveTo>
                  <a:pt x="172312" y="95288"/>
                </a:moveTo>
                <a:lnTo>
                  <a:pt x="187751" y="97280"/>
                </a:lnTo>
                <a:cubicBezTo>
                  <a:pt x="185316" y="106326"/>
                  <a:pt x="180806" y="113346"/>
                  <a:pt x="174221" y="118342"/>
                </a:cubicBezTo>
                <a:cubicBezTo>
                  <a:pt x="167636" y="123336"/>
                  <a:pt x="159225" y="125833"/>
                  <a:pt x="148988" y="125833"/>
                </a:cubicBezTo>
                <a:cubicBezTo>
                  <a:pt x="136095" y="125833"/>
                  <a:pt x="125872" y="121863"/>
                  <a:pt x="118319" y="113922"/>
                </a:cubicBezTo>
                <a:cubicBezTo>
                  <a:pt x="110765" y="105981"/>
                  <a:pt x="106989" y="94845"/>
                  <a:pt x="106989" y="80513"/>
                </a:cubicBezTo>
                <a:cubicBezTo>
                  <a:pt x="106989" y="65683"/>
                  <a:pt x="110807" y="54174"/>
                  <a:pt x="118443" y="45984"/>
                </a:cubicBezTo>
                <a:cubicBezTo>
                  <a:pt x="126079" y="37794"/>
                  <a:pt x="135985" y="33699"/>
                  <a:pt x="148158" y="33699"/>
                </a:cubicBezTo>
                <a:cubicBezTo>
                  <a:pt x="159945" y="33699"/>
                  <a:pt x="169573" y="37705"/>
                  <a:pt x="177044" y="45717"/>
                </a:cubicBezTo>
                <a:cubicBezTo>
                  <a:pt x="184514" y="53727"/>
                  <a:pt x="188249" y="64996"/>
                  <a:pt x="188249" y="79525"/>
                </a:cubicBezTo>
                <a:cubicBezTo>
                  <a:pt x="188249" y="80409"/>
                  <a:pt x="188221" y="81734"/>
                  <a:pt x="188166" y="83501"/>
                </a:cubicBezTo>
                <a:lnTo>
                  <a:pt x="122427" y="83501"/>
                </a:lnTo>
                <a:cubicBezTo>
                  <a:pt x="122981" y="93213"/>
                  <a:pt x="125720" y="100648"/>
                  <a:pt x="130645" y="105809"/>
                </a:cubicBezTo>
                <a:cubicBezTo>
                  <a:pt x="135569" y="110969"/>
                  <a:pt x="141712" y="113549"/>
                  <a:pt x="149071" y="113549"/>
                </a:cubicBezTo>
                <a:cubicBezTo>
                  <a:pt x="154550" y="113549"/>
                  <a:pt x="159225" y="112097"/>
                  <a:pt x="163099" y="109194"/>
                </a:cubicBezTo>
                <a:cubicBezTo>
                  <a:pt x="166972" y="106288"/>
                  <a:pt x="170044" y="101653"/>
                  <a:pt x="172312" y="95288"/>
                </a:cubicBezTo>
                <a:moveTo>
                  <a:pt x="123257" y="71217"/>
                </a:moveTo>
                <a:lnTo>
                  <a:pt x="172478" y="71217"/>
                </a:lnTo>
                <a:cubicBezTo>
                  <a:pt x="171814" y="63826"/>
                  <a:pt x="169933" y="58283"/>
                  <a:pt x="166834" y="54588"/>
                </a:cubicBezTo>
                <a:cubicBezTo>
                  <a:pt x="162075" y="48852"/>
                  <a:pt x="155905" y="45984"/>
                  <a:pt x="148324" y="45984"/>
                </a:cubicBezTo>
                <a:cubicBezTo>
                  <a:pt x="141463" y="45984"/>
                  <a:pt x="135694" y="48273"/>
                  <a:pt x="131018" y="52852"/>
                </a:cubicBezTo>
                <a:cubicBezTo>
                  <a:pt x="126342" y="57430"/>
                  <a:pt x="123755" y="63551"/>
                  <a:pt x="123257" y="71217"/>
                </a:cubicBezTo>
                <a:close/>
                <a:moveTo>
                  <a:pt x="205820" y="157883"/>
                </a:moveTo>
                <a:lnTo>
                  <a:pt x="204160" y="143928"/>
                </a:lnTo>
                <a:cubicBezTo>
                  <a:pt x="207425" y="144813"/>
                  <a:pt x="210274" y="145256"/>
                  <a:pt x="212709" y="145256"/>
                </a:cubicBezTo>
                <a:cubicBezTo>
                  <a:pt x="216029" y="145256"/>
                  <a:pt x="218685" y="144702"/>
                  <a:pt x="220677" y="143593"/>
                </a:cubicBezTo>
                <a:cubicBezTo>
                  <a:pt x="222669" y="142485"/>
                  <a:pt x="224302" y="140933"/>
                  <a:pt x="225575" y="138937"/>
                </a:cubicBezTo>
                <a:cubicBezTo>
                  <a:pt x="226515" y="137441"/>
                  <a:pt x="228037" y="133729"/>
                  <a:pt x="230140" y="127799"/>
                </a:cubicBezTo>
                <a:cubicBezTo>
                  <a:pt x="230416" y="126967"/>
                  <a:pt x="230859" y="125748"/>
                  <a:pt x="231468" y="124142"/>
                </a:cubicBezTo>
                <a:lnTo>
                  <a:pt x="198017" y="35691"/>
                </a:lnTo>
                <a:lnTo>
                  <a:pt x="214120" y="35691"/>
                </a:lnTo>
                <a:lnTo>
                  <a:pt x="232464" y="86754"/>
                </a:lnTo>
                <a:cubicBezTo>
                  <a:pt x="234843" y="93230"/>
                  <a:pt x="236974" y="100038"/>
                  <a:pt x="238855" y="107178"/>
                </a:cubicBezTo>
                <a:cubicBezTo>
                  <a:pt x="240571" y="100301"/>
                  <a:pt x="242618" y="93599"/>
                  <a:pt x="244997" y="87073"/>
                </a:cubicBezTo>
                <a:lnTo>
                  <a:pt x="263839" y="35691"/>
                </a:lnTo>
                <a:lnTo>
                  <a:pt x="278780" y="35691"/>
                </a:lnTo>
                <a:lnTo>
                  <a:pt x="245246" y="125325"/>
                </a:lnTo>
                <a:cubicBezTo>
                  <a:pt x="241650" y="135034"/>
                  <a:pt x="238855" y="141720"/>
                  <a:pt x="236863" y="145383"/>
                </a:cubicBezTo>
                <a:cubicBezTo>
                  <a:pt x="234207" y="150322"/>
                  <a:pt x="231163" y="153942"/>
                  <a:pt x="227733" y="156243"/>
                </a:cubicBezTo>
                <a:cubicBezTo>
                  <a:pt x="224302" y="158547"/>
                  <a:pt x="220207" y="159698"/>
                  <a:pt x="215448" y="159698"/>
                </a:cubicBezTo>
                <a:cubicBezTo>
                  <a:pt x="212571" y="159698"/>
                  <a:pt x="209361" y="159093"/>
                  <a:pt x="205820" y="157883"/>
                </a:cubicBezTo>
                <a:close/>
                <a:moveTo>
                  <a:pt x="280274" y="125999"/>
                </a:moveTo>
                <a:lnTo>
                  <a:pt x="315550" y="0"/>
                </a:lnTo>
                <a:lnTo>
                  <a:pt x="327503" y="0"/>
                </a:lnTo>
                <a:lnTo>
                  <a:pt x="292309" y="125999"/>
                </a:lnTo>
                <a:lnTo>
                  <a:pt x="280274" y="125999"/>
                </a:lnTo>
                <a:close/>
                <a:moveTo>
                  <a:pt x="375254" y="123841"/>
                </a:moveTo>
                <a:lnTo>
                  <a:pt x="328108" y="2158"/>
                </a:lnTo>
                <a:lnTo>
                  <a:pt x="345539" y="2158"/>
                </a:lnTo>
                <a:lnTo>
                  <a:pt x="377163" y="90557"/>
                </a:lnTo>
                <a:cubicBezTo>
                  <a:pt x="379709" y="97640"/>
                  <a:pt x="381839" y="104280"/>
                  <a:pt x="383555" y="110477"/>
                </a:cubicBezTo>
                <a:cubicBezTo>
                  <a:pt x="385436" y="103837"/>
                  <a:pt x="387622" y="97197"/>
                  <a:pt x="390112" y="90557"/>
                </a:cubicBezTo>
                <a:lnTo>
                  <a:pt x="422981" y="2158"/>
                </a:lnTo>
                <a:lnTo>
                  <a:pt x="439416" y="2158"/>
                </a:lnTo>
                <a:lnTo>
                  <a:pt x="391772" y="123841"/>
                </a:lnTo>
                <a:lnTo>
                  <a:pt x="375254" y="123841"/>
                </a:lnTo>
                <a:close/>
                <a:moveTo>
                  <a:pt x="496723" y="112719"/>
                </a:moveTo>
                <a:cubicBezTo>
                  <a:pt x="491189" y="117514"/>
                  <a:pt x="485863" y="120899"/>
                  <a:pt x="480745" y="122874"/>
                </a:cubicBezTo>
                <a:cubicBezTo>
                  <a:pt x="475626" y="124847"/>
                  <a:pt x="470134" y="125833"/>
                  <a:pt x="464268" y="125833"/>
                </a:cubicBezTo>
                <a:cubicBezTo>
                  <a:pt x="454585" y="125833"/>
                  <a:pt x="447142" y="123468"/>
                  <a:pt x="441940" y="118736"/>
                </a:cubicBezTo>
                <a:cubicBezTo>
                  <a:pt x="436739" y="114005"/>
                  <a:pt x="434138" y="107960"/>
                  <a:pt x="434138" y="100600"/>
                </a:cubicBezTo>
                <a:cubicBezTo>
                  <a:pt x="434138" y="96284"/>
                  <a:pt x="435120" y="92341"/>
                  <a:pt x="437085" y="88772"/>
                </a:cubicBezTo>
                <a:cubicBezTo>
                  <a:pt x="439049" y="85203"/>
                  <a:pt x="441622" y="82339"/>
                  <a:pt x="444804" y="80181"/>
                </a:cubicBezTo>
                <a:cubicBezTo>
                  <a:pt x="447986" y="78023"/>
                  <a:pt x="451569" y="76391"/>
                  <a:pt x="455553" y="75284"/>
                </a:cubicBezTo>
                <a:cubicBezTo>
                  <a:pt x="458486" y="74509"/>
                  <a:pt x="462913" y="73762"/>
                  <a:pt x="468834" y="73043"/>
                </a:cubicBezTo>
                <a:cubicBezTo>
                  <a:pt x="480897" y="71604"/>
                  <a:pt x="489778" y="69889"/>
                  <a:pt x="495478" y="67897"/>
                </a:cubicBezTo>
                <a:cubicBezTo>
                  <a:pt x="495533" y="65858"/>
                  <a:pt x="495561" y="64563"/>
                  <a:pt x="495561" y="64011"/>
                </a:cubicBezTo>
                <a:cubicBezTo>
                  <a:pt x="495561" y="57947"/>
                  <a:pt x="494150" y="53675"/>
                  <a:pt x="491327" y="51195"/>
                </a:cubicBezTo>
                <a:cubicBezTo>
                  <a:pt x="487509" y="47832"/>
                  <a:pt x="481837" y="46150"/>
                  <a:pt x="474312" y="46150"/>
                </a:cubicBezTo>
                <a:cubicBezTo>
                  <a:pt x="467284" y="46150"/>
                  <a:pt x="462096" y="47381"/>
                  <a:pt x="458749" y="49844"/>
                </a:cubicBezTo>
                <a:cubicBezTo>
                  <a:pt x="455401" y="52306"/>
                  <a:pt x="452925" y="56664"/>
                  <a:pt x="451320" y="62917"/>
                </a:cubicBezTo>
                <a:lnTo>
                  <a:pt x="436711" y="60924"/>
                </a:lnTo>
                <a:cubicBezTo>
                  <a:pt x="438039" y="54653"/>
                  <a:pt x="440225" y="49588"/>
                  <a:pt x="443269" y="45730"/>
                </a:cubicBezTo>
                <a:cubicBezTo>
                  <a:pt x="446312" y="41872"/>
                  <a:pt x="450711" y="38903"/>
                  <a:pt x="456466" y="36822"/>
                </a:cubicBezTo>
                <a:cubicBezTo>
                  <a:pt x="462221" y="34740"/>
                  <a:pt x="468889" y="33699"/>
                  <a:pt x="476470" y="33699"/>
                </a:cubicBezTo>
                <a:cubicBezTo>
                  <a:pt x="483995" y="33699"/>
                  <a:pt x="490110" y="34588"/>
                  <a:pt x="494814" y="36366"/>
                </a:cubicBezTo>
                <a:cubicBezTo>
                  <a:pt x="499517" y="38142"/>
                  <a:pt x="502976" y="40377"/>
                  <a:pt x="505189" y="43071"/>
                </a:cubicBezTo>
                <a:cubicBezTo>
                  <a:pt x="507402" y="45763"/>
                  <a:pt x="508952" y="49165"/>
                  <a:pt x="509837" y="53275"/>
                </a:cubicBezTo>
                <a:cubicBezTo>
                  <a:pt x="510335" y="55829"/>
                  <a:pt x="510584" y="60417"/>
                  <a:pt x="510584" y="67038"/>
                </a:cubicBezTo>
                <a:lnTo>
                  <a:pt x="510584" y="86902"/>
                </a:lnTo>
                <a:cubicBezTo>
                  <a:pt x="510584" y="100751"/>
                  <a:pt x="510902" y="109523"/>
                  <a:pt x="511539" y="113217"/>
                </a:cubicBezTo>
                <a:cubicBezTo>
                  <a:pt x="512175" y="116910"/>
                  <a:pt x="513434" y="120452"/>
                  <a:pt x="515315" y="123841"/>
                </a:cubicBezTo>
                <a:lnTo>
                  <a:pt x="499711" y="123841"/>
                </a:lnTo>
                <a:cubicBezTo>
                  <a:pt x="498161" y="120671"/>
                  <a:pt x="497165" y="116964"/>
                  <a:pt x="496723" y="112719"/>
                </a:cubicBezTo>
                <a:moveTo>
                  <a:pt x="495478" y="79683"/>
                </a:moveTo>
                <a:cubicBezTo>
                  <a:pt x="490055" y="81886"/>
                  <a:pt x="481920" y="83759"/>
                  <a:pt x="471075" y="85302"/>
                </a:cubicBezTo>
                <a:cubicBezTo>
                  <a:pt x="464932" y="86182"/>
                  <a:pt x="460589" y="87173"/>
                  <a:pt x="458043" y="88274"/>
                </a:cubicBezTo>
                <a:cubicBezTo>
                  <a:pt x="455498" y="89376"/>
                  <a:pt x="453533" y="90986"/>
                  <a:pt x="452150" y="93106"/>
                </a:cubicBezTo>
                <a:cubicBezTo>
                  <a:pt x="450766" y="95226"/>
                  <a:pt x="450075" y="97581"/>
                  <a:pt x="450075" y="100169"/>
                </a:cubicBezTo>
                <a:cubicBezTo>
                  <a:pt x="450075" y="104135"/>
                  <a:pt x="451583" y="107439"/>
                  <a:pt x="454598" y="110083"/>
                </a:cubicBezTo>
                <a:cubicBezTo>
                  <a:pt x="457614" y="112725"/>
                  <a:pt x="462027" y="114047"/>
                  <a:pt x="467838" y="114047"/>
                </a:cubicBezTo>
                <a:cubicBezTo>
                  <a:pt x="473592" y="114047"/>
                  <a:pt x="478711" y="112792"/>
                  <a:pt x="483193" y="110283"/>
                </a:cubicBezTo>
                <a:cubicBezTo>
                  <a:pt x="487675" y="107772"/>
                  <a:pt x="490968" y="104342"/>
                  <a:pt x="493071" y="99993"/>
                </a:cubicBezTo>
                <a:cubicBezTo>
                  <a:pt x="494675" y="96637"/>
                  <a:pt x="495478" y="91683"/>
                  <a:pt x="495478" y="85133"/>
                </a:cubicBezTo>
                <a:lnTo>
                  <a:pt x="495478" y="79683"/>
                </a:lnTo>
                <a:close/>
                <a:moveTo>
                  <a:pt x="533384" y="123841"/>
                </a:moveTo>
                <a:lnTo>
                  <a:pt x="533384" y="2158"/>
                </a:lnTo>
                <a:lnTo>
                  <a:pt x="548325" y="2158"/>
                </a:lnTo>
                <a:lnTo>
                  <a:pt x="548325" y="123841"/>
                </a:lnTo>
                <a:lnTo>
                  <a:pt x="533384" y="123841"/>
                </a:lnTo>
                <a:close/>
                <a:moveTo>
                  <a:pt x="565478" y="97446"/>
                </a:moveTo>
                <a:lnTo>
                  <a:pt x="580253" y="95122"/>
                </a:lnTo>
                <a:cubicBezTo>
                  <a:pt x="581083" y="101069"/>
                  <a:pt x="583393" y="105627"/>
                  <a:pt x="587183" y="108797"/>
                </a:cubicBezTo>
                <a:cubicBezTo>
                  <a:pt x="590974" y="111965"/>
                  <a:pt x="596272" y="113549"/>
                  <a:pt x="603079" y="113549"/>
                </a:cubicBezTo>
                <a:cubicBezTo>
                  <a:pt x="609940" y="113549"/>
                  <a:pt x="615031" y="112151"/>
                  <a:pt x="618351" y="109357"/>
                </a:cubicBezTo>
                <a:cubicBezTo>
                  <a:pt x="621671" y="106562"/>
                  <a:pt x="623331" y="103284"/>
                  <a:pt x="623331" y="99521"/>
                </a:cubicBezTo>
                <a:cubicBezTo>
                  <a:pt x="623331" y="96146"/>
                  <a:pt x="621865" y="93489"/>
                  <a:pt x="618932" y="91553"/>
                </a:cubicBezTo>
                <a:cubicBezTo>
                  <a:pt x="616885" y="90225"/>
                  <a:pt x="611794" y="88537"/>
                  <a:pt x="603660" y="86490"/>
                </a:cubicBezTo>
                <a:cubicBezTo>
                  <a:pt x="592703" y="83723"/>
                  <a:pt x="585108" y="81329"/>
                  <a:pt x="580875" y="79310"/>
                </a:cubicBezTo>
                <a:cubicBezTo>
                  <a:pt x="576642" y="77290"/>
                  <a:pt x="573432" y="74496"/>
                  <a:pt x="571247" y="70926"/>
                </a:cubicBezTo>
                <a:cubicBezTo>
                  <a:pt x="569061" y="67357"/>
                  <a:pt x="567968" y="63415"/>
                  <a:pt x="567968" y="59098"/>
                </a:cubicBezTo>
                <a:cubicBezTo>
                  <a:pt x="567968" y="55170"/>
                  <a:pt x="568867" y="51531"/>
                  <a:pt x="570666" y="48183"/>
                </a:cubicBezTo>
                <a:cubicBezTo>
                  <a:pt x="572464" y="44836"/>
                  <a:pt x="574913" y="42055"/>
                  <a:pt x="578012" y="39842"/>
                </a:cubicBezTo>
                <a:cubicBezTo>
                  <a:pt x="580336" y="38126"/>
                  <a:pt x="583504" y="36674"/>
                  <a:pt x="587515" y="35484"/>
                </a:cubicBezTo>
                <a:cubicBezTo>
                  <a:pt x="591527" y="34294"/>
                  <a:pt x="595830" y="33699"/>
                  <a:pt x="600422" y="33699"/>
                </a:cubicBezTo>
                <a:cubicBezTo>
                  <a:pt x="607339" y="33699"/>
                  <a:pt x="613412" y="34695"/>
                  <a:pt x="618642" y="36687"/>
                </a:cubicBezTo>
                <a:cubicBezTo>
                  <a:pt x="623871" y="38680"/>
                  <a:pt x="627731" y="41377"/>
                  <a:pt x="630221" y="44780"/>
                </a:cubicBezTo>
                <a:cubicBezTo>
                  <a:pt x="632711" y="48183"/>
                  <a:pt x="634426" y="52735"/>
                  <a:pt x="635367" y="58434"/>
                </a:cubicBezTo>
                <a:lnTo>
                  <a:pt x="620758" y="60426"/>
                </a:lnTo>
                <a:cubicBezTo>
                  <a:pt x="620094" y="55889"/>
                  <a:pt x="618171" y="52347"/>
                  <a:pt x="614990" y="49802"/>
                </a:cubicBezTo>
                <a:cubicBezTo>
                  <a:pt x="611808" y="47257"/>
                  <a:pt x="607312" y="45984"/>
                  <a:pt x="601501" y="45984"/>
                </a:cubicBezTo>
                <a:cubicBezTo>
                  <a:pt x="594640" y="45984"/>
                  <a:pt x="589743" y="47118"/>
                  <a:pt x="586810" y="49387"/>
                </a:cubicBezTo>
                <a:cubicBezTo>
                  <a:pt x="583877" y="51656"/>
                  <a:pt x="582411" y="54312"/>
                  <a:pt x="582411" y="57355"/>
                </a:cubicBezTo>
                <a:cubicBezTo>
                  <a:pt x="582411" y="59292"/>
                  <a:pt x="583019" y="61035"/>
                  <a:pt x="584237" y="62585"/>
                </a:cubicBezTo>
                <a:cubicBezTo>
                  <a:pt x="585454" y="64189"/>
                  <a:pt x="587363" y="65517"/>
                  <a:pt x="589964" y="66569"/>
                </a:cubicBezTo>
                <a:cubicBezTo>
                  <a:pt x="591458" y="67122"/>
                  <a:pt x="595857" y="68395"/>
                  <a:pt x="603162" y="70387"/>
                </a:cubicBezTo>
                <a:cubicBezTo>
                  <a:pt x="613731" y="73209"/>
                  <a:pt x="621104" y="75519"/>
                  <a:pt x="625282" y="77318"/>
                </a:cubicBezTo>
                <a:cubicBezTo>
                  <a:pt x="629460" y="79116"/>
                  <a:pt x="632738" y="81731"/>
                  <a:pt x="635118" y="85161"/>
                </a:cubicBezTo>
                <a:cubicBezTo>
                  <a:pt x="637497" y="88592"/>
                  <a:pt x="638687" y="92853"/>
                  <a:pt x="638687" y="97944"/>
                </a:cubicBezTo>
                <a:cubicBezTo>
                  <a:pt x="638687" y="102924"/>
                  <a:pt x="637234" y="107614"/>
                  <a:pt x="634329" y="112013"/>
                </a:cubicBezTo>
                <a:cubicBezTo>
                  <a:pt x="631424" y="116412"/>
                  <a:pt x="627233" y="119815"/>
                  <a:pt x="621754" y="122222"/>
                </a:cubicBezTo>
                <a:cubicBezTo>
                  <a:pt x="616276" y="124630"/>
                  <a:pt x="610078" y="125833"/>
                  <a:pt x="603162" y="125833"/>
                </a:cubicBezTo>
                <a:cubicBezTo>
                  <a:pt x="591707" y="125833"/>
                  <a:pt x="582978" y="123447"/>
                  <a:pt x="576974" y="118674"/>
                </a:cubicBezTo>
                <a:cubicBezTo>
                  <a:pt x="570970" y="113901"/>
                  <a:pt x="567138" y="106825"/>
                  <a:pt x="565478" y="97446"/>
                </a:cubicBezTo>
                <a:close/>
                <a:moveTo>
                  <a:pt x="732090" y="159698"/>
                </a:moveTo>
                <a:cubicBezTo>
                  <a:pt x="723845" y="149285"/>
                  <a:pt x="716873" y="137099"/>
                  <a:pt x="711173" y="123141"/>
                </a:cubicBezTo>
                <a:cubicBezTo>
                  <a:pt x="705474" y="109181"/>
                  <a:pt x="702624" y="94722"/>
                  <a:pt x="702624" y="79766"/>
                </a:cubicBezTo>
                <a:cubicBezTo>
                  <a:pt x="702624" y="66583"/>
                  <a:pt x="704754" y="53953"/>
                  <a:pt x="709015" y="41878"/>
                </a:cubicBezTo>
                <a:cubicBezTo>
                  <a:pt x="713995" y="27862"/>
                  <a:pt x="721687" y="13903"/>
                  <a:pt x="732090" y="0"/>
                </a:cubicBezTo>
                <a:lnTo>
                  <a:pt x="742798" y="0"/>
                </a:lnTo>
                <a:cubicBezTo>
                  <a:pt x="736102" y="11522"/>
                  <a:pt x="731675" y="19748"/>
                  <a:pt x="729517" y="24678"/>
                </a:cubicBezTo>
                <a:cubicBezTo>
                  <a:pt x="726142" y="32321"/>
                  <a:pt x="723486" y="40297"/>
                  <a:pt x="721549" y="48606"/>
                </a:cubicBezTo>
                <a:cubicBezTo>
                  <a:pt x="719169" y="58966"/>
                  <a:pt x="717980" y="69380"/>
                  <a:pt x="717980" y="79849"/>
                </a:cubicBezTo>
                <a:cubicBezTo>
                  <a:pt x="717980" y="106493"/>
                  <a:pt x="726252" y="133110"/>
                  <a:pt x="742798" y="159698"/>
                </a:cubicBezTo>
                <a:lnTo>
                  <a:pt x="732090" y="159698"/>
                </a:lnTo>
                <a:close/>
                <a:moveTo>
                  <a:pt x="762053" y="123841"/>
                </a:moveTo>
                <a:lnTo>
                  <a:pt x="762053" y="2158"/>
                </a:lnTo>
                <a:lnTo>
                  <a:pt x="807954" y="2158"/>
                </a:lnTo>
                <a:cubicBezTo>
                  <a:pt x="816033" y="2158"/>
                  <a:pt x="822203" y="2545"/>
                  <a:pt x="826464" y="3320"/>
                </a:cubicBezTo>
                <a:cubicBezTo>
                  <a:pt x="832440" y="4316"/>
                  <a:pt x="837448" y="6211"/>
                  <a:pt x="841487" y="9006"/>
                </a:cubicBezTo>
                <a:cubicBezTo>
                  <a:pt x="845527" y="11800"/>
                  <a:pt x="848778" y="15715"/>
                  <a:pt x="851240" y="20751"/>
                </a:cubicBezTo>
                <a:cubicBezTo>
                  <a:pt x="853703" y="25786"/>
                  <a:pt x="854934" y="31320"/>
                  <a:pt x="854934" y="37352"/>
                </a:cubicBezTo>
                <a:cubicBezTo>
                  <a:pt x="854934" y="47699"/>
                  <a:pt x="851642" y="56456"/>
                  <a:pt x="845057" y="63622"/>
                </a:cubicBezTo>
                <a:cubicBezTo>
                  <a:pt x="838472" y="70788"/>
                  <a:pt x="826574" y="74371"/>
                  <a:pt x="809365" y="74371"/>
                </a:cubicBezTo>
                <a:lnTo>
                  <a:pt x="778156" y="74371"/>
                </a:lnTo>
                <a:lnTo>
                  <a:pt x="778156" y="123841"/>
                </a:lnTo>
                <a:lnTo>
                  <a:pt x="762053" y="123841"/>
                </a:lnTo>
                <a:moveTo>
                  <a:pt x="778156" y="59928"/>
                </a:moveTo>
                <a:lnTo>
                  <a:pt x="809614" y="59928"/>
                </a:lnTo>
                <a:cubicBezTo>
                  <a:pt x="820017" y="59928"/>
                  <a:pt x="827405" y="57999"/>
                  <a:pt x="831776" y="54142"/>
                </a:cubicBezTo>
                <a:cubicBezTo>
                  <a:pt x="836148" y="50282"/>
                  <a:pt x="838333" y="44852"/>
                  <a:pt x="838333" y="37852"/>
                </a:cubicBezTo>
                <a:cubicBezTo>
                  <a:pt x="838333" y="32780"/>
                  <a:pt x="837047" y="28439"/>
                  <a:pt x="834474" y="24828"/>
                </a:cubicBezTo>
                <a:cubicBezTo>
                  <a:pt x="831901" y="21218"/>
                  <a:pt x="828511" y="18833"/>
                  <a:pt x="824306" y="17675"/>
                </a:cubicBezTo>
                <a:cubicBezTo>
                  <a:pt x="821594" y="16959"/>
                  <a:pt x="816586" y="16601"/>
                  <a:pt x="809282" y="16601"/>
                </a:cubicBezTo>
                <a:lnTo>
                  <a:pt x="778156" y="16601"/>
                </a:lnTo>
                <a:lnTo>
                  <a:pt x="778156" y="59928"/>
                </a:lnTo>
                <a:close/>
                <a:moveTo>
                  <a:pt x="930879" y="112719"/>
                </a:moveTo>
                <a:cubicBezTo>
                  <a:pt x="925346" y="117514"/>
                  <a:pt x="920020" y="120899"/>
                  <a:pt x="914901" y="122874"/>
                </a:cubicBezTo>
                <a:cubicBezTo>
                  <a:pt x="909783" y="124847"/>
                  <a:pt x="904291" y="125833"/>
                  <a:pt x="898425" y="125833"/>
                </a:cubicBezTo>
                <a:cubicBezTo>
                  <a:pt x="888741" y="125833"/>
                  <a:pt x="881299" y="123468"/>
                  <a:pt x="876097" y="118736"/>
                </a:cubicBezTo>
                <a:cubicBezTo>
                  <a:pt x="870896" y="114005"/>
                  <a:pt x="868295" y="107960"/>
                  <a:pt x="868295" y="100600"/>
                </a:cubicBezTo>
                <a:cubicBezTo>
                  <a:pt x="868295" y="96284"/>
                  <a:pt x="869277" y="92341"/>
                  <a:pt x="871241" y="88772"/>
                </a:cubicBezTo>
                <a:cubicBezTo>
                  <a:pt x="873206" y="85203"/>
                  <a:pt x="875779" y="82339"/>
                  <a:pt x="878961" y="80181"/>
                </a:cubicBezTo>
                <a:cubicBezTo>
                  <a:pt x="882143" y="78023"/>
                  <a:pt x="885726" y="76391"/>
                  <a:pt x="889710" y="75284"/>
                </a:cubicBezTo>
                <a:cubicBezTo>
                  <a:pt x="892642" y="74509"/>
                  <a:pt x="897069" y="73762"/>
                  <a:pt x="902990" y="73043"/>
                </a:cubicBezTo>
                <a:cubicBezTo>
                  <a:pt x="915053" y="71604"/>
                  <a:pt x="923935" y="69889"/>
                  <a:pt x="929634" y="67897"/>
                </a:cubicBezTo>
                <a:cubicBezTo>
                  <a:pt x="929690" y="65858"/>
                  <a:pt x="929717" y="64563"/>
                  <a:pt x="929717" y="64011"/>
                </a:cubicBezTo>
                <a:cubicBezTo>
                  <a:pt x="929717" y="57947"/>
                  <a:pt x="928306" y="53675"/>
                  <a:pt x="925484" y="51195"/>
                </a:cubicBezTo>
                <a:cubicBezTo>
                  <a:pt x="921666" y="47832"/>
                  <a:pt x="915994" y="46150"/>
                  <a:pt x="908468" y="46150"/>
                </a:cubicBezTo>
                <a:cubicBezTo>
                  <a:pt x="901441" y="46150"/>
                  <a:pt x="896253" y="47381"/>
                  <a:pt x="892905" y="49844"/>
                </a:cubicBezTo>
                <a:cubicBezTo>
                  <a:pt x="889557" y="52306"/>
                  <a:pt x="887081" y="56664"/>
                  <a:pt x="885476" y="62917"/>
                </a:cubicBezTo>
                <a:lnTo>
                  <a:pt x="870868" y="60924"/>
                </a:lnTo>
                <a:cubicBezTo>
                  <a:pt x="872196" y="54653"/>
                  <a:pt x="874382" y="49588"/>
                  <a:pt x="877425" y="45730"/>
                </a:cubicBezTo>
                <a:cubicBezTo>
                  <a:pt x="880469" y="41872"/>
                  <a:pt x="884868" y="38903"/>
                  <a:pt x="890623" y="36822"/>
                </a:cubicBezTo>
                <a:cubicBezTo>
                  <a:pt x="896378" y="34740"/>
                  <a:pt x="903046" y="33699"/>
                  <a:pt x="910627" y="33699"/>
                </a:cubicBezTo>
                <a:cubicBezTo>
                  <a:pt x="918152" y="33699"/>
                  <a:pt x="924267" y="34588"/>
                  <a:pt x="928970" y="36366"/>
                </a:cubicBezTo>
                <a:cubicBezTo>
                  <a:pt x="933674" y="38142"/>
                  <a:pt x="937132" y="40377"/>
                  <a:pt x="939346" y="43071"/>
                </a:cubicBezTo>
                <a:cubicBezTo>
                  <a:pt x="941559" y="45763"/>
                  <a:pt x="943108" y="49165"/>
                  <a:pt x="943994" y="53275"/>
                </a:cubicBezTo>
                <a:cubicBezTo>
                  <a:pt x="944492" y="55829"/>
                  <a:pt x="944741" y="60417"/>
                  <a:pt x="944741" y="67038"/>
                </a:cubicBezTo>
                <a:lnTo>
                  <a:pt x="944741" y="86902"/>
                </a:lnTo>
                <a:cubicBezTo>
                  <a:pt x="944741" y="100751"/>
                  <a:pt x="945059" y="109523"/>
                  <a:pt x="945695" y="113217"/>
                </a:cubicBezTo>
                <a:cubicBezTo>
                  <a:pt x="946332" y="116910"/>
                  <a:pt x="947591" y="120452"/>
                  <a:pt x="949472" y="123841"/>
                </a:cubicBezTo>
                <a:lnTo>
                  <a:pt x="933867" y="123841"/>
                </a:lnTo>
                <a:cubicBezTo>
                  <a:pt x="932318" y="120671"/>
                  <a:pt x="931322" y="116964"/>
                  <a:pt x="930879" y="112719"/>
                </a:cubicBezTo>
                <a:moveTo>
                  <a:pt x="929634" y="79683"/>
                </a:moveTo>
                <a:cubicBezTo>
                  <a:pt x="924211" y="81886"/>
                  <a:pt x="916077" y="83759"/>
                  <a:pt x="905231" y="85302"/>
                </a:cubicBezTo>
                <a:cubicBezTo>
                  <a:pt x="899089" y="86182"/>
                  <a:pt x="894745" y="87173"/>
                  <a:pt x="892200" y="88274"/>
                </a:cubicBezTo>
                <a:cubicBezTo>
                  <a:pt x="889654" y="89376"/>
                  <a:pt x="887690" y="90986"/>
                  <a:pt x="886307" y="93106"/>
                </a:cubicBezTo>
                <a:cubicBezTo>
                  <a:pt x="884923" y="95226"/>
                  <a:pt x="884231" y="97581"/>
                  <a:pt x="884231" y="100169"/>
                </a:cubicBezTo>
                <a:cubicBezTo>
                  <a:pt x="884231" y="104135"/>
                  <a:pt x="885739" y="107439"/>
                  <a:pt x="888755" y="110083"/>
                </a:cubicBezTo>
                <a:cubicBezTo>
                  <a:pt x="891771" y="112725"/>
                  <a:pt x="896184" y="114047"/>
                  <a:pt x="901994" y="114047"/>
                </a:cubicBezTo>
                <a:cubicBezTo>
                  <a:pt x="907749" y="114047"/>
                  <a:pt x="912868" y="112792"/>
                  <a:pt x="917350" y="110283"/>
                </a:cubicBezTo>
                <a:cubicBezTo>
                  <a:pt x="921832" y="107772"/>
                  <a:pt x="925124" y="104342"/>
                  <a:pt x="927227" y="99993"/>
                </a:cubicBezTo>
                <a:cubicBezTo>
                  <a:pt x="928832" y="96637"/>
                  <a:pt x="929634" y="91683"/>
                  <a:pt x="929634" y="85133"/>
                </a:cubicBezTo>
                <a:lnTo>
                  <a:pt x="929634" y="79683"/>
                </a:lnTo>
                <a:close/>
                <a:moveTo>
                  <a:pt x="1000493" y="110477"/>
                </a:moveTo>
                <a:lnTo>
                  <a:pt x="1002651" y="123675"/>
                </a:lnTo>
                <a:cubicBezTo>
                  <a:pt x="998446" y="124560"/>
                  <a:pt x="994683" y="125003"/>
                  <a:pt x="991363" y="125003"/>
                </a:cubicBezTo>
                <a:cubicBezTo>
                  <a:pt x="985940" y="125003"/>
                  <a:pt x="981735" y="124145"/>
                  <a:pt x="978746" y="122430"/>
                </a:cubicBezTo>
                <a:cubicBezTo>
                  <a:pt x="975758" y="120715"/>
                  <a:pt x="973656" y="118460"/>
                  <a:pt x="972438" y="115665"/>
                </a:cubicBezTo>
                <a:cubicBezTo>
                  <a:pt x="971221" y="112871"/>
                  <a:pt x="970612" y="106991"/>
                  <a:pt x="970612" y="98027"/>
                </a:cubicBezTo>
                <a:lnTo>
                  <a:pt x="970612" y="47312"/>
                </a:lnTo>
                <a:lnTo>
                  <a:pt x="959656" y="47312"/>
                </a:lnTo>
                <a:lnTo>
                  <a:pt x="959656" y="35691"/>
                </a:lnTo>
                <a:lnTo>
                  <a:pt x="970612" y="35691"/>
                </a:lnTo>
                <a:lnTo>
                  <a:pt x="970612" y="13862"/>
                </a:lnTo>
                <a:lnTo>
                  <a:pt x="985470" y="4897"/>
                </a:lnTo>
                <a:lnTo>
                  <a:pt x="985470" y="35691"/>
                </a:lnTo>
                <a:lnTo>
                  <a:pt x="1000493" y="35691"/>
                </a:lnTo>
                <a:lnTo>
                  <a:pt x="1000493" y="47312"/>
                </a:lnTo>
                <a:lnTo>
                  <a:pt x="985470" y="47312"/>
                </a:lnTo>
                <a:lnTo>
                  <a:pt x="985470" y="98857"/>
                </a:lnTo>
                <a:cubicBezTo>
                  <a:pt x="985470" y="103118"/>
                  <a:pt x="985733" y="105857"/>
                  <a:pt x="986258" y="107074"/>
                </a:cubicBezTo>
                <a:cubicBezTo>
                  <a:pt x="986784" y="108292"/>
                  <a:pt x="987642" y="109260"/>
                  <a:pt x="988831" y="109979"/>
                </a:cubicBezTo>
                <a:cubicBezTo>
                  <a:pt x="990021" y="110699"/>
                  <a:pt x="991723" y="111058"/>
                  <a:pt x="993936" y="111058"/>
                </a:cubicBezTo>
                <a:cubicBezTo>
                  <a:pt x="995596" y="111058"/>
                  <a:pt x="997782" y="110865"/>
                  <a:pt x="1000493" y="110477"/>
                </a:cubicBezTo>
                <a:close/>
                <a:moveTo>
                  <a:pt x="1072482" y="91470"/>
                </a:moveTo>
                <a:lnTo>
                  <a:pt x="1087173" y="93462"/>
                </a:lnTo>
                <a:cubicBezTo>
                  <a:pt x="1085569" y="103588"/>
                  <a:pt x="1081460" y="111515"/>
                  <a:pt x="1074847" y="117242"/>
                </a:cubicBezTo>
                <a:cubicBezTo>
                  <a:pt x="1068235" y="122969"/>
                  <a:pt x="1060114" y="125833"/>
                  <a:pt x="1050486" y="125833"/>
                </a:cubicBezTo>
                <a:cubicBezTo>
                  <a:pt x="1038423" y="125833"/>
                  <a:pt x="1028725" y="121890"/>
                  <a:pt x="1021393" y="114005"/>
                </a:cubicBezTo>
                <a:cubicBezTo>
                  <a:pt x="1014061" y="106120"/>
                  <a:pt x="1010395" y="94818"/>
                  <a:pt x="1010395" y="80098"/>
                </a:cubicBezTo>
                <a:cubicBezTo>
                  <a:pt x="1010395" y="70581"/>
                  <a:pt x="1011972" y="62253"/>
                  <a:pt x="1015126" y="55114"/>
                </a:cubicBezTo>
                <a:cubicBezTo>
                  <a:pt x="1018281" y="47976"/>
                  <a:pt x="1023081" y="42622"/>
                  <a:pt x="1029527" y="39053"/>
                </a:cubicBezTo>
                <a:cubicBezTo>
                  <a:pt x="1035974" y="35484"/>
                  <a:pt x="1042988" y="33699"/>
                  <a:pt x="1050569" y="33699"/>
                </a:cubicBezTo>
                <a:cubicBezTo>
                  <a:pt x="1060142" y="33699"/>
                  <a:pt x="1067972" y="36106"/>
                  <a:pt x="1074059" y="40921"/>
                </a:cubicBezTo>
                <a:cubicBezTo>
                  <a:pt x="1080146" y="45733"/>
                  <a:pt x="1084047" y="52567"/>
                  <a:pt x="1085762" y="61422"/>
                </a:cubicBezTo>
                <a:lnTo>
                  <a:pt x="1071237" y="63747"/>
                </a:lnTo>
                <a:cubicBezTo>
                  <a:pt x="1069853" y="57853"/>
                  <a:pt x="1067405" y="53420"/>
                  <a:pt x="1063891" y="50445"/>
                </a:cubicBezTo>
                <a:cubicBezTo>
                  <a:pt x="1060377" y="47471"/>
                  <a:pt x="1056130" y="45984"/>
                  <a:pt x="1051150" y="45984"/>
                </a:cubicBezTo>
                <a:cubicBezTo>
                  <a:pt x="1043624" y="45984"/>
                  <a:pt x="1037510" y="48681"/>
                  <a:pt x="1032806" y="54077"/>
                </a:cubicBezTo>
                <a:cubicBezTo>
                  <a:pt x="1028103" y="59472"/>
                  <a:pt x="1025751" y="68007"/>
                  <a:pt x="1025751" y="79683"/>
                </a:cubicBezTo>
                <a:cubicBezTo>
                  <a:pt x="1025751" y="91525"/>
                  <a:pt x="1028020" y="100130"/>
                  <a:pt x="1032557" y="105497"/>
                </a:cubicBezTo>
                <a:cubicBezTo>
                  <a:pt x="1037095" y="110865"/>
                  <a:pt x="1043016" y="113549"/>
                  <a:pt x="1050320" y="113549"/>
                </a:cubicBezTo>
                <a:cubicBezTo>
                  <a:pt x="1056185" y="113549"/>
                  <a:pt x="1061083" y="111743"/>
                  <a:pt x="1065011" y="108133"/>
                </a:cubicBezTo>
                <a:cubicBezTo>
                  <a:pt x="1068940" y="104522"/>
                  <a:pt x="1071430" y="98968"/>
                  <a:pt x="1072482" y="91470"/>
                </a:cubicBezTo>
                <a:close/>
                <a:moveTo>
                  <a:pt x="1099956" y="123841"/>
                </a:moveTo>
                <a:lnTo>
                  <a:pt x="1099956" y="2158"/>
                </a:lnTo>
                <a:lnTo>
                  <a:pt x="1114897" y="2158"/>
                </a:lnTo>
                <a:lnTo>
                  <a:pt x="1114897" y="45896"/>
                </a:lnTo>
                <a:cubicBezTo>
                  <a:pt x="1121869" y="37765"/>
                  <a:pt x="1130667" y="33699"/>
                  <a:pt x="1141292" y="33699"/>
                </a:cubicBezTo>
                <a:cubicBezTo>
                  <a:pt x="1147821" y="33699"/>
                  <a:pt x="1153493" y="34986"/>
                  <a:pt x="1158307" y="37559"/>
                </a:cubicBezTo>
                <a:cubicBezTo>
                  <a:pt x="1163122" y="40132"/>
                  <a:pt x="1166566" y="43687"/>
                  <a:pt x="1168641" y="48225"/>
                </a:cubicBezTo>
                <a:cubicBezTo>
                  <a:pt x="1170716" y="52762"/>
                  <a:pt x="1171754" y="59347"/>
                  <a:pt x="1171754" y="67980"/>
                </a:cubicBezTo>
                <a:lnTo>
                  <a:pt x="1171754" y="123841"/>
                </a:lnTo>
                <a:lnTo>
                  <a:pt x="1156813" y="123841"/>
                </a:lnTo>
                <a:lnTo>
                  <a:pt x="1156813" y="68039"/>
                </a:lnTo>
                <a:cubicBezTo>
                  <a:pt x="1156813" y="60578"/>
                  <a:pt x="1155195" y="55147"/>
                  <a:pt x="1151958" y="51747"/>
                </a:cubicBezTo>
                <a:cubicBezTo>
                  <a:pt x="1148720" y="48348"/>
                  <a:pt x="1144141" y="46648"/>
                  <a:pt x="1138221" y="46648"/>
                </a:cubicBezTo>
                <a:cubicBezTo>
                  <a:pt x="1133794" y="46648"/>
                  <a:pt x="1129630" y="47795"/>
                  <a:pt x="1125728" y="50090"/>
                </a:cubicBezTo>
                <a:cubicBezTo>
                  <a:pt x="1121827" y="52383"/>
                  <a:pt x="1119047" y="55492"/>
                  <a:pt x="1117387" y="59417"/>
                </a:cubicBezTo>
                <a:cubicBezTo>
                  <a:pt x="1115727" y="63341"/>
                  <a:pt x="1114897" y="68758"/>
                  <a:pt x="1114897" y="75668"/>
                </a:cubicBezTo>
                <a:lnTo>
                  <a:pt x="1114897" y="123841"/>
                </a:lnTo>
                <a:lnTo>
                  <a:pt x="1099956" y="123841"/>
                </a:lnTo>
                <a:close/>
                <a:moveTo>
                  <a:pt x="1242969" y="123841"/>
                </a:moveTo>
                <a:lnTo>
                  <a:pt x="1242969" y="2158"/>
                </a:lnTo>
                <a:lnTo>
                  <a:pt x="1267206" y="2158"/>
                </a:lnTo>
                <a:lnTo>
                  <a:pt x="1296009" y="88316"/>
                </a:lnTo>
                <a:cubicBezTo>
                  <a:pt x="1298665" y="96339"/>
                  <a:pt x="1300601" y="102343"/>
                  <a:pt x="1301819" y="106327"/>
                </a:cubicBezTo>
                <a:cubicBezTo>
                  <a:pt x="1303202" y="101900"/>
                  <a:pt x="1305360" y="95399"/>
                  <a:pt x="1308293" y="86822"/>
                </a:cubicBezTo>
                <a:lnTo>
                  <a:pt x="1337427" y="2158"/>
                </a:lnTo>
                <a:lnTo>
                  <a:pt x="1359091" y="2158"/>
                </a:lnTo>
                <a:lnTo>
                  <a:pt x="1359091" y="123841"/>
                </a:lnTo>
                <a:lnTo>
                  <a:pt x="1343569" y="123841"/>
                </a:lnTo>
                <a:lnTo>
                  <a:pt x="1343569" y="22079"/>
                </a:lnTo>
                <a:lnTo>
                  <a:pt x="1308210" y="123841"/>
                </a:lnTo>
                <a:lnTo>
                  <a:pt x="1293684" y="123841"/>
                </a:lnTo>
                <a:lnTo>
                  <a:pt x="1258491" y="20253"/>
                </a:lnTo>
                <a:lnTo>
                  <a:pt x="1258491" y="123841"/>
                </a:lnTo>
                <a:lnTo>
                  <a:pt x="1242969" y="123841"/>
                </a:lnTo>
                <a:close/>
                <a:moveTo>
                  <a:pt x="1440682" y="112719"/>
                </a:moveTo>
                <a:cubicBezTo>
                  <a:pt x="1435149" y="117514"/>
                  <a:pt x="1429823" y="120899"/>
                  <a:pt x="1424704" y="122874"/>
                </a:cubicBezTo>
                <a:cubicBezTo>
                  <a:pt x="1419585" y="124847"/>
                  <a:pt x="1414093" y="125833"/>
                  <a:pt x="1408228" y="125833"/>
                </a:cubicBezTo>
                <a:cubicBezTo>
                  <a:pt x="1398544" y="125833"/>
                  <a:pt x="1391101" y="123468"/>
                  <a:pt x="1385900" y="118736"/>
                </a:cubicBezTo>
                <a:cubicBezTo>
                  <a:pt x="1380698" y="114005"/>
                  <a:pt x="1378098" y="107960"/>
                  <a:pt x="1378098" y="100600"/>
                </a:cubicBezTo>
                <a:cubicBezTo>
                  <a:pt x="1378098" y="96284"/>
                  <a:pt x="1379080" y="92341"/>
                  <a:pt x="1381044" y="88772"/>
                </a:cubicBezTo>
                <a:cubicBezTo>
                  <a:pt x="1383009" y="85203"/>
                  <a:pt x="1385582" y="82339"/>
                  <a:pt x="1388764" y="80181"/>
                </a:cubicBezTo>
                <a:cubicBezTo>
                  <a:pt x="1391945" y="78023"/>
                  <a:pt x="1395528" y="76391"/>
                  <a:pt x="1399512" y="75284"/>
                </a:cubicBezTo>
                <a:cubicBezTo>
                  <a:pt x="1402445" y="74509"/>
                  <a:pt x="1406872" y="73762"/>
                  <a:pt x="1412793" y="73043"/>
                </a:cubicBezTo>
                <a:cubicBezTo>
                  <a:pt x="1424856" y="71604"/>
                  <a:pt x="1433737" y="69889"/>
                  <a:pt x="1439437" y="67897"/>
                </a:cubicBezTo>
                <a:cubicBezTo>
                  <a:pt x="1439492" y="65858"/>
                  <a:pt x="1439520" y="64563"/>
                  <a:pt x="1439520" y="64011"/>
                </a:cubicBezTo>
                <a:cubicBezTo>
                  <a:pt x="1439520" y="57947"/>
                  <a:pt x="1438109" y="53675"/>
                  <a:pt x="1435287" y="51195"/>
                </a:cubicBezTo>
                <a:cubicBezTo>
                  <a:pt x="1431469" y="47832"/>
                  <a:pt x="1425797" y="46150"/>
                  <a:pt x="1418271" y="46150"/>
                </a:cubicBezTo>
                <a:cubicBezTo>
                  <a:pt x="1411244" y="46150"/>
                  <a:pt x="1406056" y="47381"/>
                  <a:pt x="1402708" y="49844"/>
                </a:cubicBezTo>
                <a:cubicBezTo>
                  <a:pt x="1399360" y="52306"/>
                  <a:pt x="1396884" y="56664"/>
                  <a:pt x="1395279" y="62917"/>
                </a:cubicBezTo>
                <a:lnTo>
                  <a:pt x="1380671" y="60924"/>
                </a:lnTo>
                <a:cubicBezTo>
                  <a:pt x="1381999" y="54653"/>
                  <a:pt x="1384184" y="49588"/>
                  <a:pt x="1387228" y="45730"/>
                </a:cubicBezTo>
                <a:cubicBezTo>
                  <a:pt x="1390271" y="41872"/>
                  <a:pt x="1394671" y="38903"/>
                  <a:pt x="1400425" y="36822"/>
                </a:cubicBezTo>
                <a:cubicBezTo>
                  <a:pt x="1406180" y="34740"/>
                  <a:pt x="1412848" y="33699"/>
                  <a:pt x="1420429" y="33699"/>
                </a:cubicBezTo>
                <a:cubicBezTo>
                  <a:pt x="1427955" y="33699"/>
                  <a:pt x="1434070" y="34588"/>
                  <a:pt x="1438773" y="36366"/>
                </a:cubicBezTo>
                <a:cubicBezTo>
                  <a:pt x="1443477" y="38142"/>
                  <a:pt x="1446935" y="40377"/>
                  <a:pt x="1449148" y="43071"/>
                </a:cubicBezTo>
                <a:cubicBezTo>
                  <a:pt x="1451362" y="45763"/>
                  <a:pt x="1452911" y="49165"/>
                  <a:pt x="1453797" y="53275"/>
                </a:cubicBezTo>
                <a:cubicBezTo>
                  <a:pt x="1454295" y="55829"/>
                  <a:pt x="1454544" y="60417"/>
                  <a:pt x="1454544" y="67038"/>
                </a:cubicBezTo>
                <a:lnTo>
                  <a:pt x="1454544" y="86902"/>
                </a:lnTo>
                <a:cubicBezTo>
                  <a:pt x="1454544" y="100751"/>
                  <a:pt x="1454862" y="109523"/>
                  <a:pt x="1455498" y="113217"/>
                </a:cubicBezTo>
                <a:cubicBezTo>
                  <a:pt x="1456135" y="116910"/>
                  <a:pt x="1457393" y="120452"/>
                  <a:pt x="1459275" y="123841"/>
                </a:cubicBezTo>
                <a:lnTo>
                  <a:pt x="1443670" y="123841"/>
                </a:lnTo>
                <a:cubicBezTo>
                  <a:pt x="1442121" y="120671"/>
                  <a:pt x="1441125" y="116964"/>
                  <a:pt x="1440682" y="112719"/>
                </a:cubicBezTo>
                <a:moveTo>
                  <a:pt x="1439437" y="79683"/>
                </a:moveTo>
                <a:cubicBezTo>
                  <a:pt x="1434014" y="81886"/>
                  <a:pt x="1425880" y="83759"/>
                  <a:pt x="1415034" y="85302"/>
                </a:cubicBezTo>
                <a:cubicBezTo>
                  <a:pt x="1408892" y="86182"/>
                  <a:pt x="1404548" y="87173"/>
                  <a:pt x="1402003" y="88274"/>
                </a:cubicBezTo>
                <a:cubicBezTo>
                  <a:pt x="1399457" y="89376"/>
                  <a:pt x="1397493" y="90986"/>
                  <a:pt x="1396109" y="93106"/>
                </a:cubicBezTo>
                <a:cubicBezTo>
                  <a:pt x="1394726" y="95226"/>
                  <a:pt x="1394034" y="97581"/>
                  <a:pt x="1394034" y="100169"/>
                </a:cubicBezTo>
                <a:cubicBezTo>
                  <a:pt x="1394034" y="104135"/>
                  <a:pt x="1395542" y="107439"/>
                  <a:pt x="1398558" y="110083"/>
                </a:cubicBezTo>
                <a:cubicBezTo>
                  <a:pt x="1401574" y="112725"/>
                  <a:pt x="1405987" y="114047"/>
                  <a:pt x="1411797" y="114047"/>
                </a:cubicBezTo>
                <a:cubicBezTo>
                  <a:pt x="1417552" y="114047"/>
                  <a:pt x="1422670" y="112792"/>
                  <a:pt x="1427153" y="110283"/>
                </a:cubicBezTo>
                <a:cubicBezTo>
                  <a:pt x="1431635" y="107772"/>
                  <a:pt x="1434927" y="104342"/>
                  <a:pt x="1437030" y="99993"/>
                </a:cubicBezTo>
                <a:cubicBezTo>
                  <a:pt x="1438635" y="96637"/>
                  <a:pt x="1439437" y="91683"/>
                  <a:pt x="1439437" y="85133"/>
                </a:cubicBezTo>
                <a:lnTo>
                  <a:pt x="1439437" y="79683"/>
                </a:lnTo>
                <a:close/>
                <a:moveTo>
                  <a:pt x="1471699" y="97446"/>
                </a:moveTo>
                <a:lnTo>
                  <a:pt x="1486474" y="95122"/>
                </a:lnTo>
                <a:cubicBezTo>
                  <a:pt x="1487304" y="101069"/>
                  <a:pt x="1489614" y="105627"/>
                  <a:pt x="1493405" y="108797"/>
                </a:cubicBezTo>
                <a:cubicBezTo>
                  <a:pt x="1497195" y="111965"/>
                  <a:pt x="1502494" y="113549"/>
                  <a:pt x="1509300" y="113549"/>
                </a:cubicBezTo>
                <a:cubicBezTo>
                  <a:pt x="1516161" y="113549"/>
                  <a:pt x="1521252" y="112151"/>
                  <a:pt x="1524572" y="109357"/>
                </a:cubicBezTo>
                <a:cubicBezTo>
                  <a:pt x="1527893" y="106562"/>
                  <a:pt x="1529553" y="103284"/>
                  <a:pt x="1529553" y="99521"/>
                </a:cubicBezTo>
                <a:cubicBezTo>
                  <a:pt x="1529553" y="96146"/>
                  <a:pt x="1528086" y="93489"/>
                  <a:pt x="1525153" y="91553"/>
                </a:cubicBezTo>
                <a:cubicBezTo>
                  <a:pt x="1523106" y="90225"/>
                  <a:pt x="1518015" y="88537"/>
                  <a:pt x="1509881" y="86490"/>
                </a:cubicBezTo>
                <a:cubicBezTo>
                  <a:pt x="1498924" y="83723"/>
                  <a:pt x="1491330" y="81329"/>
                  <a:pt x="1487096" y="79310"/>
                </a:cubicBezTo>
                <a:cubicBezTo>
                  <a:pt x="1482863" y="77290"/>
                  <a:pt x="1479654" y="74496"/>
                  <a:pt x="1477468" y="70926"/>
                </a:cubicBezTo>
                <a:cubicBezTo>
                  <a:pt x="1475282" y="67357"/>
                  <a:pt x="1474189" y="63415"/>
                  <a:pt x="1474189" y="59098"/>
                </a:cubicBezTo>
                <a:cubicBezTo>
                  <a:pt x="1474189" y="55170"/>
                  <a:pt x="1475089" y="51531"/>
                  <a:pt x="1476887" y="48183"/>
                </a:cubicBezTo>
                <a:cubicBezTo>
                  <a:pt x="1478685" y="44836"/>
                  <a:pt x="1481134" y="42055"/>
                  <a:pt x="1484233" y="39842"/>
                </a:cubicBezTo>
                <a:cubicBezTo>
                  <a:pt x="1486557" y="38126"/>
                  <a:pt x="1489725" y="36674"/>
                  <a:pt x="1493737" y="35484"/>
                </a:cubicBezTo>
                <a:cubicBezTo>
                  <a:pt x="1497749" y="34294"/>
                  <a:pt x="1502051" y="33699"/>
                  <a:pt x="1506644" y="33699"/>
                </a:cubicBezTo>
                <a:cubicBezTo>
                  <a:pt x="1513561" y="33699"/>
                  <a:pt x="1519634" y="34695"/>
                  <a:pt x="1524863" y="36687"/>
                </a:cubicBezTo>
                <a:cubicBezTo>
                  <a:pt x="1530092" y="38680"/>
                  <a:pt x="1533952" y="41377"/>
                  <a:pt x="1536442" y="44780"/>
                </a:cubicBezTo>
                <a:cubicBezTo>
                  <a:pt x="1538932" y="48183"/>
                  <a:pt x="1540647" y="52735"/>
                  <a:pt x="1541588" y="58434"/>
                </a:cubicBezTo>
                <a:lnTo>
                  <a:pt x="1526980" y="60426"/>
                </a:lnTo>
                <a:cubicBezTo>
                  <a:pt x="1526316" y="55889"/>
                  <a:pt x="1524393" y="52347"/>
                  <a:pt x="1521211" y="49802"/>
                </a:cubicBezTo>
                <a:cubicBezTo>
                  <a:pt x="1518029" y="47257"/>
                  <a:pt x="1513533" y="45984"/>
                  <a:pt x="1507723" y="45984"/>
                </a:cubicBezTo>
                <a:cubicBezTo>
                  <a:pt x="1500861" y="45984"/>
                  <a:pt x="1495964" y="47118"/>
                  <a:pt x="1493031" y="49387"/>
                </a:cubicBezTo>
                <a:cubicBezTo>
                  <a:pt x="1490098" y="51656"/>
                  <a:pt x="1488632" y="54312"/>
                  <a:pt x="1488632" y="57355"/>
                </a:cubicBezTo>
                <a:cubicBezTo>
                  <a:pt x="1488632" y="59292"/>
                  <a:pt x="1489241" y="61035"/>
                  <a:pt x="1490458" y="62585"/>
                </a:cubicBezTo>
                <a:cubicBezTo>
                  <a:pt x="1491675" y="64189"/>
                  <a:pt x="1493585" y="65517"/>
                  <a:pt x="1496185" y="66569"/>
                </a:cubicBezTo>
                <a:cubicBezTo>
                  <a:pt x="1497679" y="67122"/>
                  <a:pt x="1502079" y="68395"/>
                  <a:pt x="1509383" y="70387"/>
                </a:cubicBezTo>
                <a:cubicBezTo>
                  <a:pt x="1519952" y="73209"/>
                  <a:pt x="1527325" y="75519"/>
                  <a:pt x="1531503" y="77318"/>
                </a:cubicBezTo>
                <a:cubicBezTo>
                  <a:pt x="1535681" y="79116"/>
                  <a:pt x="1538960" y="81731"/>
                  <a:pt x="1541339" y="85161"/>
                </a:cubicBezTo>
                <a:cubicBezTo>
                  <a:pt x="1543719" y="88592"/>
                  <a:pt x="1544908" y="92853"/>
                  <a:pt x="1544908" y="97944"/>
                </a:cubicBezTo>
                <a:cubicBezTo>
                  <a:pt x="1544908" y="102924"/>
                  <a:pt x="1543456" y="107614"/>
                  <a:pt x="1540551" y="112013"/>
                </a:cubicBezTo>
                <a:cubicBezTo>
                  <a:pt x="1537645" y="116412"/>
                  <a:pt x="1533454" y="119815"/>
                  <a:pt x="1527976" y="122222"/>
                </a:cubicBezTo>
                <a:cubicBezTo>
                  <a:pt x="1522497" y="124630"/>
                  <a:pt x="1516300" y="125833"/>
                  <a:pt x="1509383" y="125833"/>
                </a:cubicBezTo>
                <a:cubicBezTo>
                  <a:pt x="1497928" y="125833"/>
                  <a:pt x="1489199" y="123447"/>
                  <a:pt x="1483195" y="118674"/>
                </a:cubicBezTo>
                <a:cubicBezTo>
                  <a:pt x="1477191" y="113901"/>
                  <a:pt x="1473359" y="106825"/>
                  <a:pt x="1471699" y="97446"/>
                </a:cubicBezTo>
                <a:close/>
                <a:moveTo>
                  <a:pt x="1562754" y="123841"/>
                </a:moveTo>
                <a:lnTo>
                  <a:pt x="1562754" y="2158"/>
                </a:lnTo>
                <a:lnTo>
                  <a:pt x="1577695" y="2158"/>
                </a:lnTo>
                <a:lnTo>
                  <a:pt x="1577695" y="71474"/>
                </a:lnTo>
                <a:lnTo>
                  <a:pt x="1613054" y="35691"/>
                </a:lnTo>
                <a:lnTo>
                  <a:pt x="1632394" y="35691"/>
                </a:lnTo>
                <a:lnTo>
                  <a:pt x="1598695" y="68441"/>
                </a:lnTo>
                <a:lnTo>
                  <a:pt x="1635797" y="123841"/>
                </a:lnTo>
                <a:lnTo>
                  <a:pt x="1617370" y="123841"/>
                </a:lnTo>
                <a:lnTo>
                  <a:pt x="1588236" y="78695"/>
                </a:lnTo>
                <a:lnTo>
                  <a:pt x="1577695" y="88897"/>
                </a:lnTo>
                <a:lnTo>
                  <a:pt x="1577695" y="123841"/>
                </a:lnTo>
                <a:lnTo>
                  <a:pt x="1562754" y="123841"/>
                </a:lnTo>
                <a:close/>
                <a:moveTo>
                  <a:pt x="1657461" y="159698"/>
                </a:moveTo>
                <a:lnTo>
                  <a:pt x="1646753" y="159698"/>
                </a:lnTo>
                <a:cubicBezTo>
                  <a:pt x="1663299" y="133110"/>
                  <a:pt x="1671571" y="106493"/>
                  <a:pt x="1671571" y="79849"/>
                </a:cubicBezTo>
                <a:cubicBezTo>
                  <a:pt x="1671571" y="69436"/>
                  <a:pt x="1670382" y="59105"/>
                  <a:pt x="1668002" y="48858"/>
                </a:cubicBezTo>
                <a:cubicBezTo>
                  <a:pt x="1666121" y="40549"/>
                  <a:pt x="1663492" y="32572"/>
                  <a:pt x="1660117" y="24927"/>
                </a:cubicBezTo>
                <a:cubicBezTo>
                  <a:pt x="1657959" y="19942"/>
                  <a:pt x="1653504" y="11633"/>
                  <a:pt x="1646753" y="0"/>
                </a:cubicBezTo>
                <a:lnTo>
                  <a:pt x="1657461" y="0"/>
                </a:lnTo>
                <a:cubicBezTo>
                  <a:pt x="1667864" y="13903"/>
                  <a:pt x="1675556" y="27862"/>
                  <a:pt x="1680536" y="41878"/>
                </a:cubicBezTo>
                <a:cubicBezTo>
                  <a:pt x="1684797" y="53953"/>
                  <a:pt x="1686927" y="66583"/>
                  <a:pt x="1686927" y="79766"/>
                </a:cubicBezTo>
                <a:cubicBezTo>
                  <a:pt x="1686927" y="94722"/>
                  <a:pt x="1684063" y="109181"/>
                  <a:pt x="1678336" y="123141"/>
                </a:cubicBezTo>
                <a:cubicBezTo>
                  <a:pt x="1672609" y="137099"/>
                  <a:pt x="1665651" y="149285"/>
                  <a:pt x="1657461" y="1596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4D2C7-AD80-4357-8418-9958A944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353" y="1625025"/>
            <a:ext cx="1284970" cy="721290"/>
          </a:xfrm>
          <a:custGeom xmlns:a="http://schemas.openxmlformats.org/drawingml/2006/main">
            <a:pathLst>
              <a:path w="1284970" h="721290">
                <a:moveTo>
                  <a:pt x="0" y="0"/>
                </a:moveTo>
                <a:lnTo>
                  <a:pt x="1284970" y="0"/>
                </a:lnTo>
                <a:lnTo>
                  <a:pt x="1284970" y="721290"/>
                </a:lnTo>
                <a:lnTo>
                  <a:pt x="0" y="7212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Queries">
            <a:extLst xmlns:a="http://schemas.openxmlformats.org/drawingml/2006/main">
              <a:ext uri="{FF2B5EF4-FFF2-40B4-BE49-F238E27FC236}">
                <a16:creationId xmlns:a16="http://schemas.microsoft.com/office/drawing/2014/main" id="{96D72156-C874-4EB3-A0F1-D52BFF2C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24" y="1807805"/>
            <a:ext cx="581106" cy="133220"/>
          </a:xfrm>
          <a:custGeom xmlns:a="http://schemas.openxmlformats.org/drawingml/2006/main">
            <a:pathLst>
              <a:path w="581106" h="133220">
                <a:moveTo>
                  <a:pt x="98027" y="110729"/>
                </a:moveTo>
                <a:cubicBezTo>
                  <a:pt x="105497" y="115874"/>
                  <a:pt x="112387" y="119636"/>
                  <a:pt x="118695" y="122015"/>
                </a:cubicBezTo>
                <a:lnTo>
                  <a:pt x="113964" y="133220"/>
                </a:lnTo>
                <a:cubicBezTo>
                  <a:pt x="105221" y="130066"/>
                  <a:pt x="96505" y="125086"/>
                  <a:pt x="87818" y="118280"/>
                </a:cubicBezTo>
                <a:cubicBezTo>
                  <a:pt x="78798" y="123315"/>
                  <a:pt x="68837" y="125833"/>
                  <a:pt x="57936" y="125833"/>
                </a:cubicBezTo>
                <a:cubicBezTo>
                  <a:pt x="46925" y="125833"/>
                  <a:pt x="36936" y="123179"/>
                  <a:pt x="27972" y="117870"/>
                </a:cubicBezTo>
                <a:cubicBezTo>
                  <a:pt x="19008" y="112561"/>
                  <a:pt x="12105" y="105096"/>
                  <a:pt x="7263" y="95475"/>
                </a:cubicBezTo>
                <a:cubicBezTo>
                  <a:pt x="2421" y="85851"/>
                  <a:pt x="0" y="75013"/>
                  <a:pt x="0" y="62958"/>
                </a:cubicBezTo>
                <a:cubicBezTo>
                  <a:pt x="0" y="50959"/>
                  <a:pt x="2435" y="40038"/>
                  <a:pt x="7304" y="30195"/>
                </a:cubicBezTo>
                <a:cubicBezTo>
                  <a:pt x="12174" y="20351"/>
                  <a:pt x="19105" y="12857"/>
                  <a:pt x="28097" y="7714"/>
                </a:cubicBezTo>
                <a:cubicBezTo>
                  <a:pt x="37089" y="2571"/>
                  <a:pt x="47146" y="0"/>
                  <a:pt x="58268" y="0"/>
                </a:cubicBezTo>
                <a:cubicBezTo>
                  <a:pt x="69501" y="0"/>
                  <a:pt x="79628" y="2668"/>
                  <a:pt x="88648" y="8005"/>
                </a:cubicBezTo>
                <a:cubicBezTo>
                  <a:pt x="97667" y="13341"/>
                  <a:pt x="104543" y="20806"/>
                  <a:pt x="109274" y="30400"/>
                </a:cubicBezTo>
                <a:cubicBezTo>
                  <a:pt x="114005" y="39992"/>
                  <a:pt x="116371" y="50815"/>
                  <a:pt x="116371" y="62870"/>
                </a:cubicBezTo>
                <a:cubicBezTo>
                  <a:pt x="116371" y="72879"/>
                  <a:pt x="114849" y="81878"/>
                  <a:pt x="111806" y="89869"/>
                </a:cubicBezTo>
                <a:cubicBezTo>
                  <a:pt x="108762" y="97858"/>
                  <a:pt x="104169" y="104812"/>
                  <a:pt x="98027" y="110729"/>
                </a:cubicBezTo>
                <a:moveTo>
                  <a:pt x="62585" y="90160"/>
                </a:moveTo>
                <a:cubicBezTo>
                  <a:pt x="71881" y="92761"/>
                  <a:pt x="79545" y="96634"/>
                  <a:pt x="85576" y="101780"/>
                </a:cubicBezTo>
                <a:cubicBezTo>
                  <a:pt x="95039" y="93162"/>
                  <a:pt x="99770" y="80207"/>
                  <a:pt x="99770" y="62917"/>
                </a:cubicBezTo>
                <a:cubicBezTo>
                  <a:pt x="99770" y="53084"/>
                  <a:pt x="98096" y="44494"/>
                  <a:pt x="94748" y="37147"/>
                </a:cubicBezTo>
                <a:cubicBezTo>
                  <a:pt x="91401" y="29799"/>
                  <a:pt x="86503" y="24095"/>
                  <a:pt x="80057" y="20035"/>
                </a:cubicBezTo>
                <a:cubicBezTo>
                  <a:pt x="73610" y="15975"/>
                  <a:pt x="66375" y="13945"/>
                  <a:pt x="58351" y="13945"/>
                </a:cubicBezTo>
                <a:cubicBezTo>
                  <a:pt x="46344" y="13945"/>
                  <a:pt x="36383" y="18046"/>
                  <a:pt x="28470" y="26250"/>
                </a:cubicBezTo>
                <a:cubicBezTo>
                  <a:pt x="20557" y="34453"/>
                  <a:pt x="16601" y="46703"/>
                  <a:pt x="16601" y="63000"/>
                </a:cubicBezTo>
                <a:cubicBezTo>
                  <a:pt x="16601" y="78800"/>
                  <a:pt x="20516" y="90926"/>
                  <a:pt x="28346" y="99378"/>
                </a:cubicBezTo>
                <a:cubicBezTo>
                  <a:pt x="36176" y="107829"/>
                  <a:pt x="46178" y="112055"/>
                  <a:pt x="58351" y="112055"/>
                </a:cubicBezTo>
                <a:cubicBezTo>
                  <a:pt x="64106" y="112055"/>
                  <a:pt x="69529" y="110977"/>
                  <a:pt x="74620" y="108823"/>
                </a:cubicBezTo>
                <a:cubicBezTo>
                  <a:pt x="69584" y="105565"/>
                  <a:pt x="64272" y="103245"/>
                  <a:pt x="58683" y="101863"/>
                </a:cubicBezTo>
                <a:lnTo>
                  <a:pt x="62585" y="90160"/>
                </a:lnTo>
                <a:close/>
                <a:moveTo>
                  <a:pt x="193754" y="123841"/>
                </a:moveTo>
                <a:lnTo>
                  <a:pt x="193754" y="110812"/>
                </a:lnTo>
                <a:cubicBezTo>
                  <a:pt x="186893" y="120826"/>
                  <a:pt x="177569" y="125833"/>
                  <a:pt x="165782" y="125833"/>
                </a:cubicBezTo>
                <a:cubicBezTo>
                  <a:pt x="160581" y="125833"/>
                  <a:pt x="155725" y="124837"/>
                  <a:pt x="151215" y="122845"/>
                </a:cubicBezTo>
                <a:cubicBezTo>
                  <a:pt x="146705" y="120853"/>
                  <a:pt x="143357" y="118349"/>
                  <a:pt x="141172" y="115333"/>
                </a:cubicBezTo>
                <a:cubicBezTo>
                  <a:pt x="138986" y="112317"/>
                  <a:pt x="137450" y="108624"/>
                  <a:pt x="136565" y="104252"/>
                </a:cubicBezTo>
                <a:cubicBezTo>
                  <a:pt x="135956" y="101319"/>
                  <a:pt x="135652" y="96671"/>
                  <a:pt x="135652" y="90308"/>
                </a:cubicBezTo>
                <a:lnTo>
                  <a:pt x="135652" y="35691"/>
                </a:lnTo>
                <a:lnTo>
                  <a:pt x="150593" y="35691"/>
                </a:lnTo>
                <a:lnTo>
                  <a:pt x="150593" y="84529"/>
                </a:lnTo>
                <a:cubicBezTo>
                  <a:pt x="150593" y="92322"/>
                  <a:pt x="150897" y="97573"/>
                  <a:pt x="151506" y="100281"/>
                </a:cubicBezTo>
                <a:cubicBezTo>
                  <a:pt x="152446" y="104206"/>
                  <a:pt x="154438" y="107289"/>
                  <a:pt x="157482" y="109528"/>
                </a:cubicBezTo>
                <a:cubicBezTo>
                  <a:pt x="160525" y="111766"/>
                  <a:pt x="164288" y="112885"/>
                  <a:pt x="168770" y="112885"/>
                </a:cubicBezTo>
                <a:cubicBezTo>
                  <a:pt x="173252" y="112885"/>
                  <a:pt x="177458" y="111738"/>
                  <a:pt x="181387" y="109445"/>
                </a:cubicBezTo>
                <a:cubicBezTo>
                  <a:pt x="185316" y="107150"/>
                  <a:pt x="188096" y="104027"/>
                  <a:pt x="189729" y="100076"/>
                </a:cubicBezTo>
                <a:cubicBezTo>
                  <a:pt x="191361" y="96123"/>
                  <a:pt x="192177" y="90388"/>
                  <a:pt x="192177" y="82871"/>
                </a:cubicBezTo>
                <a:lnTo>
                  <a:pt x="192177" y="35691"/>
                </a:lnTo>
                <a:lnTo>
                  <a:pt x="207118" y="35691"/>
                </a:lnTo>
                <a:lnTo>
                  <a:pt x="207118" y="123841"/>
                </a:lnTo>
                <a:lnTo>
                  <a:pt x="193754" y="123841"/>
                </a:lnTo>
                <a:close/>
                <a:moveTo>
                  <a:pt x="290842" y="95288"/>
                </a:moveTo>
                <a:lnTo>
                  <a:pt x="306281" y="97280"/>
                </a:lnTo>
                <a:cubicBezTo>
                  <a:pt x="303846" y="106326"/>
                  <a:pt x="299336" y="113346"/>
                  <a:pt x="292751" y="118342"/>
                </a:cubicBezTo>
                <a:cubicBezTo>
                  <a:pt x="286167" y="123336"/>
                  <a:pt x="277755" y="125833"/>
                  <a:pt x="267518" y="125833"/>
                </a:cubicBezTo>
                <a:cubicBezTo>
                  <a:pt x="254625" y="125833"/>
                  <a:pt x="244402" y="121863"/>
                  <a:pt x="236849" y="113922"/>
                </a:cubicBezTo>
                <a:cubicBezTo>
                  <a:pt x="229295" y="105981"/>
                  <a:pt x="225519" y="94845"/>
                  <a:pt x="225519" y="80513"/>
                </a:cubicBezTo>
                <a:cubicBezTo>
                  <a:pt x="225519" y="65683"/>
                  <a:pt x="229337" y="54174"/>
                  <a:pt x="236973" y="45984"/>
                </a:cubicBezTo>
                <a:cubicBezTo>
                  <a:pt x="244609" y="37794"/>
                  <a:pt x="254515" y="33699"/>
                  <a:pt x="266688" y="33699"/>
                </a:cubicBezTo>
                <a:cubicBezTo>
                  <a:pt x="278475" y="33699"/>
                  <a:pt x="288103" y="37705"/>
                  <a:pt x="295574" y="45717"/>
                </a:cubicBezTo>
                <a:cubicBezTo>
                  <a:pt x="303044" y="53727"/>
                  <a:pt x="306779" y="64996"/>
                  <a:pt x="306779" y="79525"/>
                </a:cubicBezTo>
                <a:cubicBezTo>
                  <a:pt x="306779" y="80409"/>
                  <a:pt x="306751" y="81734"/>
                  <a:pt x="306696" y="83501"/>
                </a:cubicBezTo>
                <a:lnTo>
                  <a:pt x="240957" y="83501"/>
                </a:lnTo>
                <a:cubicBezTo>
                  <a:pt x="241511" y="93213"/>
                  <a:pt x="244250" y="100648"/>
                  <a:pt x="249175" y="105809"/>
                </a:cubicBezTo>
                <a:cubicBezTo>
                  <a:pt x="254100" y="110969"/>
                  <a:pt x="260242" y="113549"/>
                  <a:pt x="267601" y="113549"/>
                </a:cubicBezTo>
                <a:cubicBezTo>
                  <a:pt x="273080" y="113549"/>
                  <a:pt x="277755" y="112097"/>
                  <a:pt x="281629" y="109194"/>
                </a:cubicBezTo>
                <a:cubicBezTo>
                  <a:pt x="285502" y="106288"/>
                  <a:pt x="288574" y="101653"/>
                  <a:pt x="290842" y="95288"/>
                </a:cubicBezTo>
                <a:moveTo>
                  <a:pt x="241787" y="71217"/>
                </a:moveTo>
                <a:lnTo>
                  <a:pt x="291008" y="71217"/>
                </a:lnTo>
                <a:cubicBezTo>
                  <a:pt x="290344" y="63826"/>
                  <a:pt x="288463" y="58283"/>
                  <a:pt x="285364" y="54588"/>
                </a:cubicBezTo>
                <a:cubicBezTo>
                  <a:pt x="280605" y="48852"/>
                  <a:pt x="274435" y="45984"/>
                  <a:pt x="266854" y="45984"/>
                </a:cubicBezTo>
                <a:cubicBezTo>
                  <a:pt x="259993" y="45984"/>
                  <a:pt x="254224" y="48273"/>
                  <a:pt x="249548" y="52852"/>
                </a:cubicBezTo>
                <a:cubicBezTo>
                  <a:pt x="244872" y="57430"/>
                  <a:pt x="242285" y="63551"/>
                  <a:pt x="241787" y="71217"/>
                </a:cubicBezTo>
                <a:close/>
                <a:moveTo>
                  <a:pt x="324848" y="123841"/>
                </a:moveTo>
                <a:lnTo>
                  <a:pt x="324848" y="35691"/>
                </a:lnTo>
                <a:lnTo>
                  <a:pt x="338294" y="35691"/>
                </a:lnTo>
                <a:lnTo>
                  <a:pt x="338294" y="49055"/>
                </a:lnTo>
                <a:cubicBezTo>
                  <a:pt x="341725" y="42802"/>
                  <a:pt x="344893" y="38680"/>
                  <a:pt x="347798" y="36687"/>
                </a:cubicBezTo>
                <a:cubicBezTo>
                  <a:pt x="350703" y="34695"/>
                  <a:pt x="353899" y="33699"/>
                  <a:pt x="357385" y="33699"/>
                </a:cubicBezTo>
                <a:cubicBezTo>
                  <a:pt x="362421" y="33699"/>
                  <a:pt x="367539" y="35304"/>
                  <a:pt x="372741" y="38514"/>
                </a:cubicBezTo>
                <a:lnTo>
                  <a:pt x="367595" y="52365"/>
                </a:lnTo>
                <a:cubicBezTo>
                  <a:pt x="363942" y="50214"/>
                  <a:pt x="360290" y="49138"/>
                  <a:pt x="356638" y="49138"/>
                </a:cubicBezTo>
                <a:cubicBezTo>
                  <a:pt x="353373" y="49138"/>
                  <a:pt x="350441" y="50120"/>
                  <a:pt x="347840" y="52085"/>
                </a:cubicBezTo>
                <a:cubicBezTo>
                  <a:pt x="345239" y="54049"/>
                  <a:pt x="343385" y="56774"/>
                  <a:pt x="342279" y="60260"/>
                </a:cubicBezTo>
                <a:cubicBezTo>
                  <a:pt x="340618" y="65573"/>
                  <a:pt x="339788" y="71383"/>
                  <a:pt x="339788" y="77691"/>
                </a:cubicBezTo>
                <a:lnTo>
                  <a:pt x="339788" y="123841"/>
                </a:lnTo>
                <a:lnTo>
                  <a:pt x="324848" y="123841"/>
                </a:lnTo>
                <a:close/>
                <a:moveTo>
                  <a:pt x="381704" y="19257"/>
                </a:moveTo>
                <a:lnTo>
                  <a:pt x="381704" y="2158"/>
                </a:lnTo>
                <a:lnTo>
                  <a:pt x="396645" y="2158"/>
                </a:lnTo>
                <a:lnTo>
                  <a:pt x="396645" y="19257"/>
                </a:lnTo>
                <a:lnTo>
                  <a:pt x="381704" y="19257"/>
                </a:lnTo>
                <a:moveTo>
                  <a:pt x="381704" y="123841"/>
                </a:moveTo>
                <a:lnTo>
                  <a:pt x="381704" y="35691"/>
                </a:lnTo>
                <a:lnTo>
                  <a:pt x="396645" y="35691"/>
                </a:lnTo>
                <a:lnTo>
                  <a:pt x="396645" y="123841"/>
                </a:lnTo>
                <a:lnTo>
                  <a:pt x="381704" y="123841"/>
                </a:lnTo>
                <a:close/>
                <a:moveTo>
                  <a:pt x="479703" y="95288"/>
                </a:moveTo>
                <a:lnTo>
                  <a:pt x="495141" y="97280"/>
                </a:lnTo>
                <a:cubicBezTo>
                  <a:pt x="492706" y="106326"/>
                  <a:pt x="488197" y="113346"/>
                  <a:pt x="481612" y="118342"/>
                </a:cubicBezTo>
                <a:cubicBezTo>
                  <a:pt x="475027" y="123336"/>
                  <a:pt x="466616" y="125833"/>
                  <a:pt x="456379" y="125833"/>
                </a:cubicBezTo>
                <a:cubicBezTo>
                  <a:pt x="443485" y="125833"/>
                  <a:pt x="433262" y="121863"/>
                  <a:pt x="425709" y="113922"/>
                </a:cubicBezTo>
                <a:cubicBezTo>
                  <a:pt x="418156" y="105981"/>
                  <a:pt x="414379" y="94845"/>
                  <a:pt x="414379" y="80513"/>
                </a:cubicBezTo>
                <a:cubicBezTo>
                  <a:pt x="414379" y="65683"/>
                  <a:pt x="418197" y="54174"/>
                  <a:pt x="425833" y="45984"/>
                </a:cubicBezTo>
                <a:cubicBezTo>
                  <a:pt x="433470" y="37794"/>
                  <a:pt x="443375" y="33699"/>
                  <a:pt x="455549" y="33699"/>
                </a:cubicBezTo>
                <a:cubicBezTo>
                  <a:pt x="467335" y="33699"/>
                  <a:pt x="476963" y="37705"/>
                  <a:pt x="484434" y="45717"/>
                </a:cubicBezTo>
                <a:cubicBezTo>
                  <a:pt x="491904" y="53727"/>
                  <a:pt x="495639" y="64996"/>
                  <a:pt x="495639" y="79525"/>
                </a:cubicBezTo>
                <a:cubicBezTo>
                  <a:pt x="495639" y="80409"/>
                  <a:pt x="495612" y="81734"/>
                  <a:pt x="495556" y="83501"/>
                </a:cubicBezTo>
                <a:lnTo>
                  <a:pt x="429818" y="83501"/>
                </a:lnTo>
                <a:cubicBezTo>
                  <a:pt x="430371" y="93213"/>
                  <a:pt x="433110" y="100648"/>
                  <a:pt x="438035" y="105809"/>
                </a:cubicBezTo>
                <a:cubicBezTo>
                  <a:pt x="442960" y="110969"/>
                  <a:pt x="449102" y="113549"/>
                  <a:pt x="456462" y="113549"/>
                </a:cubicBezTo>
                <a:cubicBezTo>
                  <a:pt x="461940" y="113549"/>
                  <a:pt x="466616" y="112097"/>
                  <a:pt x="470489" y="109194"/>
                </a:cubicBezTo>
                <a:cubicBezTo>
                  <a:pt x="474363" y="106288"/>
                  <a:pt x="477434" y="101653"/>
                  <a:pt x="479703" y="95288"/>
                </a:cubicBezTo>
                <a:moveTo>
                  <a:pt x="430648" y="71217"/>
                </a:moveTo>
                <a:lnTo>
                  <a:pt x="479869" y="71217"/>
                </a:lnTo>
                <a:cubicBezTo>
                  <a:pt x="479205" y="63826"/>
                  <a:pt x="477323" y="58283"/>
                  <a:pt x="474224" y="54588"/>
                </a:cubicBezTo>
                <a:cubicBezTo>
                  <a:pt x="469465" y="48852"/>
                  <a:pt x="463296" y="45984"/>
                  <a:pt x="455715" y="45984"/>
                </a:cubicBezTo>
                <a:cubicBezTo>
                  <a:pt x="448853" y="45984"/>
                  <a:pt x="443084" y="48273"/>
                  <a:pt x="438408" y="52852"/>
                </a:cubicBezTo>
                <a:cubicBezTo>
                  <a:pt x="433732" y="57430"/>
                  <a:pt x="431146" y="63551"/>
                  <a:pt x="430648" y="71217"/>
                </a:cubicBezTo>
                <a:close/>
                <a:moveTo>
                  <a:pt x="507898" y="97446"/>
                </a:moveTo>
                <a:lnTo>
                  <a:pt x="522672" y="95122"/>
                </a:lnTo>
                <a:cubicBezTo>
                  <a:pt x="523502" y="101069"/>
                  <a:pt x="525812" y="105627"/>
                  <a:pt x="529603" y="108797"/>
                </a:cubicBezTo>
                <a:cubicBezTo>
                  <a:pt x="533393" y="111965"/>
                  <a:pt x="538692" y="113549"/>
                  <a:pt x="545498" y="113549"/>
                </a:cubicBezTo>
                <a:cubicBezTo>
                  <a:pt x="552360" y="113549"/>
                  <a:pt x="557451" y="112151"/>
                  <a:pt x="560771" y="109357"/>
                </a:cubicBezTo>
                <a:cubicBezTo>
                  <a:pt x="564091" y="106562"/>
                  <a:pt x="565751" y="103284"/>
                  <a:pt x="565751" y="99521"/>
                </a:cubicBezTo>
                <a:cubicBezTo>
                  <a:pt x="565751" y="96146"/>
                  <a:pt x="564284" y="93489"/>
                  <a:pt x="561352" y="91553"/>
                </a:cubicBezTo>
                <a:cubicBezTo>
                  <a:pt x="559304" y="90225"/>
                  <a:pt x="554213" y="88537"/>
                  <a:pt x="546079" y="86490"/>
                </a:cubicBezTo>
                <a:cubicBezTo>
                  <a:pt x="535123" y="83723"/>
                  <a:pt x="527528" y="81329"/>
                  <a:pt x="523295" y="79310"/>
                </a:cubicBezTo>
                <a:cubicBezTo>
                  <a:pt x="519061" y="77290"/>
                  <a:pt x="515852" y="74496"/>
                  <a:pt x="513666" y="70926"/>
                </a:cubicBezTo>
                <a:cubicBezTo>
                  <a:pt x="511480" y="67357"/>
                  <a:pt x="510388" y="63415"/>
                  <a:pt x="510388" y="59098"/>
                </a:cubicBezTo>
                <a:cubicBezTo>
                  <a:pt x="510388" y="55170"/>
                  <a:pt x="511287" y="51531"/>
                  <a:pt x="513085" y="48183"/>
                </a:cubicBezTo>
                <a:cubicBezTo>
                  <a:pt x="514884" y="44836"/>
                  <a:pt x="517332" y="42055"/>
                  <a:pt x="520431" y="39842"/>
                </a:cubicBezTo>
                <a:cubicBezTo>
                  <a:pt x="522755" y="38126"/>
                  <a:pt x="525923" y="36674"/>
                  <a:pt x="529935" y="35484"/>
                </a:cubicBezTo>
                <a:cubicBezTo>
                  <a:pt x="533947" y="34294"/>
                  <a:pt x="538249" y="33699"/>
                  <a:pt x="542842" y="33699"/>
                </a:cubicBezTo>
                <a:cubicBezTo>
                  <a:pt x="549759" y="33699"/>
                  <a:pt x="555832" y="34695"/>
                  <a:pt x="561061" y="36687"/>
                </a:cubicBezTo>
                <a:cubicBezTo>
                  <a:pt x="566290" y="38680"/>
                  <a:pt x="570150" y="41377"/>
                  <a:pt x="572640" y="44780"/>
                </a:cubicBezTo>
                <a:cubicBezTo>
                  <a:pt x="575130" y="48183"/>
                  <a:pt x="576846" y="52735"/>
                  <a:pt x="577786" y="58434"/>
                </a:cubicBezTo>
                <a:lnTo>
                  <a:pt x="563178" y="60426"/>
                </a:lnTo>
                <a:cubicBezTo>
                  <a:pt x="562514" y="55889"/>
                  <a:pt x="560591" y="52347"/>
                  <a:pt x="557409" y="49802"/>
                </a:cubicBezTo>
                <a:cubicBezTo>
                  <a:pt x="554227" y="47257"/>
                  <a:pt x="549731" y="45984"/>
                  <a:pt x="543921" y="45984"/>
                </a:cubicBezTo>
                <a:cubicBezTo>
                  <a:pt x="537059" y="45984"/>
                  <a:pt x="532162" y="47118"/>
                  <a:pt x="529229" y="49387"/>
                </a:cubicBezTo>
                <a:cubicBezTo>
                  <a:pt x="526297" y="51656"/>
                  <a:pt x="524830" y="54312"/>
                  <a:pt x="524830" y="57355"/>
                </a:cubicBezTo>
                <a:cubicBezTo>
                  <a:pt x="524830" y="59292"/>
                  <a:pt x="525439" y="61035"/>
                  <a:pt x="526656" y="62585"/>
                </a:cubicBezTo>
                <a:cubicBezTo>
                  <a:pt x="527874" y="64189"/>
                  <a:pt x="529783" y="65517"/>
                  <a:pt x="532384" y="66569"/>
                </a:cubicBezTo>
                <a:cubicBezTo>
                  <a:pt x="533878" y="67122"/>
                  <a:pt x="538277" y="68395"/>
                  <a:pt x="545581" y="70387"/>
                </a:cubicBezTo>
                <a:cubicBezTo>
                  <a:pt x="556150" y="73209"/>
                  <a:pt x="563524" y="75519"/>
                  <a:pt x="567701" y="77318"/>
                </a:cubicBezTo>
                <a:cubicBezTo>
                  <a:pt x="571879" y="79116"/>
                  <a:pt x="575158" y="81731"/>
                  <a:pt x="577537" y="85161"/>
                </a:cubicBezTo>
                <a:cubicBezTo>
                  <a:pt x="579917" y="88592"/>
                  <a:pt x="581106" y="92853"/>
                  <a:pt x="581106" y="97944"/>
                </a:cubicBezTo>
                <a:cubicBezTo>
                  <a:pt x="581106" y="102924"/>
                  <a:pt x="579654" y="107614"/>
                  <a:pt x="576749" y="112013"/>
                </a:cubicBezTo>
                <a:cubicBezTo>
                  <a:pt x="573844" y="116412"/>
                  <a:pt x="569652" y="119815"/>
                  <a:pt x="564174" y="122222"/>
                </a:cubicBezTo>
                <a:cubicBezTo>
                  <a:pt x="558696" y="124630"/>
                  <a:pt x="552498" y="125833"/>
                  <a:pt x="545581" y="125833"/>
                </a:cubicBezTo>
                <a:cubicBezTo>
                  <a:pt x="534127" y="125833"/>
                  <a:pt x="525397" y="123447"/>
                  <a:pt x="519393" y="118674"/>
                </a:cubicBezTo>
                <a:cubicBezTo>
                  <a:pt x="513390" y="113901"/>
                  <a:pt x="509558" y="106825"/>
                  <a:pt x="507898" y="97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(PoolingInit)">
            <a:extLst xmlns:a="http://schemas.openxmlformats.org/drawingml/2006/main">
              <a:ext uri="{FF2B5EF4-FFF2-40B4-BE49-F238E27FC236}">
                <a16:creationId xmlns:a16="http://schemas.microsoft.com/office/drawing/2014/main" id="{C585A083-5FF3-4557-AB54-D0989EE6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451" y="2011794"/>
            <a:ext cx="937046" cy="159698"/>
          </a:xfrm>
          <a:custGeom xmlns:a="http://schemas.openxmlformats.org/drawingml/2006/main">
            <a:pathLst>
              <a:path w="937046" h="159698">
                <a:moveTo>
                  <a:pt x="29466" y="159698"/>
                </a:moveTo>
                <a:cubicBezTo>
                  <a:pt x="21221" y="149285"/>
                  <a:pt x="14249" y="137099"/>
                  <a:pt x="8549" y="123141"/>
                </a:cubicBezTo>
                <a:cubicBezTo>
                  <a:pt x="2850" y="109181"/>
                  <a:pt x="0" y="94722"/>
                  <a:pt x="0" y="79766"/>
                </a:cubicBezTo>
                <a:cubicBezTo>
                  <a:pt x="0" y="66583"/>
                  <a:pt x="2130" y="53953"/>
                  <a:pt x="6391" y="41878"/>
                </a:cubicBezTo>
                <a:cubicBezTo>
                  <a:pt x="11371" y="27862"/>
                  <a:pt x="19063" y="13903"/>
                  <a:pt x="29466" y="0"/>
                </a:cubicBezTo>
                <a:lnTo>
                  <a:pt x="40174" y="0"/>
                </a:lnTo>
                <a:cubicBezTo>
                  <a:pt x="33478" y="11522"/>
                  <a:pt x="29051" y="19748"/>
                  <a:pt x="26893" y="24678"/>
                </a:cubicBezTo>
                <a:cubicBezTo>
                  <a:pt x="23518" y="32321"/>
                  <a:pt x="20862" y="40297"/>
                  <a:pt x="18925" y="48606"/>
                </a:cubicBezTo>
                <a:cubicBezTo>
                  <a:pt x="16545" y="58966"/>
                  <a:pt x="15356" y="69380"/>
                  <a:pt x="15356" y="79849"/>
                </a:cubicBezTo>
                <a:cubicBezTo>
                  <a:pt x="15356" y="106493"/>
                  <a:pt x="23628" y="133110"/>
                  <a:pt x="40174" y="159698"/>
                </a:cubicBezTo>
                <a:lnTo>
                  <a:pt x="29466" y="159698"/>
                </a:lnTo>
                <a:close/>
                <a:moveTo>
                  <a:pt x="59429" y="123841"/>
                </a:moveTo>
                <a:lnTo>
                  <a:pt x="59429" y="2158"/>
                </a:lnTo>
                <a:lnTo>
                  <a:pt x="105330" y="2158"/>
                </a:lnTo>
                <a:cubicBezTo>
                  <a:pt x="113409" y="2158"/>
                  <a:pt x="119579" y="2545"/>
                  <a:pt x="123840" y="3320"/>
                </a:cubicBezTo>
                <a:cubicBezTo>
                  <a:pt x="129816" y="4316"/>
                  <a:pt x="134824" y="6211"/>
                  <a:pt x="138863" y="9006"/>
                </a:cubicBezTo>
                <a:cubicBezTo>
                  <a:pt x="142903" y="11800"/>
                  <a:pt x="146154" y="15715"/>
                  <a:pt x="148616" y="20751"/>
                </a:cubicBezTo>
                <a:cubicBezTo>
                  <a:pt x="151079" y="25786"/>
                  <a:pt x="152310" y="31320"/>
                  <a:pt x="152310" y="37352"/>
                </a:cubicBezTo>
                <a:cubicBezTo>
                  <a:pt x="152310" y="47699"/>
                  <a:pt x="149017" y="56456"/>
                  <a:pt x="142433" y="63622"/>
                </a:cubicBezTo>
                <a:cubicBezTo>
                  <a:pt x="135848" y="70788"/>
                  <a:pt x="123950" y="74371"/>
                  <a:pt x="106741" y="74371"/>
                </a:cubicBezTo>
                <a:lnTo>
                  <a:pt x="75532" y="74371"/>
                </a:lnTo>
                <a:lnTo>
                  <a:pt x="75532" y="123841"/>
                </a:lnTo>
                <a:lnTo>
                  <a:pt x="59429" y="123841"/>
                </a:lnTo>
                <a:moveTo>
                  <a:pt x="75532" y="59928"/>
                </a:moveTo>
                <a:lnTo>
                  <a:pt x="106990" y="59928"/>
                </a:lnTo>
                <a:cubicBezTo>
                  <a:pt x="117393" y="59928"/>
                  <a:pt x="124781" y="57999"/>
                  <a:pt x="129152" y="54142"/>
                </a:cubicBezTo>
                <a:cubicBezTo>
                  <a:pt x="133524" y="50282"/>
                  <a:pt x="135709" y="44852"/>
                  <a:pt x="135709" y="37852"/>
                </a:cubicBezTo>
                <a:cubicBezTo>
                  <a:pt x="135709" y="32780"/>
                  <a:pt x="134423" y="28439"/>
                  <a:pt x="131850" y="24828"/>
                </a:cubicBezTo>
                <a:cubicBezTo>
                  <a:pt x="129277" y="21218"/>
                  <a:pt x="125887" y="18833"/>
                  <a:pt x="121682" y="17675"/>
                </a:cubicBezTo>
                <a:cubicBezTo>
                  <a:pt x="118970" y="16959"/>
                  <a:pt x="113962" y="16601"/>
                  <a:pt x="106658" y="16601"/>
                </a:cubicBezTo>
                <a:lnTo>
                  <a:pt x="75532" y="16601"/>
                </a:lnTo>
                <a:lnTo>
                  <a:pt x="75532" y="59928"/>
                </a:lnTo>
                <a:close/>
                <a:moveTo>
                  <a:pt x="165173" y="79766"/>
                </a:moveTo>
                <a:cubicBezTo>
                  <a:pt x="165173" y="63442"/>
                  <a:pt x="169710" y="51351"/>
                  <a:pt x="178785" y="43494"/>
                </a:cubicBezTo>
                <a:cubicBezTo>
                  <a:pt x="186366" y="36964"/>
                  <a:pt x="195607" y="33699"/>
                  <a:pt x="206508" y="33699"/>
                </a:cubicBezTo>
                <a:cubicBezTo>
                  <a:pt x="218627" y="33699"/>
                  <a:pt x="228532" y="37670"/>
                  <a:pt x="236224" y="45610"/>
                </a:cubicBezTo>
                <a:cubicBezTo>
                  <a:pt x="243915" y="53551"/>
                  <a:pt x="247761" y="64521"/>
                  <a:pt x="247761" y="78521"/>
                </a:cubicBezTo>
                <a:cubicBezTo>
                  <a:pt x="247761" y="89865"/>
                  <a:pt x="246060" y="98788"/>
                  <a:pt x="242656" y="105290"/>
                </a:cubicBezTo>
                <a:cubicBezTo>
                  <a:pt x="239253" y="111792"/>
                  <a:pt x="234301" y="116841"/>
                  <a:pt x="227799" y="120438"/>
                </a:cubicBezTo>
                <a:cubicBezTo>
                  <a:pt x="221297" y="124035"/>
                  <a:pt x="214200" y="125833"/>
                  <a:pt x="206508" y="125833"/>
                </a:cubicBezTo>
                <a:cubicBezTo>
                  <a:pt x="194169" y="125833"/>
                  <a:pt x="184194" y="121877"/>
                  <a:pt x="176586" y="113964"/>
                </a:cubicBezTo>
                <a:cubicBezTo>
                  <a:pt x="168977" y="106051"/>
                  <a:pt x="165173" y="94651"/>
                  <a:pt x="165173" y="79766"/>
                </a:cubicBezTo>
                <a:moveTo>
                  <a:pt x="180528" y="79808"/>
                </a:moveTo>
                <a:cubicBezTo>
                  <a:pt x="180528" y="91082"/>
                  <a:pt x="182991" y="99524"/>
                  <a:pt x="187916" y="105134"/>
                </a:cubicBezTo>
                <a:cubicBezTo>
                  <a:pt x="192841" y="110744"/>
                  <a:pt x="199038" y="113549"/>
                  <a:pt x="206508" y="113549"/>
                </a:cubicBezTo>
                <a:cubicBezTo>
                  <a:pt x="213923" y="113549"/>
                  <a:pt x="220093" y="110730"/>
                  <a:pt x="225018" y="105093"/>
                </a:cubicBezTo>
                <a:cubicBezTo>
                  <a:pt x="229943" y="99455"/>
                  <a:pt x="232405" y="90861"/>
                  <a:pt x="232405" y="79310"/>
                </a:cubicBezTo>
                <a:cubicBezTo>
                  <a:pt x="232405" y="68422"/>
                  <a:pt x="229929" y="60174"/>
                  <a:pt x="224977" y="54564"/>
                </a:cubicBezTo>
                <a:cubicBezTo>
                  <a:pt x="220024" y="48955"/>
                  <a:pt x="213868" y="46150"/>
                  <a:pt x="206508" y="46150"/>
                </a:cubicBezTo>
                <a:cubicBezTo>
                  <a:pt x="199038" y="46150"/>
                  <a:pt x="192841" y="48941"/>
                  <a:pt x="187916" y="54523"/>
                </a:cubicBezTo>
                <a:cubicBezTo>
                  <a:pt x="182991" y="60105"/>
                  <a:pt x="180528" y="68533"/>
                  <a:pt x="180528" y="79808"/>
                </a:cubicBezTo>
                <a:close/>
                <a:moveTo>
                  <a:pt x="259688" y="79766"/>
                </a:moveTo>
                <a:cubicBezTo>
                  <a:pt x="259688" y="63442"/>
                  <a:pt x="264225" y="51351"/>
                  <a:pt x="273300" y="43494"/>
                </a:cubicBezTo>
                <a:cubicBezTo>
                  <a:pt x="280881" y="36964"/>
                  <a:pt x="290122" y="33699"/>
                  <a:pt x="301023" y="33699"/>
                </a:cubicBezTo>
                <a:cubicBezTo>
                  <a:pt x="313142" y="33699"/>
                  <a:pt x="323047" y="37670"/>
                  <a:pt x="330739" y="45610"/>
                </a:cubicBezTo>
                <a:cubicBezTo>
                  <a:pt x="338430" y="53551"/>
                  <a:pt x="342276" y="64521"/>
                  <a:pt x="342276" y="78521"/>
                </a:cubicBezTo>
                <a:cubicBezTo>
                  <a:pt x="342276" y="89865"/>
                  <a:pt x="340574" y="98788"/>
                  <a:pt x="337171" y="105290"/>
                </a:cubicBezTo>
                <a:cubicBezTo>
                  <a:pt x="333768" y="111792"/>
                  <a:pt x="328816" y="116841"/>
                  <a:pt x="322314" y="120438"/>
                </a:cubicBezTo>
                <a:cubicBezTo>
                  <a:pt x="315812" y="124035"/>
                  <a:pt x="308715" y="125833"/>
                  <a:pt x="301023" y="125833"/>
                </a:cubicBezTo>
                <a:cubicBezTo>
                  <a:pt x="288684" y="125833"/>
                  <a:pt x="278709" y="121877"/>
                  <a:pt x="271101" y="113964"/>
                </a:cubicBezTo>
                <a:cubicBezTo>
                  <a:pt x="263492" y="106051"/>
                  <a:pt x="259688" y="94651"/>
                  <a:pt x="259688" y="79766"/>
                </a:cubicBezTo>
                <a:moveTo>
                  <a:pt x="275043" y="79808"/>
                </a:moveTo>
                <a:cubicBezTo>
                  <a:pt x="275043" y="91082"/>
                  <a:pt x="277506" y="99524"/>
                  <a:pt x="282431" y="105134"/>
                </a:cubicBezTo>
                <a:cubicBezTo>
                  <a:pt x="287355" y="110744"/>
                  <a:pt x="293553" y="113549"/>
                  <a:pt x="301023" y="113549"/>
                </a:cubicBezTo>
                <a:cubicBezTo>
                  <a:pt x="308438" y="113549"/>
                  <a:pt x="314608" y="110730"/>
                  <a:pt x="319533" y="105093"/>
                </a:cubicBezTo>
                <a:cubicBezTo>
                  <a:pt x="324458" y="99455"/>
                  <a:pt x="326920" y="90861"/>
                  <a:pt x="326920" y="79310"/>
                </a:cubicBezTo>
                <a:cubicBezTo>
                  <a:pt x="326920" y="68422"/>
                  <a:pt x="324444" y="60174"/>
                  <a:pt x="319492" y="54564"/>
                </a:cubicBezTo>
                <a:cubicBezTo>
                  <a:pt x="314539" y="48955"/>
                  <a:pt x="308383" y="46150"/>
                  <a:pt x="301023" y="46150"/>
                </a:cubicBezTo>
                <a:cubicBezTo>
                  <a:pt x="293553" y="46150"/>
                  <a:pt x="287355" y="48941"/>
                  <a:pt x="282431" y="54523"/>
                </a:cubicBezTo>
                <a:cubicBezTo>
                  <a:pt x="277506" y="60105"/>
                  <a:pt x="275043" y="68533"/>
                  <a:pt x="275043" y="79808"/>
                </a:cubicBezTo>
                <a:close/>
                <a:moveTo>
                  <a:pt x="359432" y="123841"/>
                </a:moveTo>
                <a:lnTo>
                  <a:pt x="359432" y="2158"/>
                </a:lnTo>
                <a:lnTo>
                  <a:pt x="374372" y="2158"/>
                </a:lnTo>
                <a:lnTo>
                  <a:pt x="374372" y="123841"/>
                </a:lnTo>
                <a:lnTo>
                  <a:pt x="359432" y="123841"/>
                </a:lnTo>
                <a:close/>
                <a:moveTo>
                  <a:pt x="397585" y="19257"/>
                </a:moveTo>
                <a:lnTo>
                  <a:pt x="397585" y="2158"/>
                </a:lnTo>
                <a:lnTo>
                  <a:pt x="412525" y="2158"/>
                </a:lnTo>
                <a:lnTo>
                  <a:pt x="412525" y="19257"/>
                </a:lnTo>
                <a:lnTo>
                  <a:pt x="397585" y="19257"/>
                </a:lnTo>
                <a:moveTo>
                  <a:pt x="397585" y="123841"/>
                </a:moveTo>
                <a:lnTo>
                  <a:pt x="397585" y="35691"/>
                </a:lnTo>
                <a:lnTo>
                  <a:pt x="412525" y="35691"/>
                </a:lnTo>
                <a:lnTo>
                  <a:pt x="412525" y="123841"/>
                </a:lnTo>
                <a:lnTo>
                  <a:pt x="397585" y="123841"/>
                </a:lnTo>
                <a:close/>
                <a:moveTo>
                  <a:pt x="435240" y="123841"/>
                </a:moveTo>
                <a:lnTo>
                  <a:pt x="435240" y="35691"/>
                </a:lnTo>
                <a:lnTo>
                  <a:pt x="448686" y="35691"/>
                </a:lnTo>
                <a:lnTo>
                  <a:pt x="448686" y="48225"/>
                </a:lnTo>
                <a:cubicBezTo>
                  <a:pt x="455161" y="38541"/>
                  <a:pt x="464512" y="33699"/>
                  <a:pt x="476742" y="33699"/>
                </a:cubicBezTo>
                <a:cubicBezTo>
                  <a:pt x="482054" y="33699"/>
                  <a:pt x="486937" y="34654"/>
                  <a:pt x="491392" y="36563"/>
                </a:cubicBezTo>
                <a:cubicBezTo>
                  <a:pt x="495846" y="38472"/>
                  <a:pt x="499180" y="40976"/>
                  <a:pt x="501394" y="44075"/>
                </a:cubicBezTo>
                <a:cubicBezTo>
                  <a:pt x="503607" y="47174"/>
                  <a:pt x="505156" y="50853"/>
                  <a:pt x="506042" y="55114"/>
                </a:cubicBezTo>
                <a:cubicBezTo>
                  <a:pt x="506595" y="57881"/>
                  <a:pt x="506872" y="62723"/>
                  <a:pt x="506872" y="69640"/>
                </a:cubicBezTo>
                <a:lnTo>
                  <a:pt x="506872" y="123841"/>
                </a:lnTo>
                <a:lnTo>
                  <a:pt x="491931" y="123841"/>
                </a:lnTo>
                <a:lnTo>
                  <a:pt x="491931" y="70221"/>
                </a:lnTo>
                <a:cubicBezTo>
                  <a:pt x="491931" y="64134"/>
                  <a:pt x="491350" y="59583"/>
                  <a:pt x="490188" y="56567"/>
                </a:cubicBezTo>
                <a:cubicBezTo>
                  <a:pt x="489026" y="53551"/>
                  <a:pt x="486965" y="51144"/>
                  <a:pt x="484004" y="49345"/>
                </a:cubicBezTo>
                <a:cubicBezTo>
                  <a:pt x="481044" y="47547"/>
                  <a:pt x="477572" y="46648"/>
                  <a:pt x="473587" y="46648"/>
                </a:cubicBezTo>
                <a:cubicBezTo>
                  <a:pt x="467224" y="46648"/>
                  <a:pt x="461732" y="48668"/>
                  <a:pt x="457111" y="52707"/>
                </a:cubicBezTo>
                <a:cubicBezTo>
                  <a:pt x="452491" y="56747"/>
                  <a:pt x="450180" y="64411"/>
                  <a:pt x="450180" y="75699"/>
                </a:cubicBezTo>
                <a:lnTo>
                  <a:pt x="450180" y="123841"/>
                </a:lnTo>
                <a:lnTo>
                  <a:pt x="435240" y="123841"/>
                </a:lnTo>
                <a:close/>
                <a:moveTo>
                  <a:pt x="527016" y="131145"/>
                </a:moveTo>
                <a:lnTo>
                  <a:pt x="541541" y="133137"/>
                </a:lnTo>
                <a:cubicBezTo>
                  <a:pt x="542150" y="137673"/>
                  <a:pt x="543838" y="140977"/>
                  <a:pt x="546604" y="143049"/>
                </a:cubicBezTo>
                <a:cubicBezTo>
                  <a:pt x="550312" y="145848"/>
                  <a:pt x="555375" y="147248"/>
                  <a:pt x="561794" y="147248"/>
                </a:cubicBezTo>
                <a:cubicBezTo>
                  <a:pt x="568711" y="147248"/>
                  <a:pt x="574051" y="145861"/>
                  <a:pt x="577814" y="143087"/>
                </a:cubicBezTo>
                <a:cubicBezTo>
                  <a:pt x="581577" y="140314"/>
                  <a:pt x="584122" y="136432"/>
                  <a:pt x="585450" y="131441"/>
                </a:cubicBezTo>
                <a:cubicBezTo>
                  <a:pt x="586225" y="128389"/>
                  <a:pt x="586584" y="121982"/>
                  <a:pt x="586529" y="112221"/>
                </a:cubicBezTo>
                <a:cubicBezTo>
                  <a:pt x="579999" y="119968"/>
                  <a:pt x="571865" y="123841"/>
                  <a:pt x="562126" y="123841"/>
                </a:cubicBezTo>
                <a:cubicBezTo>
                  <a:pt x="550008" y="123841"/>
                  <a:pt x="540628" y="119470"/>
                  <a:pt x="533988" y="110726"/>
                </a:cubicBezTo>
                <a:cubicBezTo>
                  <a:pt x="527348" y="101983"/>
                  <a:pt x="524028" y="91497"/>
                  <a:pt x="524028" y="79268"/>
                </a:cubicBezTo>
                <a:cubicBezTo>
                  <a:pt x="524028" y="70857"/>
                  <a:pt x="525549" y="63096"/>
                  <a:pt x="528593" y="55986"/>
                </a:cubicBezTo>
                <a:cubicBezTo>
                  <a:pt x="531636" y="48875"/>
                  <a:pt x="536049" y="43383"/>
                  <a:pt x="541832" y="39510"/>
                </a:cubicBezTo>
                <a:cubicBezTo>
                  <a:pt x="547614" y="35636"/>
                  <a:pt x="554407" y="33699"/>
                  <a:pt x="562209" y="33699"/>
                </a:cubicBezTo>
                <a:cubicBezTo>
                  <a:pt x="572612" y="33699"/>
                  <a:pt x="581189" y="37960"/>
                  <a:pt x="587940" y="46482"/>
                </a:cubicBezTo>
                <a:lnTo>
                  <a:pt x="587940" y="35691"/>
                </a:lnTo>
                <a:lnTo>
                  <a:pt x="601719" y="35691"/>
                </a:lnTo>
                <a:lnTo>
                  <a:pt x="601719" y="111940"/>
                </a:lnTo>
                <a:cubicBezTo>
                  <a:pt x="601719" y="125672"/>
                  <a:pt x="600321" y="135404"/>
                  <a:pt x="597527" y="141134"/>
                </a:cubicBezTo>
                <a:cubicBezTo>
                  <a:pt x="594733" y="146865"/>
                  <a:pt x="590306" y="151391"/>
                  <a:pt x="584246" y="154713"/>
                </a:cubicBezTo>
                <a:cubicBezTo>
                  <a:pt x="578187" y="158037"/>
                  <a:pt x="570731" y="159698"/>
                  <a:pt x="561877" y="159698"/>
                </a:cubicBezTo>
                <a:cubicBezTo>
                  <a:pt x="551363" y="159698"/>
                  <a:pt x="542869" y="157326"/>
                  <a:pt x="536395" y="152581"/>
                </a:cubicBezTo>
                <a:cubicBezTo>
                  <a:pt x="529921" y="147836"/>
                  <a:pt x="526794" y="140691"/>
                  <a:pt x="527016" y="131145"/>
                </a:cubicBezTo>
                <a:moveTo>
                  <a:pt x="539383" y="78192"/>
                </a:moveTo>
                <a:cubicBezTo>
                  <a:pt x="539383" y="89727"/>
                  <a:pt x="541680" y="98145"/>
                  <a:pt x="546272" y="103443"/>
                </a:cubicBezTo>
                <a:cubicBezTo>
                  <a:pt x="550865" y="108741"/>
                  <a:pt x="556620" y="111391"/>
                  <a:pt x="563537" y="111391"/>
                </a:cubicBezTo>
                <a:cubicBezTo>
                  <a:pt x="570399" y="111391"/>
                  <a:pt x="576154" y="108755"/>
                  <a:pt x="580802" y="103484"/>
                </a:cubicBezTo>
                <a:cubicBezTo>
                  <a:pt x="585450" y="98214"/>
                  <a:pt x="587774" y="89948"/>
                  <a:pt x="587774" y="78687"/>
                </a:cubicBezTo>
                <a:cubicBezTo>
                  <a:pt x="587774" y="67924"/>
                  <a:pt x="585381" y="59811"/>
                  <a:pt x="580594" y="54346"/>
                </a:cubicBezTo>
                <a:cubicBezTo>
                  <a:pt x="575808" y="48882"/>
                  <a:pt x="570039" y="46150"/>
                  <a:pt x="563288" y="46150"/>
                </a:cubicBezTo>
                <a:cubicBezTo>
                  <a:pt x="556648" y="46150"/>
                  <a:pt x="551004" y="48841"/>
                  <a:pt x="546355" y="54222"/>
                </a:cubicBezTo>
                <a:cubicBezTo>
                  <a:pt x="541707" y="59603"/>
                  <a:pt x="539383" y="67593"/>
                  <a:pt x="539383" y="78192"/>
                </a:cubicBezTo>
                <a:close/>
                <a:moveTo>
                  <a:pt x="676005" y="123841"/>
                </a:moveTo>
                <a:lnTo>
                  <a:pt x="676005" y="2158"/>
                </a:lnTo>
                <a:lnTo>
                  <a:pt x="692108" y="2158"/>
                </a:lnTo>
                <a:lnTo>
                  <a:pt x="692108" y="123841"/>
                </a:lnTo>
                <a:lnTo>
                  <a:pt x="676005" y="123841"/>
                </a:lnTo>
                <a:close/>
                <a:moveTo>
                  <a:pt x="718445" y="123841"/>
                </a:moveTo>
                <a:lnTo>
                  <a:pt x="718445" y="35691"/>
                </a:lnTo>
                <a:lnTo>
                  <a:pt x="731891" y="35691"/>
                </a:lnTo>
                <a:lnTo>
                  <a:pt x="731891" y="48225"/>
                </a:lnTo>
                <a:cubicBezTo>
                  <a:pt x="738366" y="38541"/>
                  <a:pt x="747717" y="33699"/>
                  <a:pt x="759946" y="33699"/>
                </a:cubicBezTo>
                <a:cubicBezTo>
                  <a:pt x="765259" y="33699"/>
                  <a:pt x="770142" y="34654"/>
                  <a:pt x="774596" y="36563"/>
                </a:cubicBezTo>
                <a:cubicBezTo>
                  <a:pt x="779051" y="38472"/>
                  <a:pt x="782385" y="40976"/>
                  <a:pt x="784598" y="44075"/>
                </a:cubicBezTo>
                <a:cubicBezTo>
                  <a:pt x="786812" y="47174"/>
                  <a:pt x="788361" y="50853"/>
                  <a:pt x="789247" y="55114"/>
                </a:cubicBezTo>
                <a:cubicBezTo>
                  <a:pt x="789800" y="57881"/>
                  <a:pt x="790077" y="62723"/>
                  <a:pt x="790077" y="69640"/>
                </a:cubicBezTo>
                <a:lnTo>
                  <a:pt x="790077" y="123841"/>
                </a:lnTo>
                <a:lnTo>
                  <a:pt x="775136" y="123841"/>
                </a:lnTo>
                <a:lnTo>
                  <a:pt x="775136" y="70221"/>
                </a:lnTo>
                <a:cubicBezTo>
                  <a:pt x="775136" y="64134"/>
                  <a:pt x="774555" y="59583"/>
                  <a:pt x="773393" y="56567"/>
                </a:cubicBezTo>
                <a:cubicBezTo>
                  <a:pt x="772231" y="53551"/>
                  <a:pt x="770170" y="51144"/>
                  <a:pt x="767209" y="49345"/>
                </a:cubicBezTo>
                <a:cubicBezTo>
                  <a:pt x="764249" y="47547"/>
                  <a:pt x="760776" y="46648"/>
                  <a:pt x="756792" y="46648"/>
                </a:cubicBezTo>
                <a:cubicBezTo>
                  <a:pt x="750429" y="46648"/>
                  <a:pt x="744937" y="48668"/>
                  <a:pt x="740316" y="52707"/>
                </a:cubicBezTo>
                <a:cubicBezTo>
                  <a:pt x="735696" y="56747"/>
                  <a:pt x="733385" y="64411"/>
                  <a:pt x="733385" y="75699"/>
                </a:cubicBezTo>
                <a:lnTo>
                  <a:pt x="733385" y="123841"/>
                </a:lnTo>
                <a:lnTo>
                  <a:pt x="718445" y="123841"/>
                </a:lnTo>
                <a:close/>
                <a:moveTo>
                  <a:pt x="813043" y="19257"/>
                </a:moveTo>
                <a:lnTo>
                  <a:pt x="813043" y="2158"/>
                </a:lnTo>
                <a:lnTo>
                  <a:pt x="827983" y="2158"/>
                </a:lnTo>
                <a:lnTo>
                  <a:pt x="827983" y="19257"/>
                </a:lnTo>
                <a:lnTo>
                  <a:pt x="813043" y="19257"/>
                </a:lnTo>
                <a:moveTo>
                  <a:pt x="813043" y="123841"/>
                </a:moveTo>
                <a:lnTo>
                  <a:pt x="813043" y="35691"/>
                </a:lnTo>
                <a:lnTo>
                  <a:pt x="827983" y="35691"/>
                </a:lnTo>
                <a:lnTo>
                  <a:pt x="827983" y="123841"/>
                </a:lnTo>
                <a:lnTo>
                  <a:pt x="813043" y="123841"/>
                </a:lnTo>
                <a:close/>
                <a:moveTo>
                  <a:pt x="883318" y="110477"/>
                </a:moveTo>
                <a:lnTo>
                  <a:pt x="885476" y="123675"/>
                </a:lnTo>
                <a:cubicBezTo>
                  <a:pt x="881270" y="124560"/>
                  <a:pt x="877508" y="125003"/>
                  <a:pt x="874187" y="125003"/>
                </a:cubicBezTo>
                <a:cubicBezTo>
                  <a:pt x="868765" y="125003"/>
                  <a:pt x="864559" y="124145"/>
                  <a:pt x="861571" y="122430"/>
                </a:cubicBezTo>
                <a:cubicBezTo>
                  <a:pt x="858583" y="120715"/>
                  <a:pt x="856480" y="118460"/>
                  <a:pt x="855263" y="115665"/>
                </a:cubicBezTo>
                <a:cubicBezTo>
                  <a:pt x="854045" y="112871"/>
                  <a:pt x="853437" y="106991"/>
                  <a:pt x="853437" y="98027"/>
                </a:cubicBezTo>
                <a:lnTo>
                  <a:pt x="853437" y="47312"/>
                </a:lnTo>
                <a:lnTo>
                  <a:pt x="842480" y="47312"/>
                </a:lnTo>
                <a:lnTo>
                  <a:pt x="842480" y="35691"/>
                </a:lnTo>
                <a:lnTo>
                  <a:pt x="853437" y="35691"/>
                </a:lnTo>
                <a:lnTo>
                  <a:pt x="853437" y="13862"/>
                </a:lnTo>
                <a:lnTo>
                  <a:pt x="868294" y="4897"/>
                </a:lnTo>
                <a:lnTo>
                  <a:pt x="868294" y="35691"/>
                </a:lnTo>
                <a:lnTo>
                  <a:pt x="883318" y="35691"/>
                </a:lnTo>
                <a:lnTo>
                  <a:pt x="883318" y="47312"/>
                </a:lnTo>
                <a:lnTo>
                  <a:pt x="868294" y="47312"/>
                </a:lnTo>
                <a:lnTo>
                  <a:pt x="868294" y="98857"/>
                </a:lnTo>
                <a:cubicBezTo>
                  <a:pt x="868294" y="103118"/>
                  <a:pt x="868557" y="105857"/>
                  <a:pt x="869083" y="107074"/>
                </a:cubicBezTo>
                <a:cubicBezTo>
                  <a:pt x="869608" y="108292"/>
                  <a:pt x="870466" y="109260"/>
                  <a:pt x="871656" y="109979"/>
                </a:cubicBezTo>
                <a:cubicBezTo>
                  <a:pt x="872846" y="110699"/>
                  <a:pt x="874547" y="111058"/>
                  <a:pt x="876761" y="111058"/>
                </a:cubicBezTo>
                <a:cubicBezTo>
                  <a:pt x="878421" y="111058"/>
                  <a:pt x="880606" y="110865"/>
                  <a:pt x="883318" y="110477"/>
                </a:cubicBezTo>
                <a:close/>
                <a:moveTo>
                  <a:pt x="907580" y="159698"/>
                </a:moveTo>
                <a:lnTo>
                  <a:pt x="896872" y="159698"/>
                </a:lnTo>
                <a:cubicBezTo>
                  <a:pt x="913417" y="133110"/>
                  <a:pt x="921690" y="106493"/>
                  <a:pt x="921690" y="79849"/>
                </a:cubicBezTo>
                <a:cubicBezTo>
                  <a:pt x="921690" y="69436"/>
                  <a:pt x="920500" y="59105"/>
                  <a:pt x="918121" y="48858"/>
                </a:cubicBezTo>
                <a:cubicBezTo>
                  <a:pt x="916240" y="40549"/>
                  <a:pt x="913611" y="32572"/>
                  <a:pt x="910236" y="24927"/>
                </a:cubicBezTo>
                <a:cubicBezTo>
                  <a:pt x="908078" y="19942"/>
                  <a:pt x="903623" y="11633"/>
                  <a:pt x="896872" y="0"/>
                </a:cubicBezTo>
                <a:lnTo>
                  <a:pt x="907580" y="0"/>
                </a:lnTo>
                <a:cubicBezTo>
                  <a:pt x="917983" y="13903"/>
                  <a:pt x="925674" y="27862"/>
                  <a:pt x="930654" y="41878"/>
                </a:cubicBezTo>
                <a:cubicBezTo>
                  <a:pt x="934915" y="53953"/>
                  <a:pt x="937046" y="66583"/>
                  <a:pt x="937046" y="79766"/>
                </a:cubicBezTo>
                <a:cubicBezTo>
                  <a:pt x="937046" y="94722"/>
                  <a:pt x="934182" y="109181"/>
                  <a:pt x="928455" y="123141"/>
                </a:cubicBezTo>
                <a:cubicBezTo>
                  <a:pt x="922728" y="137099"/>
                  <a:pt x="915769" y="149285"/>
                  <a:pt x="907580" y="1596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DA2BE-5377-4699-BF5A-C7A1FFEB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22" y="1248181"/>
            <a:ext cx="1689535" cy="154598"/>
          </a:xfrm>
          <a:custGeom xmlns:a="http://schemas.openxmlformats.org/drawingml/2006/main">
            <a:pathLst>
              <a:path w="1689535" h="154598">
                <a:moveTo>
                  <a:pt x="0" y="154598"/>
                </a:moveTo>
                <a:lnTo>
                  <a:pt x="0" y="0"/>
                </a:lnTo>
                <a:lnTo>
                  <a:pt x="168953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8CF02-FAE6-4DA5-BF5D-F6E312F1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22" y="1248181"/>
            <a:ext cx="1689535" cy="99982"/>
          </a:xfrm>
          <a:custGeom xmlns:a="http://schemas.openxmlformats.org/drawingml/2006/main">
            <a:pathLst>
              <a:path w="1689535" h="99982" fill="none">
                <a:moveTo>
                  <a:pt x="1689535" y="0"/>
                </a:moveTo>
                <a:lnTo>
                  <a:pt x="0" y="0"/>
                </a:lnTo>
                <a:lnTo>
                  <a:pt x="0" y="99982"/>
                </a:lnTo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AD5A3-4908-402B-A90B-5B0D59FC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00" y="1330241"/>
            <a:ext cx="35844" cy="49241"/>
          </a:xfrm>
          <a:custGeom xmlns:a="http://schemas.openxmlformats.org/drawingml/2006/main">
            <a:pathLst>
              <a:path w="35844" h="49241">
                <a:moveTo>
                  <a:pt x="17922" y="17922"/>
                </a:moveTo>
                <a:lnTo>
                  <a:pt x="35844" y="0"/>
                </a:lnTo>
                <a:lnTo>
                  <a:pt x="17922" y="49241"/>
                </a:lnTo>
                <a:lnTo>
                  <a:pt x="0" y="0"/>
                </a:lnTo>
                <a:lnTo>
                  <a:pt x="17922" y="179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B05A9-1FA4-4505-A2E6-27598112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00" y="1330241"/>
            <a:ext cx="35844" cy="49241"/>
          </a:xfrm>
          <a:custGeom xmlns:a="http://schemas.openxmlformats.org/drawingml/2006/main">
            <a:pathLst>
              <a:path w="35844" h="49241" fill="none">
                <a:moveTo>
                  <a:pt x="17922" y="17922"/>
                </a:moveTo>
                <a:lnTo>
                  <a:pt x="0" y="0"/>
                </a:lnTo>
                <a:lnTo>
                  <a:pt x="17922" y="49241"/>
                </a:lnTo>
                <a:lnTo>
                  <a:pt x="35844" y="0"/>
                </a:lnTo>
                <a:lnTo>
                  <a:pt x="17922" y="179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38885-9D9F-49A3-8BC5-2B37D782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90" y="1248298"/>
            <a:ext cx="1174041" cy="191742"/>
          </a:xfrm>
          <a:custGeom xmlns:a="http://schemas.openxmlformats.org/drawingml/2006/main">
            <a:pathLst>
              <a:path w="1174041" h="191742">
                <a:moveTo>
                  <a:pt x="0" y="0"/>
                </a:moveTo>
                <a:lnTo>
                  <a:pt x="1171494" y="0"/>
                </a:lnTo>
                <a:lnTo>
                  <a:pt x="1171494" y="191742"/>
                </a:lnTo>
                <a:lnTo>
                  <a:pt x="1174041" y="191742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43536-BA55-4974-AD00-E9EF598B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90" y="1248298"/>
            <a:ext cx="1174041" cy="191742"/>
          </a:xfrm>
          <a:custGeom xmlns:a="http://schemas.openxmlformats.org/drawingml/2006/main">
            <a:pathLst>
              <a:path w="1174041" h="191742" fill="none">
                <a:moveTo>
                  <a:pt x="0" y="0"/>
                </a:moveTo>
                <a:lnTo>
                  <a:pt x="1171494" y="0"/>
                </a:lnTo>
                <a:lnTo>
                  <a:pt x="1171494" y="191742"/>
                </a:lnTo>
                <a:lnTo>
                  <a:pt x="1174041" y="191742"/>
                </a:lnTo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82F6B-1588-418D-9293-DC432B46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97" y="1248088"/>
            <a:ext cx="1280955" cy="189232"/>
          </a:xfrm>
          <a:custGeom xmlns:a="http://schemas.openxmlformats.org/drawingml/2006/main">
            <a:pathLst>
              <a:path w="1280955" h="189232">
                <a:moveTo>
                  <a:pt x="0" y="0"/>
                </a:moveTo>
                <a:lnTo>
                  <a:pt x="1279635" y="0"/>
                </a:lnTo>
                <a:lnTo>
                  <a:pt x="1279635" y="189232"/>
                </a:lnTo>
                <a:lnTo>
                  <a:pt x="1280955" y="189232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DE9AC-A21E-4702-9B59-78A4CF70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97" y="1248088"/>
            <a:ext cx="1280955" cy="189232"/>
          </a:xfrm>
          <a:custGeom xmlns:a="http://schemas.openxmlformats.org/drawingml/2006/main">
            <a:pathLst>
              <a:path w="1280955" h="189232" fill="none">
                <a:moveTo>
                  <a:pt x="0" y="0"/>
                </a:moveTo>
                <a:lnTo>
                  <a:pt x="1279635" y="0"/>
                </a:lnTo>
                <a:lnTo>
                  <a:pt x="1279635" y="189232"/>
                </a:lnTo>
                <a:lnTo>
                  <a:pt x="1280955" y="189232"/>
                </a:lnTo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361EE-A5DD-4063-8F72-BDAA6DE7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50" y="503324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90CE8-4CDA-4292-817A-7DC06674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50" y="503324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75257-D3E1-437D-A569-2AD9F735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98" y="503324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FD89E-D334-4D8E-9B84-F28F98CA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98" y="503324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CB105-216E-4833-A5F2-4D664221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47" y="503324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840C0-2108-4EED-AD93-7830A22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47" y="503324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B7EE0A-D0F7-4149-8A50-320E02D2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5" y="503324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10C88-5577-45B4-A34A-14120C94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5" y="503324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66368-95C2-44DB-92B6-E126D058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44" y="503324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7CF05-EF54-45A4-AB25-53A21A97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44" y="503324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16646-1274-4EF9-980E-5BF5A1F1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592" y="503324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9D7E1-72D9-4A6E-BED7-DE6A906D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592" y="503324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56348-1F6D-4434-A946-747B8026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341" y="503324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8D618-33C4-482E-A3AD-4D7C0567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341" y="503324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A954B-960F-4892-ACB1-AB8904A1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50" y="1437353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9C469-723A-45A2-9E79-246302A8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50" y="1437353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E017A-A0F9-4CB5-9566-B6409FD3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98" y="1437353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A66E9-3BEA-460A-89B8-717D081B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98" y="1437353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1A5D4-1856-49A0-AD6E-533D92AC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47" y="1437353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99823-EAD2-440D-AD52-3B49AB67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47" y="1437353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F0960-EE01-46D2-825C-6FFD1149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5" y="1437353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597A2-AA97-44E5-B4E4-549EC316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95" y="1437353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2A58B-DBD8-48EC-8BAB-175BAA41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44" y="1437353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7E31A-1F60-415F-B565-D6944A4F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44" y="1437353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B2052-84C4-4E30-B911-1D34EB47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592" y="1437353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9143F-866A-440D-88B4-1080F2C1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592" y="1437353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26105A-8BBD-4ABB-982A-DDC27393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341" y="1437353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FCBBB-FEC6-40C9-989C-22429794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341" y="1437353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25CBB-4E00-4704-A5AE-DB0C26C6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33" y="29054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8937B-1439-425D-BD44-9AE8562E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33" y="29054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ED24C0-3009-4402-9996-15A5918B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81" y="29054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13CD6-4F47-4D8E-B127-33B01D11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81" y="29054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317C6-C171-41CC-A302-EE6785BE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30" y="29054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F86BF-81D3-41AE-8297-65EA8C5B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30" y="29054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B4B54-EB27-496B-8AC1-57FFF330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78" y="29054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B835A-7D9F-4879-822D-19744010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78" y="29054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3673D-16A5-499F-B7B3-777ECA51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427" y="29054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51AAE-CE4C-40A2-8156-80343EA6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427" y="29054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B3743-5C4E-4128-85B7-8CD68D0D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175" y="29054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81A3B-86A4-46F0-BE14-3403FF8C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175" y="29054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34D9C-2D5C-41D6-BF0D-05B9FEAA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24" y="29054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D2089-9630-4FCD-8E0D-F5F69996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24" y="29054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8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8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12D58-3353-4309-81F1-EAEB2E4F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18" y="1402749"/>
            <a:ext cx="496922" cy="257496"/>
          </a:xfrm>
          <a:custGeom xmlns:a="http://schemas.openxmlformats.org/drawingml/2006/main">
            <a:pathLst>
              <a:path w="496922" h="257496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5" y="0"/>
                  <a:pt x="42917" y="0"/>
                </a:cubicBezTo>
                <a:lnTo>
                  <a:pt x="454005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1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8" y="257496"/>
                  <a:pt x="454005" y="257496"/>
                </a:cubicBezTo>
                <a:lnTo>
                  <a:pt x="42917" y="257496"/>
                </a:lnTo>
                <a:cubicBezTo>
                  <a:pt x="19215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9E716-4870-4BE3-B786-AE3FE9E0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18" y="1402749"/>
            <a:ext cx="496922" cy="257496"/>
          </a:xfrm>
          <a:custGeom xmlns:a="http://schemas.openxmlformats.org/drawingml/2006/main">
            <a:pathLst>
              <a:path w="496922" h="257496" fill="none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5" y="0"/>
                  <a:pt x="42917" y="0"/>
                </a:cubicBezTo>
                <a:lnTo>
                  <a:pt x="454005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1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8" y="257496"/>
                  <a:pt x="454005" y="257496"/>
                </a:cubicBezTo>
                <a:lnTo>
                  <a:pt x="42917" y="257496"/>
                </a:lnTo>
                <a:cubicBezTo>
                  <a:pt x="19215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C4BA4-2183-4869-8414-8F7F13D0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40" y="1402780"/>
            <a:ext cx="197765" cy="257496"/>
          </a:xfrm>
          <a:custGeom xmlns:a="http://schemas.openxmlformats.org/drawingml/2006/main">
            <a:pathLst>
              <a:path w="197765" h="257496">
                <a:moveTo>
                  <a:pt x="0" y="32961"/>
                </a:moveTo>
                <a:lnTo>
                  <a:pt x="0" y="32961"/>
                </a:lnTo>
                <a:cubicBezTo>
                  <a:pt x="0" y="14757"/>
                  <a:pt x="14757" y="0"/>
                  <a:pt x="32961" y="0"/>
                </a:cubicBezTo>
                <a:lnTo>
                  <a:pt x="164803" y="0"/>
                </a:lnTo>
                <a:cubicBezTo>
                  <a:pt x="173545" y="0"/>
                  <a:pt x="181929" y="3473"/>
                  <a:pt x="188111" y="9654"/>
                </a:cubicBezTo>
                <a:cubicBezTo>
                  <a:pt x="194292" y="15836"/>
                  <a:pt x="197765" y="24219"/>
                  <a:pt x="197765" y="32961"/>
                </a:cubicBezTo>
                <a:lnTo>
                  <a:pt x="197765" y="224535"/>
                </a:lnTo>
                <a:cubicBezTo>
                  <a:pt x="197765" y="242739"/>
                  <a:pt x="183008" y="257496"/>
                  <a:pt x="164803" y="257496"/>
                </a:cubicBezTo>
                <a:lnTo>
                  <a:pt x="32961" y="257496"/>
                </a:lnTo>
                <a:cubicBezTo>
                  <a:pt x="14757" y="257496"/>
                  <a:pt x="0" y="242739"/>
                  <a:pt x="0" y="224535"/>
                </a:cubicBezTo>
                <a:lnTo>
                  <a:pt x="0" y="3296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13C76-4F3E-44C0-896A-1EF469F5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40" y="1402780"/>
            <a:ext cx="197765" cy="257496"/>
          </a:xfrm>
          <a:custGeom xmlns:a="http://schemas.openxmlformats.org/drawingml/2006/main">
            <a:pathLst>
              <a:path w="197765" h="257496" fill="none">
                <a:moveTo>
                  <a:pt x="0" y="32961"/>
                </a:moveTo>
                <a:lnTo>
                  <a:pt x="0" y="32961"/>
                </a:lnTo>
                <a:cubicBezTo>
                  <a:pt x="0" y="14757"/>
                  <a:pt x="14757" y="0"/>
                  <a:pt x="32961" y="0"/>
                </a:cubicBezTo>
                <a:lnTo>
                  <a:pt x="164803" y="0"/>
                </a:lnTo>
                <a:cubicBezTo>
                  <a:pt x="173545" y="0"/>
                  <a:pt x="181929" y="3473"/>
                  <a:pt x="188111" y="9654"/>
                </a:cubicBezTo>
                <a:cubicBezTo>
                  <a:pt x="194292" y="15836"/>
                  <a:pt x="197765" y="24219"/>
                  <a:pt x="197765" y="32961"/>
                </a:cubicBezTo>
                <a:lnTo>
                  <a:pt x="197765" y="224535"/>
                </a:lnTo>
                <a:cubicBezTo>
                  <a:pt x="197765" y="242739"/>
                  <a:pt x="183008" y="257496"/>
                  <a:pt x="164803" y="257496"/>
                </a:cubicBezTo>
                <a:lnTo>
                  <a:pt x="32961" y="257496"/>
                </a:lnTo>
                <a:cubicBezTo>
                  <a:pt x="14757" y="257496"/>
                  <a:pt x="0" y="242739"/>
                  <a:pt x="0" y="224535"/>
                </a:cubicBezTo>
                <a:lnTo>
                  <a:pt x="0" y="329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1044F4-F91B-458D-BA85-5A05255C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638" y="2223862"/>
            <a:ext cx="1789422" cy="617890"/>
          </a:xfrm>
          <a:custGeom xmlns:a="http://schemas.openxmlformats.org/drawingml/2006/main">
            <a:pathLst>
              <a:path w="1789422" h="617890">
                <a:moveTo>
                  <a:pt x="0" y="0"/>
                </a:moveTo>
                <a:lnTo>
                  <a:pt x="1789422" y="0"/>
                </a:lnTo>
                <a:lnTo>
                  <a:pt x="1789422" y="617890"/>
                </a:lnTo>
                <a:lnTo>
                  <a:pt x="0" y="6178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XEnc.">
            <a:extLst xmlns:a="http://schemas.openxmlformats.org/drawingml/2006/main">
              <a:ext uri="{FF2B5EF4-FFF2-40B4-BE49-F238E27FC236}">
                <a16:creationId xmlns:a16="http://schemas.microsoft.com/office/drawing/2014/main" id="{2CDD21D0-DE9D-486A-8C5C-5D40747E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8" y="2398423"/>
            <a:ext cx="363550" cy="92756"/>
          </a:xfrm>
          <a:custGeom xmlns:a="http://schemas.openxmlformats.org/drawingml/2006/main">
            <a:pathLst>
              <a:path w="363550" h="92756">
                <a:moveTo>
                  <a:pt x="0" y="91262"/>
                </a:moveTo>
                <a:lnTo>
                  <a:pt x="35266" y="43960"/>
                </a:lnTo>
                <a:lnTo>
                  <a:pt x="4171" y="0"/>
                </a:lnTo>
                <a:lnTo>
                  <a:pt x="18551" y="0"/>
                </a:lnTo>
                <a:lnTo>
                  <a:pt x="35110" y="23341"/>
                </a:lnTo>
                <a:cubicBezTo>
                  <a:pt x="38555" y="28186"/>
                  <a:pt x="41004" y="31939"/>
                  <a:pt x="42456" y="34601"/>
                </a:cubicBezTo>
                <a:cubicBezTo>
                  <a:pt x="44490" y="31330"/>
                  <a:pt x="46897" y="27893"/>
                  <a:pt x="49678" y="24290"/>
                </a:cubicBezTo>
                <a:lnTo>
                  <a:pt x="68042" y="0"/>
                </a:lnTo>
                <a:lnTo>
                  <a:pt x="81177" y="0"/>
                </a:lnTo>
                <a:lnTo>
                  <a:pt x="49495" y="43369"/>
                </a:lnTo>
                <a:lnTo>
                  <a:pt x="83667" y="91262"/>
                </a:lnTo>
                <a:lnTo>
                  <a:pt x="68727" y="91262"/>
                </a:lnTo>
                <a:lnTo>
                  <a:pt x="45756" y="58731"/>
                </a:lnTo>
                <a:cubicBezTo>
                  <a:pt x="44469" y="56881"/>
                  <a:pt x="43141" y="54954"/>
                  <a:pt x="41771" y="52952"/>
                </a:cubicBezTo>
                <a:cubicBezTo>
                  <a:pt x="39738" y="56163"/>
                  <a:pt x="38285" y="58382"/>
                  <a:pt x="37414" y="59609"/>
                </a:cubicBezTo>
                <a:lnTo>
                  <a:pt x="14505" y="91262"/>
                </a:lnTo>
                <a:lnTo>
                  <a:pt x="0" y="91262"/>
                </a:lnTo>
                <a:close/>
                <a:moveTo>
                  <a:pt x="129751" y="91262"/>
                </a:moveTo>
                <a:lnTo>
                  <a:pt x="129751" y="0"/>
                </a:lnTo>
                <a:lnTo>
                  <a:pt x="195738" y="0"/>
                </a:lnTo>
                <a:lnTo>
                  <a:pt x="195738" y="10832"/>
                </a:lnTo>
                <a:lnTo>
                  <a:pt x="141828" y="10832"/>
                </a:lnTo>
                <a:lnTo>
                  <a:pt x="141828" y="38597"/>
                </a:lnTo>
                <a:lnTo>
                  <a:pt x="192314" y="38597"/>
                </a:lnTo>
                <a:lnTo>
                  <a:pt x="192314" y="49429"/>
                </a:lnTo>
                <a:lnTo>
                  <a:pt x="141828" y="49429"/>
                </a:lnTo>
                <a:lnTo>
                  <a:pt x="141828" y="80430"/>
                </a:lnTo>
                <a:lnTo>
                  <a:pt x="197855" y="80430"/>
                </a:lnTo>
                <a:lnTo>
                  <a:pt x="197855" y="91262"/>
                </a:lnTo>
                <a:lnTo>
                  <a:pt x="129751" y="91262"/>
                </a:lnTo>
                <a:close/>
                <a:moveTo>
                  <a:pt x="212980" y="91262"/>
                </a:moveTo>
                <a:lnTo>
                  <a:pt x="212980" y="25150"/>
                </a:lnTo>
                <a:lnTo>
                  <a:pt x="223065" y="25150"/>
                </a:lnTo>
                <a:lnTo>
                  <a:pt x="223065" y="34550"/>
                </a:lnTo>
                <a:cubicBezTo>
                  <a:pt x="227921" y="27287"/>
                  <a:pt x="234935" y="23656"/>
                  <a:pt x="244107" y="23656"/>
                </a:cubicBezTo>
                <a:cubicBezTo>
                  <a:pt x="248091" y="23656"/>
                  <a:pt x="251753" y="24372"/>
                  <a:pt x="255094" y="25804"/>
                </a:cubicBezTo>
                <a:cubicBezTo>
                  <a:pt x="258435" y="27235"/>
                  <a:pt x="260936" y="29113"/>
                  <a:pt x="262596" y="31438"/>
                </a:cubicBezTo>
                <a:cubicBezTo>
                  <a:pt x="264256" y="33762"/>
                  <a:pt x="265418" y="36521"/>
                  <a:pt x="266082" y="39717"/>
                </a:cubicBezTo>
                <a:cubicBezTo>
                  <a:pt x="266497" y="41792"/>
                  <a:pt x="266704" y="45424"/>
                  <a:pt x="266704" y="50611"/>
                </a:cubicBezTo>
                <a:lnTo>
                  <a:pt x="266704" y="91262"/>
                </a:lnTo>
                <a:lnTo>
                  <a:pt x="255499" y="91262"/>
                </a:lnTo>
                <a:lnTo>
                  <a:pt x="255499" y="51047"/>
                </a:lnTo>
                <a:cubicBezTo>
                  <a:pt x="255499" y="46482"/>
                  <a:pt x="255063" y="43068"/>
                  <a:pt x="254191" y="40807"/>
                </a:cubicBezTo>
                <a:cubicBezTo>
                  <a:pt x="253320" y="38545"/>
                  <a:pt x="251774" y="36739"/>
                  <a:pt x="249554" y="35391"/>
                </a:cubicBezTo>
                <a:cubicBezTo>
                  <a:pt x="247333" y="34042"/>
                  <a:pt x="244729" y="33367"/>
                  <a:pt x="241741" y="33367"/>
                </a:cubicBezTo>
                <a:cubicBezTo>
                  <a:pt x="236968" y="33367"/>
                  <a:pt x="232849" y="34882"/>
                  <a:pt x="229384" y="37912"/>
                </a:cubicBezTo>
                <a:cubicBezTo>
                  <a:pt x="225918" y="40941"/>
                  <a:pt x="224186" y="46689"/>
                  <a:pt x="224186" y="55156"/>
                </a:cubicBezTo>
                <a:lnTo>
                  <a:pt x="224186" y="91262"/>
                </a:lnTo>
                <a:lnTo>
                  <a:pt x="212980" y="91262"/>
                </a:lnTo>
                <a:close/>
                <a:moveTo>
                  <a:pt x="327007" y="66984"/>
                </a:moveTo>
                <a:lnTo>
                  <a:pt x="338026" y="68478"/>
                </a:lnTo>
                <a:cubicBezTo>
                  <a:pt x="336822" y="76073"/>
                  <a:pt x="333741" y="82018"/>
                  <a:pt x="328782" y="86313"/>
                </a:cubicBezTo>
                <a:cubicBezTo>
                  <a:pt x="323822" y="90609"/>
                  <a:pt x="317732" y="92756"/>
                  <a:pt x="310510" y="92756"/>
                </a:cubicBezTo>
                <a:cubicBezTo>
                  <a:pt x="301463" y="92756"/>
                  <a:pt x="294190" y="89799"/>
                  <a:pt x="288691" y="83885"/>
                </a:cubicBezTo>
                <a:cubicBezTo>
                  <a:pt x="283192" y="77971"/>
                  <a:pt x="280442" y="69495"/>
                  <a:pt x="280442" y="58455"/>
                </a:cubicBezTo>
                <a:cubicBezTo>
                  <a:pt x="280442" y="51317"/>
                  <a:pt x="281625" y="45071"/>
                  <a:pt x="283991" y="39717"/>
                </a:cubicBezTo>
                <a:cubicBezTo>
                  <a:pt x="286356" y="34363"/>
                  <a:pt x="289957" y="30348"/>
                  <a:pt x="294792" y="27671"/>
                </a:cubicBezTo>
                <a:cubicBezTo>
                  <a:pt x="299627" y="24994"/>
                  <a:pt x="304887" y="23656"/>
                  <a:pt x="310573" y="23656"/>
                </a:cubicBezTo>
                <a:cubicBezTo>
                  <a:pt x="317752" y="23656"/>
                  <a:pt x="323625" y="25461"/>
                  <a:pt x="328190" y="29072"/>
                </a:cubicBezTo>
                <a:cubicBezTo>
                  <a:pt x="332755" y="32681"/>
                  <a:pt x="335681" y="37807"/>
                  <a:pt x="336968" y="44448"/>
                </a:cubicBezTo>
                <a:lnTo>
                  <a:pt x="326074" y="46191"/>
                </a:lnTo>
                <a:cubicBezTo>
                  <a:pt x="325036" y="41771"/>
                  <a:pt x="323200" y="38446"/>
                  <a:pt x="320564" y="36215"/>
                </a:cubicBezTo>
                <a:cubicBezTo>
                  <a:pt x="317929" y="33985"/>
                  <a:pt x="314744" y="32869"/>
                  <a:pt x="311008" y="32869"/>
                </a:cubicBezTo>
                <a:cubicBezTo>
                  <a:pt x="305364" y="32869"/>
                  <a:pt x="300778" y="34893"/>
                  <a:pt x="297251" y="38939"/>
                </a:cubicBezTo>
                <a:cubicBezTo>
                  <a:pt x="293723" y="42985"/>
                  <a:pt x="291959" y="49387"/>
                  <a:pt x="291959" y="58144"/>
                </a:cubicBezTo>
                <a:cubicBezTo>
                  <a:pt x="291959" y="67025"/>
                  <a:pt x="293661" y="73479"/>
                  <a:pt x="297064" y="77504"/>
                </a:cubicBezTo>
                <a:cubicBezTo>
                  <a:pt x="300467" y="81530"/>
                  <a:pt x="304908" y="83543"/>
                  <a:pt x="310386" y="83543"/>
                </a:cubicBezTo>
                <a:cubicBezTo>
                  <a:pt x="314785" y="83543"/>
                  <a:pt x="318458" y="82189"/>
                  <a:pt x="321405" y="79481"/>
                </a:cubicBezTo>
                <a:cubicBezTo>
                  <a:pt x="324351" y="76773"/>
                  <a:pt x="326219" y="72607"/>
                  <a:pt x="327007" y="66984"/>
                </a:cubicBezTo>
                <a:close/>
                <a:moveTo>
                  <a:pt x="350788" y="91262"/>
                </a:moveTo>
                <a:lnTo>
                  <a:pt x="350788" y="78438"/>
                </a:lnTo>
                <a:lnTo>
                  <a:pt x="363550" y="78438"/>
                </a:lnTo>
                <a:lnTo>
                  <a:pt x="363550" y="91262"/>
                </a:lnTo>
                <a:lnTo>
                  <a:pt x="350788" y="912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Layers">
            <a:extLst xmlns:a="http://schemas.openxmlformats.org/drawingml/2006/main">
              <a:ext uri="{FF2B5EF4-FFF2-40B4-BE49-F238E27FC236}">
                <a16:creationId xmlns:a16="http://schemas.microsoft.com/office/drawing/2014/main" id="{33CE2195-8302-497A-B92F-E7751A3A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406" y="2551415"/>
            <a:ext cx="368351" cy="118155"/>
          </a:xfrm>
          <a:custGeom xmlns:a="http://schemas.openxmlformats.org/drawingml/2006/main">
            <a:pathLst>
              <a:path w="368351" h="118155">
                <a:moveTo>
                  <a:pt x="0" y="91262"/>
                </a:moveTo>
                <a:lnTo>
                  <a:pt x="0" y="0"/>
                </a:lnTo>
                <a:lnTo>
                  <a:pt x="12077" y="0"/>
                </a:lnTo>
                <a:lnTo>
                  <a:pt x="12077" y="80430"/>
                </a:lnTo>
                <a:lnTo>
                  <a:pt x="57023" y="80430"/>
                </a:lnTo>
                <a:lnTo>
                  <a:pt x="57023" y="91262"/>
                </a:lnTo>
                <a:lnTo>
                  <a:pt x="0" y="91262"/>
                </a:lnTo>
                <a:close/>
                <a:moveTo>
                  <a:pt x="113093" y="82920"/>
                </a:moveTo>
                <a:cubicBezTo>
                  <a:pt x="108943" y="86517"/>
                  <a:pt x="104949" y="89055"/>
                  <a:pt x="101110" y="90537"/>
                </a:cubicBezTo>
                <a:cubicBezTo>
                  <a:pt x="97271" y="92016"/>
                  <a:pt x="93152" y="92756"/>
                  <a:pt x="88752" y="92756"/>
                </a:cubicBezTo>
                <a:cubicBezTo>
                  <a:pt x="81490" y="92756"/>
                  <a:pt x="75908" y="90982"/>
                  <a:pt x="72007" y="87434"/>
                </a:cubicBezTo>
                <a:cubicBezTo>
                  <a:pt x="68105" y="83885"/>
                  <a:pt x="66155" y="79351"/>
                  <a:pt x="66155" y="73831"/>
                </a:cubicBezTo>
                <a:cubicBezTo>
                  <a:pt x="66155" y="70594"/>
                  <a:pt x="66891" y="67637"/>
                  <a:pt x="68365" y="64961"/>
                </a:cubicBezTo>
                <a:cubicBezTo>
                  <a:pt x="69838" y="62284"/>
                  <a:pt x="71768" y="60136"/>
                  <a:pt x="74154" y="58517"/>
                </a:cubicBezTo>
                <a:cubicBezTo>
                  <a:pt x="76541" y="56899"/>
                  <a:pt x="79228" y="55675"/>
                  <a:pt x="82216" y="54844"/>
                </a:cubicBezTo>
                <a:cubicBezTo>
                  <a:pt x="84416" y="54263"/>
                  <a:pt x="87736" y="53703"/>
                  <a:pt x="92176" y="53164"/>
                </a:cubicBezTo>
                <a:cubicBezTo>
                  <a:pt x="101224" y="52085"/>
                  <a:pt x="107885" y="50798"/>
                  <a:pt x="112159" y="49304"/>
                </a:cubicBezTo>
                <a:cubicBezTo>
                  <a:pt x="112201" y="47775"/>
                  <a:pt x="112222" y="46804"/>
                  <a:pt x="112222" y="46390"/>
                </a:cubicBezTo>
                <a:cubicBezTo>
                  <a:pt x="112222" y="41841"/>
                  <a:pt x="111163" y="38637"/>
                  <a:pt x="109047" y="36778"/>
                </a:cubicBezTo>
                <a:cubicBezTo>
                  <a:pt x="106183" y="34255"/>
                  <a:pt x="101929" y="32994"/>
                  <a:pt x="96285" y="32994"/>
                </a:cubicBezTo>
                <a:cubicBezTo>
                  <a:pt x="91014" y="32994"/>
                  <a:pt x="87124" y="33917"/>
                  <a:pt x="84613" y="35764"/>
                </a:cubicBezTo>
                <a:cubicBezTo>
                  <a:pt x="82102" y="37611"/>
                  <a:pt x="80245" y="40879"/>
                  <a:pt x="79041" y="45569"/>
                </a:cubicBezTo>
                <a:lnTo>
                  <a:pt x="68085" y="44075"/>
                </a:lnTo>
                <a:cubicBezTo>
                  <a:pt x="69081" y="39371"/>
                  <a:pt x="70720" y="35572"/>
                  <a:pt x="73003" y="32679"/>
                </a:cubicBezTo>
                <a:cubicBezTo>
                  <a:pt x="75285" y="29785"/>
                  <a:pt x="78585" y="27558"/>
                  <a:pt x="82901" y="25998"/>
                </a:cubicBezTo>
                <a:cubicBezTo>
                  <a:pt x="87217" y="24437"/>
                  <a:pt x="92218" y="23656"/>
                  <a:pt x="97904" y="23656"/>
                </a:cubicBezTo>
                <a:cubicBezTo>
                  <a:pt x="103548" y="23656"/>
                  <a:pt x="108134" y="24323"/>
                  <a:pt x="111661" y="25656"/>
                </a:cubicBezTo>
                <a:cubicBezTo>
                  <a:pt x="115189" y="26988"/>
                  <a:pt x="117783" y="28664"/>
                  <a:pt x="119443" y="30685"/>
                </a:cubicBezTo>
                <a:cubicBezTo>
                  <a:pt x="121103" y="32704"/>
                  <a:pt x="122265" y="35255"/>
                  <a:pt x="122929" y="38338"/>
                </a:cubicBezTo>
                <a:cubicBezTo>
                  <a:pt x="123303" y="40253"/>
                  <a:pt x="123489" y="43694"/>
                  <a:pt x="123489" y="48660"/>
                </a:cubicBezTo>
                <a:lnTo>
                  <a:pt x="123489" y="63558"/>
                </a:lnTo>
                <a:cubicBezTo>
                  <a:pt x="123489" y="73945"/>
                  <a:pt x="123728" y="80524"/>
                  <a:pt x="124205" y="83294"/>
                </a:cubicBezTo>
                <a:cubicBezTo>
                  <a:pt x="124683" y="86064"/>
                  <a:pt x="125627" y="88720"/>
                  <a:pt x="127038" y="91262"/>
                </a:cubicBezTo>
                <a:lnTo>
                  <a:pt x="115334" y="91262"/>
                </a:lnTo>
                <a:cubicBezTo>
                  <a:pt x="114172" y="88885"/>
                  <a:pt x="113425" y="86104"/>
                  <a:pt x="113093" y="82920"/>
                </a:cubicBezTo>
                <a:moveTo>
                  <a:pt x="112159" y="58144"/>
                </a:moveTo>
                <a:cubicBezTo>
                  <a:pt x="108092" y="59796"/>
                  <a:pt x="101992" y="61201"/>
                  <a:pt x="93857" y="62358"/>
                </a:cubicBezTo>
                <a:cubicBezTo>
                  <a:pt x="89250" y="63018"/>
                  <a:pt x="85993" y="63761"/>
                  <a:pt x="84084" y="64587"/>
                </a:cubicBezTo>
                <a:cubicBezTo>
                  <a:pt x="82174" y="65413"/>
                  <a:pt x="80701" y="66621"/>
                  <a:pt x="79664" y="68211"/>
                </a:cubicBezTo>
                <a:cubicBezTo>
                  <a:pt x="78626" y="69801"/>
                  <a:pt x="78107" y="71567"/>
                  <a:pt x="78107" y="73509"/>
                </a:cubicBezTo>
                <a:cubicBezTo>
                  <a:pt x="78107" y="76482"/>
                  <a:pt x="79238" y="78961"/>
                  <a:pt x="81500" y="80944"/>
                </a:cubicBezTo>
                <a:cubicBezTo>
                  <a:pt x="83762" y="82926"/>
                  <a:pt x="87072" y="83916"/>
                  <a:pt x="91429" y="83916"/>
                </a:cubicBezTo>
                <a:cubicBezTo>
                  <a:pt x="95746" y="83916"/>
                  <a:pt x="99584" y="82975"/>
                  <a:pt x="102946" y="81094"/>
                </a:cubicBezTo>
                <a:cubicBezTo>
                  <a:pt x="106308" y="79210"/>
                  <a:pt x="108777" y="76638"/>
                  <a:pt x="110354" y="73376"/>
                </a:cubicBezTo>
                <a:cubicBezTo>
                  <a:pt x="111558" y="70859"/>
                  <a:pt x="112159" y="67144"/>
                  <a:pt x="112159" y="62231"/>
                </a:cubicBezTo>
                <a:lnTo>
                  <a:pt x="112159" y="58144"/>
                </a:lnTo>
                <a:close/>
                <a:moveTo>
                  <a:pt x="140340" y="116794"/>
                </a:moveTo>
                <a:lnTo>
                  <a:pt x="139095" y="106327"/>
                </a:lnTo>
                <a:cubicBezTo>
                  <a:pt x="141544" y="106991"/>
                  <a:pt x="143681" y="107323"/>
                  <a:pt x="145507" y="107323"/>
                </a:cubicBezTo>
                <a:cubicBezTo>
                  <a:pt x="147998" y="107323"/>
                  <a:pt x="149990" y="106908"/>
                  <a:pt x="151484" y="106076"/>
                </a:cubicBezTo>
                <a:cubicBezTo>
                  <a:pt x="152978" y="105245"/>
                  <a:pt x="154202" y="104081"/>
                  <a:pt x="155157" y="102584"/>
                </a:cubicBezTo>
                <a:cubicBezTo>
                  <a:pt x="155862" y="101463"/>
                  <a:pt x="157003" y="98678"/>
                  <a:pt x="158580" y="94231"/>
                </a:cubicBezTo>
                <a:cubicBezTo>
                  <a:pt x="158788" y="93607"/>
                  <a:pt x="159120" y="92693"/>
                  <a:pt x="159577" y="91488"/>
                </a:cubicBezTo>
                <a:lnTo>
                  <a:pt x="134489" y="25150"/>
                </a:lnTo>
                <a:lnTo>
                  <a:pt x="146566" y="25150"/>
                </a:lnTo>
                <a:lnTo>
                  <a:pt x="160324" y="63447"/>
                </a:lnTo>
                <a:cubicBezTo>
                  <a:pt x="162108" y="68304"/>
                  <a:pt x="163706" y="73410"/>
                  <a:pt x="165117" y="78765"/>
                </a:cubicBezTo>
                <a:cubicBezTo>
                  <a:pt x="166404" y="73607"/>
                  <a:pt x="167939" y="68581"/>
                  <a:pt x="169724" y="63686"/>
                </a:cubicBezTo>
                <a:lnTo>
                  <a:pt x="183855" y="25150"/>
                </a:lnTo>
                <a:lnTo>
                  <a:pt x="195060" y="25150"/>
                </a:lnTo>
                <a:lnTo>
                  <a:pt x="169910" y="92375"/>
                </a:lnTo>
                <a:cubicBezTo>
                  <a:pt x="167213" y="99657"/>
                  <a:pt x="165117" y="104672"/>
                  <a:pt x="163623" y="107419"/>
                </a:cubicBezTo>
                <a:cubicBezTo>
                  <a:pt x="161631" y="111123"/>
                  <a:pt x="159348" y="113838"/>
                  <a:pt x="156775" y="115564"/>
                </a:cubicBezTo>
                <a:cubicBezTo>
                  <a:pt x="154202" y="117292"/>
                  <a:pt x="151131" y="118155"/>
                  <a:pt x="147562" y="118155"/>
                </a:cubicBezTo>
                <a:cubicBezTo>
                  <a:pt x="145404" y="118155"/>
                  <a:pt x="142997" y="117701"/>
                  <a:pt x="140340" y="116794"/>
                </a:cubicBezTo>
                <a:close/>
                <a:moveTo>
                  <a:pt x="249843" y="69847"/>
                </a:moveTo>
                <a:lnTo>
                  <a:pt x="261422" y="71341"/>
                </a:lnTo>
                <a:cubicBezTo>
                  <a:pt x="259596" y="78126"/>
                  <a:pt x="256213" y="83391"/>
                  <a:pt x="251274" y="87138"/>
                </a:cubicBezTo>
                <a:cubicBezTo>
                  <a:pt x="246336" y="90883"/>
                  <a:pt x="240027" y="92756"/>
                  <a:pt x="232350" y="92756"/>
                </a:cubicBezTo>
                <a:cubicBezTo>
                  <a:pt x="222680" y="92756"/>
                  <a:pt x="215012" y="89779"/>
                  <a:pt x="209347" y="83823"/>
                </a:cubicBezTo>
                <a:cubicBezTo>
                  <a:pt x="203682" y="77868"/>
                  <a:pt x="200850" y="69515"/>
                  <a:pt x="200850" y="58766"/>
                </a:cubicBezTo>
                <a:cubicBezTo>
                  <a:pt x="200850" y="47644"/>
                  <a:pt x="203714" y="39012"/>
                  <a:pt x="209441" y="32869"/>
                </a:cubicBezTo>
                <a:cubicBezTo>
                  <a:pt x="215168" y="26727"/>
                  <a:pt x="222597" y="23656"/>
                  <a:pt x="231727" y="23656"/>
                </a:cubicBezTo>
                <a:cubicBezTo>
                  <a:pt x="240567" y="23656"/>
                  <a:pt x="247788" y="26660"/>
                  <a:pt x="253391" y="32669"/>
                </a:cubicBezTo>
                <a:cubicBezTo>
                  <a:pt x="258994" y="38676"/>
                  <a:pt x="261795" y="47128"/>
                  <a:pt x="261795" y="58025"/>
                </a:cubicBezTo>
                <a:cubicBezTo>
                  <a:pt x="261795" y="58688"/>
                  <a:pt x="261774" y="59682"/>
                  <a:pt x="261733" y="61007"/>
                </a:cubicBezTo>
                <a:lnTo>
                  <a:pt x="212429" y="61007"/>
                </a:lnTo>
                <a:cubicBezTo>
                  <a:pt x="212844" y="68291"/>
                  <a:pt x="214898" y="73868"/>
                  <a:pt x="218592" y="77738"/>
                </a:cubicBezTo>
                <a:cubicBezTo>
                  <a:pt x="222286" y="81608"/>
                  <a:pt x="226892" y="83543"/>
                  <a:pt x="232412" y="83543"/>
                </a:cubicBezTo>
                <a:cubicBezTo>
                  <a:pt x="236521" y="83543"/>
                  <a:pt x="240027" y="82454"/>
                  <a:pt x="242933" y="80277"/>
                </a:cubicBezTo>
                <a:cubicBezTo>
                  <a:pt x="245838" y="78098"/>
                  <a:pt x="248141" y="74621"/>
                  <a:pt x="249843" y="69847"/>
                </a:cubicBezTo>
                <a:moveTo>
                  <a:pt x="213051" y="51794"/>
                </a:moveTo>
                <a:lnTo>
                  <a:pt x="249967" y="51794"/>
                </a:lnTo>
                <a:cubicBezTo>
                  <a:pt x="249469" y="46251"/>
                  <a:pt x="248058" y="42094"/>
                  <a:pt x="245734" y="39322"/>
                </a:cubicBezTo>
                <a:cubicBezTo>
                  <a:pt x="242165" y="35020"/>
                  <a:pt x="237537" y="32869"/>
                  <a:pt x="231852" y="32869"/>
                </a:cubicBezTo>
                <a:cubicBezTo>
                  <a:pt x="226705" y="32869"/>
                  <a:pt x="222379" y="34586"/>
                  <a:pt x="218872" y="38021"/>
                </a:cubicBezTo>
                <a:cubicBezTo>
                  <a:pt x="215365" y="41454"/>
                  <a:pt x="213425" y="46045"/>
                  <a:pt x="213051" y="51794"/>
                </a:cubicBezTo>
                <a:close/>
                <a:moveTo>
                  <a:pt x="275347" y="91262"/>
                </a:moveTo>
                <a:lnTo>
                  <a:pt x="275347" y="25150"/>
                </a:lnTo>
                <a:lnTo>
                  <a:pt x="285432" y="25150"/>
                </a:lnTo>
                <a:lnTo>
                  <a:pt x="285432" y="35173"/>
                </a:lnTo>
                <a:cubicBezTo>
                  <a:pt x="288005" y="30483"/>
                  <a:pt x="290381" y="27391"/>
                  <a:pt x="292560" y="25897"/>
                </a:cubicBezTo>
                <a:cubicBezTo>
                  <a:pt x="294738" y="24403"/>
                  <a:pt x="297135" y="23656"/>
                  <a:pt x="299750" y="23656"/>
                </a:cubicBezTo>
                <a:cubicBezTo>
                  <a:pt x="303526" y="23656"/>
                  <a:pt x="307365" y="24860"/>
                  <a:pt x="311267" y="27267"/>
                </a:cubicBezTo>
                <a:lnTo>
                  <a:pt x="307407" y="37655"/>
                </a:lnTo>
                <a:cubicBezTo>
                  <a:pt x="304668" y="36042"/>
                  <a:pt x="301929" y="35235"/>
                  <a:pt x="299190" y="35235"/>
                </a:cubicBezTo>
                <a:cubicBezTo>
                  <a:pt x="296741" y="35235"/>
                  <a:pt x="294541" y="35972"/>
                  <a:pt x="292591" y="37445"/>
                </a:cubicBezTo>
                <a:cubicBezTo>
                  <a:pt x="290640" y="38918"/>
                  <a:pt x="289250" y="40962"/>
                  <a:pt x="288420" y="43577"/>
                </a:cubicBezTo>
                <a:cubicBezTo>
                  <a:pt x="287175" y="47561"/>
                  <a:pt x="286552" y="51919"/>
                  <a:pt x="286552" y="56650"/>
                </a:cubicBezTo>
                <a:lnTo>
                  <a:pt x="286552" y="91262"/>
                </a:lnTo>
                <a:lnTo>
                  <a:pt x="275347" y="91262"/>
                </a:lnTo>
                <a:close/>
                <a:moveTo>
                  <a:pt x="313444" y="71466"/>
                </a:moveTo>
                <a:lnTo>
                  <a:pt x="324525" y="69723"/>
                </a:lnTo>
                <a:cubicBezTo>
                  <a:pt x="325148" y="74183"/>
                  <a:pt x="326881" y="77602"/>
                  <a:pt x="329723" y="79979"/>
                </a:cubicBezTo>
                <a:cubicBezTo>
                  <a:pt x="332566" y="82355"/>
                  <a:pt x="336540" y="83543"/>
                  <a:pt x="341645" y="83543"/>
                </a:cubicBezTo>
                <a:cubicBezTo>
                  <a:pt x="346791" y="83543"/>
                  <a:pt x="350609" y="82495"/>
                  <a:pt x="353099" y="80399"/>
                </a:cubicBezTo>
                <a:cubicBezTo>
                  <a:pt x="355589" y="78303"/>
                  <a:pt x="356834" y="75844"/>
                  <a:pt x="356834" y="73022"/>
                </a:cubicBezTo>
                <a:cubicBezTo>
                  <a:pt x="356834" y="70491"/>
                  <a:pt x="355735" y="68499"/>
                  <a:pt x="353535" y="67046"/>
                </a:cubicBezTo>
                <a:cubicBezTo>
                  <a:pt x="352000" y="66050"/>
                  <a:pt x="348181" y="64784"/>
                  <a:pt x="342081" y="63249"/>
                </a:cubicBezTo>
                <a:cubicBezTo>
                  <a:pt x="333863" y="61173"/>
                  <a:pt x="328167" y="59379"/>
                  <a:pt x="324992" y="57864"/>
                </a:cubicBezTo>
                <a:cubicBezTo>
                  <a:pt x="321817" y="56349"/>
                  <a:pt x="319410" y="54253"/>
                  <a:pt x="317771" y="51576"/>
                </a:cubicBezTo>
                <a:cubicBezTo>
                  <a:pt x="316132" y="48899"/>
                  <a:pt x="315312" y="45942"/>
                  <a:pt x="315312" y="42705"/>
                </a:cubicBezTo>
                <a:cubicBezTo>
                  <a:pt x="315312" y="39759"/>
                  <a:pt x="315986" y="37030"/>
                  <a:pt x="317335" y="34519"/>
                </a:cubicBezTo>
                <a:cubicBezTo>
                  <a:pt x="318684" y="32008"/>
                  <a:pt x="320520" y="29923"/>
                  <a:pt x="322845" y="28263"/>
                </a:cubicBezTo>
                <a:cubicBezTo>
                  <a:pt x="324588" y="26976"/>
                  <a:pt x="326964" y="25887"/>
                  <a:pt x="329972" y="24994"/>
                </a:cubicBezTo>
                <a:cubicBezTo>
                  <a:pt x="332981" y="24102"/>
                  <a:pt x="336208" y="23656"/>
                  <a:pt x="339653" y="23656"/>
                </a:cubicBezTo>
                <a:cubicBezTo>
                  <a:pt x="344840" y="23656"/>
                  <a:pt x="349395" y="24403"/>
                  <a:pt x="353317" y="25897"/>
                </a:cubicBezTo>
                <a:cubicBezTo>
                  <a:pt x="357239" y="27391"/>
                  <a:pt x="360134" y="29414"/>
                  <a:pt x="362001" y="31967"/>
                </a:cubicBezTo>
                <a:cubicBezTo>
                  <a:pt x="363869" y="34519"/>
                  <a:pt x="365156" y="37933"/>
                  <a:pt x="365861" y="42207"/>
                </a:cubicBezTo>
                <a:lnTo>
                  <a:pt x="354905" y="43701"/>
                </a:lnTo>
                <a:cubicBezTo>
                  <a:pt x="354407" y="40298"/>
                  <a:pt x="352964" y="37642"/>
                  <a:pt x="350578" y="35733"/>
                </a:cubicBezTo>
                <a:cubicBezTo>
                  <a:pt x="348192" y="33824"/>
                  <a:pt x="344820" y="32869"/>
                  <a:pt x="340462" y="32869"/>
                </a:cubicBezTo>
                <a:cubicBezTo>
                  <a:pt x="335316" y="32869"/>
                  <a:pt x="331643" y="33720"/>
                  <a:pt x="329443" y="35422"/>
                </a:cubicBezTo>
                <a:cubicBezTo>
                  <a:pt x="327244" y="37123"/>
                  <a:pt x="326144" y="39115"/>
                  <a:pt x="326144" y="41398"/>
                </a:cubicBezTo>
                <a:cubicBezTo>
                  <a:pt x="326144" y="42850"/>
                  <a:pt x="326600" y="44158"/>
                  <a:pt x="327514" y="45320"/>
                </a:cubicBezTo>
                <a:cubicBezTo>
                  <a:pt x="328427" y="46523"/>
                  <a:pt x="329858" y="47519"/>
                  <a:pt x="331809" y="48308"/>
                </a:cubicBezTo>
                <a:cubicBezTo>
                  <a:pt x="332929" y="48723"/>
                  <a:pt x="336229" y="49678"/>
                  <a:pt x="341707" y="51172"/>
                </a:cubicBezTo>
                <a:cubicBezTo>
                  <a:pt x="349634" y="53288"/>
                  <a:pt x="355164" y="55021"/>
                  <a:pt x="358297" y="56370"/>
                </a:cubicBezTo>
                <a:cubicBezTo>
                  <a:pt x="361431" y="57718"/>
                  <a:pt x="363890" y="59679"/>
                  <a:pt x="365674" y="62253"/>
                </a:cubicBezTo>
                <a:cubicBezTo>
                  <a:pt x="367459" y="64826"/>
                  <a:pt x="368351" y="68021"/>
                  <a:pt x="368351" y="71839"/>
                </a:cubicBezTo>
                <a:cubicBezTo>
                  <a:pt x="368351" y="75575"/>
                  <a:pt x="367262" y="79092"/>
                  <a:pt x="365083" y="82391"/>
                </a:cubicBezTo>
                <a:cubicBezTo>
                  <a:pt x="362904" y="85691"/>
                  <a:pt x="359760" y="88243"/>
                  <a:pt x="355652" y="90048"/>
                </a:cubicBezTo>
                <a:cubicBezTo>
                  <a:pt x="351543" y="91854"/>
                  <a:pt x="346895" y="92756"/>
                  <a:pt x="341707" y="92756"/>
                </a:cubicBezTo>
                <a:cubicBezTo>
                  <a:pt x="333116" y="92756"/>
                  <a:pt x="326569" y="90966"/>
                  <a:pt x="322066" y="87387"/>
                </a:cubicBezTo>
                <a:cubicBezTo>
                  <a:pt x="317563" y="83807"/>
                  <a:pt x="314690" y="78500"/>
                  <a:pt x="313444" y="714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770FB-29EA-457E-BE14-39442251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81" y="2385012"/>
            <a:ext cx="1811020" cy="296663"/>
          </a:xfrm>
          <a:custGeom xmlns:a="http://schemas.openxmlformats.org/drawingml/2006/main">
            <a:pathLst>
              <a:path w="1811020" h="296663">
                <a:moveTo>
                  <a:pt x="1811020" y="15"/>
                </a:moveTo>
                <a:lnTo>
                  <a:pt x="1811005" y="0"/>
                </a:lnTo>
                <a:cubicBezTo>
                  <a:pt x="1811013" y="0"/>
                  <a:pt x="1811020" y="7"/>
                  <a:pt x="1811020" y="15"/>
                </a:cubicBezTo>
                <a:lnTo>
                  <a:pt x="1811020" y="250285"/>
                </a:lnTo>
                <a:cubicBezTo>
                  <a:pt x="1811020" y="275898"/>
                  <a:pt x="1790256" y="296663"/>
                  <a:pt x="1764642" y="296663"/>
                </a:cubicBezTo>
                <a:lnTo>
                  <a:pt x="46393" y="296663"/>
                </a:lnTo>
                <a:cubicBezTo>
                  <a:pt x="20779" y="296663"/>
                  <a:pt x="15" y="275898"/>
                  <a:pt x="15" y="250285"/>
                </a:cubicBezTo>
                <a:lnTo>
                  <a:pt x="0" y="30"/>
                </a:lnTo>
                <a:cubicBezTo>
                  <a:pt x="0" y="26"/>
                  <a:pt x="2" y="22"/>
                  <a:pt x="4" y="20"/>
                </a:cubicBezTo>
                <a:cubicBezTo>
                  <a:pt x="7" y="17"/>
                  <a:pt x="11" y="15"/>
                  <a:pt x="15" y="15"/>
                </a:cubicBezTo>
                <a:lnTo>
                  <a:pt x="1811020" y="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3CE38-6503-484C-AC59-86D837E1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81" y="2385012"/>
            <a:ext cx="1811020" cy="296663"/>
          </a:xfrm>
          <a:custGeom xmlns:a="http://schemas.openxmlformats.org/drawingml/2006/main">
            <a:pathLst>
              <a:path w="1811020" h="296663" fill="none">
                <a:moveTo>
                  <a:pt x="1811020" y="15"/>
                </a:moveTo>
                <a:lnTo>
                  <a:pt x="15" y="15"/>
                </a:lnTo>
                <a:cubicBezTo>
                  <a:pt x="11" y="15"/>
                  <a:pt x="7" y="17"/>
                  <a:pt x="4" y="20"/>
                </a:cubicBezTo>
                <a:cubicBezTo>
                  <a:pt x="2" y="22"/>
                  <a:pt x="0" y="26"/>
                  <a:pt x="0" y="30"/>
                </a:cubicBezTo>
                <a:lnTo>
                  <a:pt x="15" y="250285"/>
                </a:lnTo>
                <a:cubicBezTo>
                  <a:pt x="15" y="275898"/>
                  <a:pt x="20779" y="296663"/>
                  <a:pt x="46393" y="296663"/>
                </a:cubicBezTo>
                <a:lnTo>
                  <a:pt x="1764642" y="296663"/>
                </a:lnTo>
                <a:cubicBezTo>
                  <a:pt x="1790256" y="296663"/>
                  <a:pt x="1811020" y="275898"/>
                  <a:pt x="1811020" y="250285"/>
                </a:cubicBezTo>
                <a:lnTo>
                  <a:pt x="1811020" y="15"/>
                </a:lnTo>
                <a:cubicBezTo>
                  <a:pt x="1811020" y="7"/>
                  <a:pt x="1811013" y="0"/>
                  <a:pt x="1811005" y="0"/>
                </a:cubicBezTo>
                <a:lnTo>
                  <a:pt x="1811020" y="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56" name="Text ByteTransf.Layer">
            <a:extLst xmlns:a="http://schemas.openxmlformats.org/drawingml/2006/main">
              <a:ext uri="{FF2B5EF4-FFF2-40B4-BE49-F238E27FC236}">
                <a16:creationId xmlns:a16="http://schemas.microsoft.com/office/drawing/2014/main" id="{A015EB28-1C98-4B40-8C9A-9D231661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74" y="2459459"/>
            <a:ext cx="1539181" cy="179474"/>
          </a:xfrm>
          <a:custGeom xmlns:a="http://schemas.openxmlformats.org/drawingml/2006/main">
            <a:pathLst>
              <a:path w="1539181" h="179474">
                <a:moveTo>
                  <a:pt x="0" y="139134"/>
                </a:moveTo>
                <a:lnTo>
                  <a:pt x="0" y="2241"/>
                </a:lnTo>
                <a:lnTo>
                  <a:pt x="51358" y="2241"/>
                </a:lnTo>
                <a:cubicBezTo>
                  <a:pt x="61817" y="2241"/>
                  <a:pt x="70205" y="3622"/>
                  <a:pt x="76524" y="6385"/>
                </a:cubicBezTo>
                <a:cubicBezTo>
                  <a:pt x="82843" y="9147"/>
                  <a:pt x="87792" y="13399"/>
                  <a:pt x="91371" y="19140"/>
                </a:cubicBezTo>
                <a:cubicBezTo>
                  <a:pt x="94951" y="24881"/>
                  <a:pt x="96740" y="30886"/>
                  <a:pt x="96740" y="37156"/>
                </a:cubicBezTo>
                <a:cubicBezTo>
                  <a:pt x="96740" y="42990"/>
                  <a:pt x="95153" y="48484"/>
                  <a:pt x="91978" y="53637"/>
                </a:cubicBezTo>
                <a:cubicBezTo>
                  <a:pt x="88803" y="58789"/>
                  <a:pt x="84010" y="62947"/>
                  <a:pt x="77598" y="66112"/>
                </a:cubicBezTo>
                <a:cubicBezTo>
                  <a:pt x="85877" y="68546"/>
                  <a:pt x="92243" y="72696"/>
                  <a:pt x="96694" y="78564"/>
                </a:cubicBezTo>
                <a:cubicBezTo>
                  <a:pt x="101145" y="84431"/>
                  <a:pt x="103370" y="91359"/>
                  <a:pt x="103370" y="99346"/>
                </a:cubicBezTo>
                <a:cubicBezTo>
                  <a:pt x="103370" y="105776"/>
                  <a:pt x="102016" y="111752"/>
                  <a:pt x="99308" y="117275"/>
                </a:cubicBezTo>
                <a:cubicBezTo>
                  <a:pt x="96600" y="122798"/>
                  <a:pt x="93254" y="127057"/>
                  <a:pt x="89270" y="130053"/>
                </a:cubicBezTo>
                <a:cubicBezTo>
                  <a:pt x="85286" y="133049"/>
                  <a:pt x="80290" y="135312"/>
                  <a:pt x="74283" y="136841"/>
                </a:cubicBezTo>
                <a:cubicBezTo>
                  <a:pt x="68275" y="138370"/>
                  <a:pt x="60914" y="139134"/>
                  <a:pt x="52199" y="139134"/>
                </a:cubicBezTo>
                <a:lnTo>
                  <a:pt x="0" y="139134"/>
                </a:lnTo>
                <a:moveTo>
                  <a:pt x="18115" y="59576"/>
                </a:moveTo>
                <a:lnTo>
                  <a:pt x="47717" y="59576"/>
                </a:lnTo>
                <a:cubicBezTo>
                  <a:pt x="55747" y="59576"/>
                  <a:pt x="61505" y="59049"/>
                  <a:pt x="64992" y="57997"/>
                </a:cubicBezTo>
                <a:cubicBezTo>
                  <a:pt x="69598" y="56637"/>
                  <a:pt x="73069" y="54380"/>
                  <a:pt x="75403" y="51227"/>
                </a:cubicBezTo>
                <a:cubicBezTo>
                  <a:pt x="77738" y="48074"/>
                  <a:pt x="78905" y="44117"/>
                  <a:pt x="78905" y="39356"/>
                </a:cubicBezTo>
                <a:cubicBezTo>
                  <a:pt x="78905" y="34843"/>
                  <a:pt x="77816" y="30870"/>
                  <a:pt x="75637" y="27439"/>
                </a:cubicBezTo>
                <a:cubicBezTo>
                  <a:pt x="73458" y="24007"/>
                  <a:pt x="70345" y="21658"/>
                  <a:pt x="66299" y="20392"/>
                </a:cubicBezTo>
                <a:cubicBezTo>
                  <a:pt x="62253" y="19123"/>
                  <a:pt x="55311" y="18489"/>
                  <a:pt x="45475" y="18489"/>
                </a:cubicBezTo>
                <a:lnTo>
                  <a:pt x="18115" y="18489"/>
                </a:lnTo>
                <a:lnTo>
                  <a:pt x="18115" y="59576"/>
                </a:lnTo>
                <a:moveTo>
                  <a:pt x="18115" y="122886"/>
                </a:moveTo>
                <a:lnTo>
                  <a:pt x="52199" y="122886"/>
                </a:lnTo>
                <a:cubicBezTo>
                  <a:pt x="58050" y="122886"/>
                  <a:pt x="62159" y="122669"/>
                  <a:pt x="64525" y="122233"/>
                </a:cubicBezTo>
                <a:cubicBezTo>
                  <a:pt x="68696" y="121486"/>
                  <a:pt x="72182" y="120241"/>
                  <a:pt x="74983" y="118498"/>
                </a:cubicBezTo>
                <a:cubicBezTo>
                  <a:pt x="77785" y="116755"/>
                  <a:pt x="80088" y="114218"/>
                  <a:pt x="81893" y="110887"/>
                </a:cubicBezTo>
                <a:cubicBezTo>
                  <a:pt x="83699" y="107557"/>
                  <a:pt x="84601" y="103713"/>
                  <a:pt x="84601" y="99355"/>
                </a:cubicBezTo>
                <a:cubicBezTo>
                  <a:pt x="84601" y="94250"/>
                  <a:pt x="83294" y="89815"/>
                  <a:pt x="80679" y="86049"/>
                </a:cubicBezTo>
                <a:cubicBezTo>
                  <a:pt x="78065" y="82282"/>
                  <a:pt x="74438" y="79637"/>
                  <a:pt x="69801" y="78111"/>
                </a:cubicBezTo>
                <a:cubicBezTo>
                  <a:pt x="65163" y="76586"/>
                  <a:pt x="58486" y="75824"/>
                  <a:pt x="49771" y="75824"/>
                </a:cubicBezTo>
                <a:lnTo>
                  <a:pt x="18115" y="75824"/>
                </a:lnTo>
                <a:lnTo>
                  <a:pt x="18115" y="122886"/>
                </a:lnTo>
                <a:close/>
                <a:moveTo>
                  <a:pt x="125218" y="177431"/>
                </a:moveTo>
                <a:lnTo>
                  <a:pt x="123350" y="161732"/>
                </a:lnTo>
                <a:cubicBezTo>
                  <a:pt x="127023" y="162728"/>
                  <a:pt x="130229" y="163226"/>
                  <a:pt x="132968" y="163226"/>
                </a:cubicBezTo>
                <a:cubicBezTo>
                  <a:pt x="136704" y="163226"/>
                  <a:pt x="139692" y="162603"/>
                  <a:pt x="141933" y="161356"/>
                </a:cubicBezTo>
                <a:cubicBezTo>
                  <a:pt x="144174" y="160109"/>
                  <a:pt x="146010" y="158363"/>
                  <a:pt x="147442" y="156118"/>
                </a:cubicBezTo>
                <a:cubicBezTo>
                  <a:pt x="148500" y="154435"/>
                  <a:pt x="150212" y="150258"/>
                  <a:pt x="152578" y="143587"/>
                </a:cubicBezTo>
                <a:cubicBezTo>
                  <a:pt x="152889" y="142652"/>
                  <a:pt x="153387" y="141280"/>
                  <a:pt x="154072" y="139473"/>
                </a:cubicBezTo>
                <a:lnTo>
                  <a:pt x="116440" y="39966"/>
                </a:lnTo>
                <a:lnTo>
                  <a:pt x="134556" y="39966"/>
                </a:lnTo>
                <a:lnTo>
                  <a:pt x="155193" y="97412"/>
                </a:lnTo>
                <a:cubicBezTo>
                  <a:pt x="157869" y="104697"/>
                  <a:pt x="160266" y="112356"/>
                  <a:pt x="162383" y="120389"/>
                </a:cubicBezTo>
                <a:cubicBezTo>
                  <a:pt x="164313" y="112652"/>
                  <a:pt x="166616" y="105112"/>
                  <a:pt x="169293" y="97771"/>
                </a:cubicBezTo>
                <a:lnTo>
                  <a:pt x="190490" y="39966"/>
                </a:lnTo>
                <a:lnTo>
                  <a:pt x="207298" y="39966"/>
                </a:lnTo>
                <a:lnTo>
                  <a:pt x="169573" y="140804"/>
                </a:lnTo>
                <a:cubicBezTo>
                  <a:pt x="165526" y="151727"/>
                  <a:pt x="162383" y="159249"/>
                  <a:pt x="160142" y="163369"/>
                </a:cubicBezTo>
                <a:cubicBezTo>
                  <a:pt x="157153" y="168925"/>
                  <a:pt x="153730" y="172998"/>
                  <a:pt x="149870" y="175587"/>
                </a:cubicBezTo>
                <a:cubicBezTo>
                  <a:pt x="146010" y="178178"/>
                  <a:pt x="141404" y="179474"/>
                  <a:pt x="136050" y="179474"/>
                </a:cubicBezTo>
                <a:cubicBezTo>
                  <a:pt x="132813" y="179474"/>
                  <a:pt x="129202" y="178793"/>
                  <a:pt x="125218" y="177431"/>
                </a:cubicBezTo>
                <a:close/>
                <a:moveTo>
                  <a:pt x="258283" y="124100"/>
                </a:moveTo>
                <a:lnTo>
                  <a:pt x="260711" y="138948"/>
                </a:lnTo>
                <a:cubicBezTo>
                  <a:pt x="255979" y="139944"/>
                  <a:pt x="251746" y="140442"/>
                  <a:pt x="248011" y="140442"/>
                </a:cubicBezTo>
                <a:cubicBezTo>
                  <a:pt x="241910" y="140442"/>
                  <a:pt x="237179" y="139477"/>
                  <a:pt x="233817" y="137547"/>
                </a:cubicBezTo>
                <a:cubicBezTo>
                  <a:pt x="230456" y="135617"/>
                  <a:pt x="228090" y="133080"/>
                  <a:pt x="226721" y="129937"/>
                </a:cubicBezTo>
                <a:cubicBezTo>
                  <a:pt x="225351" y="126793"/>
                  <a:pt x="224666" y="120179"/>
                  <a:pt x="224666" y="110094"/>
                </a:cubicBezTo>
                <a:lnTo>
                  <a:pt x="224666" y="53039"/>
                </a:lnTo>
                <a:lnTo>
                  <a:pt x="212340" y="53039"/>
                </a:lnTo>
                <a:lnTo>
                  <a:pt x="212340" y="39966"/>
                </a:lnTo>
                <a:lnTo>
                  <a:pt x="224666" y="39966"/>
                </a:lnTo>
                <a:lnTo>
                  <a:pt x="224666" y="15408"/>
                </a:lnTo>
                <a:lnTo>
                  <a:pt x="241381" y="5323"/>
                </a:lnTo>
                <a:lnTo>
                  <a:pt x="241381" y="39966"/>
                </a:lnTo>
                <a:lnTo>
                  <a:pt x="258283" y="39966"/>
                </a:lnTo>
                <a:lnTo>
                  <a:pt x="258283" y="53039"/>
                </a:lnTo>
                <a:lnTo>
                  <a:pt x="241381" y="53039"/>
                </a:lnTo>
                <a:lnTo>
                  <a:pt x="241381" y="111027"/>
                </a:lnTo>
                <a:cubicBezTo>
                  <a:pt x="241381" y="115821"/>
                  <a:pt x="241677" y="118902"/>
                  <a:pt x="242268" y="120272"/>
                </a:cubicBezTo>
                <a:cubicBezTo>
                  <a:pt x="242860" y="121641"/>
                  <a:pt x="243825" y="122731"/>
                  <a:pt x="245163" y="123540"/>
                </a:cubicBezTo>
                <a:cubicBezTo>
                  <a:pt x="246501" y="124349"/>
                  <a:pt x="248416" y="124754"/>
                  <a:pt x="250906" y="124754"/>
                </a:cubicBezTo>
                <a:cubicBezTo>
                  <a:pt x="252773" y="124754"/>
                  <a:pt x="255232" y="124536"/>
                  <a:pt x="258283" y="124100"/>
                </a:cubicBezTo>
                <a:close/>
                <a:moveTo>
                  <a:pt x="342445" y="107012"/>
                </a:moveTo>
                <a:lnTo>
                  <a:pt x="359813" y="109253"/>
                </a:lnTo>
                <a:cubicBezTo>
                  <a:pt x="357074" y="119430"/>
                  <a:pt x="352000" y="127328"/>
                  <a:pt x="344592" y="132948"/>
                </a:cubicBezTo>
                <a:cubicBezTo>
                  <a:pt x="337184" y="138566"/>
                  <a:pt x="327722" y="141375"/>
                  <a:pt x="316205" y="141375"/>
                </a:cubicBezTo>
                <a:cubicBezTo>
                  <a:pt x="301700" y="141375"/>
                  <a:pt x="290199" y="136909"/>
                  <a:pt x="281702" y="127976"/>
                </a:cubicBezTo>
                <a:cubicBezTo>
                  <a:pt x="273204" y="119042"/>
                  <a:pt x="268956" y="106514"/>
                  <a:pt x="268956" y="90391"/>
                </a:cubicBezTo>
                <a:cubicBezTo>
                  <a:pt x="268956" y="73707"/>
                  <a:pt x="273251" y="60758"/>
                  <a:pt x="281842" y="51545"/>
                </a:cubicBezTo>
                <a:cubicBezTo>
                  <a:pt x="290433" y="42332"/>
                  <a:pt x="301576" y="37725"/>
                  <a:pt x="315271" y="37725"/>
                </a:cubicBezTo>
                <a:cubicBezTo>
                  <a:pt x="328531" y="37725"/>
                  <a:pt x="339363" y="42232"/>
                  <a:pt x="347767" y="51245"/>
                </a:cubicBezTo>
                <a:cubicBezTo>
                  <a:pt x="356171" y="60256"/>
                  <a:pt x="360373" y="72934"/>
                  <a:pt x="360373" y="89279"/>
                </a:cubicBezTo>
                <a:cubicBezTo>
                  <a:pt x="360373" y="90273"/>
                  <a:pt x="360342" y="91764"/>
                  <a:pt x="360280" y="93752"/>
                </a:cubicBezTo>
                <a:lnTo>
                  <a:pt x="286324" y="93752"/>
                </a:lnTo>
                <a:cubicBezTo>
                  <a:pt x="286947" y="104678"/>
                  <a:pt x="290028" y="113043"/>
                  <a:pt x="295568" y="118848"/>
                </a:cubicBezTo>
                <a:cubicBezTo>
                  <a:pt x="301109" y="124653"/>
                  <a:pt x="308019" y="127555"/>
                  <a:pt x="316299" y="127555"/>
                </a:cubicBezTo>
                <a:cubicBezTo>
                  <a:pt x="322462" y="127555"/>
                  <a:pt x="327722" y="125922"/>
                  <a:pt x="332080" y="122656"/>
                </a:cubicBezTo>
                <a:cubicBezTo>
                  <a:pt x="336437" y="119388"/>
                  <a:pt x="339892" y="114173"/>
                  <a:pt x="342445" y="107012"/>
                </a:cubicBezTo>
                <a:moveTo>
                  <a:pt x="287258" y="79932"/>
                </a:moveTo>
                <a:lnTo>
                  <a:pt x="342631" y="79932"/>
                </a:lnTo>
                <a:cubicBezTo>
                  <a:pt x="341884" y="71618"/>
                  <a:pt x="339768" y="65382"/>
                  <a:pt x="336282" y="61224"/>
                </a:cubicBezTo>
                <a:cubicBezTo>
                  <a:pt x="330928" y="54772"/>
                  <a:pt x="323987" y="51545"/>
                  <a:pt x="315458" y="51545"/>
                </a:cubicBezTo>
                <a:cubicBezTo>
                  <a:pt x="307739" y="51545"/>
                  <a:pt x="301249" y="54121"/>
                  <a:pt x="295989" y="59272"/>
                </a:cubicBezTo>
                <a:cubicBezTo>
                  <a:pt x="290728" y="64422"/>
                  <a:pt x="287818" y="71308"/>
                  <a:pt x="287258" y="79932"/>
                </a:cubicBezTo>
                <a:close/>
                <a:moveTo>
                  <a:pt x="467397" y="139134"/>
                </a:moveTo>
                <a:lnTo>
                  <a:pt x="467397" y="18489"/>
                </a:lnTo>
                <a:lnTo>
                  <a:pt x="422295" y="18489"/>
                </a:lnTo>
                <a:lnTo>
                  <a:pt x="422295" y="2241"/>
                </a:lnTo>
                <a:lnTo>
                  <a:pt x="530801" y="2241"/>
                </a:lnTo>
                <a:lnTo>
                  <a:pt x="530801" y="18489"/>
                </a:lnTo>
                <a:lnTo>
                  <a:pt x="485512" y="18489"/>
                </a:lnTo>
                <a:lnTo>
                  <a:pt x="485512" y="139134"/>
                </a:lnTo>
                <a:lnTo>
                  <a:pt x="467397" y="139134"/>
                </a:lnTo>
                <a:close/>
                <a:moveTo>
                  <a:pt x="539812" y="139134"/>
                </a:moveTo>
                <a:lnTo>
                  <a:pt x="539812" y="39966"/>
                </a:lnTo>
                <a:lnTo>
                  <a:pt x="554940" y="39966"/>
                </a:lnTo>
                <a:lnTo>
                  <a:pt x="554940" y="55000"/>
                </a:lnTo>
                <a:cubicBezTo>
                  <a:pt x="558799" y="47966"/>
                  <a:pt x="562363" y="43328"/>
                  <a:pt x="565632" y="41087"/>
                </a:cubicBezTo>
                <a:cubicBezTo>
                  <a:pt x="568900" y="38846"/>
                  <a:pt x="572495" y="37725"/>
                  <a:pt x="576417" y="37725"/>
                </a:cubicBezTo>
                <a:cubicBezTo>
                  <a:pt x="582082" y="37725"/>
                  <a:pt x="587840" y="39530"/>
                  <a:pt x="593692" y="43141"/>
                </a:cubicBezTo>
                <a:lnTo>
                  <a:pt x="587902" y="58724"/>
                </a:lnTo>
                <a:cubicBezTo>
                  <a:pt x="583794" y="56304"/>
                  <a:pt x="579685" y="55093"/>
                  <a:pt x="575576" y="55093"/>
                </a:cubicBezTo>
                <a:cubicBezTo>
                  <a:pt x="571903" y="55093"/>
                  <a:pt x="568604" y="56198"/>
                  <a:pt x="565678" y="58408"/>
                </a:cubicBezTo>
                <a:cubicBezTo>
                  <a:pt x="562752" y="60618"/>
                  <a:pt x="560667" y="63684"/>
                  <a:pt x="559422" y="67606"/>
                </a:cubicBezTo>
                <a:cubicBezTo>
                  <a:pt x="557554" y="73582"/>
                  <a:pt x="556620" y="80119"/>
                  <a:pt x="556620" y="87216"/>
                </a:cubicBezTo>
                <a:lnTo>
                  <a:pt x="556620" y="139134"/>
                </a:lnTo>
                <a:lnTo>
                  <a:pt x="539812" y="139134"/>
                </a:lnTo>
                <a:close/>
                <a:moveTo>
                  <a:pt x="668393" y="126622"/>
                </a:moveTo>
                <a:cubicBezTo>
                  <a:pt x="662168" y="132016"/>
                  <a:pt x="656176" y="135824"/>
                  <a:pt x="650418" y="138046"/>
                </a:cubicBezTo>
                <a:cubicBezTo>
                  <a:pt x="644660" y="140266"/>
                  <a:pt x="638481" y="141375"/>
                  <a:pt x="631882" y="141375"/>
                </a:cubicBezTo>
                <a:cubicBezTo>
                  <a:pt x="620988" y="141375"/>
                  <a:pt x="612615" y="138714"/>
                  <a:pt x="606763" y="133392"/>
                </a:cubicBezTo>
                <a:cubicBezTo>
                  <a:pt x="600912" y="128069"/>
                  <a:pt x="597986" y="121268"/>
                  <a:pt x="597986" y="112988"/>
                </a:cubicBezTo>
                <a:cubicBezTo>
                  <a:pt x="597986" y="108133"/>
                  <a:pt x="599091" y="103697"/>
                  <a:pt x="601301" y="99682"/>
                </a:cubicBezTo>
                <a:cubicBezTo>
                  <a:pt x="603511" y="95667"/>
                  <a:pt x="606405" y="92445"/>
                  <a:pt x="609985" y="90017"/>
                </a:cubicBezTo>
                <a:cubicBezTo>
                  <a:pt x="613564" y="87589"/>
                  <a:pt x="617595" y="85753"/>
                  <a:pt x="622077" y="84508"/>
                </a:cubicBezTo>
                <a:cubicBezTo>
                  <a:pt x="625377" y="83636"/>
                  <a:pt x="630357" y="82796"/>
                  <a:pt x="637018" y="81987"/>
                </a:cubicBezTo>
                <a:cubicBezTo>
                  <a:pt x="650589" y="80368"/>
                  <a:pt x="660581" y="78438"/>
                  <a:pt x="666993" y="76197"/>
                </a:cubicBezTo>
                <a:cubicBezTo>
                  <a:pt x="667055" y="73903"/>
                  <a:pt x="667086" y="72446"/>
                  <a:pt x="667086" y="71826"/>
                </a:cubicBezTo>
                <a:cubicBezTo>
                  <a:pt x="667086" y="65003"/>
                  <a:pt x="665499" y="60197"/>
                  <a:pt x="662324" y="57408"/>
                </a:cubicBezTo>
                <a:cubicBezTo>
                  <a:pt x="658028" y="53624"/>
                  <a:pt x="651647" y="51732"/>
                  <a:pt x="643181" y="51732"/>
                </a:cubicBezTo>
                <a:cubicBezTo>
                  <a:pt x="635275" y="51732"/>
                  <a:pt x="629439" y="53117"/>
                  <a:pt x="625673" y="55887"/>
                </a:cubicBezTo>
                <a:cubicBezTo>
                  <a:pt x="621906" y="58657"/>
                  <a:pt x="619120" y="63560"/>
                  <a:pt x="617315" y="70594"/>
                </a:cubicBezTo>
                <a:lnTo>
                  <a:pt x="600880" y="68353"/>
                </a:lnTo>
                <a:cubicBezTo>
                  <a:pt x="602375" y="61297"/>
                  <a:pt x="604834" y="55599"/>
                  <a:pt x="608257" y="51259"/>
                </a:cubicBezTo>
                <a:cubicBezTo>
                  <a:pt x="611681" y="46919"/>
                  <a:pt x="616630" y="43579"/>
                  <a:pt x="623105" y="41238"/>
                </a:cubicBezTo>
                <a:cubicBezTo>
                  <a:pt x="629579" y="38896"/>
                  <a:pt x="637080" y="37725"/>
                  <a:pt x="645609" y="37725"/>
                </a:cubicBezTo>
                <a:cubicBezTo>
                  <a:pt x="654075" y="37725"/>
                  <a:pt x="660954" y="38725"/>
                  <a:pt x="666246" y="40725"/>
                </a:cubicBezTo>
                <a:cubicBezTo>
                  <a:pt x="671537" y="42723"/>
                  <a:pt x="675428" y="45237"/>
                  <a:pt x="677918" y="48268"/>
                </a:cubicBezTo>
                <a:cubicBezTo>
                  <a:pt x="680408" y="51297"/>
                  <a:pt x="682151" y="55124"/>
                  <a:pt x="683147" y="59748"/>
                </a:cubicBezTo>
                <a:cubicBezTo>
                  <a:pt x="683707" y="62621"/>
                  <a:pt x="683988" y="67782"/>
                  <a:pt x="683988" y="75231"/>
                </a:cubicBezTo>
                <a:lnTo>
                  <a:pt x="683988" y="97578"/>
                </a:lnTo>
                <a:cubicBezTo>
                  <a:pt x="683988" y="113159"/>
                  <a:pt x="684346" y="123027"/>
                  <a:pt x="685061" y="127182"/>
                </a:cubicBezTo>
                <a:cubicBezTo>
                  <a:pt x="685777" y="131337"/>
                  <a:pt x="687194" y="135321"/>
                  <a:pt x="689310" y="139134"/>
                </a:cubicBezTo>
                <a:lnTo>
                  <a:pt x="671755" y="139134"/>
                </a:lnTo>
                <a:cubicBezTo>
                  <a:pt x="670012" y="135568"/>
                  <a:pt x="668891" y="131398"/>
                  <a:pt x="668393" y="126622"/>
                </a:cubicBezTo>
                <a:moveTo>
                  <a:pt x="666993" y="89457"/>
                </a:moveTo>
                <a:cubicBezTo>
                  <a:pt x="660892" y="91935"/>
                  <a:pt x="651741" y="94042"/>
                  <a:pt x="639539" y="95777"/>
                </a:cubicBezTo>
                <a:cubicBezTo>
                  <a:pt x="632629" y="96768"/>
                  <a:pt x="627742" y="97882"/>
                  <a:pt x="624879" y="99122"/>
                </a:cubicBezTo>
                <a:cubicBezTo>
                  <a:pt x="622015" y="100361"/>
                  <a:pt x="619805" y="102173"/>
                  <a:pt x="618249" y="104558"/>
                </a:cubicBezTo>
                <a:cubicBezTo>
                  <a:pt x="616693" y="106943"/>
                  <a:pt x="615914" y="109592"/>
                  <a:pt x="615914" y="112504"/>
                </a:cubicBezTo>
                <a:cubicBezTo>
                  <a:pt x="615914" y="116965"/>
                  <a:pt x="617611" y="120682"/>
                  <a:pt x="621004" y="123657"/>
                </a:cubicBezTo>
                <a:cubicBezTo>
                  <a:pt x="624396" y="126629"/>
                  <a:pt x="629361" y="128116"/>
                  <a:pt x="635898" y="128116"/>
                </a:cubicBezTo>
                <a:cubicBezTo>
                  <a:pt x="642372" y="128116"/>
                  <a:pt x="648130" y="126704"/>
                  <a:pt x="653173" y="123882"/>
                </a:cubicBezTo>
                <a:cubicBezTo>
                  <a:pt x="658215" y="121057"/>
                  <a:pt x="661919" y="117198"/>
                  <a:pt x="664285" y="112306"/>
                </a:cubicBezTo>
                <a:cubicBezTo>
                  <a:pt x="666090" y="108529"/>
                  <a:pt x="666993" y="102957"/>
                  <a:pt x="666993" y="95588"/>
                </a:cubicBezTo>
                <a:lnTo>
                  <a:pt x="666993" y="89457"/>
                </a:lnTo>
                <a:close/>
                <a:moveTo>
                  <a:pt x="710011" y="139134"/>
                </a:moveTo>
                <a:lnTo>
                  <a:pt x="710011" y="39966"/>
                </a:lnTo>
                <a:lnTo>
                  <a:pt x="725139" y="39966"/>
                </a:lnTo>
                <a:lnTo>
                  <a:pt x="725139" y="54066"/>
                </a:lnTo>
                <a:cubicBezTo>
                  <a:pt x="732422" y="43172"/>
                  <a:pt x="742943" y="37725"/>
                  <a:pt x="756701" y="37725"/>
                </a:cubicBezTo>
                <a:cubicBezTo>
                  <a:pt x="762677" y="37725"/>
                  <a:pt x="768171" y="38799"/>
                  <a:pt x="773182" y="40947"/>
                </a:cubicBezTo>
                <a:cubicBezTo>
                  <a:pt x="778193" y="43094"/>
                  <a:pt x="781944" y="45911"/>
                  <a:pt x="784434" y="49397"/>
                </a:cubicBezTo>
                <a:cubicBezTo>
                  <a:pt x="786924" y="52884"/>
                  <a:pt x="788667" y="57023"/>
                  <a:pt x="789663" y="61817"/>
                </a:cubicBezTo>
                <a:cubicBezTo>
                  <a:pt x="790286" y="64929"/>
                  <a:pt x="790597" y="70376"/>
                  <a:pt x="790597" y="78158"/>
                </a:cubicBezTo>
                <a:lnTo>
                  <a:pt x="790597" y="139134"/>
                </a:lnTo>
                <a:lnTo>
                  <a:pt x="773789" y="139134"/>
                </a:lnTo>
                <a:lnTo>
                  <a:pt x="773789" y="78812"/>
                </a:lnTo>
                <a:cubicBezTo>
                  <a:pt x="773789" y="71964"/>
                  <a:pt x="773135" y="66844"/>
                  <a:pt x="771828" y="63451"/>
                </a:cubicBezTo>
                <a:cubicBezTo>
                  <a:pt x="770521" y="60058"/>
                  <a:pt x="768202" y="57350"/>
                  <a:pt x="764871" y="55327"/>
                </a:cubicBezTo>
                <a:cubicBezTo>
                  <a:pt x="761541" y="53304"/>
                  <a:pt x="757634" y="52292"/>
                  <a:pt x="753152" y="52292"/>
                </a:cubicBezTo>
                <a:cubicBezTo>
                  <a:pt x="745993" y="52292"/>
                  <a:pt x="739815" y="54564"/>
                  <a:pt x="734617" y="59109"/>
                </a:cubicBezTo>
                <a:cubicBezTo>
                  <a:pt x="729418" y="63653"/>
                  <a:pt x="726819" y="72275"/>
                  <a:pt x="726819" y="84975"/>
                </a:cubicBezTo>
                <a:lnTo>
                  <a:pt x="726819" y="139134"/>
                </a:lnTo>
                <a:lnTo>
                  <a:pt x="710011" y="139134"/>
                </a:lnTo>
                <a:close/>
                <a:moveTo>
                  <a:pt x="809617" y="109440"/>
                </a:moveTo>
                <a:lnTo>
                  <a:pt x="826239" y="106825"/>
                </a:lnTo>
                <a:cubicBezTo>
                  <a:pt x="827172" y="113516"/>
                  <a:pt x="829771" y="118644"/>
                  <a:pt x="834036" y="122209"/>
                </a:cubicBezTo>
                <a:cubicBezTo>
                  <a:pt x="838300" y="125773"/>
                  <a:pt x="844261" y="127555"/>
                  <a:pt x="851918" y="127555"/>
                </a:cubicBezTo>
                <a:cubicBezTo>
                  <a:pt x="859637" y="127555"/>
                  <a:pt x="865364" y="125984"/>
                  <a:pt x="869099" y="122840"/>
                </a:cubicBezTo>
                <a:cubicBezTo>
                  <a:pt x="872835" y="119696"/>
                  <a:pt x="874702" y="116008"/>
                  <a:pt x="874702" y="111774"/>
                </a:cubicBezTo>
                <a:cubicBezTo>
                  <a:pt x="874702" y="107977"/>
                  <a:pt x="873052" y="104989"/>
                  <a:pt x="869753" y="102810"/>
                </a:cubicBezTo>
                <a:cubicBezTo>
                  <a:pt x="867450" y="101316"/>
                  <a:pt x="861723" y="99417"/>
                  <a:pt x="852571" y="97114"/>
                </a:cubicBezTo>
                <a:cubicBezTo>
                  <a:pt x="840245" y="94001"/>
                  <a:pt x="831701" y="91309"/>
                  <a:pt x="826939" y="89037"/>
                </a:cubicBezTo>
                <a:cubicBezTo>
                  <a:pt x="822177" y="86764"/>
                  <a:pt x="818566" y="83621"/>
                  <a:pt x="816107" y="79605"/>
                </a:cubicBezTo>
                <a:cubicBezTo>
                  <a:pt x="813648" y="75590"/>
                  <a:pt x="812419" y="71155"/>
                  <a:pt x="812419" y="66299"/>
                </a:cubicBezTo>
                <a:cubicBezTo>
                  <a:pt x="812419" y="61879"/>
                  <a:pt x="813430" y="57786"/>
                  <a:pt x="815453" y="54020"/>
                </a:cubicBezTo>
                <a:cubicBezTo>
                  <a:pt x="817477" y="50253"/>
                  <a:pt x="820231" y="47125"/>
                  <a:pt x="823717" y="44635"/>
                </a:cubicBezTo>
                <a:cubicBezTo>
                  <a:pt x="826332" y="42705"/>
                  <a:pt x="829896" y="41071"/>
                  <a:pt x="834409" y="39733"/>
                </a:cubicBezTo>
                <a:cubicBezTo>
                  <a:pt x="838923" y="38394"/>
                  <a:pt x="843763" y="37725"/>
                  <a:pt x="848930" y="37725"/>
                </a:cubicBezTo>
                <a:cubicBezTo>
                  <a:pt x="856711" y="37725"/>
                  <a:pt x="863543" y="38846"/>
                  <a:pt x="869426" y="41087"/>
                </a:cubicBezTo>
                <a:cubicBezTo>
                  <a:pt x="875309" y="43328"/>
                  <a:pt x="879651" y="46363"/>
                  <a:pt x="882453" y="50191"/>
                </a:cubicBezTo>
                <a:cubicBezTo>
                  <a:pt x="885254" y="54020"/>
                  <a:pt x="887184" y="59140"/>
                  <a:pt x="888242" y="65552"/>
                </a:cubicBezTo>
                <a:lnTo>
                  <a:pt x="871807" y="67793"/>
                </a:lnTo>
                <a:cubicBezTo>
                  <a:pt x="871060" y="62688"/>
                  <a:pt x="868897" y="58704"/>
                  <a:pt x="865318" y="55841"/>
                </a:cubicBezTo>
                <a:cubicBezTo>
                  <a:pt x="861738" y="52977"/>
                  <a:pt x="856680" y="51545"/>
                  <a:pt x="850144" y="51545"/>
                </a:cubicBezTo>
                <a:cubicBezTo>
                  <a:pt x="842424" y="51545"/>
                  <a:pt x="836915" y="52821"/>
                  <a:pt x="833616" y="55374"/>
                </a:cubicBezTo>
                <a:cubicBezTo>
                  <a:pt x="830316" y="57926"/>
                  <a:pt x="828666" y="60914"/>
                  <a:pt x="828666" y="64338"/>
                </a:cubicBezTo>
                <a:cubicBezTo>
                  <a:pt x="828666" y="66517"/>
                  <a:pt x="829351" y="68478"/>
                  <a:pt x="830721" y="70221"/>
                </a:cubicBezTo>
                <a:cubicBezTo>
                  <a:pt x="832090" y="72026"/>
                  <a:pt x="834238" y="73520"/>
                  <a:pt x="837164" y="74703"/>
                </a:cubicBezTo>
                <a:cubicBezTo>
                  <a:pt x="838845" y="75326"/>
                  <a:pt x="843794" y="76757"/>
                  <a:pt x="852011" y="78998"/>
                </a:cubicBezTo>
                <a:cubicBezTo>
                  <a:pt x="863901" y="82173"/>
                  <a:pt x="872197" y="84772"/>
                  <a:pt x="876897" y="86796"/>
                </a:cubicBezTo>
                <a:cubicBezTo>
                  <a:pt x="881597" y="88819"/>
                  <a:pt x="885285" y="91760"/>
                  <a:pt x="887962" y="95620"/>
                </a:cubicBezTo>
                <a:cubicBezTo>
                  <a:pt x="890639" y="99480"/>
                  <a:pt x="891977" y="104273"/>
                  <a:pt x="891977" y="110000"/>
                </a:cubicBezTo>
                <a:cubicBezTo>
                  <a:pt x="891977" y="115603"/>
                  <a:pt x="890343" y="120879"/>
                  <a:pt x="887075" y="125828"/>
                </a:cubicBezTo>
                <a:cubicBezTo>
                  <a:pt x="883807" y="130777"/>
                  <a:pt x="879091" y="134606"/>
                  <a:pt x="872928" y="137314"/>
                </a:cubicBezTo>
                <a:cubicBezTo>
                  <a:pt x="866765" y="140021"/>
                  <a:pt x="859793" y="141375"/>
                  <a:pt x="852011" y="141375"/>
                </a:cubicBezTo>
                <a:cubicBezTo>
                  <a:pt x="839125" y="141375"/>
                  <a:pt x="829305" y="138691"/>
                  <a:pt x="822550" y="133322"/>
                </a:cubicBezTo>
                <a:cubicBezTo>
                  <a:pt x="815796" y="127952"/>
                  <a:pt x="811485" y="119992"/>
                  <a:pt x="809617" y="109440"/>
                </a:cubicBezTo>
                <a:close/>
                <a:moveTo>
                  <a:pt x="915976" y="139134"/>
                </a:moveTo>
                <a:lnTo>
                  <a:pt x="915976" y="53039"/>
                </a:lnTo>
                <a:lnTo>
                  <a:pt x="901128" y="53039"/>
                </a:lnTo>
                <a:lnTo>
                  <a:pt x="901128" y="39966"/>
                </a:lnTo>
                <a:lnTo>
                  <a:pt x="915976" y="39966"/>
                </a:lnTo>
                <a:lnTo>
                  <a:pt x="915976" y="29438"/>
                </a:lnTo>
                <a:cubicBezTo>
                  <a:pt x="915976" y="22792"/>
                  <a:pt x="916567" y="17855"/>
                  <a:pt x="917750" y="14625"/>
                </a:cubicBezTo>
                <a:cubicBezTo>
                  <a:pt x="919368" y="10279"/>
                  <a:pt x="922216" y="6755"/>
                  <a:pt x="926294" y="4053"/>
                </a:cubicBezTo>
                <a:cubicBezTo>
                  <a:pt x="930372" y="1351"/>
                  <a:pt x="936083" y="0"/>
                  <a:pt x="943429" y="0"/>
                </a:cubicBezTo>
                <a:cubicBezTo>
                  <a:pt x="948160" y="0"/>
                  <a:pt x="953389" y="563"/>
                  <a:pt x="959117" y="1690"/>
                </a:cubicBezTo>
                <a:lnTo>
                  <a:pt x="956595" y="16429"/>
                </a:lnTo>
                <a:cubicBezTo>
                  <a:pt x="953109" y="15810"/>
                  <a:pt x="949810" y="15501"/>
                  <a:pt x="946697" y="15501"/>
                </a:cubicBezTo>
                <a:cubicBezTo>
                  <a:pt x="941593" y="15501"/>
                  <a:pt x="937982" y="16583"/>
                  <a:pt x="935865" y="18746"/>
                </a:cubicBezTo>
                <a:cubicBezTo>
                  <a:pt x="933749" y="20907"/>
                  <a:pt x="932690" y="24954"/>
                  <a:pt x="932690" y="30885"/>
                </a:cubicBezTo>
                <a:lnTo>
                  <a:pt x="932690" y="39966"/>
                </a:lnTo>
                <a:lnTo>
                  <a:pt x="952020" y="39966"/>
                </a:lnTo>
                <a:lnTo>
                  <a:pt x="952020" y="53039"/>
                </a:lnTo>
                <a:lnTo>
                  <a:pt x="932690" y="53039"/>
                </a:lnTo>
                <a:lnTo>
                  <a:pt x="932690" y="139134"/>
                </a:lnTo>
                <a:lnTo>
                  <a:pt x="915976" y="139134"/>
                </a:lnTo>
                <a:close/>
                <a:moveTo>
                  <a:pt x="969696" y="139134"/>
                </a:moveTo>
                <a:lnTo>
                  <a:pt x="969696" y="119898"/>
                </a:lnTo>
                <a:lnTo>
                  <a:pt x="988839" y="119898"/>
                </a:lnTo>
                <a:lnTo>
                  <a:pt x="988839" y="139134"/>
                </a:lnTo>
                <a:lnTo>
                  <a:pt x="969696" y="139134"/>
                </a:lnTo>
                <a:close/>
                <a:moveTo>
                  <a:pt x="1072281" y="139134"/>
                </a:moveTo>
                <a:lnTo>
                  <a:pt x="1072281" y="2241"/>
                </a:lnTo>
                <a:lnTo>
                  <a:pt x="1090397" y="2241"/>
                </a:lnTo>
                <a:lnTo>
                  <a:pt x="1090397" y="122886"/>
                </a:lnTo>
                <a:lnTo>
                  <a:pt x="1157816" y="122886"/>
                </a:lnTo>
                <a:lnTo>
                  <a:pt x="1157816" y="139134"/>
                </a:lnTo>
                <a:lnTo>
                  <a:pt x="1072281" y="139134"/>
                </a:lnTo>
                <a:close/>
                <a:moveTo>
                  <a:pt x="1241921" y="126622"/>
                </a:moveTo>
                <a:cubicBezTo>
                  <a:pt x="1235696" y="132016"/>
                  <a:pt x="1229704" y="135824"/>
                  <a:pt x="1223946" y="138046"/>
                </a:cubicBezTo>
                <a:cubicBezTo>
                  <a:pt x="1218188" y="140266"/>
                  <a:pt x="1212009" y="141375"/>
                  <a:pt x="1205410" y="141375"/>
                </a:cubicBezTo>
                <a:cubicBezTo>
                  <a:pt x="1194516" y="141375"/>
                  <a:pt x="1186143" y="138714"/>
                  <a:pt x="1180291" y="133392"/>
                </a:cubicBezTo>
                <a:cubicBezTo>
                  <a:pt x="1174440" y="128069"/>
                  <a:pt x="1171514" y="121268"/>
                  <a:pt x="1171514" y="112988"/>
                </a:cubicBezTo>
                <a:cubicBezTo>
                  <a:pt x="1171514" y="108133"/>
                  <a:pt x="1172619" y="103697"/>
                  <a:pt x="1174829" y="99682"/>
                </a:cubicBezTo>
                <a:cubicBezTo>
                  <a:pt x="1177039" y="95667"/>
                  <a:pt x="1179933" y="92445"/>
                  <a:pt x="1183513" y="90017"/>
                </a:cubicBezTo>
                <a:cubicBezTo>
                  <a:pt x="1187092" y="87589"/>
                  <a:pt x="1191123" y="85753"/>
                  <a:pt x="1195606" y="84508"/>
                </a:cubicBezTo>
                <a:cubicBezTo>
                  <a:pt x="1198905" y="83636"/>
                  <a:pt x="1203885" y="82796"/>
                  <a:pt x="1210546" y="81987"/>
                </a:cubicBezTo>
                <a:cubicBezTo>
                  <a:pt x="1224117" y="80368"/>
                  <a:pt x="1234109" y="78438"/>
                  <a:pt x="1240521" y="76197"/>
                </a:cubicBezTo>
                <a:cubicBezTo>
                  <a:pt x="1240583" y="73903"/>
                  <a:pt x="1240614" y="72446"/>
                  <a:pt x="1240614" y="71826"/>
                </a:cubicBezTo>
                <a:cubicBezTo>
                  <a:pt x="1240614" y="65003"/>
                  <a:pt x="1239027" y="60197"/>
                  <a:pt x="1235852" y="57408"/>
                </a:cubicBezTo>
                <a:cubicBezTo>
                  <a:pt x="1231556" y="53624"/>
                  <a:pt x="1225175" y="51732"/>
                  <a:pt x="1216709" y="51732"/>
                </a:cubicBezTo>
                <a:cubicBezTo>
                  <a:pt x="1208803" y="51732"/>
                  <a:pt x="1202967" y="53117"/>
                  <a:pt x="1199201" y="55887"/>
                </a:cubicBezTo>
                <a:cubicBezTo>
                  <a:pt x="1195434" y="58657"/>
                  <a:pt x="1192649" y="63560"/>
                  <a:pt x="1190843" y="70594"/>
                </a:cubicBezTo>
                <a:lnTo>
                  <a:pt x="1174409" y="68353"/>
                </a:lnTo>
                <a:cubicBezTo>
                  <a:pt x="1175903" y="61297"/>
                  <a:pt x="1178362" y="55599"/>
                  <a:pt x="1181785" y="51259"/>
                </a:cubicBezTo>
                <a:cubicBezTo>
                  <a:pt x="1185209" y="46919"/>
                  <a:pt x="1190158" y="43579"/>
                  <a:pt x="1196633" y="41238"/>
                </a:cubicBezTo>
                <a:cubicBezTo>
                  <a:pt x="1203107" y="38896"/>
                  <a:pt x="1210608" y="37725"/>
                  <a:pt x="1219137" y="37725"/>
                </a:cubicBezTo>
                <a:cubicBezTo>
                  <a:pt x="1227603" y="37725"/>
                  <a:pt x="1234482" y="38725"/>
                  <a:pt x="1239774" y="40725"/>
                </a:cubicBezTo>
                <a:cubicBezTo>
                  <a:pt x="1245065" y="42723"/>
                  <a:pt x="1248956" y="45237"/>
                  <a:pt x="1251446" y="48268"/>
                </a:cubicBezTo>
                <a:cubicBezTo>
                  <a:pt x="1253936" y="51297"/>
                  <a:pt x="1255679" y="55124"/>
                  <a:pt x="1256675" y="59748"/>
                </a:cubicBezTo>
                <a:cubicBezTo>
                  <a:pt x="1257236" y="62621"/>
                  <a:pt x="1257516" y="67782"/>
                  <a:pt x="1257516" y="75231"/>
                </a:cubicBezTo>
                <a:lnTo>
                  <a:pt x="1257516" y="97578"/>
                </a:lnTo>
                <a:cubicBezTo>
                  <a:pt x="1257516" y="113159"/>
                  <a:pt x="1257874" y="123027"/>
                  <a:pt x="1258589" y="127182"/>
                </a:cubicBezTo>
                <a:cubicBezTo>
                  <a:pt x="1259305" y="131337"/>
                  <a:pt x="1260722" y="135321"/>
                  <a:pt x="1262838" y="139134"/>
                </a:cubicBezTo>
                <a:lnTo>
                  <a:pt x="1245283" y="139134"/>
                </a:lnTo>
                <a:cubicBezTo>
                  <a:pt x="1243540" y="135568"/>
                  <a:pt x="1242419" y="131398"/>
                  <a:pt x="1241921" y="126622"/>
                </a:cubicBezTo>
                <a:moveTo>
                  <a:pt x="1240521" y="89457"/>
                </a:moveTo>
                <a:cubicBezTo>
                  <a:pt x="1234420" y="91935"/>
                  <a:pt x="1225269" y="94042"/>
                  <a:pt x="1213067" y="95777"/>
                </a:cubicBezTo>
                <a:cubicBezTo>
                  <a:pt x="1206157" y="96768"/>
                  <a:pt x="1201270" y="97882"/>
                  <a:pt x="1198407" y="99122"/>
                </a:cubicBezTo>
                <a:cubicBezTo>
                  <a:pt x="1195543" y="100361"/>
                  <a:pt x="1193333" y="102173"/>
                  <a:pt x="1191777" y="104558"/>
                </a:cubicBezTo>
                <a:cubicBezTo>
                  <a:pt x="1190221" y="106943"/>
                  <a:pt x="1189443" y="109592"/>
                  <a:pt x="1189443" y="112504"/>
                </a:cubicBezTo>
                <a:cubicBezTo>
                  <a:pt x="1189443" y="116965"/>
                  <a:pt x="1191139" y="120682"/>
                  <a:pt x="1194532" y="123657"/>
                </a:cubicBezTo>
                <a:cubicBezTo>
                  <a:pt x="1197924" y="126629"/>
                  <a:pt x="1202889" y="128116"/>
                  <a:pt x="1209426" y="128116"/>
                </a:cubicBezTo>
                <a:cubicBezTo>
                  <a:pt x="1215900" y="128116"/>
                  <a:pt x="1221658" y="126704"/>
                  <a:pt x="1226701" y="123882"/>
                </a:cubicBezTo>
                <a:cubicBezTo>
                  <a:pt x="1231743" y="121057"/>
                  <a:pt x="1235447" y="117198"/>
                  <a:pt x="1237813" y="112306"/>
                </a:cubicBezTo>
                <a:cubicBezTo>
                  <a:pt x="1239618" y="108529"/>
                  <a:pt x="1240521" y="102957"/>
                  <a:pt x="1240521" y="95588"/>
                </a:cubicBezTo>
                <a:lnTo>
                  <a:pt x="1240521" y="89457"/>
                </a:lnTo>
                <a:close/>
                <a:moveTo>
                  <a:pt x="1282792" y="177431"/>
                </a:moveTo>
                <a:lnTo>
                  <a:pt x="1280925" y="161732"/>
                </a:lnTo>
                <a:cubicBezTo>
                  <a:pt x="1284597" y="162728"/>
                  <a:pt x="1287803" y="163226"/>
                  <a:pt x="1290543" y="163226"/>
                </a:cubicBezTo>
                <a:cubicBezTo>
                  <a:pt x="1294278" y="163226"/>
                  <a:pt x="1297266" y="162603"/>
                  <a:pt x="1299507" y="161356"/>
                </a:cubicBezTo>
                <a:cubicBezTo>
                  <a:pt x="1301748" y="160109"/>
                  <a:pt x="1303584" y="158363"/>
                  <a:pt x="1305016" y="156118"/>
                </a:cubicBezTo>
                <a:cubicBezTo>
                  <a:pt x="1306075" y="154435"/>
                  <a:pt x="1307786" y="150258"/>
                  <a:pt x="1310152" y="143587"/>
                </a:cubicBezTo>
                <a:cubicBezTo>
                  <a:pt x="1310463" y="142652"/>
                  <a:pt x="1310961" y="141280"/>
                  <a:pt x="1311646" y="139473"/>
                </a:cubicBezTo>
                <a:lnTo>
                  <a:pt x="1274014" y="39966"/>
                </a:lnTo>
                <a:lnTo>
                  <a:pt x="1292130" y="39966"/>
                </a:lnTo>
                <a:lnTo>
                  <a:pt x="1312767" y="97412"/>
                </a:lnTo>
                <a:cubicBezTo>
                  <a:pt x="1315444" y="104697"/>
                  <a:pt x="1317840" y="112356"/>
                  <a:pt x="1319957" y="120389"/>
                </a:cubicBezTo>
                <a:cubicBezTo>
                  <a:pt x="1321887" y="112652"/>
                  <a:pt x="1324190" y="105112"/>
                  <a:pt x="1326867" y="97771"/>
                </a:cubicBezTo>
                <a:lnTo>
                  <a:pt x="1348064" y="39966"/>
                </a:lnTo>
                <a:lnTo>
                  <a:pt x="1364872" y="39966"/>
                </a:lnTo>
                <a:lnTo>
                  <a:pt x="1327147" y="140804"/>
                </a:lnTo>
                <a:cubicBezTo>
                  <a:pt x="1323101" y="151727"/>
                  <a:pt x="1319957" y="159249"/>
                  <a:pt x="1317716" y="163369"/>
                </a:cubicBezTo>
                <a:cubicBezTo>
                  <a:pt x="1314728" y="168925"/>
                  <a:pt x="1311304" y="172998"/>
                  <a:pt x="1307444" y="175587"/>
                </a:cubicBezTo>
                <a:cubicBezTo>
                  <a:pt x="1303584" y="178178"/>
                  <a:pt x="1298978" y="179474"/>
                  <a:pt x="1293624" y="179474"/>
                </a:cubicBezTo>
                <a:cubicBezTo>
                  <a:pt x="1290387" y="179474"/>
                  <a:pt x="1286776" y="178793"/>
                  <a:pt x="1282792" y="177431"/>
                </a:cubicBezTo>
                <a:close/>
                <a:moveTo>
                  <a:pt x="1447045" y="107012"/>
                </a:moveTo>
                <a:lnTo>
                  <a:pt x="1464414" y="109253"/>
                </a:lnTo>
                <a:cubicBezTo>
                  <a:pt x="1461675" y="119430"/>
                  <a:pt x="1456601" y="127328"/>
                  <a:pt x="1449193" y="132948"/>
                </a:cubicBezTo>
                <a:cubicBezTo>
                  <a:pt x="1441785" y="138566"/>
                  <a:pt x="1432323" y="141375"/>
                  <a:pt x="1420806" y="141375"/>
                </a:cubicBezTo>
                <a:cubicBezTo>
                  <a:pt x="1406301" y="141375"/>
                  <a:pt x="1394800" y="136909"/>
                  <a:pt x="1386302" y="127976"/>
                </a:cubicBezTo>
                <a:cubicBezTo>
                  <a:pt x="1377805" y="119042"/>
                  <a:pt x="1373556" y="106514"/>
                  <a:pt x="1373556" y="90391"/>
                </a:cubicBezTo>
                <a:cubicBezTo>
                  <a:pt x="1373556" y="73707"/>
                  <a:pt x="1377852" y="60758"/>
                  <a:pt x="1386442" y="51545"/>
                </a:cubicBezTo>
                <a:cubicBezTo>
                  <a:pt x="1395033" y="42332"/>
                  <a:pt x="1406176" y="37725"/>
                  <a:pt x="1419872" y="37725"/>
                </a:cubicBezTo>
                <a:cubicBezTo>
                  <a:pt x="1433132" y="37725"/>
                  <a:pt x="1443964" y="42232"/>
                  <a:pt x="1452368" y="51245"/>
                </a:cubicBezTo>
                <a:cubicBezTo>
                  <a:pt x="1460772" y="60256"/>
                  <a:pt x="1464974" y="72934"/>
                  <a:pt x="1464974" y="89279"/>
                </a:cubicBezTo>
                <a:cubicBezTo>
                  <a:pt x="1464974" y="90273"/>
                  <a:pt x="1464943" y="91764"/>
                  <a:pt x="1464881" y="93752"/>
                </a:cubicBezTo>
                <a:lnTo>
                  <a:pt x="1390925" y="93752"/>
                </a:lnTo>
                <a:cubicBezTo>
                  <a:pt x="1391547" y="104678"/>
                  <a:pt x="1394629" y="113043"/>
                  <a:pt x="1400169" y="118848"/>
                </a:cubicBezTo>
                <a:cubicBezTo>
                  <a:pt x="1405710" y="124653"/>
                  <a:pt x="1412620" y="127555"/>
                  <a:pt x="1420899" y="127555"/>
                </a:cubicBezTo>
                <a:cubicBezTo>
                  <a:pt x="1427062" y="127555"/>
                  <a:pt x="1432323" y="125922"/>
                  <a:pt x="1436680" y="122656"/>
                </a:cubicBezTo>
                <a:cubicBezTo>
                  <a:pt x="1441038" y="119388"/>
                  <a:pt x="1444493" y="114173"/>
                  <a:pt x="1447045" y="107012"/>
                </a:cubicBezTo>
                <a:moveTo>
                  <a:pt x="1391858" y="79932"/>
                </a:moveTo>
                <a:lnTo>
                  <a:pt x="1447232" y="79932"/>
                </a:lnTo>
                <a:cubicBezTo>
                  <a:pt x="1446485" y="71618"/>
                  <a:pt x="1444368" y="65382"/>
                  <a:pt x="1440882" y="61224"/>
                </a:cubicBezTo>
                <a:cubicBezTo>
                  <a:pt x="1435529" y="54772"/>
                  <a:pt x="1428587" y="51545"/>
                  <a:pt x="1420059" y="51545"/>
                </a:cubicBezTo>
                <a:cubicBezTo>
                  <a:pt x="1412339" y="51545"/>
                  <a:pt x="1405850" y="54121"/>
                  <a:pt x="1400589" y="59272"/>
                </a:cubicBezTo>
                <a:cubicBezTo>
                  <a:pt x="1395329" y="64422"/>
                  <a:pt x="1392419" y="71308"/>
                  <a:pt x="1391858" y="79932"/>
                </a:cubicBezTo>
                <a:close/>
                <a:moveTo>
                  <a:pt x="1485301" y="139134"/>
                </a:moveTo>
                <a:lnTo>
                  <a:pt x="1485301" y="39966"/>
                </a:lnTo>
                <a:lnTo>
                  <a:pt x="1500429" y="39966"/>
                </a:lnTo>
                <a:lnTo>
                  <a:pt x="1500429" y="55000"/>
                </a:lnTo>
                <a:cubicBezTo>
                  <a:pt x="1504288" y="47966"/>
                  <a:pt x="1507852" y="43328"/>
                  <a:pt x="1511121" y="41087"/>
                </a:cubicBezTo>
                <a:cubicBezTo>
                  <a:pt x="1514389" y="38846"/>
                  <a:pt x="1517984" y="37725"/>
                  <a:pt x="1521906" y="37725"/>
                </a:cubicBezTo>
                <a:cubicBezTo>
                  <a:pt x="1527571" y="37725"/>
                  <a:pt x="1533329" y="39530"/>
                  <a:pt x="1539181" y="43141"/>
                </a:cubicBezTo>
                <a:lnTo>
                  <a:pt x="1533391" y="58724"/>
                </a:lnTo>
                <a:cubicBezTo>
                  <a:pt x="1529283" y="56304"/>
                  <a:pt x="1525174" y="55093"/>
                  <a:pt x="1521065" y="55093"/>
                </a:cubicBezTo>
                <a:cubicBezTo>
                  <a:pt x="1517393" y="55093"/>
                  <a:pt x="1514093" y="56198"/>
                  <a:pt x="1511167" y="58408"/>
                </a:cubicBezTo>
                <a:cubicBezTo>
                  <a:pt x="1508241" y="60618"/>
                  <a:pt x="1506156" y="63684"/>
                  <a:pt x="1504911" y="67606"/>
                </a:cubicBezTo>
                <a:cubicBezTo>
                  <a:pt x="1503043" y="73582"/>
                  <a:pt x="1502110" y="80119"/>
                  <a:pt x="1502110" y="87216"/>
                </a:cubicBezTo>
                <a:lnTo>
                  <a:pt x="1502110" y="139134"/>
                </a:lnTo>
                <a:lnTo>
                  <a:pt x="1485301" y="1391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1A8BF-1601-4B3B-A2E9-4FCDCFDE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36" y="20773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D8E60-3FC3-40E0-A30E-557C5301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36" y="20773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E7FF5-4B92-459D-BAC2-B9F9D220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85" y="20773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BD4E0-F8F9-43F2-A4F0-651E2293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85" y="20773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CE620-3AF7-4CE5-A4AA-391C463A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33" y="20773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15553-84EC-4040-BB5F-1EF310F0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33" y="20773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A1445-B4D6-4760-8092-CA412492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082" y="20773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67E75-7A3F-4546-B665-9FA0BF33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082" y="20773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1056A-A500-4F3F-9D3A-31CF39AE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31" y="20773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949BD-3777-4B5A-AB2D-C68BB4F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831" y="20773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E3B8F-B9B0-4041-8178-767E825C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579" y="20773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491B8-9C3F-46D5-95B1-75FE1FF0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579" y="20773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01D79-6755-4899-8E75-08CFBEF3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328" y="2077349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371A7-39DC-4D62-A309-C8BA2685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328" y="2077349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BDA86-1876-4D4B-9BF7-40CC94A6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61" y="1402707"/>
            <a:ext cx="1060602" cy="257496"/>
          </a:xfrm>
          <a:custGeom xmlns:a="http://schemas.openxmlformats.org/drawingml/2006/main">
            <a:pathLst>
              <a:path w="1060602" h="257496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5" y="0"/>
                  <a:pt x="42917" y="0"/>
                </a:cubicBezTo>
                <a:lnTo>
                  <a:pt x="1017686" y="0"/>
                </a:lnTo>
                <a:cubicBezTo>
                  <a:pt x="1029068" y="0"/>
                  <a:pt x="1039984" y="4522"/>
                  <a:pt x="1048032" y="12570"/>
                </a:cubicBezTo>
                <a:cubicBezTo>
                  <a:pt x="1056081" y="20619"/>
                  <a:pt x="1060602" y="31535"/>
                  <a:pt x="1060602" y="42917"/>
                </a:cubicBezTo>
                <a:lnTo>
                  <a:pt x="1060602" y="214579"/>
                </a:lnTo>
                <a:cubicBezTo>
                  <a:pt x="1060602" y="238282"/>
                  <a:pt x="1041388" y="257496"/>
                  <a:pt x="1017686" y="257496"/>
                </a:cubicBezTo>
                <a:lnTo>
                  <a:pt x="42917" y="257496"/>
                </a:lnTo>
                <a:cubicBezTo>
                  <a:pt x="19215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8F52E-9F15-451E-BAE1-1E739EAD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61" y="1402707"/>
            <a:ext cx="1060602" cy="257496"/>
          </a:xfrm>
          <a:custGeom xmlns:a="http://schemas.openxmlformats.org/drawingml/2006/main">
            <a:pathLst>
              <a:path w="1060602" h="257496" fill="none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5" y="0"/>
                  <a:pt x="42917" y="0"/>
                </a:cubicBezTo>
                <a:lnTo>
                  <a:pt x="1017686" y="0"/>
                </a:lnTo>
                <a:cubicBezTo>
                  <a:pt x="1029068" y="0"/>
                  <a:pt x="1039984" y="4522"/>
                  <a:pt x="1048032" y="12570"/>
                </a:cubicBezTo>
                <a:cubicBezTo>
                  <a:pt x="1056081" y="20619"/>
                  <a:pt x="1060602" y="31535"/>
                  <a:pt x="1060602" y="42917"/>
                </a:cubicBezTo>
                <a:lnTo>
                  <a:pt x="1060602" y="214579"/>
                </a:lnTo>
                <a:cubicBezTo>
                  <a:pt x="1060602" y="238282"/>
                  <a:pt x="1041388" y="257496"/>
                  <a:pt x="1017686" y="257496"/>
                </a:cubicBezTo>
                <a:lnTo>
                  <a:pt x="42917" y="257496"/>
                </a:lnTo>
                <a:cubicBezTo>
                  <a:pt x="19215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17006-8B05-4D8F-B3EE-9B6A4B10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296" y="2871235"/>
            <a:ext cx="104404" cy="306184"/>
          </a:xfrm>
          <a:custGeom xmlns:a="http://schemas.openxmlformats.org/drawingml/2006/main">
            <a:pathLst>
              <a:path w="104404" h="306184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3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3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84FF3-9F00-49C9-B009-58D6DA43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296" y="2871235"/>
            <a:ext cx="104404" cy="306184"/>
          </a:xfrm>
          <a:custGeom xmlns:a="http://schemas.openxmlformats.org/drawingml/2006/main">
            <a:pathLst>
              <a:path w="104404" h="306184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3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3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8F25E-5A0F-4BD1-BF4D-ED26E5FB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457" y="2871235"/>
            <a:ext cx="104404" cy="306184"/>
          </a:xfrm>
          <a:custGeom xmlns:a="http://schemas.openxmlformats.org/drawingml/2006/main">
            <a:pathLst>
              <a:path w="104404" h="306184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3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3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C10AB-800E-4F69-A63F-1FF9080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457" y="2871235"/>
            <a:ext cx="104404" cy="306184"/>
          </a:xfrm>
          <a:custGeom xmlns:a="http://schemas.openxmlformats.org/drawingml/2006/main">
            <a:pathLst>
              <a:path w="104404" h="306184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3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3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CDDC2-1211-479B-A794-CADDDB12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625" y="2873787"/>
            <a:ext cx="104404" cy="306184"/>
          </a:xfrm>
          <a:custGeom xmlns:a="http://schemas.openxmlformats.org/drawingml/2006/main">
            <a:pathLst>
              <a:path w="104404" h="306184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3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3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BA7449-4E34-4A02-8DA3-11C3F7D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625" y="2873787"/>
            <a:ext cx="104404" cy="306184"/>
          </a:xfrm>
          <a:custGeom xmlns:a="http://schemas.openxmlformats.org/drawingml/2006/main">
            <a:pathLst>
              <a:path w="104404" h="306184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3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3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1CBA1-319D-4767-9C0D-312ACBD9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097" y="421447"/>
            <a:ext cx="104404" cy="306184"/>
          </a:xfrm>
          <a:custGeom xmlns:a="http://schemas.openxmlformats.org/drawingml/2006/main">
            <a:pathLst>
              <a:path w="104404" h="306184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4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4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A2DF3-CAA5-4BA1-AC53-CBD30480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097" y="421447"/>
            <a:ext cx="104404" cy="306184"/>
          </a:xfrm>
          <a:custGeom xmlns:a="http://schemas.openxmlformats.org/drawingml/2006/main">
            <a:pathLst>
              <a:path w="104404" h="306184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4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4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F48796-4184-4394-B2FE-D2841F11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58" y="421447"/>
            <a:ext cx="104404" cy="306184"/>
          </a:xfrm>
          <a:custGeom xmlns:a="http://schemas.openxmlformats.org/drawingml/2006/main">
            <a:pathLst>
              <a:path w="104404" h="306184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4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4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CDB77-7ADB-4403-ADE3-FC7E4B8A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258" y="421447"/>
            <a:ext cx="104404" cy="306184"/>
          </a:xfrm>
          <a:custGeom xmlns:a="http://schemas.openxmlformats.org/drawingml/2006/main">
            <a:pathLst>
              <a:path w="104404" h="306184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4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4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94F48-9007-41D4-8EE8-5913A609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427" y="423998"/>
            <a:ext cx="104404" cy="306184"/>
          </a:xfrm>
          <a:custGeom xmlns:a="http://schemas.openxmlformats.org/drawingml/2006/main">
            <a:pathLst>
              <a:path w="104404" h="306184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4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4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FA13C-8C01-4697-9807-B232E978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427" y="423998"/>
            <a:ext cx="104404" cy="306184"/>
          </a:xfrm>
          <a:custGeom xmlns:a="http://schemas.openxmlformats.org/drawingml/2006/main">
            <a:pathLst>
              <a:path w="104404" h="306184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288783"/>
                </a:lnTo>
                <a:cubicBezTo>
                  <a:pt x="104404" y="298394"/>
                  <a:pt x="96613" y="306184"/>
                  <a:pt x="87003" y="306184"/>
                </a:cubicBezTo>
                <a:lnTo>
                  <a:pt x="17401" y="306184"/>
                </a:lnTo>
                <a:cubicBezTo>
                  <a:pt x="7791" y="306184"/>
                  <a:pt x="0" y="298394"/>
                  <a:pt x="0" y="288783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2144B-E55B-4B9D-B531-FDB22BB8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8" y="3099332"/>
            <a:ext cx="2407688" cy="388377"/>
          </a:xfrm>
          <a:custGeom xmlns:a="http://schemas.openxmlformats.org/drawingml/2006/main">
            <a:pathLst>
              <a:path w="2407688" h="388377">
                <a:moveTo>
                  <a:pt x="2407688" y="0"/>
                </a:moveTo>
                <a:lnTo>
                  <a:pt x="2407688" y="388377"/>
                </a:lnTo>
                <a:lnTo>
                  <a:pt x="0" y="388377"/>
                </a:lnTo>
                <a:lnTo>
                  <a:pt x="0" y="0"/>
                </a:lnTo>
                <a:lnTo>
                  <a:pt x="2407688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ByteEmbeds">
            <a:extLst xmlns:a="http://schemas.openxmlformats.org/drawingml/2006/main">
              <a:ext uri="{FF2B5EF4-FFF2-40B4-BE49-F238E27FC236}">
                <a16:creationId xmlns:a16="http://schemas.microsoft.com/office/drawing/2014/main" id="{906CE2FF-02C5-4061-9B27-8B7C06DA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101" y="3289459"/>
            <a:ext cx="1115154" cy="177233"/>
          </a:xfrm>
          <a:custGeom xmlns:a="http://schemas.openxmlformats.org/drawingml/2006/main">
            <a:pathLst>
              <a:path w="1115154" h="177233">
                <a:moveTo>
                  <a:pt x="0" y="136893"/>
                </a:moveTo>
                <a:lnTo>
                  <a:pt x="0" y="0"/>
                </a:lnTo>
                <a:lnTo>
                  <a:pt x="51358" y="0"/>
                </a:lnTo>
                <a:cubicBezTo>
                  <a:pt x="61817" y="0"/>
                  <a:pt x="70205" y="1381"/>
                  <a:pt x="76524" y="4144"/>
                </a:cubicBezTo>
                <a:cubicBezTo>
                  <a:pt x="82843" y="6906"/>
                  <a:pt x="87792" y="11158"/>
                  <a:pt x="91371" y="16899"/>
                </a:cubicBezTo>
                <a:cubicBezTo>
                  <a:pt x="94951" y="22639"/>
                  <a:pt x="96740" y="28645"/>
                  <a:pt x="96740" y="34915"/>
                </a:cubicBezTo>
                <a:cubicBezTo>
                  <a:pt x="96740" y="40749"/>
                  <a:pt x="95153" y="46243"/>
                  <a:pt x="91978" y="51396"/>
                </a:cubicBezTo>
                <a:cubicBezTo>
                  <a:pt x="88803" y="56548"/>
                  <a:pt x="84010" y="60706"/>
                  <a:pt x="77598" y="63871"/>
                </a:cubicBezTo>
                <a:cubicBezTo>
                  <a:pt x="85877" y="66305"/>
                  <a:pt x="92243" y="70455"/>
                  <a:pt x="96694" y="76323"/>
                </a:cubicBezTo>
                <a:cubicBezTo>
                  <a:pt x="101145" y="82190"/>
                  <a:pt x="103370" y="89117"/>
                  <a:pt x="103370" y="97105"/>
                </a:cubicBezTo>
                <a:cubicBezTo>
                  <a:pt x="103370" y="103535"/>
                  <a:pt x="102016" y="109511"/>
                  <a:pt x="99308" y="115034"/>
                </a:cubicBezTo>
                <a:cubicBezTo>
                  <a:pt x="96600" y="120557"/>
                  <a:pt x="93254" y="124816"/>
                  <a:pt x="89270" y="127812"/>
                </a:cubicBezTo>
                <a:cubicBezTo>
                  <a:pt x="85286" y="130808"/>
                  <a:pt x="80290" y="133071"/>
                  <a:pt x="74283" y="134600"/>
                </a:cubicBezTo>
                <a:cubicBezTo>
                  <a:pt x="68275" y="136129"/>
                  <a:pt x="60914" y="136893"/>
                  <a:pt x="52199" y="136893"/>
                </a:cubicBezTo>
                <a:lnTo>
                  <a:pt x="0" y="136893"/>
                </a:lnTo>
                <a:moveTo>
                  <a:pt x="18115" y="57335"/>
                </a:moveTo>
                <a:lnTo>
                  <a:pt x="47717" y="57335"/>
                </a:lnTo>
                <a:cubicBezTo>
                  <a:pt x="55747" y="57335"/>
                  <a:pt x="61505" y="56808"/>
                  <a:pt x="64992" y="55756"/>
                </a:cubicBezTo>
                <a:cubicBezTo>
                  <a:pt x="69598" y="54396"/>
                  <a:pt x="73069" y="52139"/>
                  <a:pt x="75403" y="48986"/>
                </a:cubicBezTo>
                <a:cubicBezTo>
                  <a:pt x="77738" y="45832"/>
                  <a:pt x="78905" y="41876"/>
                  <a:pt x="78905" y="37115"/>
                </a:cubicBezTo>
                <a:cubicBezTo>
                  <a:pt x="78905" y="32602"/>
                  <a:pt x="77816" y="28629"/>
                  <a:pt x="75637" y="25198"/>
                </a:cubicBezTo>
                <a:cubicBezTo>
                  <a:pt x="73458" y="21766"/>
                  <a:pt x="70345" y="19417"/>
                  <a:pt x="66299" y="18150"/>
                </a:cubicBezTo>
                <a:cubicBezTo>
                  <a:pt x="62253" y="16882"/>
                  <a:pt x="55311" y="16248"/>
                  <a:pt x="45475" y="16248"/>
                </a:cubicBezTo>
                <a:lnTo>
                  <a:pt x="18115" y="16248"/>
                </a:lnTo>
                <a:lnTo>
                  <a:pt x="18115" y="57335"/>
                </a:lnTo>
                <a:moveTo>
                  <a:pt x="18115" y="120645"/>
                </a:moveTo>
                <a:lnTo>
                  <a:pt x="52199" y="120645"/>
                </a:lnTo>
                <a:cubicBezTo>
                  <a:pt x="58050" y="120645"/>
                  <a:pt x="62159" y="120428"/>
                  <a:pt x="64525" y="119992"/>
                </a:cubicBezTo>
                <a:cubicBezTo>
                  <a:pt x="68696" y="119245"/>
                  <a:pt x="72182" y="118000"/>
                  <a:pt x="74983" y="116257"/>
                </a:cubicBezTo>
                <a:cubicBezTo>
                  <a:pt x="77785" y="114514"/>
                  <a:pt x="80088" y="111977"/>
                  <a:pt x="81893" y="108646"/>
                </a:cubicBezTo>
                <a:cubicBezTo>
                  <a:pt x="83699" y="105316"/>
                  <a:pt x="84601" y="101472"/>
                  <a:pt x="84601" y="97114"/>
                </a:cubicBezTo>
                <a:cubicBezTo>
                  <a:pt x="84601" y="92009"/>
                  <a:pt x="83294" y="87574"/>
                  <a:pt x="80679" y="83807"/>
                </a:cubicBezTo>
                <a:cubicBezTo>
                  <a:pt x="78065" y="80041"/>
                  <a:pt x="74438" y="77395"/>
                  <a:pt x="69801" y="75870"/>
                </a:cubicBezTo>
                <a:cubicBezTo>
                  <a:pt x="65163" y="74345"/>
                  <a:pt x="58486" y="73582"/>
                  <a:pt x="49771" y="73582"/>
                </a:cubicBezTo>
                <a:lnTo>
                  <a:pt x="18115" y="73582"/>
                </a:lnTo>
                <a:lnTo>
                  <a:pt x="18115" y="120645"/>
                </a:lnTo>
                <a:close/>
                <a:moveTo>
                  <a:pt x="125218" y="175190"/>
                </a:moveTo>
                <a:lnTo>
                  <a:pt x="123350" y="159491"/>
                </a:lnTo>
                <a:cubicBezTo>
                  <a:pt x="127023" y="160487"/>
                  <a:pt x="130229" y="160985"/>
                  <a:pt x="132968" y="160985"/>
                </a:cubicBezTo>
                <a:cubicBezTo>
                  <a:pt x="136704" y="160985"/>
                  <a:pt x="139692" y="160362"/>
                  <a:pt x="141933" y="159115"/>
                </a:cubicBezTo>
                <a:cubicBezTo>
                  <a:pt x="144174" y="157868"/>
                  <a:pt x="146010" y="156122"/>
                  <a:pt x="147442" y="153877"/>
                </a:cubicBezTo>
                <a:cubicBezTo>
                  <a:pt x="148500" y="152194"/>
                  <a:pt x="150212" y="148017"/>
                  <a:pt x="152578" y="141346"/>
                </a:cubicBezTo>
                <a:cubicBezTo>
                  <a:pt x="152889" y="140411"/>
                  <a:pt x="153387" y="139039"/>
                  <a:pt x="154072" y="137232"/>
                </a:cubicBezTo>
                <a:lnTo>
                  <a:pt x="116440" y="37725"/>
                </a:lnTo>
                <a:lnTo>
                  <a:pt x="134556" y="37725"/>
                </a:lnTo>
                <a:lnTo>
                  <a:pt x="155193" y="95170"/>
                </a:lnTo>
                <a:cubicBezTo>
                  <a:pt x="157869" y="102456"/>
                  <a:pt x="160266" y="110115"/>
                  <a:pt x="162383" y="118148"/>
                </a:cubicBezTo>
                <a:cubicBezTo>
                  <a:pt x="164313" y="110411"/>
                  <a:pt x="166616" y="102871"/>
                  <a:pt x="169293" y="95529"/>
                </a:cubicBezTo>
                <a:lnTo>
                  <a:pt x="190490" y="37725"/>
                </a:lnTo>
                <a:lnTo>
                  <a:pt x="207298" y="37725"/>
                </a:lnTo>
                <a:lnTo>
                  <a:pt x="169573" y="138562"/>
                </a:lnTo>
                <a:cubicBezTo>
                  <a:pt x="165526" y="149486"/>
                  <a:pt x="162383" y="157008"/>
                  <a:pt x="160142" y="161128"/>
                </a:cubicBezTo>
                <a:cubicBezTo>
                  <a:pt x="157153" y="166684"/>
                  <a:pt x="153730" y="170757"/>
                  <a:pt x="149870" y="173346"/>
                </a:cubicBezTo>
                <a:cubicBezTo>
                  <a:pt x="146010" y="175937"/>
                  <a:pt x="141404" y="177233"/>
                  <a:pt x="136050" y="177233"/>
                </a:cubicBezTo>
                <a:cubicBezTo>
                  <a:pt x="132813" y="177233"/>
                  <a:pt x="129202" y="176552"/>
                  <a:pt x="125218" y="175190"/>
                </a:cubicBezTo>
                <a:close/>
                <a:moveTo>
                  <a:pt x="258283" y="121859"/>
                </a:moveTo>
                <a:lnTo>
                  <a:pt x="260711" y="136707"/>
                </a:lnTo>
                <a:cubicBezTo>
                  <a:pt x="255979" y="137703"/>
                  <a:pt x="251746" y="138201"/>
                  <a:pt x="248011" y="138201"/>
                </a:cubicBezTo>
                <a:cubicBezTo>
                  <a:pt x="241910" y="138201"/>
                  <a:pt x="237179" y="137236"/>
                  <a:pt x="233817" y="135306"/>
                </a:cubicBezTo>
                <a:cubicBezTo>
                  <a:pt x="230456" y="133376"/>
                  <a:pt x="228090" y="130839"/>
                  <a:pt x="226721" y="127695"/>
                </a:cubicBezTo>
                <a:cubicBezTo>
                  <a:pt x="225351" y="124552"/>
                  <a:pt x="224666" y="117937"/>
                  <a:pt x="224666" y="107852"/>
                </a:cubicBezTo>
                <a:lnTo>
                  <a:pt x="224666" y="50798"/>
                </a:lnTo>
                <a:lnTo>
                  <a:pt x="212340" y="50798"/>
                </a:lnTo>
                <a:lnTo>
                  <a:pt x="212340" y="37725"/>
                </a:lnTo>
                <a:lnTo>
                  <a:pt x="224666" y="37725"/>
                </a:lnTo>
                <a:lnTo>
                  <a:pt x="224666" y="13166"/>
                </a:lnTo>
                <a:lnTo>
                  <a:pt x="241381" y="3081"/>
                </a:lnTo>
                <a:lnTo>
                  <a:pt x="241381" y="37725"/>
                </a:lnTo>
                <a:lnTo>
                  <a:pt x="258283" y="37725"/>
                </a:lnTo>
                <a:lnTo>
                  <a:pt x="258283" y="50798"/>
                </a:lnTo>
                <a:lnTo>
                  <a:pt x="241381" y="50798"/>
                </a:lnTo>
                <a:lnTo>
                  <a:pt x="241381" y="108786"/>
                </a:lnTo>
                <a:cubicBezTo>
                  <a:pt x="241381" y="113580"/>
                  <a:pt x="241677" y="116661"/>
                  <a:pt x="242268" y="118031"/>
                </a:cubicBezTo>
                <a:cubicBezTo>
                  <a:pt x="242860" y="119400"/>
                  <a:pt x="243825" y="120490"/>
                  <a:pt x="245163" y="121299"/>
                </a:cubicBezTo>
                <a:cubicBezTo>
                  <a:pt x="246501" y="122108"/>
                  <a:pt x="248416" y="122513"/>
                  <a:pt x="250906" y="122513"/>
                </a:cubicBezTo>
                <a:cubicBezTo>
                  <a:pt x="252773" y="122513"/>
                  <a:pt x="255232" y="122295"/>
                  <a:pt x="258283" y="121859"/>
                </a:cubicBezTo>
                <a:close/>
                <a:moveTo>
                  <a:pt x="342445" y="104771"/>
                </a:moveTo>
                <a:lnTo>
                  <a:pt x="359813" y="107012"/>
                </a:lnTo>
                <a:cubicBezTo>
                  <a:pt x="357074" y="117188"/>
                  <a:pt x="352000" y="125087"/>
                  <a:pt x="344592" y="130707"/>
                </a:cubicBezTo>
                <a:cubicBezTo>
                  <a:pt x="337184" y="136325"/>
                  <a:pt x="327722" y="139134"/>
                  <a:pt x="316205" y="139134"/>
                </a:cubicBezTo>
                <a:cubicBezTo>
                  <a:pt x="301700" y="139134"/>
                  <a:pt x="290199" y="134668"/>
                  <a:pt x="281702" y="125735"/>
                </a:cubicBezTo>
                <a:cubicBezTo>
                  <a:pt x="273204" y="116801"/>
                  <a:pt x="268956" y="104273"/>
                  <a:pt x="268956" y="88150"/>
                </a:cubicBezTo>
                <a:cubicBezTo>
                  <a:pt x="268956" y="71466"/>
                  <a:pt x="273251" y="58517"/>
                  <a:pt x="281842" y="49304"/>
                </a:cubicBezTo>
                <a:cubicBezTo>
                  <a:pt x="290433" y="40091"/>
                  <a:pt x="301576" y="35484"/>
                  <a:pt x="315271" y="35484"/>
                </a:cubicBezTo>
                <a:cubicBezTo>
                  <a:pt x="328531" y="35484"/>
                  <a:pt x="339363" y="39990"/>
                  <a:pt x="347767" y="49003"/>
                </a:cubicBezTo>
                <a:cubicBezTo>
                  <a:pt x="356171" y="58014"/>
                  <a:pt x="360373" y="70693"/>
                  <a:pt x="360373" y="87038"/>
                </a:cubicBezTo>
                <a:cubicBezTo>
                  <a:pt x="360373" y="88032"/>
                  <a:pt x="360342" y="89523"/>
                  <a:pt x="360280" y="91511"/>
                </a:cubicBezTo>
                <a:lnTo>
                  <a:pt x="286324" y="91511"/>
                </a:lnTo>
                <a:cubicBezTo>
                  <a:pt x="286947" y="102437"/>
                  <a:pt x="290028" y="110802"/>
                  <a:pt x="295568" y="116607"/>
                </a:cubicBezTo>
                <a:cubicBezTo>
                  <a:pt x="301109" y="122412"/>
                  <a:pt x="308019" y="125314"/>
                  <a:pt x="316299" y="125314"/>
                </a:cubicBezTo>
                <a:cubicBezTo>
                  <a:pt x="322462" y="125314"/>
                  <a:pt x="327722" y="123681"/>
                  <a:pt x="332080" y="120415"/>
                </a:cubicBezTo>
                <a:cubicBezTo>
                  <a:pt x="336437" y="117147"/>
                  <a:pt x="339892" y="111932"/>
                  <a:pt x="342445" y="104771"/>
                </a:cubicBezTo>
                <a:moveTo>
                  <a:pt x="287258" y="77691"/>
                </a:moveTo>
                <a:lnTo>
                  <a:pt x="342631" y="77691"/>
                </a:lnTo>
                <a:cubicBezTo>
                  <a:pt x="341884" y="69377"/>
                  <a:pt x="339768" y="63141"/>
                  <a:pt x="336282" y="58983"/>
                </a:cubicBezTo>
                <a:cubicBezTo>
                  <a:pt x="330928" y="52530"/>
                  <a:pt x="323987" y="49304"/>
                  <a:pt x="315458" y="49304"/>
                </a:cubicBezTo>
                <a:cubicBezTo>
                  <a:pt x="307739" y="49304"/>
                  <a:pt x="301249" y="51880"/>
                  <a:pt x="295989" y="57031"/>
                </a:cubicBezTo>
                <a:cubicBezTo>
                  <a:pt x="290728" y="62181"/>
                  <a:pt x="287818" y="69067"/>
                  <a:pt x="287258" y="77691"/>
                </a:cubicBezTo>
                <a:close/>
                <a:moveTo>
                  <a:pt x="436382" y="136893"/>
                </a:moveTo>
                <a:lnTo>
                  <a:pt x="436382" y="0"/>
                </a:lnTo>
                <a:lnTo>
                  <a:pt x="535364" y="0"/>
                </a:lnTo>
                <a:lnTo>
                  <a:pt x="535364" y="16248"/>
                </a:lnTo>
                <a:lnTo>
                  <a:pt x="454498" y="16248"/>
                </a:lnTo>
                <a:lnTo>
                  <a:pt x="454498" y="57895"/>
                </a:lnTo>
                <a:lnTo>
                  <a:pt x="530228" y="57895"/>
                </a:lnTo>
                <a:lnTo>
                  <a:pt x="530228" y="74143"/>
                </a:lnTo>
                <a:lnTo>
                  <a:pt x="454498" y="74143"/>
                </a:lnTo>
                <a:lnTo>
                  <a:pt x="454498" y="120645"/>
                </a:lnTo>
                <a:lnTo>
                  <a:pt x="538539" y="120645"/>
                </a:lnTo>
                <a:lnTo>
                  <a:pt x="538539" y="136893"/>
                </a:lnTo>
                <a:lnTo>
                  <a:pt x="436382" y="136893"/>
                </a:lnTo>
                <a:close/>
                <a:moveTo>
                  <a:pt x="561227" y="136893"/>
                </a:moveTo>
                <a:lnTo>
                  <a:pt x="561227" y="37725"/>
                </a:lnTo>
                <a:lnTo>
                  <a:pt x="576261" y="37725"/>
                </a:lnTo>
                <a:lnTo>
                  <a:pt x="576261" y="51638"/>
                </a:lnTo>
                <a:cubicBezTo>
                  <a:pt x="579373" y="46783"/>
                  <a:pt x="583513" y="42876"/>
                  <a:pt x="588680" y="39919"/>
                </a:cubicBezTo>
                <a:cubicBezTo>
                  <a:pt x="593847" y="36962"/>
                  <a:pt x="599730" y="35484"/>
                  <a:pt x="606329" y="35484"/>
                </a:cubicBezTo>
                <a:cubicBezTo>
                  <a:pt x="613674" y="35484"/>
                  <a:pt x="619697" y="37009"/>
                  <a:pt x="624397" y="40059"/>
                </a:cubicBezTo>
                <a:cubicBezTo>
                  <a:pt x="629097" y="43110"/>
                  <a:pt x="632412" y="47374"/>
                  <a:pt x="634342" y="52852"/>
                </a:cubicBezTo>
                <a:cubicBezTo>
                  <a:pt x="642186" y="41273"/>
                  <a:pt x="652395" y="35484"/>
                  <a:pt x="664970" y="35484"/>
                </a:cubicBezTo>
                <a:cubicBezTo>
                  <a:pt x="674806" y="35484"/>
                  <a:pt x="682370" y="38207"/>
                  <a:pt x="687662" y="43655"/>
                </a:cubicBezTo>
                <a:cubicBezTo>
                  <a:pt x="692953" y="49102"/>
                  <a:pt x="695599" y="57490"/>
                  <a:pt x="695599" y="68820"/>
                </a:cubicBezTo>
                <a:lnTo>
                  <a:pt x="695599" y="136893"/>
                </a:lnTo>
                <a:lnTo>
                  <a:pt x="678884" y="136893"/>
                </a:lnTo>
                <a:lnTo>
                  <a:pt x="678884" y="74423"/>
                </a:lnTo>
                <a:cubicBezTo>
                  <a:pt x="678884" y="67700"/>
                  <a:pt x="678339" y="62859"/>
                  <a:pt x="677250" y="59902"/>
                </a:cubicBezTo>
                <a:cubicBezTo>
                  <a:pt x="676160" y="56945"/>
                  <a:pt x="674184" y="54564"/>
                  <a:pt x="671320" y="52759"/>
                </a:cubicBezTo>
                <a:cubicBezTo>
                  <a:pt x="668457" y="50954"/>
                  <a:pt x="665095" y="50051"/>
                  <a:pt x="661235" y="50051"/>
                </a:cubicBezTo>
                <a:cubicBezTo>
                  <a:pt x="654263" y="50051"/>
                  <a:pt x="648474" y="52370"/>
                  <a:pt x="643867" y="57008"/>
                </a:cubicBezTo>
                <a:cubicBezTo>
                  <a:pt x="639260" y="61646"/>
                  <a:pt x="636957" y="69069"/>
                  <a:pt x="636957" y="79279"/>
                </a:cubicBezTo>
                <a:lnTo>
                  <a:pt x="636957" y="136893"/>
                </a:lnTo>
                <a:lnTo>
                  <a:pt x="620149" y="136893"/>
                </a:lnTo>
                <a:lnTo>
                  <a:pt x="620149" y="72462"/>
                </a:lnTo>
                <a:cubicBezTo>
                  <a:pt x="620149" y="64992"/>
                  <a:pt x="618779" y="59389"/>
                  <a:pt x="616040" y="55654"/>
                </a:cubicBezTo>
                <a:cubicBezTo>
                  <a:pt x="613301" y="51919"/>
                  <a:pt x="608819" y="50051"/>
                  <a:pt x="602593" y="50051"/>
                </a:cubicBezTo>
                <a:cubicBezTo>
                  <a:pt x="597862" y="50051"/>
                  <a:pt x="593489" y="51296"/>
                  <a:pt x="589474" y="53786"/>
                </a:cubicBezTo>
                <a:cubicBezTo>
                  <a:pt x="585458" y="56276"/>
                  <a:pt x="582548" y="59918"/>
                  <a:pt x="580743" y="64711"/>
                </a:cubicBezTo>
                <a:cubicBezTo>
                  <a:pt x="578938" y="69505"/>
                  <a:pt x="578035" y="76415"/>
                  <a:pt x="578035" y="85442"/>
                </a:cubicBezTo>
                <a:lnTo>
                  <a:pt x="578035" y="136893"/>
                </a:lnTo>
                <a:lnTo>
                  <a:pt x="561227" y="136893"/>
                </a:lnTo>
                <a:close/>
                <a:moveTo>
                  <a:pt x="736030" y="136893"/>
                </a:moveTo>
                <a:lnTo>
                  <a:pt x="720436" y="136893"/>
                </a:lnTo>
                <a:lnTo>
                  <a:pt x="720436" y="0"/>
                </a:lnTo>
                <a:lnTo>
                  <a:pt x="737244" y="0"/>
                </a:lnTo>
                <a:lnTo>
                  <a:pt x="737244" y="48837"/>
                </a:lnTo>
                <a:cubicBezTo>
                  <a:pt x="744341" y="39935"/>
                  <a:pt x="753399" y="35484"/>
                  <a:pt x="764417" y="35484"/>
                </a:cubicBezTo>
                <a:cubicBezTo>
                  <a:pt x="770518" y="35484"/>
                  <a:pt x="776292" y="36713"/>
                  <a:pt x="781739" y="39172"/>
                </a:cubicBezTo>
                <a:cubicBezTo>
                  <a:pt x="787186" y="41631"/>
                  <a:pt x="791668" y="45086"/>
                  <a:pt x="795186" y="49537"/>
                </a:cubicBezTo>
                <a:cubicBezTo>
                  <a:pt x="798703" y="53988"/>
                  <a:pt x="801458" y="59358"/>
                  <a:pt x="803450" y="65645"/>
                </a:cubicBezTo>
                <a:cubicBezTo>
                  <a:pt x="805442" y="71933"/>
                  <a:pt x="806438" y="78656"/>
                  <a:pt x="806438" y="85815"/>
                </a:cubicBezTo>
                <a:cubicBezTo>
                  <a:pt x="806438" y="102810"/>
                  <a:pt x="802236" y="115945"/>
                  <a:pt x="793832" y="125221"/>
                </a:cubicBezTo>
                <a:cubicBezTo>
                  <a:pt x="785428" y="134497"/>
                  <a:pt x="775343" y="139134"/>
                  <a:pt x="763577" y="139134"/>
                </a:cubicBezTo>
                <a:cubicBezTo>
                  <a:pt x="751873" y="139134"/>
                  <a:pt x="742691" y="134248"/>
                  <a:pt x="736030" y="124474"/>
                </a:cubicBezTo>
                <a:lnTo>
                  <a:pt x="736030" y="136893"/>
                </a:lnTo>
                <a:moveTo>
                  <a:pt x="735843" y="86562"/>
                </a:moveTo>
                <a:cubicBezTo>
                  <a:pt x="735843" y="98452"/>
                  <a:pt x="737462" y="107043"/>
                  <a:pt x="740699" y="112335"/>
                </a:cubicBezTo>
                <a:cubicBezTo>
                  <a:pt x="745991" y="120988"/>
                  <a:pt x="753150" y="125314"/>
                  <a:pt x="762176" y="125314"/>
                </a:cubicBezTo>
                <a:cubicBezTo>
                  <a:pt x="769522" y="125314"/>
                  <a:pt x="775872" y="122124"/>
                  <a:pt x="781226" y="115743"/>
                </a:cubicBezTo>
                <a:cubicBezTo>
                  <a:pt x="786579" y="109362"/>
                  <a:pt x="789256" y="99853"/>
                  <a:pt x="789256" y="87216"/>
                </a:cubicBezTo>
                <a:cubicBezTo>
                  <a:pt x="789256" y="74267"/>
                  <a:pt x="786688" y="64711"/>
                  <a:pt x="781552" y="58548"/>
                </a:cubicBezTo>
                <a:cubicBezTo>
                  <a:pt x="776417" y="52385"/>
                  <a:pt x="770207" y="49304"/>
                  <a:pt x="762923" y="49304"/>
                </a:cubicBezTo>
                <a:cubicBezTo>
                  <a:pt x="755577" y="49304"/>
                  <a:pt x="749228" y="52494"/>
                  <a:pt x="743874" y="58875"/>
                </a:cubicBezTo>
                <a:cubicBezTo>
                  <a:pt x="738520" y="65256"/>
                  <a:pt x="735843" y="74485"/>
                  <a:pt x="735843" y="86562"/>
                </a:cubicBezTo>
                <a:close/>
                <a:moveTo>
                  <a:pt x="894745" y="104771"/>
                </a:moveTo>
                <a:lnTo>
                  <a:pt x="912113" y="107012"/>
                </a:lnTo>
                <a:cubicBezTo>
                  <a:pt x="909374" y="117188"/>
                  <a:pt x="904301" y="125087"/>
                  <a:pt x="896893" y="130707"/>
                </a:cubicBezTo>
                <a:cubicBezTo>
                  <a:pt x="889485" y="136325"/>
                  <a:pt x="880022" y="139134"/>
                  <a:pt x="868506" y="139134"/>
                </a:cubicBezTo>
                <a:cubicBezTo>
                  <a:pt x="854001" y="139134"/>
                  <a:pt x="842500" y="134668"/>
                  <a:pt x="834002" y="125735"/>
                </a:cubicBezTo>
                <a:cubicBezTo>
                  <a:pt x="825505" y="116801"/>
                  <a:pt x="821256" y="104273"/>
                  <a:pt x="821256" y="88150"/>
                </a:cubicBezTo>
                <a:cubicBezTo>
                  <a:pt x="821256" y="71466"/>
                  <a:pt x="825551" y="58517"/>
                  <a:pt x="834142" y="49304"/>
                </a:cubicBezTo>
                <a:cubicBezTo>
                  <a:pt x="842733" y="40091"/>
                  <a:pt x="853876" y="35484"/>
                  <a:pt x="867572" y="35484"/>
                </a:cubicBezTo>
                <a:cubicBezTo>
                  <a:pt x="880832" y="35484"/>
                  <a:pt x="891663" y="39990"/>
                  <a:pt x="900068" y="49003"/>
                </a:cubicBezTo>
                <a:cubicBezTo>
                  <a:pt x="908472" y="58014"/>
                  <a:pt x="912674" y="70693"/>
                  <a:pt x="912674" y="87038"/>
                </a:cubicBezTo>
                <a:cubicBezTo>
                  <a:pt x="912674" y="88032"/>
                  <a:pt x="912643" y="89523"/>
                  <a:pt x="912580" y="91511"/>
                </a:cubicBezTo>
                <a:lnTo>
                  <a:pt x="838624" y="91511"/>
                </a:lnTo>
                <a:cubicBezTo>
                  <a:pt x="839247" y="102437"/>
                  <a:pt x="842328" y="110802"/>
                  <a:pt x="847869" y="116607"/>
                </a:cubicBezTo>
                <a:cubicBezTo>
                  <a:pt x="853409" y="122412"/>
                  <a:pt x="860319" y="125314"/>
                  <a:pt x="868599" y="125314"/>
                </a:cubicBezTo>
                <a:cubicBezTo>
                  <a:pt x="874762" y="125314"/>
                  <a:pt x="880022" y="123681"/>
                  <a:pt x="884380" y="120415"/>
                </a:cubicBezTo>
                <a:cubicBezTo>
                  <a:pt x="888738" y="117147"/>
                  <a:pt x="892193" y="111932"/>
                  <a:pt x="894745" y="104771"/>
                </a:cubicBezTo>
                <a:moveTo>
                  <a:pt x="839558" y="77691"/>
                </a:moveTo>
                <a:lnTo>
                  <a:pt x="894932" y="77691"/>
                </a:lnTo>
                <a:cubicBezTo>
                  <a:pt x="894185" y="69377"/>
                  <a:pt x="892068" y="63141"/>
                  <a:pt x="888582" y="58983"/>
                </a:cubicBezTo>
                <a:cubicBezTo>
                  <a:pt x="883228" y="52530"/>
                  <a:pt x="876287" y="49304"/>
                  <a:pt x="867759" y="49304"/>
                </a:cubicBezTo>
                <a:cubicBezTo>
                  <a:pt x="860039" y="49304"/>
                  <a:pt x="853549" y="51880"/>
                  <a:pt x="848289" y="57031"/>
                </a:cubicBezTo>
                <a:cubicBezTo>
                  <a:pt x="843029" y="62181"/>
                  <a:pt x="840118" y="69067"/>
                  <a:pt x="839558" y="77691"/>
                </a:cubicBezTo>
                <a:close/>
                <a:moveTo>
                  <a:pt x="997526" y="136893"/>
                </a:moveTo>
                <a:lnTo>
                  <a:pt x="997526" y="124381"/>
                </a:lnTo>
                <a:cubicBezTo>
                  <a:pt x="991238" y="134216"/>
                  <a:pt x="981994" y="139134"/>
                  <a:pt x="969792" y="139134"/>
                </a:cubicBezTo>
                <a:cubicBezTo>
                  <a:pt x="961886" y="139134"/>
                  <a:pt x="954618" y="136956"/>
                  <a:pt x="947988" y="132598"/>
                </a:cubicBezTo>
                <a:cubicBezTo>
                  <a:pt x="941358" y="128240"/>
                  <a:pt x="936223" y="122155"/>
                  <a:pt x="932581" y="114342"/>
                </a:cubicBezTo>
                <a:cubicBezTo>
                  <a:pt x="928939" y="106530"/>
                  <a:pt x="927118" y="97550"/>
                  <a:pt x="927118" y="87403"/>
                </a:cubicBezTo>
                <a:cubicBezTo>
                  <a:pt x="927118" y="77504"/>
                  <a:pt x="928768" y="68524"/>
                  <a:pt x="932067" y="60463"/>
                </a:cubicBezTo>
                <a:cubicBezTo>
                  <a:pt x="935367" y="52401"/>
                  <a:pt x="940316" y="46222"/>
                  <a:pt x="946915" y="41927"/>
                </a:cubicBezTo>
                <a:cubicBezTo>
                  <a:pt x="953513" y="37632"/>
                  <a:pt x="960890" y="35484"/>
                  <a:pt x="969045" y="35484"/>
                </a:cubicBezTo>
                <a:cubicBezTo>
                  <a:pt x="975022" y="35484"/>
                  <a:pt x="980344" y="36753"/>
                  <a:pt x="985013" y="39292"/>
                </a:cubicBezTo>
                <a:cubicBezTo>
                  <a:pt x="989682" y="41829"/>
                  <a:pt x="993479" y="45134"/>
                  <a:pt x="996405" y="49208"/>
                </a:cubicBezTo>
                <a:lnTo>
                  <a:pt x="996405" y="0"/>
                </a:lnTo>
                <a:lnTo>
                  <a:pt x="1013120" y="0"/>
                </a:lnTo>
                <a:lnTo>
                  <a:pt x="1013120" y="136893"/>
                </a:lnTo>
                <a:lnTo>
                  <a:pt x="997526" y="136893"/>
                </a:lnTo>
                <a:moveTo>
                  <a:pt x="944393" y="87449"/>
                </a:moveTo>
                <a:cubicBezTo>
                  <a:pt x="944393" y="100133"/>
                  <a:pt x="947070" y="109615"/>
                  <a:pt x="952424" y="115895"/>
                </a:cubicBezTo>
                <a:cubicBezTo>
                  <a:pt x="957778" y="122174"/>
                  <a:pt x="964096" y="125314"/>
                  <a:pt x="971380" y="125314"/>
                </a:cubicBezTo>
                <a:cubicBezTo>
                  <a:pt x="978726" y="125314"/>
                  <a:pt x="984966" y="122315"/>
                  <a:pt x="990102" y="116315"/>
                </a:cubicBezTo>
                <a:cubicBezTo>
                  <a:pt x="995238" y="110315"/>
                  <a:pt x="997806" y="101159"/>
                  <a:pt x="997806" y="88847"/>
                </a:cubicBezTo>
                <a:cubicBezTo>
                  <a:pt x="997806" y="75293"/>
                  <a:pt x="995191" y="65346"/>
                  <a:pt x="989962" y="59004"/>
                </a:cubicBezTo>
                <a:cubicBezTo>
                  <a:pt x="984733" y="52662"/>
                  <a:pt x="978290" y="49491"/>
                  <a:pt x="970633" y="49491"/>
                </a:cubicBezTo>
                <a:cubicBezTo>
                  <a:pt x="963162" y="49491"/>
                  <a:pt x="956922" y="52537"/>
                  <a:pt x="951910" y="58630"/>
                </a:cubicBezTo>
                <a:cubicBezTo>
                  <a:pt x="946899" y="64723"/>
                  <a:pt x="944393" y="74330"/>
                  <a:pt x="944393" y="87449"/>
                </a:cubicBezTo>
                <a:close/>
                <a:moveTo>
                  <a:pt x="1032794" y="107199"/>
                </a:moveTo>
                <a:lnTo>
                  <a:pt x="1049415" y="104584"/>
                </a:lnTo>
                <a:cubicBezTo>
                  <a:pt x="1050349" y="111274"/>
                  <a:pt x="1052948" y="116402"/>
                  <a:pt x="1057212" y="119968"/>
                </a:cubicBezTo>
                <a:cubicBezTo>
                  <a:pt x="1061477" y="123532"/>
                  <a:pt x="1067437" y="125314"/>
                  <a:pt x="1075094" y="125314"/>
                </a:cubicBezTo>
                <a:cubicBezTo>
                  <a:pt x="1082814" y="125314"/>
                  <a:pt x="1088541" y="123742"/>
                  <a:pt x="1092276" y="120599"/>
                </a:cubicBezTo>
                <a:cubicBezTo>
                  <a:pt x="1096011" y="117455"/>
                  <a:pt x="1097879" y="113766"/>
                  <a:pt x="1097879" y="109533"/>
                </a:cubicBezTo>
                <a:cubicBezTo>
                  <a:pt x="1097879" y="105736"/>
                  <a:pt x="1096229" y="102748"/>
                  <a:pt x="1092930" y="100569"/>
                </a:cubicBezTo>
                <a:cubicBezTo>
                  <a:pt x="1090626" y="99075"/>
                  <a:pt x="1084899" y="97176"/>
                  <a:pt x="1075748" y="94873"/>
                </a:cubicBezTo>
                <a:cubicBezTo>
                  <a:pt x="1063422" y="91760"/>
                  <a:pt x="1054878" y="89068"/>
                  <a:pt x="1050116" y="86796"/>
                </a:cubicBezTo>
                <a:cubicBezTo>
                  <a:pt x="1045353" y="84523"/>
                  <a:pt x="1041743" y="81380"/>
                  <a:pt x="1039284" y="77364"/>
                </a:cubicBezTo>
                <a:cubicBezTo>
                  <a:pt x="1036825" y="73349"/>
                  <a:pt x="1035595" y="68914"/>
                  <a:pt x="1035595" y="64058"/>
                </a:cubicBezTo>
                <a:cubicBezTo>
                  <a:pt x="1035595" y="59638"/>
                  <a:pt x="1036607" y="55545"/>
                  <a:pt x="1038630" y="51779"/>
                </a:cubicBezTo>
                <a:cubicBezTo>
                  <a:pt x="1040653" y="48012"/>
                  <a:pt x="1043408" y="44884"/>
                  <a:pt x="1046894" y="42394"/>
                </a:cubicBezTo>
                <a:cubicBezTo>
                  <a:pt x="1049509" y="40464"/>
                  <a:pt x="1053073" y="38830"/>
                  <a:pt x="1057586" y="37492"/>
                </a:cubicBezTo>
                <a:cubicBezTo>
                  <a:pt x="1062099" y="36153"/>
                  <a:pt x="1066939" y="35484"/>
                  <a:pt x="1072106" y="35484"/>
                </a:cubicBezTo>
                <a:cubicBezTo>
                  <a:pt x="1079888" y="35484"/>
                  <a:pt x="1086720" y="36604"/>
                  <a:pt x="1092603" y="38846"/>
                </a:cubicBezTo>
                <a:cubicBezTo>
                  <a:pt x="1098486" y="41087"/>
                  <a:pt x="1102828" y="44121"/>
                  <a:pt x="1105629" y="47950"/>
                </a:cubicBezTo>
                <a:cubicBezTo>
                  <a:pt x="1108431" y="51779"/>
                  <a:pt x="1110361" y="56899"/>
                  <a:pt x="1111419" y="63311"/>
                </a:cubicBezTo>
                <a:lnTo>
                  <a:pt x="1094984" y="65552"/>
                </a:lnTo>
                <a:cubicBezTo>
                  <a:pt x="1094237" y="60447"/>
                  <a:pt x="1092074" y="56463"/>
                  <a:pt x="1088494" y="53599"/>
                </a:cubicBezTo>
                <a:cubicBezTo>
                  <a:pt x="1084915" y="50736"/>
                  <a:pt x="1079857" y="49304"/>
                  <a:pt x="1073320" y="49304"/>
                </a:cubicBezTo>
                <a:cubicBezTo>
                  <a:pt x="1065601" y="49304"/>
                  <a:pt x="1060092" y="50580"/>
                  <a:pt x="1056792" y="53133"/>
                </a:cubicBezTo>
                <a:cubicBezTo>
                  <a:pt x="1053493" y="55685"/>
                  <a:pt x="1051843" y="58673"/>
                  <a:pt x="1051843" y="62097"/>
                </a:cubicBezTo>
                <a:cubicBezTo>
                  <a:pt x="1051843" y="64276"/>
                  <a:pt x="1052528" y="66237"/>
                  <a:pt x="1053897" y="67980"/>
                </a:cubicBezTo>
                <a:cubicBezTo>
                  <a:pt x="1055267" y="69785"/>
                  <a:pt x="1057415" y="71279"/>
                  <a:pt x="1060341" y="72462"/>
                </a:cubicBezTo>
                <a:cubicBezTo>
                  <a:pt x="1062021" y="73084"/>
                  <a:pt x="1066971" y="74516"/>
                  <a:pt x="1075188" y="76757"/>
                </a:cubicBezTo>
                <a:cubicBezTo>
                  <a:pt x="1087078" y="79932"/>
                  <a:pt x="1095373" y="82531"/>
                  <a:pt x="1100073" y="84554"/>
                </a:cubicBezTo>
                <a:cubicBezTo>
                  <a:pt x="1104773" y="86578"/>
                  <a:pt x="1108462" y="89519"/>
                  <a:pt x="1111139" y="93379"/>
                </a:cubicBezTo>
                <a:cubicBezTo>
                  <a:pt x="1113816" y="97238"/>
                  <a:pt x="1115154" y="102032"/>
                  <a:pt x="1115154" y="107759"/>
                </a:cubicBezTo>
                <a:cubicBezTo>
                  <a:pt x="1115154" y="113362"/>
                  <a:pt x="1113520" y="118638"/>
                  <a:pt x="1110252" y="123587"/>
                </a:cubicBezTo>
                <a:cubicBezTo>
                  <a:pt x="1106983" y="128536"/>
                  <a:pt x="1102268" y="132364"/>
                  <a:pt x="1096105" y="135072"/>
                </a:cubicBezTo>
                <a:cubicBezTo>
                  <a:pt x="1089942" y="137780"/>
                  <a:pt x="1082969" y="139134"/>
                  <a:pt x="1075188" y="139134"/>
                </a:cubicBezTo>
                <a:cubicBezTo>
                  <a:pt x="1062302" y="139134"/>
                  <a:pt x="1052481" y="136450"/>
                  <a:pt x="1045727" y="131080"/>
                </a:cubicBezTo>
                <a:cubicBezTo>
                  <a:pt x="1038972" y="125711"/>
                  <a:pt x="1034661" y="117751"/>
                  <a:pt x="1032794" y="107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40503-A78C-4707-9458-1FA95857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641" y="3062690"/>
            <a:ext cx="2701449" cy="425019"/>
          </a:xfrm>
          <a:custGeom xmlns:a="http://schemas.openxmlformats.org/drawingml/2006/main">
            <a:pathLst>
              <a:path w="2701449" h="425019">
                <a:moveTo>
                  <a:pt x="2701449" y="0"/>
                </a:moveTo>
                <a:lnTo>
                  <a:pt x="2701449" y="425019"/>
                </a:lnTo>
                <a:lnTo>
                  <a:pt x="0" y="425019"/>
                </a:lnTo>
                <a:lnTo>
                  <a:pt x="0" y="0"/>
                </a:lnTo>
                <a:lnTo>
                  <a:pt x="2701449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ByteEncoderHiddenStates">
            <a:extLst xmlns:a="http://schemas.openxmlformats.org/drawingml/2006/main">
              <a:ext uri="{FF2B5EF4-FFF2-40B4-BE49-F238E27FC236}">
                <a16:creationId xmlns:a16="http://schemas.microsoft.com/office/drawing/2014/main" id="{6298A8D0-5CEB-448E-9E2A-33BE2BEC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062" y="3245470"/>
            <a:ext cx="2114888" cy="159698"/>
          </a:xfrm>
          <a:custGeom xmlns:a="http://schemas.openxmlformats.org/drawingml/2006/main">
            <a:pathLst>
              <a:path w="2114888" h="159698">
                <a:moveTo>
                  <a:pt x="0" y="123841"/>
                </a:moveTo>
                <a:lnTo>
                  <a:pt x="0" y="2158"/>
                </a:lnTo>
                <a:lnTo>
                  <a:pt x="45652" y="2158"/>
                </a:lnTo>
                <a:cubicBezTo>
                  <a:pt x="54948" y="2158"/>
                  <a:pt x="62405" y="3386"/>
                  <a:pt x="68021" y="5841"/>
                </a:cubicBezTo>
                <a:cubicBezTo>
                  <a:pt x="73638" y="8297"/>
                  <a:pt x="78037" y="12076"/>
                  <a:pt x="81219" y="17179"/>
                </a:cubicBezTo>
                <a:cubicBezTo>
                  <a:pt x="84401" y="22282"/>
                  <a:pt x="85991" y="27620"/>
                  <a:pt x="85991" y="33194"/>
                </a:cubicBezTo>
                <a:cubicBezTo>
                  <a:pt x="85991" y="38380"/>
                  <a:pt x="84580" y="43263"/>
                  <a:pt x="81758" y="47844"/>
                </a:cubicBezTo>
                <a:cubicBezTo>
                  <a:pt x="78936" y="52423"/>
                  <a:pt x="74675" y="56119"/>
                  <a:pt x="68976" y="58932"/>
                </a:cubicBezTo>
                <a:cubicBezTo>
                  <a:pt x="76335" y="61096"/>
                  <a:pt x="81993" y="64785"/>
                  <a:pt x="85950" y="70000"/>
                </a:cubicBezTo>
                <a:cubicBezTo>
                  <a:pt x="89906" y="75216"/>
                  <a:pt x="91885" y="81374"/>
                  <a:pt x="91885" y="88474"/>
                </a:cubicBezTo>
                <a:cubicBezTo>
                  <a:pt x="91885" y="94189"/>
                  <a:pt x="90681" y="99501"/>
                  <a:pt x="88274" y="104410"/>
                </a:cubicBezTo>
                <a:cubicBezTo>
                  <a:pt x="85867" y="109320"/>
                  <a:pt x="82893" y="113106"/>
                  <a:pt x="79351" y="115769"/>
                </a:cubicBezTo>
                <a:cubicBezTo>
                  <a:pt x="75810" y="118432"/>
                  <a:pt x="71369" y="120443"/>
                  <a:pt x="66029" y="121802"/>
                </a:cubicBezTo>
                <a:cubicBezTo>
                  <a:pt x="60689" y="123161"/>
                  <a:pt x="54146" y="123841"/>
                  <a:pt x="46399" y="123841"/>
                </a:cubicBezTo>
                <a:lnTo>
                  <a:pt x="0" y="123841"/>
                </a:lnTo>
                <a:moveTo>
                  <a:pt x="16103" y="53122"/>
                </a:moveTo>
                <a:lnTo>
                  <a:pt x="42415" y="53122"/>
                </a:lnTo>
                <a:cubicBezTo>
                  <a:pt x="49553" y="53122"/>
                  <a:pt x="54672" y="52654"/>
                  <a:pt x="57770" y="51719"/>
                </a:cubicBezTo>
                <a:cubicBezTo>
                  <a:pt x="61865" y="50510"/>
                  <a:pt x="64950" y="48504"/>
                  <a:pt x="67025" y="45701"/>
                </a:cubicBezTo>
                <a:cubicBezTo>
                  <a:pt x="69100" y="42898"/>
                  <a:pt x="70138" y="39381"/>
                  <a:pt x="70138" y="35149"/>
                </a:cubicBezTo>
                <a:cubicBezTo>
                  <a:pt x="70138" y="31137"/>
                  <a:pt x="69169" y="27606"/>
                  <a:pt x="67233" y="24556"/>
                </a:cubicBezTo>
                <a:cubicBezTo>
                  <a:pt x="65296" y="21506"/>
                  <a:pt x="62529" y="19418"/>
                  <a:pt x="58932" y="18292"/>
                </a:cubicBezTo>
                <a:cubicBezTo>
                  <a:pt x="55336" y="17164"/>
                  <a:pt x="49166" y="16601"/>
                  <a:pt x="40423" y="16601"/>
                </a:cubicBezTo>
                <a:lnTo>
                  <a:pt x="16103" y="16601"/>
                </a:lnTo>
                <a:lnTo>
                  <a:pt x="16103" y="53122"/>
                </a:lnTo>
                <a:moveTo>
                  <a:pt x="16103" y="109398"/>
                </a:moveTo>
                <a:lnTo>
                  <a:pt x="46399" y="109398"/>
                </a:lnTo>
                <a:cubicBezTo>
                  <a:pt x="51600" y="109398"/>
                  <a:pt x="55253" y="109205"/>
                  <a:pt x="57355" y="108817"/>
                </a:cubicBezTo>
                <a:cubicBezTo>
                  <a:pt x="61063" y="108153"/>
                  <a:pt x="64162" y="107047"/>
                  <a:pt x="66652" y="105497"/>
                </a:cubicBezTo>
                <a:cubicBezTo>
                  <a:pt x="69142" y="103948"/>
                  <a:pt x="71189" y="101693"/>
                  <a:pt x="72794" y="98732"/>
                </a:cubicBezTo>
                <a:cubicBezTo>
                  <a:pt x="74399" y="95772"/>
                  <a:pt x="75201" y="92355"/>
                  <a:pt x="75201" y="88482"/>
                </a:cubicBezTo>
                <a:cubicBezTo>
                  <a:pt x="75201" y="83944"/>
                  <a:pt x="74039" y="80001"/>
                  <a:pt x="71715" y="76654"/>
                </a:cubicBezTo>
                <a:cubicBezTo>
                  <a:pt x="69391" y="73306"/>
                  <a:pt x="66168" y="70954"/>
                  <a:pt x="62045" y="69598"/>
                </a:cubicBezTo>
                <a:cubicBezTo>
                  <a:pt x="57923" y="68243"/>
                  <a:pt x="51988" y="67565"/>
                  <a:pt x="44241" y="67565"/>
                </a:cubicBezTo>
                <a:lnTo>
                  <a:pt x="16103" y="67565"/>
                </a:lnTo>
                <a:lnTo>
                  <a:pt x="16103" y="109398"/>
                </a:lnTo>
                <a:close/>
                <a:moveTo>
                  <a:pt x="111305" y="157883"/>
                </a:moveTo>
                <a:lnTo>
                  <a:pt x="109645" y="143928"/>
                </a:lnTo>
                <a:cubicBezTo>
                  <a:pt x="112910" y="144813"/>
                  <a:pt x="115760" y="145256"/>
                  <a:pt x="118195" y="145256"/>
                </a:cubicBezTo>
                <a:cubicBezTo>
                  <a:pt x="121515" y="145256"/>
                  <a:pt x="124171" y="144702"/>
                  <a:pt x="126163" y="143593"/>
                </a:cubicBezTo>
                <a:cubicBezTo>
                  <a:pt x="128155" y="142485"/>
                  <a:pt x="129787" y="140933"/>
                  <a:pt x="131060" y="138937"/>
                </a:cubicBezTo>
                <a:cubicBezTo>
                  <a:pt x="132001" y="137441"/>
                  <a:pt x="133523" y="133729"/>
                  <a:pt x="135625" y="127799"/>
                </a:cubicBezTo>
                <a:cubicBezTo>
                  <a:pt x="135902" y="126967"/>
                  <a:pt x="136345" y="125748"/>
                  <a:pt x="136953" y="124142"/>
                </a:cubicBezTo>
                <a:lnTo>
                  <a:pt x="103503" y="35691"/>
                </a:lnTo>
                <a:lnTo>
                  <a:pt x="119606" y="35691"/>
                </a:lnTo>
                <a:lnTo>
                  <a:pt x="137949" y="86754"/>
                </a:lnTo>
                <a:cubicBezTo>
                  <a:pt x="140329" y="93230"/>
                  <a:pt x="142459" y="100038"/>
                  <a:pt x="144341" y="107178"/>
                </a:cubicBezTo>
                <a:cubicBezTo>
                  <a:pt x="146056" y="100301"/>
                  <a:pt x="148104" y="93599"/>
                  <a:pt x="150483" y="87073"/>
                </a:cubicBezTo>
                <a:lnTo>
                  <a:pt x="169325" y="35691"/>
                </a:lnTo>
                <a:lnTo>
                  <a:pt x="184265" y="35691"/>
                </a:lnTo>
                <a:lnTo>
                  <a:pt x="150732" y="125325"/>
                </a:lnTo>
                <a:cubicBezTo>
                  <a:pt x="147135" y="135034"/>
                  <a:pt x="144341" y="141720"/>
                  <a:pt x="142349" y="145383"/>
                </a:cubicBezTo>
                <a:cubicBezTo>
                  <a:pt x="139693" y="150322"/>
                  <a:pt x="136649" y="153942"/>
                  <a:pt x="133218" y="156243"/>
                </a:cubicBezTo>
                <a:cubicBezTo>
                  <a:pt x="129787" y="158547"/>
                  <a:pt x="125693" y="159698"/>
                  <a:pt x="120934" y="159698"/>
                </a:cubicBezTo>
                <a:cubicBezTo>
                  <a:pt x="118056" y="159698"/>
                  <a:pt x="114847" y="159093"/>
                  <a:pt x="111305" y="157883"/>
                </a:cubicBezTo>
                <a:close/>
                <a:moveTo>
                  <a:pt x="229585" y="110477"/>
                </a:moveTo>
                <a:lnTo>
                  <a:pt x="231743" y="123675"/>
                </a:lnTo>
                <a:cubicBezTo>
                  <a:pt x="227537" y="124560"/>
                  <a:pt x="223774" y="125003"/>
                  <a:pt x="220454" y="125003"/>
                </a:cubicBezTo>
                <a:cubicBezTo>
                  <a:pt x="215031" y="125003"/>
                  <a:pt x="210826" y="124145"/>
                  <a:pt x="207838" y="122430"/>
                </a:cubicBezTo>
                <a:cubicBezTo>
                  <a:pt x="204850" y="120715"/>
                  <a:pt x="202747" y="118460"/>
                  <a:pt x="201529" y="115665"/>
                </a:cubicBezTo>
                <a:cubicBezTo>
                  <a:pt x="200312" y="112871"/>
                  <a:pt x="199703" y="106991"/>
                  <a:pt x="199703" y="98027"/>
                </a:cubicBezTo>
                <a:lnTo>
                  <a:pt x="199703" y="47312"/>
                </a:lnTo>
                <a:lnTo>
                  <a:pt x="188747" y="47312"/>
                </a:lnTo>
                <a:lnTo>
                  <a:pt x="188747" y="35691"/>
                </a:lnTo>
                <a:lnTo>
                  <a:pt x="199703" y="35691"/>
                </a:lnTo>
                <a:lnTo>
                  <a:pt x="199703" y="13862"/>
                </a:lnTo>
                <a:lnTo>
                  <a:pt x="214561" y="4897"/>
                </a:lnTo>
                <a:lnTo>
                  <a:pt x="214561" y="35691"/>
                </a:lnTo>
                <a:lnTo>
                  <a:pt x="229585" y="35691"/>
                </a:lnTo>
                <a:lnTo>
                  <a:pt x="229585" y="47312"/>
                </a:lnTo>
                <a:lnTo>
                  <a:pt x="214561" y="47312"/>
                </a:lnTo>
                <a:lnTo>
                  <a:pt x="214561" y="98857"/>
                </a:lnTo>
                <a:cubicBezTo>
                  <a:pt x="214561" y="103118"/>
                  <a:pt x="214824" y="105857"/>
                  <a:pt x="215350" y="107074"/>
                </a:cubicBezTo>
                <a:cubicBezTo>
                  <a:pt x="215875" y="108292"/>
                  <a:pt x="216733" y="109260"/>
                  <a:pt x="217923" y="109979"/>
                </a:cubicBezTo>
                <a:cubicBezTo>
                  <a:pt x="219112" y="110699"/>
                  <a:pt x="220814" y="111058"/>
                  <a:pt x="223027" y="111058"/>
                </a:cubicBezTo>
                <a:cubicBezTo>
                  <a:pt x="224687" y="111058"/>
                  <a:pt x="226873" y="110865"/>
                  <a:pt x="229585" y="110477"/>
                </a:cubicBezTo>
                <a:close/>
                <a:moveTo>
                  <a:pt x="304395" y="95288"/>
                </a:moveTo>
                <a:lnTo>
                  <a:pt x="319834" y="97280"/>
                </a:lnTo>
                <a:cubicBezTo>
                  <a:pt x="317399" y="106326"/>
                  <a:pt x="312889" y="113346"/>
                  <a:pt x="306304" y="118342"/>
                </a:cubicBezTo>
                <a:cubicBezTo>
                  <a:pt x="299719" y="123336"/>
                  <a:pt x="291308" y="125833"/>
                  <a:pt x="281071" y="125833"/>
                </a:cubicBezTo>
                <a:cubicBezTo>
                  <a:pt x="268178" y="125833"/>
                  <a:pt x="257955" y="121863"/>
                  <a:pt x="250402" y="113922"/>
                </a:cubicBezTo>
                <a:cubicBezTo>
                  <a:pt x="242848" y="105981"/>
                  <a:pt x="239072" y="94845"/>
                  <a:pt x="239072" y="80513"/>
                </a:cubicBezTo>
                <a:cubicBezTo>
                  <a:pt x="239072" y="65683"/>
                  <a:pt x="242890" y="54174"/>
                  <a:pt x="250526" y="45984"/>
                </a:cubicBezTo>
                <a:cubicBezTo>
                  <a:pt x="258162" y="37794"/>
                  <a:pt x="268068" y="33699"/>
                  <a:pt x="280241" y="33699"/>
                </a:cubicBezTo>
                <a:cubicBezTo>
                  <a:pt x="292028" y="33699"/>
                  <a:pt x="301656" y="37705"/>
                  <a:pt x="309127" y="45717"/>
                </a:cubicBezTo>
                <a:cubicBezTo>
                  <a:pt x="316597" y="53727"/>
                  <a:pt x="320332" y="64996"/>
                  <a:pt x="320332" y="79525"/>
                </a:cubicBezTo>
                <a:cubicBezTo>
                  <a:pt x="320332" y="80409"/>
                  <a:pt x="320304" y="81734"/>
                  <a:pt x="320249" y="83501"/>
                </a:cubicBezTo>
                <a:lnTo>
                  <a:pt x="254510" y="83501"/>
                </a:lnTo>
                <a:cubicBezTo>
                  <a:pt x="255064" y="93213"/>
                  <a:pt x="257803" y="100648"/>
                  <a:pt x="262728" y="105809"/>
                </a:cubicBezTo>
                <a:cubicBezTo>
                  <a:pt x="267653" y="110969"/>
                  <a:pt x="273795" y="113549"/>
                  <a:pt x="281154" y="113549"/>
                </a:cubicBezTo>
                <a:cubicBezTo>
                  <a:pt x="286633" y="113549"/>
                  <a:pt x="291308" y="112097"/>
                  <a:pt x="295182" y="109194"/>
                </a:cubicBezTo>
                <a:cubicBezTo>
                  <a:pt x="299055" y="106288"/>
                  <a:pt x="302127" y="101653"/>
                  <a:pt x="304395" y="95288"/>
                </a:cubicBezTo>
                <a:moveTo>
                  <a:pt x="255340" y="71217"/>
                </a:moveTo>
                <a:lnTo>
                  <a:pt x="304561" y="71217"/>
                </a:lnTo>
                <a:cubicBezTo>
                  <a:pt x="303897" y="63826"/>
                  <a:pt x="302016" y="58283"/>
                  <a:pt x="298917" y="54588"/>
                </a:cubicBezTo>
                <a:cubicBezTo>
                  <a:pt x="294158" y="48852"/>
                  <a:pt x="287988" y="45984"/>
                  <a:pt x="280407" y="45984"/>
                </a:cubicBezTo>
                <a:cubicBezTo>
                  <a:pt x="273546" y="45984"/>
                  <a:pt x="267777" y="48273"/>
                  <a:pt x="263101" y="52852"/>
                </a:cubicBezTo>
                <a:cubicBezTo>
                  <a:pt x="258425" y="57430"/>
                  <a:pt x="255838" y="63551"/>
                  <a:pt x="255340" y="71217"/>
                </a:cubicBezTo>
                <a:close/>
                <a:moveTo>
                  <a:pt x="387896" y="123841"/>
                </a:moveTo>
                <a:lnTo>
                  <a:pt x="387896" y="2158"/>
                </a:lnTo>
                <a:lnTo>
                  <a:pt x="475879" y="2158"/>
                </a:lnTo>
                <a:lnTo>
                  <a:pt x="475879" y="16601"/>
                </a:lnTo>
                <a:lnTo>
                  <a:pt x="403998" y="16601"/>
                </a:lnTo>
                <a:lnTo>
                  <a:pt x="403998" y="53620"/>
                </a:lnTo>
                <a:lnTo>
                  <a:pt x="471314" y="53620"/>
                </a:lnTo>
                <a:lnTo>
                  <a:pt x="471314" y="68063"/>
                </a:lnTo>
                <a:lnTo>
                  <a:pt x="403998" y="68063"/>
                </a:lnTo>
                <a:lnTo>
                  <a:pt x="403998" y="109398"/>
                </a:lnTo>
                <a:lnTo>
                  <a:pt x="478701" y="109398"/>
                </a:lnTo>
                <a:lnTo>
                  <a:pt x="478701" y="123841"/>
                </a:lnTo>
                <a:lnTo>
                  <a:pt x="387896" y="123841"/>
                </a:lnTo>
                <a:close/>
                <a:moveTo>
                  <a:pt x="498868" y="123841"/>
                </a:moveTo>
                <a:lnTo>
                  <a:pt x="498868" y="35691"/>
                </a:lnTo>
                <a:lnTo>
                  <a:pt x="512315" y="35691"/>
                </a:lnTo>
                <a:lnTo>
                  <a:pt x="512315" y="48225"/>
                </a:lnTo>
                <a:cubicBezTo>
                  <a:pt x="518789" y="38541"/>
                  <a:pt x="528141" y="33699"/>
                  <a:pt x="540370" y="33699"/>
                </a:cubicBezTo>
                <a:cubicBezTo>
                  <a:pt x="545682" y="33699"/>
                  <a:pt x="550566" y="34654"/>
                  <a:pt x="555020" y="36563"/>
                </a:cubicBezTo>
                <a:cubicBezTo>
                  <a:pt x="559475" y="38472"/>
                  <a:pt x="562809" y="40976"/>
                  <a:pt x="565022" y="44075"/>
                </a:cubicBezTo>
                <a:cubicBezTo>
                  <a:pt x="567235" y="47174"/>
                  <a:pt x="568785" y="50853"/>
                  <a:pt x="569670" y="55114"/>
                </a:cubicBezTo>
                <a:cubicBezTo>
                  <a:pt x="570224" y="57881"/>
                  <a:pt x="570500" y="62723"/>
                  <a:pt x="570500" y="69640"/>
                </a:cubicBezTo>
                <a:lnTo>
                  <a:pt x="570500" y="123841"/>
                </a:lnTo>
                <a:lnTo>
                  <a:pt x="555560" y="123841"/>
                </a:lnTo>
                <a:lnTo>
                  <a:pt x="555560" y="70221"/>
                </a:lnTo>
                <a:cubicBezTo>
                  <a:pt x="555560" y="64134"/>
                  <a:pt x="554979" y="59583"/>
                  <a:pt x="553817" y="56567"/>
                </a:cubicBezTo>
                <a:cubicBezTo>
                  <a:pt x="552654" y="53551"/>
                  <a:pt x="550593" y="51144"/>
                  <a:pt x="547633" y="49345"/>
                </a:cubicBezTo>
                <a:cubicBezTo>
                  <a:pt x="544672" y="47547"/>
                  <a:pt x="541200" y="46648"/>
                  <a:pt x="537216" y="46648"/>
                </a:cubicBezTo>
                <a:cubicBezTo>
                  <a:pt x="530852" y="46648"/>
                  <a:pt x="525360" y="48668"/>
                  <a:pt x="520740" y="52707"/>
                </a:cubicBezTo>
                <a:cubicBezTo>
                  <a:pt x="516119" y="56747"/>
                  <a:pt x="513809" y="64411"/>
                  <a:pt x="513809" y="75699"/>
                </a:cubicBezTo>
                <a:lnTo>
                  <a:pt x="513809" y="123841"/>
                </a:lnTo>
                <a:lnTo>
                  <a:pt x="498868" y="123841"/>
                </a:lnTo>
                <a:close/>
                <a:moveTo>
                  <a:pt x="650905" y="91470"/>
                </a:moveTo>
                <a:lnTo>
                  <a:pt x="665596" y="93462"/>
                </a:lnTo>
                <a:cubicBezTo>
                  <a:pt x="663991" y="103588"/>
                  <a:pt x="659883" y="111515"/>
                  <a:pt x="653270" y="117242"/>
                </a:cubicBezTo>
                <a:cubicBezTo>
                  <a:pt x="646658" y="122969"/>
                  <a:pt x="638537" y="125833"/>
                  <a:pt x="628909" y="125833"/>
                </a:cubicBezTo>
                <a:cubicBezTo>
                  <a:pt x="616846" y="125833"/>
                  <a:pt x="607148" y="121890"/>
                  <a:pt x="599816" y="114005"/>
                </a:cubicBezTo>
                <a:cubicBezTo>
                  <a:pt x="592484" y="106120"/>
                  <a:pt x="588818" y="94818"/>
                  <a:pt x="588818" y="80098"/>
                </a:cubicBezTo>
                <a:cubicBezTo>
                  <a:pt x="588818" y="70581"/>
                  <a:pt x="590395" y="62253"/>
                  <a:pt x="593549" y="55114"/>
                </a:cubicBezTo>
                <a:cubicBezTo>
                  <a:pt x="596703" y="47976"/>
                  <a:pt x="601504" y="42622"/>
                  <a:pt x="607950" y="39053"/>
                </a:cubicBezTo>
                <a:cubicBezTo>
                  <a:pt x="614397" y="35484"/>
                  <a:pt x="621411" y="33699"/>
                  <a:pt x="628992" y="33699"/>
                </a:cubicBezTo>
                <a:cubicBezTo>
                  <a:pt x="638565" y="33699"/>
                  <a:pt x="646395" y="36106"/>
                  <a:pt x="652482" y="40921"/>
                </a:cubicBezTo>
                <a:cubicBezTo>
                  <a:pt x="658569" y="45733"/>
                  <a:pt x="662470" y="52567"/>
                  <a:pt x="664185" y="61422"/>
                </a:cubicBezTo>
                <a:lnTo>
                  <a:pt x="649660" y="63747"/>
                </a:lnTo>
                <a:cubicBezTo>
                  <a:pt x="648276" y="57853"/>
                  <a:pt x="645828" y="53420"/>
                  <a:pt x="642314" y="50445"/>
                </a:cubicBezTo>
                <a:cubicBezTo>
                  <a:pt x="638800" y="47471"/>
                  <a:pt x="634553" y="45984"/>
                  <a:pt x="629573" y="45984"/>
                </a:cubicBezTo>
                <a:cubicBezTo>
                  <a:pt x="622047" y="45984"/>
                  <a:pt x="615933" y="48681"/>
                  <a:pt x="611229" y="54077"/>
                </a:cubicBezTo>
                <a:cubicBezTo>
                  <a:pt x="606525" y="59472"/>
                  <a:pt x="604174" y="68007"/>
                  <a:pt x="604174" y="79683"/>
                </a:cubicBezTo>
                <a:cubicBezTo>
                  <a:pt x="604174" y="91525"/>
                  <a:pt x="606442" y="100130"/>
                  <a:pt x="610980" y="105497"/>
                </a:cubicBezTo>
                <a:cubicBezTo>
                  <a:pt x="615517" y="110865"/>
                  <a:pt x="621438" y="113549"/>
                  <a:pt x="628743" y="113549"/>
                </a:cubicBezTo>
                <a:cubicBezTo>
                  <a:pt x="634608" y="113549"/>
                  <a:pt x="639505" y="111743"/>
                  <a:pt x="643434" y="108133"/>
                </a:cubicBezTo>
                <a:cubicBezTo>
                  <a:pt x="647363" y="104522"/>
                  <a:pt x="649853" y="98968"/>
                  <a:pt x="650905" y="91470"/>
                </a:cubicBezTo>
                <a:close/>
                <a:moveTo>
                  <a:pt x="672818" y="79766"/>
                </a:moveTo>
                <a:cubicBezTo>
                  <a:pt x="672818" y="63442"/>
                  <a:pt x="677355" y="51351"/>
                  <a:pt x="686430" y="43494"/>
                </a:cubicBezTo>
                <a:cubicBezTo>
                  <a:pt x="694011" y="36964"/>
                  <a:pt x="703252" y="33699"/>
                  <a:pt x="714153" y="33699"/>
                </a:cubicBezTo>
                <a:cubicBezTo>
                  <a:pt x="726272" y="33699"/>
                  <a:pt x="736177" y="37670"/>
                  <a:pt x="743868" y="45610"/>
                </a:cubicBezTo>
                <a:cubicBezTo>
                  <a:pt x="751560" y="53551"/>
                  <a:pt x="755406" y="64521"/>
                  <a:pt x="755406" y="78521"/>
                </a:cubicBezTo>
                <a:cubicBezTo>
                  <a:pt x="755406" y="89865"/>
                  <a:pt x="753704" y="98788"/>
                  <a:pt x="750301" y="105290"/>
                </a:cubicBezTo>
                <a:cubicBezTo>
                  <a:pt x="746898" y="111792"/>
                  <a:pt x="741945" y="116841"/>
                  <a:pt x="735444" y="120438"/>
                </a:cubicBezTo>
                <a:cubicBezTo>
                  <a:pt x="728942" y="124035"/>
                  <a:pt x="721845" y="125833"/>
                  <a:pt x="714153" y="125833"/>
                </a:cubicBezTo>
                <a:cubicBezTo>
                  <a:pt x="701813" y="125833"/>
                  <a:pt x="691839" y="121877"/>
                  <a:pt x="684230" y="113964"/>
                </a:cubicBezTo>
                <a:cubicBezTo>
                  <a:pt x="676622" y="106051"/>
                  <a:pt x="672818" y="94651"/>
                  <a:pt x="672818" y="79766"/>
                </a:cubicBezTo>
                <a:moveTo>
                  <a:pt x="688173" y="79808"/>
                </a:moveTo>
                <a:cubicBezTo>
                  <a:pt x="688173" y="91082"/>
                  <a:pt x="690636" y="99524"/>
                  <a:pt x="695560" y="105134"/>
                </a:cubicBezTo>
                <a:cubicBezTo>
                  <a:pt x="700485" y="110744"/>
                  <a:pt x="706683" y="113549"/>
                  <a:pt x="714153" y="113549"/>
                </a:cubicBezTo>
                <a:cubicBezTo>
                  <a:pt x="721568" y="113549"/>
                  <a:pt x="727738" y="110730"/>
                  <a:pt x="732663" y="105093"/>
                </a:cubicBezTo>
                <a:cubicBezTo>
                  <a:pt x="737588" y="99455"/>
                  <a:pt x="740050" y="90861"/>
                  <a:pt x="740050" y="79310"/>
                </a:cubicBezTo>
                <a:cubicBezTo>
                  <a:pt x="740050" y="68422"/>
                  <a:pt x="737574" y="60174"/>
                  <a:pt x="732621" y="54564"/>
                </a:cubicBezTo>
                <a:cubicBezTo>
                  <a:pt x="727669" y="48955"/>
                  <a:pt x="721513" y="46150"/>
                  <a:pt x="714153" y="46150"/>
                </a:cubicBezTo>
                <a:cubicBezTo>
                  <a:pt x="706683" y="46150"/>
                  <a:pt x="700485" y="48941"/>
                  <a:pt x="695560" y="54523"/>
                </a:cubicBezTo>
                <a:cubicBezTo>
                  <a:pt x="690636" y="60105"/>
                  <a:pt x="688173" y="68533"/>
                  <a:pt x="688173" y="79808"/>
                </a:cubicBezTo>
                <a:close/>
                <a:moveTo>
                  <a:pt x="830083" y="123841"/>
                </a:moveTo>
                <a:lnTo>
                  <a:pt x="830083" y="112719"/>
                </a:lnTo>
                <a:cubicBezTo>
                  <a:pt x="824494" y="121462"/>
                  <a:pt x="816277" y="125833"/>
                  <a:pt x="805431" y="125833"/>
                </a:cubicBezTo>
                <a:cubicBezTo>
                  <a:pt x="798403" y="125833"/>
                  <a:pt x="791943" y="123896"/>
                  <a:pt x="786049" y="120023"/>
                </a:cubicBezTo>
                <a:cubicBezTo>
                  <a:pt x="780156" y="116149"/>
                  <a:pt x="775591" y="110740"/>
                  <a:pt x="772354" y="103796"/>
                </a:cubicBezTo>
                <a:cubicBezTo>
                  <a:pt x="769117" y="96851"/>
                  <a:pt x="767498" y="88869"/>
                  <a:pt x="767498" y="79849"/>
                </a:cubicBezTo>
                <a:cubicBezTo>
                  <a:pt x="767498" y="71051"/>
                  <a:pt x="768965" y="63069"/>
                  <a:pt x="771897" y="55903"/>
                </a:cubicBezTo>
                <a:cubicBezTo>
                  <a:pt x="774830" y="48737"/>
                  <a:pt x="779229" y="43245"/>
                  <a:pt x="785095" y="39427"/>
                </a:cubicBezTo>
                <a:cubicBezTo>
                  <a:pt x="790960" y="35608"/>
                  <a:pt x="797518" y="33699"/>
                  <a:pt x="804767" y="33699"/>
                </a:cubicBezTo>
                <a:cubicBezTo>
                  <a:pt x="810079" y="33699"/>
                  <a:pt x="814810" y="34828"/>
                  <a:pt x="818960" y="37084"/>
                </a:cubicBezTo>
                <a:cubicBezTo>
                  <a:pt x="823110" y="39339"/>
                  <a:pt x="826486" y="42277"/>
                  <a:pt x="829087" y="45898"/>
                </a:cubicBezTo>
                <a:lnTo>
                  <a:pt x="829087" y="2158"/>
                </a:lnTo>
                <a:lnTo>
                  <a:pt x="843944" y="2158"/>
                </a:lnTo>
                <a:lnTo>
                  <a:pt x="843944" y="123841"/>
                </a:lnTo>
                <a:lnTo>
                  <a:pt x="830083" y="123841"/>
                </a:lnTo>
                <a:moveTo>
                  <a:pt x="782854" y="79891"/>
                </a:moveTo>
                <a:cubicBezTo>
                  <a:pt x="782854" y="91165"/>
                  <a:pt x="785233" y="99594"/>
                  <a:pt x="789992" y="105176"/>
                </a:cubicBezTo>
                <a:cubicBezTo>
                  <a:pt x="794751" y="110758"/>
                  <a:pt x="800368" y="113549"/>
                  <a:pt x="806842" y="113549"/>
                </a:cubicBezTo>
                <a:cubicBezTo>
                  <a:pt x="813371" y="113549"/>
                  <a:pt x="818919" y="110882"/>
                  <a:pt x="823484" y="105549"/>
                </a:cubicBezTo>
                <a:cubicBezTo>
                  <a:pt x="828049" y="100216"/>
                  <a:pt x="830332" y="92078"/>
                  <a:pt x="830332" y="81133"/>
                </a:cubicBezTo>
                <a:cubicBezTo>
                  <a:pt x="830332" y="69086"/>
                  <a:pt x="828008" y="60243"/>
                  <a:pt x="823359" y="54606"/>
                </a:cubicBezTo>
                <a:cubicBezTo>
                  <a:pt x="818711" y="48969"/>
                  <a:pt x="812984" y="46150"/>
                  <a:pt x="806178" y="46150"/>
                </a:cubicBezTo>
                <a:cubicBezTo>
                  <a:pt x="799537" y="46150"/>
                  <a:pt x="793990" y="48858"/>
                  <a:pt x="789536" y="54274"/>
                </a:cubicBezTo>
                <a:cubicBezTo>
                  <a:pt x="785081" y="59690"/>
                  <a:pt x="782854" y="68229"/>
                  <a:pt x="782854" y="79891"/>
                </a:cubicBezTo>
                <a:close/>
                <a:moveTo>
                  <a:pt x="927752" y="95288"/>
                </a:moveTo>
                <a:lnTo>
                  <a:pt x="943191" y="97280"/>
                </a:lnTo>
                <a:cubicBezTo>
                  <a:pt x="940756" y="106326"/>
                  <a:pt x="936246" y="113346"/>
                  <a:pt x="929661" y="118342"/>
                </a:cubicBezTo>
                <a:cubicBezTo>
                  <a:pt x="923076" y="123336"/>
                  <a:pt x="914665" y="125833"/>
                  <a:pt x="904428" y="125833"/>
                </a:cubicBezTo>
                <a:cubicBezTo>
                  <a:pt x="891535" y="125833"/>
                  <a:pt x="881312" y="121863"/>
                  <a:pt x="873758" y="113922"/>
                </a:cubicBezTo>
                <a:cubicBezTo>
                  <a:pt x="866205" y="105981"/>
                  <a:pt x="862428" y="94845"/>
                  <a:pt x="862428" y="80513"/>
                </a:cubicBezTo>
                <a:cubicBezTo>
                  <a:pt x="862428" y="65683"/>
                  <a:pt x="866247" y="54174"/>
                  <a:pt x="873883" y="45984"/>
                </a:cubicBezTo>
                <a:cubicBezTo>
                  <a:pt x="881519" y="37794"/>
                  <a:pt x="891424" y="33699"/>
                  <a:pt x="903598" y="33699"/>
                </a:cubicBezTo>
                <a:cubicBezTo>
                  <a:pt x="915385" y="33699"/>
                  <a:pt x="925013" y="37705"/>
                  <a:pt x="932483" y="45717"/>
                </a:cubicBezTo>
                <a:cubicBezTo>
                  <a:pt x="939954" y="53727"/>
                  <a:pt x="943689" y="64996"/>
                  <a:pt x="943689" y="79525"/>
                </a:cubicBezTo>
                <a:cubicBezTo>
                  <a:pt x="943689" y="80409"/>
                  <a:pt x="943661" y="81734"/>
                  <a:pt x="943606" y="83501"/>
                </a:cubicBezTo>
                <a:lnTo>
                  <a:pt x="877867" y="83501"/>
                </a:lnTo>
                <a:cubicBezTo>
                  <a:pt x="878420" y="93213"/>
                  <a:pt x="881160" y="100648"/>
                  <a:pt x="886084" y="105809"/>
                </a:cubicBezTo>
                <a:cubicBezTo>
                  <a:pt x="891009" y="110969"/>
                  <a:pt x="897152" y="113549"/>
                  <a:pt x="904511" y="113549"/>
                </a:cubicBezTo>
                <a:cubicBezTo>
                  <a:pt x="909989" y="113549"/>
                  <a:pt x="914665" y="112097"/>
                  <a:pt x="918539" y="109194"/>
                </a:cubicBezTo>
                <a:cubicBezTo>
                  <a:pt x="922412" y="106288"/>
                  <a:pt x="925483" y="101653"/>
                  <a:pt x="927752" y="95288"/>
                </a:cubicBezTo>
                <a:moveTo>
                  <a:pt x="878697" y="71217"/>
                </a:moveTo>
                <a:lnTo>
                  <a:pt x="927918" y="71217"/>
                </a:lnTo>
                <a:cubicBezTo>
                  <a:pt x="927254" y="63826"/>
                  <a:pt x="925373" y="58283"/>
                  <a:pt x="922274" y="54588"/>
                </a:cubicBezTo>
                <a:cubicBezTo>
                  <a:pt x="917515" y="48852"/>
                  <a:pt x="911345" y="45984"/>
                  <a:pt x="903764" y="45984"/>
                </a:cubicBezTo>
                <a:cubicBezTo>
                  <a:pt x="896903" y="45984"/>
                  <a:pt x="891134" y="48273"/>
                  <a:pt x="886458" y="52852"/>
                </a:cubicBezTo>
                <a:cubicBezTo>
                  <a:pt x="881782" y="57430"/>
                  <a:pt x="879195" y="63551"/>
                  <a:pt x="878697" y="71217"/>
                </a:cubicBezTo>
                <a:close/>
                <a:moveTo>
                  <a:pt x="961757" y="123841"/>
                </a:moveTo>
                <a:lnTo>
                  <a:pt x="961757" y="35691"/>
                </a:lnTo>
                <a:lnTo>
                  <a:pt x="975204" y="35691"/>
                </a:lnTo>
                <a:lnTo>
                  <a:pt x="975204" y="49055"/>
                </a:lnTo>
                <a:cubicBezTo>
                  <a:pt x="978635" y="42802"/>
                  <a:pt x="981803" y="38680"/>
                  <a:pt x="984708" y="36687"/>
                </a:cubicBezTo>
                <a:cubicBezTo>
                  <a:pt x="987613" y="34695"/>
                  <a:pt x="990809" y="33699"/>
                  <a:pt x="994295" y="33699"/>
                </a:cubicBezTo>
                <a:cubicBezTo>
                  <a:pt x="999330" y="33699"/>
                  <a:pt x="1004449" y="35304"/>
                  <a:pt x="1009650" y="38514"/>
                </a:cubicBezTo>
                <a:lnTo>
                  <a:pt x="1004504" y="52365"/>
                </a:lnTo>
                <a:cubicBezTo>
                  <a:pt x="1000852" y="50214"/>
                  <a:pt x="997200" y="49138"/>
                  <a:pt x="993548" y="49138"/>
                </a:cubicBezTo>
                <a:cubicBezTo>
                  <a:pt x="990283" y="49138"/>
                  <a:pt x="987350" y="50120"/>
                  <a:pt x="984749" y="52085"/>
                </a:cubicBezTo>
                <a:cubicBezTo>
                  <a:pt x="982148" y="54049"/>
                  <a:pt x="980295" y="56774"/>
                  <a:pt x="979188" y="60260"/>
                </a:cubicBezTo>
                <a:cubicBezTo>
                  <a:pt x="977528" y="65573"/>
                  <a:pt x="976698" y="71383"/>
                  <a:pt x="976698" y="77691"/>
                </a:cubicBezTo>
                <a:lnTo>
                  <a:pt x="976698" y="123841"/>
                </a:lnTo>
                <a:lnTo>
                  <a:pt x="961757" y="123841"/>
                </a:lnTo>
                <a:close/>
                <a:moveTo>
                  <a:pt x="1068025" y="123841"/>
                </a:moveTo>
                <a:lnTo>
                  <a:pt x="1068025" y="2158"/>
                </a:lnTo>
                <a:lnTo>
                  <a:pt x="1084128" y="2158"/>
                </a:lnTo>
                <a:lnTo>
                  <a:pt x="1084128" y="51960"/>
                </a:lnTo>
                <a:lnTo>
                  <a:pt x="1147376" y="51960"/>
                </a:lnTo>
                <a:lnTo>
                  <a:pt x="1147376" y="2158"/>
                </a:lnTo>
                <a:lnTo>
                  <a:pt x="1163479" y="2158"/>
                </a:lnTo>
                <a:lnTo>
                  <a:pt x="1163479" y="123841"/>
                </a:lnTo>
                <a:lnTo>
                  <a:pt x="1147376" y="123841"/>
                </a:lnTo>
                <a:lnTo>
                  <a:pt x="1147376" y="66403"/>
                </a:lnTo>
                <a:lnTo>
                  <a:pt x="1084128" y="66403"/>
                </a:lnTo>
                <a:lnTo>
                  <a:pt x="1084128" y="123841"/>
                </a:lnTo>
                <a:lnTo>
                  <a:pt x="1068025" y="123841"/>
                </a:lnTo>
                <a:close/>
                <a:moveTo>
                  <a:pt x="1188435" y="19257"/>
                </a:moveTo>
                <a:lnTo>
                  <a:pt x="1188435" y="2158"/>
                </a:lnTo>
                <a:lnTo>
                  <a:pt x="1203375" y="2158"/>
                </a:lnTo>
                <a:lnTo>
                  <a:pt x="1203375" y="19257"/>
                </a:lnTo>
                <a:lnTo>
                  <a:pt x="1188435" y="19257"/>
                </a:lnTo>
                <a:moveTo>
                  <a:pt x="1188435" y="123841"/>
                </a:moveTo>
                <a:lnTo>
                  <a:pt x="1188435" y="35691"/>
                </a:lnTo>
                <a:lnTo>
                  <a:pt x="1203375" y="35691"/>
                </a:lnTo>
                <a:lnTo>
                  <a:pt x="1203375" y="123841"/>
                </a:lnTo>
                <a:lnTo>
                  <a:pt x="1188435" y="123841"/>
                </a:lnTo>
                <a:close/>
                <a:moveTo>
                  <a:pt x="1283279" y="123841"/>
                </a:moveTo>
                <a:lnTo>
                  <a:pt x="1283279" y="112719"/>
                </a:lnTo>
                <a:cubicBezTo>
                  <a:pt x="1277690" y="121462"/>
                  <a:pt x="1269473" y="125833"/>
                  <a:pt x="1258627" y="125833"/>
                </a:cubicBezTo>
                <a:cubicBezTo>
                  <a:pt x="1251599" y="125833"/>
                  <a:pt x="1245139" y="123896"/>
                  <a:pt x="1239246" y="120023"/>
                </a:cubicBezTo>
                <a:cubicBezTo>
                  <a:pt x="1233352" y="116149"/>
                  <a:pt x="1228787" y="110740"/>
                  <a:pt x="1225550" y="103796"/>
                </a:cubicBezTo>
                <a:cubicBezTo>
                  <a:pt x="1222313" y="96851"/>
                  <a:pt x="1220694" y="88869"/>
                  <a:pt x="1220694" y="79849"/>
                </a:cubicBezTo>
                <a:cubicBezTo>
                  <a:pt x="1220694" y="71051"/>
                  <a:pt x="1222161" y="63069"/>
                  <a:pt x="1225093" y="55903"/>
                </a:cubicBezTo>
                <a:cubicBezTo>
                  <a:pt x="1228026" y="48737"/>
                  <a:pt x="1232425" y="43245"/>
                  <a:pt x="1238291" y="39427"/>
                </a:cubicBezTo>
                <a:cubicBezTo>
                  <a:pt x="1244157" y="35608"/>
                  <a:pt x="1250714" y="33699"/>
                  <a:pt x="1257963" y="33699"/>
                </a:cubicBezTo>
                <a:cubicBezTo>
                  <a:pt x="1263275" y="33699"/>
                  <a:pt x="1268006" y="34828"/>
                  <a:pt x="1272156" y="37084"/>
                </a:cubicBezTo>
                <a:cubicBezTo>
                  <a:pt x="1276307" y="39339"/>
                  <a:pt x="1279682" y="42277"/>
                  <a:pt x="1282283" y="45898"/>
                </a:cubicBezTo>
                <a:lnTo>
                  <a:pt x="1282283" y="2158"/>
                </a:lnTo>
                <a:lnTo>
                  <a:pt x="1297140" y="2158"/>
                </a:lnTo>
                <a:lnTo>
                  <a:pt x="1297140" y="123841"/>
                </a:lnTo>
                <a:lnTo>
                  <a:pt x="1283279" y="123841"/>
                </a:lnTo>
                <a:moveTo>
                  <a:pt x="1236050" y="79891"/>
                </a:moveTo>
                <a:cubicBezTo>
                  <a:pt x="1236050" y="91165"/>
                  <a:pt x="1238429" y="99594"/>
                  <a:pt x="1243188" y="105176"/>
                </a:cubicBezTo>
                <a:cubicBezTo>
                  <a:pt x="1247947" y="110758"/>
                  <a:pt x="1253564" y="113549"/>
                  <a:pt x="1260038" y="113549"/>
                </a:cubicBezTo>
                <a:cubicBezTo>
                  <a:pt x="1266567" y="113549"/>
                  <a:pt x="1272115" y="110882"/>
                  <a:pt x="1276680" y="105549"/>
                </a:cubicBezTo>
                <a:cubicBezTo>
                  <a:pt x="1281245" y="100216"/>
                  <a:pt x="1283528" y="92078"/>
                  <a:pt x="1283528" y="81133"/>
                </a:cubicBezTo>
                <a:cubicBezTo>
                  <a:pt x="1283528" y="69086"/>
                  <a:pt x="1281204" y="60243"/>
                  <a:pt x="1276556" y="54606"/>
                </a:cubicBezTo>
                <a:cubicBezTo>
                  <a:pt x="1271907" y="48969"/>
                  <a:pt x="1266180" y="46150"/>
                  <a:pt x="1259374" y="46150"/>
                </a:cubicBezTo>
                <a:cubicBezTo>
                  <a:pt x="1252734" y="46150"/>
                  <a:pt x="1247186" y="48858"/>
                  <a:pt x="1242732" y="54274"/>
                </a:cubicBezTo>
                <a:cubicBezTo>
                  <a:pt x="1238277" y="59690"/>
                  <a:pt x="1236050" y="68229"/>
                  <a:pt x="1236050" y="79891"/>
                </a:cubicBezTo>
                <a:close/>
                <a:moveTo>
                  <a:pt x="1377793" y="123841"/>
                </a:moveTo>
                <a:lnTo>
                  <a:pt x="1377793" y="112719"/>
                </a:lnTo>
                <a:cubicBezTo>
                  <a:pt x="1372205" y="121462"/>
                  <a:pt x="1363987" y="125833"/>
                  <a:pt x="1353141" y="125833"/>
                </a:cubicBezTo>
                <a:cubicBezTo>
                  <a:pt x="1346114" y="125833"/>
                  <a:pt x="1339653" y="123896"/>
                  <a:pt x="1333760" y="120023"/>
                </a:cubicBezTo>
                <a:cubicBezTo>
                  <a:pt x="1327867" y="116149"/>
                  <a:pt x="1323302" y="110740"/>
                  <a:pt x="1320065" y="103796"/>
                </a:cubicBezTo>
                <a:cubicBezTo>
                  <a:pt x="1316828" y="96851"/>
                  <a:pt x="1315209" y="88869"/>
                  <a:pt x="1315209" y="79849"/>
                </a:cubicBezTo>
                <a:cubicBezTo>
                  <a:pt x="1315209" y="71051"/>
                  <a:pt x="1316675" y="63069"/>
                  <a:pt x="1319608" y="55903"/>
                </a:cubicBezTo>
                <a:cubicBezTo>
                  <a:pt x="1322541" y="48737"/>
                  <a:pt x="1326940" y="43245"/>
                  <a:pt x="1332806" y="39427"/>
                </a:cubicBezTo>
                <a:cubicBezTo>
                  <a:pt x="1338671" y="35608"/>
                  <a:pt x="1345228" y="33699"/>
                  <a:pt x="1352477" y="33699"/>
                </a:cubicBezTo>
                <a:cubicBezTo>
                  <a:pt x="1357790" y="33699"/>
                  <a:pt x="1362521" y="34828"/>
                  <a:pt x="1366671" y="37084"/>
                </a:cubicBezTo>
                <a:cubicBezTo>
                  <a:pt x="1370821" y="39339"/>
                  <a:pt x="1374197" y="42277"/>
                  <a:pt x="1376797" y="45898"/>
                </a:cubicBezTo>
                <a:lnTo>
                  <a:pt x="1376797" y="2158"/>
                </a:lnTo>
                <a:lnTo>
                  <a:pt x="1391655" y="2158"/>
                </a:lnTo>
                <a:lnTo>
                  <a:pt x="1391655" y="123841"/>
                </a:lnTo>
                <a:lnTo>
                  <a:pt x="1377793" y="123841"/>
                </a:lnTo>
                <a:moveTo>
                  <a:pt x="1330565" y="79891"/>
                </a:moveTo>
                <a:cubicBezTo>
                  <a:pt x="1330565" y="91165"/>
                  <a:pt x="1332944" y="99594"/>
                  <a:pt x="1337703" y="105176"/>
                </a:cubicBezTo>
                <a:cubicBezTo>
                  <a:pt x="1342462" y="110758"/>
                  <a:pt x="1348078" y="113549"/>
                  <a:pt x="1354553" y="113549"/>
                </a:cubicBezTo>
                <a:cubicBezTo>
                  <a:pt x="1361082" y="113549"/>
                  <a:pt x="1366630" y="110882"/>
                  <a:pt x="1371195" y="105549"/>
                </a:cubicBezTo>
                <a:cubicBezTo>
                  <a:pt x="1375760" y="100216"/>
                  <a:pt x="1378042" y="92078"/>
                  <a:pt x="1378042" y="81133"/>
                </a:cubicBezTo>
                <a:cubicBezTo>
                  <a:pt x="1378042" y="69086"/>
                  <a:pt x="1375718" y="60243"/>
                  <a:pt x="1371070" y="54606"/>
                </a:cubicBezTo>
                <a:cubicBezTo>
                  <a:pt x="1366422" y="48969"/>
                  <a:pt x="1360695" y="46150"/>
                  <a:pt x="1353889" y="46150"/>
                </a:cubicBezTo>
                <a:cubicBezTo>
                  <a:pt x="1347248" y="46150"/>
                  <a:pt x="1341701" y="48858"/>
                  <a:pt x="1337246" y="54274"/>
                </a:cubicBezTo>
                <a:cubicBezTo>
                  <a:pt x="1332792" y="59690"/>
                  <a:pt x="1330565" y="68229"/>
                  <a:pt x="1330565" y="79891"/>
                </a:cubicBezTo>
                <a:close/>
                <a:moveTo>
                  <a:pt x="1475463" y="95288"/>
                </a:moveTo>
                <a:lnTo>
                  <a:pt x="1490901" y="97280"/>
                </a:lnTo>
                <a:cubicBezTo>
                  <a:pt x="1488467" y="106326"/>
                  <a:pt x="1483957" y="113346"/>
                  <a:pt x="1477372" y="118342"/>
                </a:cubicBezTo>
                <a:cubicBezTo>
                  <a:pt x="1470787" y="123336"/>
                  <a:pt x="1462376" y="125833"/>
                  <a:pt x="1452139" y="125833"/>
                </a:cubicBezTo>
                <a:cubicBezTo>
                  <a:pt x="1439246" y="125833"/>
                  <a:pt x="1429022" y="121863"/>
                  <a:pt x="1421469" y="113922"/>
                </a:cubicBezTo>
                <a:cubicBezTo>
                  <a:pt x="1413916" y="105981"/>
                  <a:pt x="1410139" y="94845"/>
                  <a:pt x="1410139" y="80513"/>
                </a:cubicBezTo>
                <a:cubicBezTo>
                  <a:pt x="1410139" y="65683"/>
                  <a:pt x="1413957" y="54174"/>
                  <a:pt x="1421594" y="45984"/>
                </a:cubicBezTo>
                <a:cubicBezTo>
                  <a:pt x="1429230" y="37794"/>
                  <a:pt x="1439135" y="33699"/>
                  <a:pt x="1451309" y="33699"/>
                </a:cubicBezTo>
                <a:cubicBezTo>
                  <a:pt x="1463095" y="33699"/>
                  <a:pt x="1472724" y="37705"/>
                  <a:pt x="1480194" y="45717"/>
                </a:cubicBezTo>
                <a:cubicBezTo>
                  <a:pt x="1487664" y="53727"/>
                  <a:pt x="1491399" y="64996"/>
                  <a:pt x="1491399" y="79525"/>
                </a:cubicBezTo>
                <a:cubicBezTo>
                  <a:pt x="1491399" y="80409"/>
                  <a:pt x="1491372" y="81734"/>
                  <a:pt x="1491316" y="83501"/>
                </a:cubicBezTo>
                <a:lnTo>
                  <a:pt x="1425578" y="83501"/>
                </a:lnTo>
                <a:cubicBezTo>
                  <a:pt x="1426131" y="93213"/>
                  <a:pt x="1428870" y="100648"/>
                  <a:pt x="1433795" y="105809"/>
                </a:cubicBezTo>
                <a:cubicBezTo>
                  <a:pt x="1438720" y="110969"/>
                  <a:pt x="1444862" y="113549"/>
                  <a:pt x="1452222" y="113549"/>
                </a:cubicBezTo>
                <a:cubicBezTo>
                  <a:pt x="1457700" y="113549"/>
                  <a:pt x="1462376" y="112097"/>
                  <a:pt x="1466249" y="109194"/>
                </a:cubicBezTo>
                <a:cubicBezTo>
                  <a:pt x="1470123" y="106288"/>
                  <a:pt x="1473194" y="101653"/>
                  <a:pt x="1475463" y="95288"/>
                </a:cubicBezTo>
                <a:moveTo>
                  <a:pt x="1426408" y="71217"/>
                </a:moveTo>
                <a:lnTo>
                  <a:pt x="1475629" y="71217"/>
                </a:lnTo>
                <a:cubicBezTo>
                  <a:pt x="1474965" y="63826"/>
                  <a:pt x="1473083" y="58283"/>
                  <a:pt x="1469985" y="54588"/>
                </a:cubicBezTo>
                <a:cubicBezTo>
                  <a:pt x="1465226" y="48852"/>
                  <a:pt x="1459056" y="45984"/>
                  <a:pt x="1451475" y="45984"/>
                </a:cubicBezTo>
                <a:cubicBezTo>
                  <a:pt x="1444613" y="45984"/>
                  <a:pt x="1438845" y="48273"/>
                  <a:pt x="1434169" y="52852"/>
                </a:cubicBezTo>
                <a:cubicBezTo>
                  <a:pt x="1429493" y="57430"/>
                  <a:pt x="1426906" y="63551"/>
                  <a:pt x="1426408" y="71217"/>
                </a:cubicBezTo>
                <a:close/>
                <a:moveTo>
                  <a:pt x="1509634" y="123841"/>
                </a:moveTo>
                <a:lnTo>
                  <a:pt x="1509634" y="35691"/>
                </a:lnTo>
                <a:lnTo>
                  <a:pt x="1523081" y="35691"/>
                </a:lnTo>
                <a:lnTo>
                  <a:pt x="1523081" y="48225"/>
                </a:lnTo>
                <a:cubicBezTo>
                  <a:pt x="1529555" y="38541"/>
                  <a:pt x="1538907" y="33699"/>
                  <a:pt x="1551136" y="33699"/>
                </a:cubicBezTo>
                <a:cubicBezTo>
                  <a:pt x="1556448" y="33699"/>
                  <a:pt x="1561331" y="34654"/>
                  <a:pt x="1565786" y="36563"/>
                </a:cubicBezTo>
                <a:cubicBezTo>
                  <a:pt x="1570240" y="38472"/>
                  <a:pt x="1573574" y="40976"/>
                  <a:pt x="1575788" y="44075"/>
                </a:cubicBezTo>
                <a:cubicBezTo>
                  <a:pt x="1578001" y="47174"/>
                  <a:pt x="1579551" y="50853"/>
                  <a:pt x="1580436" y="55114"/>
                </a:cubicBezTo>
                <a:cubicBezTo>
                  <a:pt x="1580989" y="57881"/>
                  <a:pt x="1581266" y="62723"/>
                  <a:pt x="1581266" y="69640"/>
                </a:cubicBezTo>
                <a:lnTo>
                  <a:pt x="1581266" y="123841"/>
                </a:lnTo>
                <a:lnTo>
                  <a:pt x="1566325" y="123841"/>
                </a:lnTo>
                <a:lnTo>
                  <a:pt x="1566325" y="70221"/>
                </a:lnTo>
                <a:cubicBezTo>
                  <a:pt x="1566325" y="64134"/>
                  <a:pt x="1565744" y="59583"/>
                  <a:pt x="1564582" y="56567"/>
                </a:cubicBezTo>
                <a:cubicBezTo>
                  <a:pt x="1563420" y="53551"/>
                  <a:pt x="1561359" y="51144"/>
                  <a:pt x="1558399" y="49345"/>
                </a:cubicBezTo>
                <a:cubicBezTo>
                  <a:pt x="1555438" y="47547"/>
                  <a:pt x="1551966" y="46648"/>
                  <a:pt x="1547982" y="46648"/>
                </a:cubicBezTo>
                <a:cubicBezTo>
                  <a:pt x="1541618" y="46648"/>
                  <a:pt x="1536126" y="48668"/>
                  <a:pt x="1531505" y="52707"/>
                </a:cubicBezTo>
                <a:cubicBezTo>
                  <a:pt x="1526885" y="56747"/>
                  <a:pt x="1524575" y="64411"/>
                  <a:pt x="1524575" y="75699"/>
                </a:cubicBezTo>
                <a:lnTo>
                  <a:pt x="1524575" y="123841"/>
                </a:lnTo>
                <a:lnTo>
                  <a:pt x="1509634" y="123841"/>
                </a:lnTo>
                <a:close/>
                <a:moveTo>
                  <a:pt x="1647667" y="84663"/>
                </a:moveTo>
                <a:lnTo>
                  <a:pt x="1662857" y="83335"/>
                </a:lnTo>
                <a:cubicBezTo>
                  <a:pt x="1663576" y="89422"/>
                  <a:pt x="1665250" y="94416"/>
                  <a:pt x="1667879" y="98317"/>
                </a:cubicBezTo>
                <a:cubicBezTo>
                  <a:pt x="1670507" y="102219"/>
                  <a:pt x="1674588" y="105373"/>
                  <a:pt x="1680122" y="107780"/>
                </a:cubicBezTo>
                <a:cubicBezTo>
                  <a:pt x="1685655" y="110187"/>
                  <a:pt x="1691880" y="111391"/>
                  <a:pt x="1698797" y="111391"/>
                </a:cubicBezTo>
                <a:cubicBezTo>
                  <a:pt x="1704940" y="111391"/>
                  <a:pt x="1710362" y="110477"/>
                  <a:pt x="1715066" y="108651"/>
                </a:cubicBezTo>
                <a:cubicBezTo>
                  <a:pt x="1719769" y="106825"/>
                  <a:pt x="1723269" y="104321"/>
                  <a:pt x="1725566" y="101140"/>
                </a:cubicBezTo>
                <a:cubicBezTo>
                  <a:pt x="1727862" y="97958"/>
                  <a:pt x="1729010" y="94494"/>
                  <a:pt x="1729010" y="90749"/>
                </a:cubicBezTo>
                <a:cubicBezTo>
                  <a:pt x="1729010" y="86948"/>
                  <a:pt x="1727904" y="83629"/>
                  <a:pt x="1725690" y="80793"/>
                </a:cubicBezTo>
                <a:cubicBezTo>
                  <a:pt x="1723477" y="77956"/>
                  <a:pt x="1719825" y="75570"/>
                  <a:pt x="1714734" y="73637"/>
                </a:cubicBezTo>
                <a:cubicBezTo>
                  <a:pt x="1711469" y="72368"/>
                  <a:pt x="1704248" y="70395"/>
                  <a:pt x="1693070" y="67718"/>
                </a:cubicBezTo>
                <a:cubicBezTo>
                  <a:pt x="1681892" y="65041"/>
                  <a:pt x="1674062" y="62510"/>
                  <a:pt x="1669580" y="60126"/>
                </a:cubicBezTo>
                <a:cubicBezTo>
                  <a:pt x="1663770" y="57077"/>
                  <a:pt x="1659440" y="53293"/>
                  <a:pt x="1656590" y="48775"/>
                </a:cubicBezTo>
                <a:cubicBezTo>
                  <a:pt x="1653740" y="44256"/>
                  <a:pt x="1652315" y="39197"/>
                  <a:pt x="1652315" y="33598"/>
                </a:cubicBezTo>
                <a:cubicBezTo>
                  <a:pt x="1652315" y="27444"/>
                  <a:pt x="1654058" y="21692"/>
                  <a:pt x="1657545" y="16341"/>
                </a:cubicBezTo>
                <a:cubicBezTo>
                  <a:pt x="1661031" y="10991"/>
                  <a:pt x="1666122" y="6930"/>
                  <a:pt x="1672817" y="4158"/>
                </a:cubicBezTo>
                <a:cubicBezTo>
                  <a:pt x="1679513" y="1386"/>
                  <a:pt x="1686955" y="0"/>
                  <a:pt x="1695145" y="0"/>
                </a:cubicBezTo>
                <a:cubicBezTo>
                  <a:pt x="1704165" y="0"/>
                  <a:pt x="1712119" y="1453"/>
                  <a:pt x="1719009" y="4358"/>
                </a:cubicBezTo>
                <a:cubicBezTo>
                  <a:pt x="1725898" y="7263"/>
                  <a:pt x="1731196" y="11537"/>
                  <a:pt x="1734904" y="17182"/>
                </a:cubicBezTo>
                <a:cubicBezTo>
                  <a:pt x="1738611" y="22826"/>
                  <a:pt x="1740603" y="29217"/>
                  <a:pt x="1740880" y="36355"/>
                </a:cubicBezTo>
                <a:lnTo>
                  <a:pt x="1725441" y="37518"/>
                </a:lnTo>
                <a:cubicBezTo>
                  <a:pt x="1724611" y="29907"/>
                  <a:pt x="1721803" y="24159"/>
                  <a:pt x="1717017" y="20274"/>
                </a:cubicBezTo>
                <a:cubicBezTo>
                  <a:pt x="1712230" y="16386"/>
                  <a:pt x="1705161" y="14443"/>
                  <a:pt x="1695809" y="14443"/>
                </a:cubicBezTo>
                <a:cubicBezTo>
                  <a:pt x="1686070" y="14443"/>
                  <a:pt x="1678973" y="16223"/>
                  <a:pt x="1674519" y="19783"/>
                </a:cubicBezTo>
                <a:cubicBezTo>
                  <a:pt x="1670064" y="23342"/>
                  <a:pt x="1667837" y="27633"/>
                  <a:pt x="1667837" y="32657"/>
                </a:cubicBezTo>
                <a:cubicBezTo>
                  <a:pt x="1667837" y="37016"/>
                  <a:pt x="1669414" y="40603"/>
                  <a:pt x="1672568" y="43419"/>
                </a:cubicBezTo>
                <a:cubicBezTo>
                  <a:pt x="1675667" y="46234"/>
                  <a:pt x="1683760" y="49118"/>
                  <a:pt x="1696847" y="52072"/>
                </a:cubicBezTo>
                <a:cubicBezTo>
                  <a:pt x="1709934" y="55023"/>
                  <a:pt x="1718912" y="57603"/>
                  <a:pt x="1723781" y="59812"/>
                </a:cubicBezTo>
                <a:cubicBezTo>
                  <a:pt x="1730864" y="63071"/>
                  <a:pt x="1736093" y="67200"/>
                  <a:pt x="1739469" y="72197"/>
                </a:cubicBezTo>
                <a:cubicBezTo>
                  <a:pt x="1742844" y="77195"/>
                  <a:pt x="1744532" y="82951"/>
                  <a:pt x="1744532" y="89467"/>
                </a:cubicBezTo>
                <a:cubicBezTo>
                  <a:pt x="1744532" y="95929"/>
                  <a:pt x="1742678" y="102018"/>
                  <a:pt x="1738971" y="107733"/>
                </a:cubicBezTo>
                <a:cubicBezTo>
                  <a:pt x="1735263" y="113448"/>
                  <a:pt x="1729937" y="117894"/>
                  <a:pt x="1722993" y="121071"/>
                </a:cubicBezTo>
                <a:cubicBezTo>
                  <a:pt x="1716048" y="124246"/>
                  <a:pt x="1708232" y="125833"/>
                  <a:pt x="1699544" y="125833"/>
                </a:cubicBezTo>
                <a:cubicBezTo>
                  <a:pt x="1688533" y="125833"/>
                  <a:pt x="1679305" y="124228"/>
                  <a:pt x="1671863" y="121019"/>
                </a:cubicBezTo>
                <a:cubicBezTo>
                  <a:pt x="1664420" y="117809"/>
                  <a:pt x="1658582" y="112981"/>
                  <a:pt x="1654349" y="106535"/>
                </a:cubicBezTo>
                <a:cubicBezTo>
                  <a:pt x="1650116" y="100088"/>
                  <a:pt x="1647889" y="92798"/>
                  <a:pt x="1647667" y="84663"/>
                </a:cubicBezTo>
                <a:close/>
                <a:moveTo>
                  <a:pt x="1797071" y="110477"/>
                </a:moveTo>
                <a:lnTo>
                  <a:pt x="1799229" y="123675"/>
                </a:lnTo>
                <a:cubicBezTo>
                  <a:pt x="1795023" y="124560"/>
                  <a:pt x="1791260" y="125003"/>
                  <a:pt x="1787940" y="125003"/>
                </a:cubicBezTo>
                <a:cubicBezTo>
                  <a:pt x="1782517" y="125003"/>
                  <a:pt x="1778312" y="124145"/>
                  <a:pt x="1775324" y="122430"/>
                </a:cubicBezTo>
                <a:cubicBezTo>
                  <a:pt x="1772336" y="120715"/>
                  <a:pt x="1770233" y="118460"/>
                  <a:pt x="1769015" y="115665"/>
                </a:cubicBezTo>
                <a:cubicBezTo>
                  <a:pt x="1767798" y="112871"/>
                  <a:pt x="1767189" y="106991"/>
                  <a:pt x="1767189" y="98027"/>
                </a:cubicBezTo>
                <a:lnTo>
                  <a:pt x="1767189" y="47312"/>
                </a:lnTo>
                <a:lnTo>
                  <a:pt x="1756233" y="47312"/>
                </a:lnTo>
                <a:lnTo>
                  <a:pt x="1756233" y="35691"/>
                </a:lnTo>
                <a:lnTo>
                  <a:pt x="1767189" y="35691"/>
                </a:lnTo>
                <a:lnTo>
                  <a:pt x="1767189" y="13862"/>
                </a:lnTo>
                <a:lnTo>
                  <a:pt x="1782047" y="4897"/>
                </a:lnTo>
                <a:lnTo>
                  <a:pt x="1782047" y="35691"/>
                </a:lnTo>
                <a:lnTo>
                  <a:pt x="1797071" y="35691"/>
                </a:lnTo>
                <a:lnTo>
                  <a:pt x="1797071" y="47312"/>
                </a:lnTo>
                <a:lnTo>
                  <a:pt x="1782047" y="47312"/>
                </a:lnTo>
                <a:lnTo>
                  <a:pt x="1782047" y="98857"/>
                </a:lnTo>
                <a:cubicBezTo>
                  <a:pt x="1782047" y="103118"/>
                  <a:pt x="1782310" y="105857"/>
                  <a:pt x="1782835" y="107074"/>
                </a:cubicBezTo>
                <a:cubicBezTo>
                  <a:pt x="1783361" y="108292"/>
                  <a:pt x="1784219" y="109260"/>
                  <a:pt x="1785409" y="109979"/>
                </a:cubicBezTo>
                <a:cubicBezTo>
                  <a:pt x="1786598" y="110699"/>
                  <a:pt x="1788300" y="111058"/>
                  <a:pt x="1790513" y="111058"/>
                </a:cubicBezTo>
                <a:cubicBezTo>
                  <a:pt x="1792173" y="111058"/>
                  <a:pt x="1794359" y="110865"/>
                  <a:pt x="1797071" y="110477"/>
                </a:cubicBezTo>
                <a:close/>
                <a:moveTo>
                  <a:pt x="1869059" y="112719"/>
                </a:moveTo>
                <a:cubicBezTo>
                  <a:pt x="1863525" y="117514"/>
                  <a:pt x="1858199" y="120899"/>
                  <a:pt x="1853081" y="122874"/>
                </a:cubicBezTo>
                <a:cubicBezTo>
                  <a:pt x="1847962" y="124847"/>
                  <a:pt x="1842470" y="125833"/>
                  <a:pt x="1836605" y="125833"/>
                </a:cubicBezTo>
                <a:cubicBezTo>
                  <a:pt x="1826921" y="125833"/>
                  <a:pt x="1819478" y="123468"/>
                  <a:pt x="1814277" y="118736"/>
                </a:cubicBezTo>
                <a:cubicBezTo>
                  <a:pt x="1809075" y="114005"/>
                  <a:pt x="1806474" y="107960"/>
                  <a:pt x="1806474" y="100600"/>
                </a:cubicBezTo>
                <a:cubicBezTo>
                  <a:pt x="1806474" y="96284"/>
                  <a:pt x="1807457" y="92341"/>
                  <a:pt x="1809421" y="88772"/>
                </a:cubicBezTo>
                <a:cubicBezTo>
                  <a:pt x="1811385" y="85203"/>
                  <a:pt x="1813958" y="82339"/>
                  <a:pt x="1817140" y="80181"/>
                </a:cubicBezTo>
                <a:cubicBezTo>
                  <a:pt x="1820322" y="78023"/>
                  <a:pt x="1823905" y="76391"/>
                  <a:pt x="1827889" y="75284"/>
                </a:cubicBezTo>
                <a:cubicBezTo>
                  <a:pt x="1830822" y="74509"/>
                  <a:pt x="1835249" y="73762"/>
                  <a:pt x="1841170" y="73043"/>
                </a:cubicBezTo>
                <a:cubicBezTo>
                  <a:pt x="1853233" y="71604"/>
                  <a:pt x="1862114" y="69889"/>
                  <a:pt x="1867814" y="67897"/>
                </a:cubicBezTo>
                <a:cubicBezTo>
                  <a:pt x="1867869" y="65858"/>
                  <a:pt x="1867897" y="64563"/>
                  <a:pt x="1867897" y="64011"/>
                </a:cubicBezTo>
                <a:cubicBezTo>
                  <a:pt x="1867897" y="57947"/>
                  <a:pt x="1866486" y="53675"/>
                  <a:pt x="1863664" y="51195"/>
                </a:cubicBezTo>
                <a:cubicBezTo>
                  <a:pt x="1859845" y="47832"/>
                  <a:pt x="1854174" y="46150"/>
                  <a:pt x="1846648" y="46150"/>
                </a:cubicBezTo>
                <a:cubicBezTo>
                  <a:pt x="1839620" y="46150"/>
                  <a:pt x="1834433" y="47381"/>
                  <a:pt x="1831085" y="49844"/>
                </a:cubicBezTo>
                <a:cubicBezTo>
                  <a:pt x="1827737" y="52306"/>
                  <a:pt x="1825261" y="56664"/>
                  <a:pt x="1823656" y="62917"/>
                </a:cubicBezTo>
                <a:lnTo>
                  <a:pt x="1809047" y="60924"/>
                </a:lnTo>
                <a:cubicBezTo>
                  <a:pt x="1810375" y="54653"/>
                  <a:pt x="1812561" y="49588"/>
                  <a:pt x="1815605" y="45730"/>
                </a:cubicBezTo>
                <a:cubicBezTo>
                  <a:pt x="1818648" y="41872"/>
                  <a:pt x="1823047" y="38903"/>
                  <a:pt x="1828802" y="36822"/>
                </a:cubicBezTo>
                <a:cubicBezTo>
                  <a:pt x="1834557" y="34740"/>
                  <a:pt x="1841225" y="33699"/>
                  <a:pt x="1848806" y="33699"/>
                </a:cubicBezTo>
                <a:cubicBezTo>
                  <a:pt x="1856332" y="33699"/>
                  <a:pt x="1862446" y="34588"/>
                  <a:pt x="1867150" y="36366"/>
                </a:cubicBezTo>
                <a:cubicBezTo>
                  <a:pt x="1871853" y="38142"/>
                  <a:pt x="1875312" y="40377"/>
                  <a:pt x="1877525" y="43071"/>
                </a:cubicBezTo>
                <a:cubicBezTo>
                  <a:pt x="1879739" y="45763"/>
                  <a:pt x="1881288" y="49165"/>
                  <a:pt x="1882173" y="53275"/>
                </a:cubicBezTo>
                <a:cubicBezTo>
                  <a:pt x="1882671" y="55829"/>
                  <a:pt x="1882920" y="60417"/>
                  <a:pt x="1882920" y="67038"/>
                </a:cubicBezTo>
                <a:lnTo>
                  <a:pt x="1882920" y="86902"/>
                </a:lnTo>
                <a:cubicBezTo>
                  <a:pt x="1882920" y="100751"/>
                  <a:pt x="1883239" y="109523"/>
                  <a:pt x="1883875" y="113217"/>
                </a:cubicBezTo>
                <a:cubicBezTo>
                  <a:pt x="1884511" y="116910"/>
                  <a:pt x="1885770" y="120452"/>
                  <a:pt x="1887652" y="123841"/>
                </a:cubicBezTo>
                <a:lnTo>
                  <a:pt x="1872047" y="123841"/>
                </a:lnTo>
                <a:cubicBezTo>
                  <a:pt x="1870498" y="120671"/>
                  <a:pt x="1869502" y="116964"/>
                  <a:pt x="1869059" y="112719"/>
                </a:cubicBezTo>
                <a:moveTo>
                  <a:pt x="1867814" y="79683"/>
                </a:moveTo>
                <a:cubicBezTo>
                  <a:pt x="1862391" y="81886"/>
                  <a:pt x="1854257" y="83759"/>
                  <a:pt x="1843411" y="85302"/>
                </a:cubicBezTo>
                <a:cubicBezTo>
                  <a:pt x="1837269" y="86182"/>
                  <a:pt x="1832925" y="87173"/>
                  <a:pt x="1830379" y="88274"/>
                </a:cubicBezTo>
                <a:cubicBezTo>
                  <a:pt x="1827834" y="89376"/>
                  <a:pt x="1825869" y="90986"/>
                  <a:pt x="1824486" y="93106"/>
                </a:cubicBezTo>
                <a:cubicBezTo>
                  <a:pt x="1823103" y="95226"/>
                  <a:pt x="1822411" y="97581"/>
                  <a:pt x="1822411" y="100169"/>
                </a:cubicBezTo>
                <a:cubicBezTo>
                  <a:pt x="1822411" y="104135"/>
                  <a:pt x="1823919" y="107439"/>
                  <a:pt x="1826935" y="110083"/>
                </a:cubicBezTo>
                <a:cubicBezTo>
                  <a:pt x="1829950" y="112725"/>
                  <a:pt x="1834363" y="114047"/>
                  <a:pt x="1840174" y="114047"/>
                </a:cubicBezTo>
                <a:cubicBezTo>
                  <a:pt x="1845929" y="114047"/>
                  <a:pt x="1851047" y="112792"/>
                  <a:pt x="1855529" y="110283"/>
                </a:cubicBezTo>
                <a:cubicBezTo>
                  <a:pt x="1860011" y="107772"/>
                  <a:pt x="1863304" y="104342"/>
                  <a:pt x="1865407" y="99993"/>
                </a:cubicBezTo>
                <a:cubicBezTo>
                  <a:pt x="1867011" y="96637"/>
                  <a:pt x="1867814" y="91683"/>
                  <a:pt x="1867814" y="85133"/>
                </a:cubicBezTo>
                <a:lnTo>
                  <a:pt x="1867814" y="79683"/>
                </a:lnTo>
                <a:close/>
                <a:moveTo>
                  <a:pt x="1938673" y="110477"/>
                </a:moveTo>
                <a:lnTo>
                  <a:pt x="1940831" y="123675"/>
                </a:lnTo>
                <a:cubicBezTo>
                  <a:pt x="1936625" y="124560"/>
                  <a:pt x="1932862" y="125003"/>
                  <a:pt x="1929542" y="125003"/>
                </a:cubicBezTo>
                <a:cubicBezTo>
                  <a:pt x="1924119" y="125003"/>
                  <a:pt x="1919914" y="124145"/>
                  <a:pt x="1916926" y="122430"/>
                </a:cubicBezTo>
                <a:cubicBezTo>
                  <a:pt x="1913938" y="120715"/>
                  <a:pt x="1911835" y="118460"/>
                  <a:pt x="1910617" y="115665"/>
                </a:cubicBezTo>
                <a:cubicBezTo>
                  <a:pt x="1909400" y="112871"/>
                  <a:pt x="1908791" y="106991"/>
                  <a:pt x="1908791" y="98027"/>
                </a:cubicBezTo>
                <a:lnTo>
                  <a:pt x="1908791" y="47312"/>
                </a:lnTo>
                <a:lnTo>
                  <a:pt x="1897835" y="47312"/>
                </a:lnTo>
                <a:lnTo>
                  <a:pt x="1897835" y="35691"/>
                </a:lnTo>
                <a:lnTo>
                  <a:pt x="1908791" y="35691"/>
                </a:lnTo>
                <a:lnTo>
                  <a:pt x="1908791" y="13862"/>
                </a:lnTo>
                <a:lnTo>
                  <a:pt x="1923649" y="4897"/>
                </a:lnTo>
                <a:lnTo>
                  <a:pt x="1923649" y="35691"/>
                </a:lnTo>
                <a:lnTo>
                  <a:pt x="1938673" y="35691"/>
                </a:lnTo>
                <a:lnTo>
                  <a:pt x="1938673" y="47312"/>
                </a:lnTo>
                <a:lnTo>
                  <a:pt x="1923649" y="47312"/>
                </a:lnTo>
                <a:lnTo>
                  <a:pt x="1923649" y="98857"/>
                </a:lnTo>
                <a:cubicBezTo>
                  <a:pt x="1923649" y="103118"/>
                  <a:pt x="1923912" y="105857"/>
                  <a:pt x="1924437" y="107074"/>
                </a:cubicBezTo>
                <a:cubicBezTo>
                  <a:pt x="1924963" y="108292"/>
                  <a:pt x="1925821" y="109260"/>
                  <a:pt x="1927011" y="109979"/>
                </a:cubicBezTo>
                <a:cubicBezTo>
                  <a:pt x="1928200" y="110699"/>
                  <a:pt x="1929902" y="111058"/>
                  <a:pt x="1932115" y="111058"/>
                </a:cubicBezTo>
                <a:cubicBezTo>
                  <a:pt x="1933775" y="111058"/>
                  <a:pt x="1935961" y="110865"/>
                  <a:pt x="1938673" y="110477"/>
                </a:cubicBezTo>
                <a:close/>
                <a:moveTo>
                  <a:pt x="2013484" y="95288"/>
                </a:moveTo>
                <a:lnTo>
                  <a:pt x="2028922" y="97280"/>
                </a:lnTo>
                <a:cubicBezTo>
                  <a:pt x="2026487" y="106326"/>
                  <a:pt x="2021978" y="113346"/>
                  <a:pt x="2015393" y="118342"/>
                </a:cubicBezTo>
                <a:cubicBezTo>
                  <a:pt x="2008808" y="123336"/>
                  <a:pt x="2000397" y="125833"/>
                  <a:pt x="1990160" y="125833"/>
                </a:cubicBezTo>
                <a:cubicBezTo>
                  <a:pt x="1977266" y="125833"/>
                  <a:pt x="1967043" y="121863"/>
                  <a:pt x="1959490" y="113922"/>
                </a:cubicBezTo>
                <a:cubicBezTo>
                  <a:pt x="1951937" y="105981"/>
                  <a:pt x="1948160" y="94845"/>
                  <a:pt x="1948160" y="80513"/>
                </a:cubicBezTo>
                <a:cubicBezTo>
                  <a:pt x="1948160" y="65683"/>
                  <a:pt x="1951978" y="54174"/>
                  <a:pt x="1959614" y="45984"/>
                </a:cubicBezTo>
                <a:cubicBezTo>
                  <a:pt x="1967251" y="37794"/>
                  <a:pt x="1977156" y="33699"/>
                  <a:pt x="1989330" y="33699"/>
                </a:cubicBezTo>
                <a:cubicBezTo>
                  <a:pt x="2001116" y="33699"/>
                  <a:pt x="2010744" y="37705"/>
                  <a:pt x="2018215" y="45717"/>
                </a:cubicBezTo>
                <a:cubicBezTo>
                  <a:pt x="2025685" y="53727"/>
                  <a:pt x="2029420" y="64996"/>
                  <a:pt x="2029420" y="79525"/>
                </a:cubicBezTo>
                <a:cubicBezTo>
                  <a:pt x="2029420" y="80409"/>
                  <a:pt x="2029392" y="81734"/>
                  <a:pt x="2029337" y="83501"/>
                </a:cubicBezTo>
                <a:lnTo>
                  <a:pt x="1963598" y="83501"/>
                </a:lnTo>
                <a:cubicBezTo>
                  <a:pt x="1964152" y="93213"/>
                  <a:pt x="1966891" y="100648"/>
                  <a:pt x="1971816" y="105809"/>
                </a:cubicBezTo>
                <a:cubicBezTo>
                  <a:pt x="1976741" y="110969"/>
                  <a:pt x="1982883" y="113549"/>
                  <a:pt x="1990243" y="113549"/>
                </a:cubicBezTo>
                <a:cubicBezTo>
                  <a:pt x="1995721" y="113549"/>
                  <a:pt x="2000397" y="112097"/>
                  <a:pt x="2004270" y="109194"/>
                </a:cubicBezTo>
                <a:cubicBezTo>
                  <a:pt x="2008144" y="106288"/>
                  <a:pt x="2011215" y="101653"/>
                  <a:pt x="2013484" y="95288"/>
                </a:cubicBezTo>
                <a:moveTo>
                  <a:pt x="1964429" y="71217"/>
                </a:moveTo>
                <a:lnTo>
                  <a:pt x="2013650" y="71217"/>
                </a:lnTo>
                <a:cubicBezTo>
                  <a:pt x="2012986" y="63826"/>
                  <a:pt x="2011104" y="58283"/>
                  <a:pt x="2008005" y="54588"/>
                </a:cubicBezTo>
                <a:cubicBezTo>
                  <a:pt x="2003246" y="48852"/>
                  <a:pt x="1997077" y="45984"/>
                  <a:pt x="1989496" y="45984"/>
                </a:cubicBezTo>
                <a:cubicBezTo>
                  <a:pt x="1982634" y="45984"/>
                  <a:pt x="1976865" y="48273"/>
                  <a:pt x="1972189" y="52852"/>
                </a:cubicBezTo>
                <a:cubicBezTo>
                  <a:pt x="1967513" y="57430"/>
                  <a:pt x="1964927" y="63551"/>
                  <a:pt x="1964429" y="71217"/>
                </a:cubicBezTo>
                <a:close/>
                <a:moveTo>
                  <a:pt x="2041679" y="97446"/>
                </a:moveTo>
                <a:lnTo>
                  <a:pt x="2056453" y="95122"/>
                </a:lnTo>
                <a:cubicBezTo>
                  <a:pt x="2057283" y="101069"/>
                  <a:pt x="2059594" y="105627"/>
                  <a:pt x="2063384" y="108797"/>
                </a:cubicBezTo>
                <a:cubicBezTo>
                  <a:pt x="2067175" y="111965"/>
                  <a:pt x="2072473" y="113549"/>
                  <a:pt x="2079279" y="113549"/>
                </a:cubicBezTo>
                <a:cubicBezTo>
                  <a:pt x="2086141" y="113549"/>
                  <a:pt x="2091232" y="112151"/>
                  <a:pt x="2094552" y="109357"/>
                </a:cubicBezTo>
                <a:cubicBezTo>
                  <a:pt x="2097872" y="106562"/>
                  <a:pt x="2099532" y="103284"/>
                  <a:pt x="2099532" y="99521"/>
                </a:cubicBezTo>
                <a:cubicBezTo>
                  <a:pt x="2099532" y="96146"/>
                  <a:pt x="2098066" y="93489"/>
                  <a:pt x="2095133" y="91553"/>
                </a:cubicBezTo>
                <a:cubicBezTo>
                  <a:pt x="2093086" y="90225"/>
                  <a:pt x="2087995" y="88537"/>
                  <a:pt x="2079860" y="86490"/>
                </a:cubicBezTo>
                <a:cubicBezTo>
                  <a:pt x="2068904" y="83723"/>
                  <a:pt x="2061309" y="81329"/>
                  <a:pt x="2057076" y="79310"/>
                </a:cubicBezTo>
                <a:cubicBezTo>
                  <a:pt x="2052843" y="77290"/>
                  <a:pt x="2049633" y="74496"/>
                  <a:pt x="2047448" y="70926"/>
                </a:cubicBezTo>
                <a:cubicBezTo>
                  <a:pt x="2045262" y="67357"/>
                  <a:pt x="2044169" y="63415"/>
                  <a:pt x="2044169" y="59098"/>
                </a:cubicBezTo>
                <a:cubicBezTo>
                  <a:pt x="2044169" y="55170"/>
                  <a:pt x="2045068" y="51531"/>
                  <a:pt x="2046866" y="48183"/>
                </a:cubicBezTo>
                <a:cubicBezTo>
                  <a:pt x="2048665" y="44836"/>
                  <a:pt x="2051114" y="42055"/>
                  <a:pt x="2054212" y="39842"/>
                </a:cubicBezTo>
                <a:cubicBezTo>
                  <a:pt x="2056536" y="38126"/>
                  <a:pt x="2059704" y="36674"/>
                  <a:pt x="2063716" y="35484"/>
                </a:cubicBezTo>
                <a:cubicBezTo>
                  <a:pt x="2067728" y="34294"/>
                  <a:pt x="2072030" y="33699"/>
                  <a:pt x="2076623" y="33699"/>
                </a:cubicBezTo>
                <a:cubicBezTo>
                  <a:pt x="2083540" y="33699"/>
                  <a:pt x="2089613" y="34695"/>
                  <a:pt x="2094842" y="36687"/>
                </a:cubicBezTo>
                <a:cubicBezTo>
                  <a:pt x="2100072" y="38680"/>
                  <a:pt x="2103931" y="41377"/>
                  <a:pt x="2106421" y="44780"/>
                </a:cubicBezTo>
                <a:cubicBezTo>
                  <a:pt x="2108912" y="48183"/>
                  <a:pt x="2110627" y="52735"/>
                  <a:pt x="2111568" y="58434"/>
                </a:cubicBezTo>
                <a:lnTo>
                  <a:pt x="2096959" y="60426"/>
                </a:lnTo>
                <a:cubicBezTo>
                  <a:pt x="2096295" y="55889"/>
                  <a:pt x="2094372" y="52347"/>
                  <a:pt x="2091190" y="49802"/>
                </a:cubicBezTo>
                <a:cubicBezTo>
                  <a:pt x="2088009" y="47257"/>
                  <a:pt x="2083512" y="45984"/>
                  <a:pt x="2077702" y="45984"/>
                </a:cubicBezTo>
                <a:cubicBezTo>
                  <a:pt x="2070841" y="45984"/>
                  <a:pt x="2065943" y="47118"/>
                  <a:pt x="2063011" y="49387"/>
                </a:cubicBezTo>
                <a:cubicBezTo>
                  <a:pt x="2060078" y="51656"/>
                  <a:pt x="2058611" y="54312"/>
                  <a:pt x="2058611" y="57355"/>
                </a:cubicBezTo>
                <a:cubicBezTo>
                  <a:pt x="2058611" y="59292"/>
                  <a:pt x="2059220" y="61035"/>
                  <a:pt x="2060438" y="62585"/>
                </a:cubicBezTo>
                <a:cubicBezTo>
                  <a:pt x="2061655" y="64189"/>
                  <a:pt x="2063564" y="65517"/>
                  <a:pt x="2066165" y="66569"/>
                </a:cubicBezTo>
                <a:cubicBezTo>
                  <a:pt x="2067659" y="67122"/>
                  <a:pt x="2072058" y="68395"/>
                  <a:pt x="2079362" y="70387"/>
                </a:cubicBezTo>
                <a:cubicBezTo>
                  <a:pt x="2089931" y="73209"/>
                  <a:pt x="2097305" y="75519"/>
                  <a:pt x="2101483" y="77318"/>
                </a:cubicBezTo>
                <a:cubicBezTo>
                  <a:pt x="2105661" y="79116"/>
                  <a:pt x="2108939" y="81731"/>
                  <a:pt x="2111319" y="85161"/>
                </a:cubicBezTo>
                <a:cubicBezTo>
                  <a:pt x="2113698" y="88592"/>
                  <a:pt x="2114888" y="92853"/>
                  <a:pt x="2114888" y="97944"/>
                </a:cubicBezTo>
                <a:cubicBezTo>
                  <a:pt x="2114888" y="102924"/>
                  <a:pt x="2113435" y="107614"/>
                  <a:pt x="2110530" y="112013"/>
                </a:cubicBezTo>
                <a:cubicBezTo>
                  <a:pt x="2107625" y="116412"/>
                  <a:pt x="2103433" y="119815"/>
                  <a:pt x="2097955" y="122222"/>
                </a:cubicBezTo>
                <a:cubicBezTo>
                  <a:pt x="2092477" y="124630"/>
                  <a:pt x="2086279" y="125833"/>
                  <a:pt x="2079362" y="125833"/>
                </a:cubicBezTo>
                <a:cubicBezTo>
                  <a:pt x="2067908" y="125833"/>
                  <a:pt x="2059179" y="123447"/>
                  <a:pt x="2053175" y="118674"/>
                </a:cubicBezTo>
                <a:cubicBezTo>
                  <a:pt x="2047171" y="113901"/>
                  <a:pt x="2043339" y="106825"/>
                  <a:pt x="2041679" y="97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24476-0915-46DD-838D-AA73C59E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8" y="24145"/>
            <a:ext cx="2439478" cy="551926"/>
          </a:xfrm>
          <a:custGeom xmlns:a="http://schemas.openxmlformats.org/drawingml/2006/main">
            <a:pathLst>
              <a:path w="2439478" h="551926">
                <a:moveTo>
                  <a:pt x="2439478" y="551926"/>
                </a:moveTo>
                <a:lnTo>
                  <a:pt x="0" y="551926"/>
                </a:lnTo>
                <a:lnTo>
                  <a:pt x="0" y="0"/>
                </a:lnTo>
                <a:lnTo>
                  <a:pt x="2439478" y="0"/>
                </a:lnTo>
                <a:lnTo>
                  <a:pt x="2439478" y="55192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ByteEncoder">
            <a:extLst xmlns:a="http://schemas.openxmlformats.org/drawingml/2006/main">
              <a:ext uri="{FF2B5EF4-FFF2-40B4-BE49-F238E27FC236}">
                <a16:creationId xmlns:a16="http://schemas.microsoft.com/office/drawing/2014/main" id="{1D60ED45-8941-4BB8-BC73-06E23098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46" y="39720"/>
            <a:ext cx="1009650" cy="157540"/>
          </a:xfrm>
          <a:custGeom xmlns:a="http://schemas.openxmlformats.org/drawingml/2006/main">
            <a:pathLst>
              <a:path w="1009650" h="157540">
                <a:moveTo>
                  <a:pt x="0" y="121683"/>
                </a:moveTo>
                <a:lnTo>
                  <a:pt x="0" y="0"/>
                </a:lnTo>
                <a:lnTo>
                  <a:pt x="45652" y="0"/>
                </a:lnTo>
                <a:cubicBezTo>
                  <a:pt x="54948" y="0"/>
                  <a:pt x="62405" y="1228"/>
                  <a:pt x="68021" y="3683"/>
                </a:cubicBezTo>
                <a:cubicBezTo>
                  <a:pt x="73638" y="6139"/>
                  <a:pt x="78037" y="9918"/>
                  <a:pt x="81219" y="15021"/>
                </a:cubicBezTo>
                <a:cubicBezTo>
                  <a:pt x="84401" y="20124"/>
                  <a:pt x="85991" y="25462"/>
                  <a:pt x="85991" y="31035"/>
                </a:cubicBezTo>
                <a:cubicBezTo>
                  <a:pt x="85991" y="36221"/>
                  <a:pt x="84580" y="41105"/>
                  <a:pt x="81758" y="45686"/>
                </a:cubicBezTo>
                <a:cubicBezTo>
                  <a:pt x="78936" y="50265"/>
                  <a:pt x="74675" y="53961"/>
                  <a:pt x="68976" y="56774"/>
                </a:cubicBezTo>
                <a:cubicBezTo>
                  <a:pt x="76335" y="58938"/>
                  <a:pt x="81993" y="62627"/>
                  <a:pt x="85950" y="67842"/>
                </a:cubicBezTo>
                <a:cubicBezTo>
                  <a:pt x="89906" y="73058"/>
                  <a:pt x="91885" y="79215"/>
                  <a:pt x="91885" y="86316"/>
                </a:cubicBezTo>
                <a:cubicBezTo>
                  <a:pt x="91885" y="92031"/>
                  <a:pt x="90681" y="97343"/>
                  <a:pt x="88274" y="102252"/>
                </a:cubicBezTo>
                <a:cubicBezTo>
                  <a:pt x="85867" y="107162"/>
                  <a:pt x="82893" y="110948"/>
                  <a:pt x="79351" y="113611"/>
                </a:cubicBezTo>
                <a:cubicBezTo>
                  <a:pt x="75810" y="116274"/>
                  <a:pt x="71369" y="118285"/>
                  <a:pt x="66029" y="119644"/>
                </a:cubicBezTo>
                <a:cubicBezTo>
                  <a:pt x="60689" y="121003"/>
                  <a:pt x="54146" y="121683"/>
                  <a:pt x="46399" y="121683"/>
                </a:cubicBezTo>
                <a:lnTo>
                  <a:pt x="0" y="121683"/>
                </a:lnTo>
                <a:moveTo>
                  <a:pt x="16103" y="50964"/>
                </a:moveTo>
                <a:lnTo>
                  <a:pt x="42415" y="50964"/>
                </a:lnTo>
                <a:cubicBezTo>
                  <a:pt x="49553" y="50964"/>
                  <a:pt x="54672" y="50496"/>
                  <a:pt x="57770" y="49561"/>
                </a:cubicBezTo>
                <a:cubicBezTo>
                  <a:pt x="61865" y="48352"/>
                  <a:pt x="64950" y="46346"/>
                  <a:pt x="67025" y="43543"/>
                </a:cubicBezTo>
                <a:cubicBezTo>
                  <a:pt x="69100" y="40740"/>
                  <a:pt x="70138" y="37223"/>
                  <a:pt x="70138" y="32991"/>
                </a:cubicBezTo>
                <a:cubicBezTo>
                  <a:pt x="70138" y="28979"/>
                  <a:pt x="69169" y="25448"/>
                  <a:pt x="67233" y="22398"/>
                </a:cubicBezTo>
                <a:cubicBezTo>
                  <a:pt x="65296" y="19348"/>
                  <a:pt x="62529" y="17260"/>
                  <a:pt x="58932" y="16134"/>
                </a:cubicBezTo>
                <a:cubicBezTo>
                  <a:pt x="55336" y="15006"/>
                  <a:pt x="49166" y="14443"/>
                  <a:pt x="40423" y="14443"/>
                </a:cubicBezTo>
                <a:lnTo>
                  <a:pt x="16103" y="14443"/>
                </a:lnTo>
                <a:lnTo>
                  <a:pt x="16103" y="50964"/>
                </a:lnTo>
                <a:moveTo>
                  <a:pt x="16103" y="107240"/>
                </a:moveTo>
                <a:lnTo>
                  <a:pt x="46399" y="107240"/>
                </a:lnTo>
                <a:cubicBezTo>
                  <a:pt x="51600" y="107240"/>
                  <a:pt x="55253" y="107047"/>
                  <a:pt x="57355" y="106659"/>
                </a:cubicBezTo>
                <a:cubicBezTo>
                  <a:pt x="61063" y="105995"/>
                  <a:pt x="64162" y="104889"/>
                  <a:pt x="66652" y="103339"/>
                </a:cubicBezTo>
                <a:cubicBezTo>
                  <a:pt x="69142" y="101790"/>
                  <a:pt x="71189" y="99535"/>
                  <a:pt x="72794" y="96574"/>
                </a:cubicBezTo>
                <a:cubicBezTo>
                  <a:pt x="74399" y="93614"/>
                  <a:pt x="75201" y="90197"/>
                  <a:pt x="75201" y="86323"/>
                </a:cubicBezTo>
                <a:cubicBezTo>
                  <a:pt x="75201" y="81786"/>
                  <a:pt x="74039" y="77843"/>
                  <a:pt x="71715" y="74496"/>
                </a:cubicBezTo>
                <a:cubicBezTo>
                  <a:pt x="69391" y="71148"/>
                  <a:pt x="66168" y="68796"/>
                  <a:pt x="62045" y="67440"/>
                </a:cubicBezTo>
                <a:cubicBezTo>
                  <a:pt x="57923" y="66085"/>
                  <a:pt x="51988" y="65407"/>
                  <a:pt x="44241" y="65407"/>
                </a:cubicBezTo>
                <a:lnTo>
                  <a:pt x="16103" y="65407"/>
                </a:lnTo>
                <a:lnTo>
                  <a:pt x="16103" y="107240"/>
                </a:lnTo>
                <a:close/>
                <a:moveTo>
                  <a:pt x="111305" y="155725"/>
                </a:moveTo>
                <a:lnTo>
                  <a:pt x="109645" y="141770"/>
                </a:lnTo>
                <a:cubicBezTo>
                  <a:pt x="112910" y="142655"/>
                  <a:pt x="115759" y="143098"/>
                  <a:pt x="118194" y="143098"/>
                </a:cubicBezTo>
                <a:cubicBezTo>
                  <a:pt x="121514" y="143098"/>
                  <a:pt x="124170" y="142544"/>
                  <a:pt x="126163" y="141435"/>
                </a:cubicBezTo>
                <a:cubicBezTo>
                  <a:pt x="128155" y="140327"/>
                  <a:pt x="129787" y="138775"/>
                  <a:pt x="131060" y="136779"/>
                </a:cubicBezTo>
                <a:cubicBezTo>
                  <a:pt x="132000" y="135283"/>
                  <a:pt x="133522" y="131571"/>
                  <a:pt x="135625" y="125641"/>
                </a:cubicBezTo>
                <a:cubicBezTo>
                  <a:pt x="135902" y="124809"/>
                  <a:pt x="136344" y="123590"/>
                  <a:pt x="136953" y="121984"/>
                </a:cubicBezTo>
                <a:lnTo>
                  <a:pt x="103503" y="33533"/>
                </a:lnTo>
                <a:lnTo>
                  <a:pt x="119605" y="33533"/>
                </a:lnTo>
                <a:lnTo>
                  <a:pt x="137949" y="84596"/>
                </a:lnTo>
                <a:cubicBezTo>
                  <a:pt x="140328" y="91072"/>
                  <a:pt x="142459" y="97880"/>
                  <a:pt x="144340" y="105020"/>
                </a:cubicBezTo>
                <a:cubicBezTo>
                  <a:pt x="146056" y="98143"/>
                  <a:pt x="148103" y="91441"/>
                  <a:pt x="150483" y="84915"/>
                </a:cubicBezTo>
                <a:lnTo>
                  <a:pt x="169324" y="33533"/>
                </a:lnTo>
                <a:lnTo>
                  <a:pt x="184265" y="33533"/>
                </a:lnTo>
                <a:lnTo>
                  <a:pt x="150732" y="123167"/>
                </a:lnTo>
                <a:cubicBezTo>
                  <a:pt x="147135" y="132876"/>
                  <a:pt x="144340" y="139562"/>
                  <a:pt x="142348" y="143225"/>
                </a:cubicBezTo>
                <a:cubicBezTo>
                  <a:pt x="139692" y="148164"/>
                  <a:pt x="136649" y="151784"/>
                  <a:pt x="133218" y="154085"/>
                </a:cubicBezTo>
                <a:cubicBezTo>
                  <a:pt x="129787" y="156389"/>
                  <a:pt x="125692" y="157540"/>
                  <a:pt x="120933" y="157540"/>
                </a:cubicBezTo>
                <a:cubicBezTo>
                  <a:pt x="118056" y="157540"/>
                  <a:pt x="114846" y="156935"/>
                  <a:pt x="111305" y="155725"/>
                </a:cubicBezTo>
                <a:close/>
                <a:moveTo>
                  <a:pt x="229585" y="108319"/>
                </a:moveTo>
                <a:lnTo>
                  <a:pt x="231743" y="121517"/>
                </a:lnTo>
                <a:cubicBezTo>
                  <a:pt x="227537" y="122402"/>
                  <a:pt x="223774" y="122845"/>
                  <a:pt x="220454" y="122845"/>
                </a:cubicBezTo>
                <a:cubicBezTo>
                  <a:pt x="215031" y="122845"/>
                  <a:pt x="210826" y="121987"/>
                  <a:pt x="207838" y="120272"/>
                </a:cubicBezTo>
                <a:cubicBezTo>
                  <a:pt x="204850" y="118556"/>
                  <a:pt x="202747" y="116302"/>
                  <a:pt x="201530" y="113507"/>
                </a:cubicBezTo>
                <a:cubicBezTo>
                  <a:pt x="200312" y="110713"/>
                  <a:pt x="199703" y="104833"/>
                  <a:pt x="199703" y="95869"/>
                </a:cubicBezTo>
                <a:lnTo>
                  <a:pt x="199703" y="45154"/>
                </a:lnTo>
                <a:lnTo>
                  <a:pt x="188747" y="45154"/>
                </a:lnTo>
                <a:lnTo>
                  <a:pt x="188747" y="33533"/>
                </a:lnTo>
                <a:lnTo>
                  <a:pt x="199703" y="33533"/>
                </a:lnTo>
                <a:lnTo>
                  <a:pt x="199703" y="11703"/>
                </a:lnTo>
                <a:lnTo>
                  <a:pt x="214561" y="2739"/>
                </a:lnTo>
                <a:lnTo>
                  <a:pt x="214561" y="33533"/>
                </a:lnTo>
                <a:lnTo>
                  <a:pt x="229585" y="33533"/>
                </a:lnTo>
                <a:lnTo>
                  <a:pt x="229585" y="45154"/>
                </a:lnTo>
                <a:lnTo>
                  <a:pt x="214561" y="45154"/>
                </a:lnTo>
                <a:lnTo>
                  <a:pt x="214561" y="96699"/>
                </a:lnTo>
                <a:cubicBezTo>
                  <a:pt x="214561" y="100960"/>
                  <a:pt x="214824" y="103699"/>
                  <a:pt x="215350" y="104916"/>
                </a:cubicBezTo>
                <a:cubicBezTo>
                  <a:pt x="215875" y="106134"/>
                  <a:pt x="216733" y="107102"/>
                  <a:pt x="217923" y="107821"/>
                </a:cubicBezTo>
                <a:cubicBezTo>
                  <a:pt x="219112" y="108541"/>
                  <a:pt x="220814" y="108900"/>
                  <a:pt x="223027" y="108900"/>
                </a:cubicBezTo>
                <a:cubicBezTo>
                  <a:pt x="224688" y="108900"/>
                  <a:pt x="226873" y="108707"/>
                  <a:pt x="229585" y="108319"/>
                </a:cubicBezTo>
                <a:close/>
                <a:moveTo>
                  <a:pt x="304395" y="93130"/>
                </a:moveTo>
                <a:lnTo>
                  <a:pt x="319834" y="95122"/>
                </a:lnTo>
                <a:cubicBezTo>
                  <a:pt x="317399" y="104167"/>
                  <a:pt x="312889" y="111188"/>
                  <a:pt x="306304" y="116184"/>
                </a:cubicBezTo>
                <a:cubicBezTo>
                  <a:pt x="299719" y="121178"/>
                  <a:pt x="291308" y="123675"/>
                  <a:pt x="281071" y="123675"/>
                </a:cubicBezTo>
                <a:cubicBezTo>
                  <a:pt x="268178" y="123675"/>
                  <a:pt x="257955" y="119705"/>
                  <a:pt x="250402" y="111764"/>
                </a:cubicBezTo>
                <a:cubicBezTo>
                  <a:pt x="242848" y="103823"/>
                  <a:pt x="239072" y="92687"/>
                  <a:pt x="239072" y="78355"/>
                </a:cubicBezTo>
                <a:cubicBezTo>
                  <a:pt x="239072" y="63525"/>
                  <a:pt x="242890" y="52015"/>
                  <a:pt x="250526" y="43826"/>
                </a:cubicBezTo>
                <a:cubicBezTo>
                  <a:pt x="258162" y="35636"/>
                  <a:pt x="268067" y="31541"/>
                  <a:pt x="280241" y="31541"/>
                </a:cubicBezTo>
                <a:cubicBezTo>
                  <a:pt x="292028" y="31541"/>
                  <a:pt x="301656" y="35547"/>
                  <a:pt x="309126" y="43559"/>
                </a:cubicBezTo>
                <a:cubicBezTo>
                  <a:pt x="316597" y="51568"/>
                  <a:pt x="320332" y="62838"/>
                  <a:pt x="320332" y="77367"/>
                </a:cubicBezTo>
                <a:cubicBezTo>
                  <a:pt x="320332" y="78251"/>
                  <a:pt x="320304" y="79576"/>
                  <a:pt x="320249" y="81343"/>
                </a:cubicBezTo>
                <a:lnTo>
                  <a:pt x="254510" y="81343"/>
                </a:lnTo>
                <a:cubicBezTo>
                  <a:pt x="255064" y="91055"/>
                  <a:pt x="257803" y="98490"/>
                  <a:pt x="262728" y="103650"/>
                </a:cubicBezTo>
                <a:cubicBezTo>
                  <a:pt x="267652" y="108810"/>
                  <a:pt x="273795" y="111391"/>
                  <a:pt x="281154" y="111391"/>
                </a:cubicBezTo>
                <a:cubicBezTo>
                  <a:pt x="286633" y="111391"/>
                  <a:pt x="291308" y="109939"/>
                  <a:pt x="295182" y="107035"/>
                </a:cubicBezTo>
                <a:cubicBezTo>
                  <a:pt x="299055" y="104130"/>
                  <a:pt x="302126" y="99495"/>
                  <a:pt x="304395" y="93130"/>
                </a:cubicBezTo>
                <a:moveTo>
                  <a:pt x="255340" y="69059"/>
                </a:moveTo>
                <a:lnTo>
                  <a:pt x="304561" y="69059"/>
                </a:lnTo>
                <a:cubicBezTo>
                  <a:pt x="303897" y="61668"/>
                  <a:pt x="302016" y="56125"/>
                  <a:pt x="298917" y="52430"/>
                </a:cubicBezTo>
                <a:cubicBezTo>
                  <a:pt x="294158" y="46694"/>
                  <a:pt x="287988" y="43826"/>
                  <a:pt x="280407" y="43826"/>
                </a:cubicBezTo>
                <a:cubicBezTo>
                  <a:pt x="273546" y="43826"/>
                  <a:pt x="267777" y="46115"/>
                  <a:pt x="263101" y="50694"/>
                </a:cubicBezTo>
                <a:cubicBezTo>
                  <a:pt x="258425" y="55272"/>
                  <a:pt x="255838" y="61393"/>
                  <a:pt x="255340" y="69059"/>
                </a:cubicBezTo>
                <a:close/>
                <a:moveTo>
                  <a:pt x="387895" y="121683"/>
                </a:moveTo>
                <a:lnTo>
                  <a:pt x="387895" y="0"/>
                </a:lnTo>
                <a:lnTo>
                  <a:pt x="475879" y="0"/>
                </a:lnTo>
                <a:lnTo>
                  <a:pt x="475879" y="14443"/>
                </a:lnTo>
                <a:lnTo>
                  <a:pt x="403998" y="14443"/>
                </a:lnTo>
                <a:lnTo>
                  <a:pt x="403998" y="51462"/>
                </a:lnTo>
                <a:lnTo>
                  <a:pt x="471314" y="51462"/>
                </a:lnTo>
                <a:lnTo>
                  <a:pt x="471314" y="65905"/>
                </a:lnTo>
                <a:lnTo>
                  <a:pt x="403998" y="65905"/>
                </a:lnTo>
                <a:lnTo>
                  <a:pt x="403998" y="107240"/>
                </a:lnTo>
                <a:lnTo>
                  <a:pt x="478701" y="107240"/>
                </a:lnTo>
                <a:lnTo>
                  <a:pt x="478701" y="121683"/>
                </a:lnTo>
                <a:lnTo>
                  <a:pt x="387895" y="121683"/>
                </a:lnTo>
                <a:close/>
                <a:moveTo>
                  <a:pt x="498868" y="121683"/>
                </a:moveTo>
                <a:lnTo>
                  <a:pt x="498868" y="33533"/>
                </a:lnTo>
                <a:lnTo>
                  <a:pt x="512315" y="33533"/>
                </a:lnTo>
                <a:lnTo>
                  <a:pt x="512315" y="46067"/>
                </a:lnTo>
                <a:cubicBezTo>
                  <a:pt x="518789" y="36383"/>
                  <a:pt x="528141" y="31541"/>
                  <a:pt x="540370" y="31541"/>
                </a:cubicBezTo>
                <a:cubicBezTo>
                  <a:pt x="545682" y="31541"/>
                  <a:pt x="550565" y="32496"/>
                  <a:pt x="555020" y="34405"/>
                </a:cubicBezTo>
                <a:cubicBezTo>
                  <a:pt x="559474" y="36314"/>
                  <a:pt x="562808" y="38818"/>
                  <a:pt x="565022" y="41917"/>
                </a:cubicBezTo>
                <a:cubicBezTo>
                  <a:pt x="567235" y="45015"/>
                  <a:pt x="568785" y="48695"/>
                  <a:pt x="569670" y="52956"/>
                </a:cubicBezTo>
                <a:cubicBezTo>
                  <a:pt x="570223" y="55723"/>
                  <a:pt x="570500" y="60565"/>
                  <a:pt x="570500" y="67482"/>
                </a:cubicBezTo>
                <a:lnTo>
                  <a:pt x="570500" y="121683"/>
                </a:lnTo>
                <a:lnTo>
                  <a:pt x="555559" y="121683"/>
                </a:lnTo>
                <a:lnTo>
                  <a:pt x="555559" y="68063"/>
                </a:lnTo>
                <a:cubicBezTo>
                  <a:pt x="555559" y="61976"/>
                  <a:pt x="554978" y="57424"/>
                  <a:pt x="553816" y="54409"/>
                </a:cubicBezTo>
                <a:cubicBezTo>
                  <a:pt x="552654" y="51393"/>
                  <a:pt x="550593" y="48986"/>
                  <a:pt x="547633" y="47187"/>
                </a:cubicBezTo>
                <a:cubicBezTo>
                  <a:pt x="544672" y="45389"/>
                  <a:pt x="541200" y="44490"/>
                  <a:pt x="537216" y="44490"/>
                </a:cubicBezTo>
                <a:cubicBezTo>
                  <a:pt x="530852" y="44490"/>
                  <a:pt x="525360" y="46510"/>
                  <a:pt x="520739" y="50549"/>
                </a:cubicBezTo>
                <a:cubicBezTo>
                  <a:pt x="516119" y="54589"/>
                  <a:pt x="513809" y="62253"/>
                  <a:pt x="513809" y="73541"/>
                </a:cubicBezTo>
                <a:lnTo>
                  <a:pt x="513809" y="121683"/>
                </a:lnTo>
                <a:lnTo>
                  <a:pt x="498868" y="121683"/>
                </a:lnTo>
                <a:close/>
                <a:moveTo>
                  <a:pt x="650904" y="89312"/>
                </a:moveTo>
                <a:lnTo>
                  <a:pt x="665596" y="91304"/>
                </a:lnTo>
                <a:cubicBezTo>
                  <a:pt x="663991" y="101430"/>
                  <a:pt x="659882" y="109357"/>
                  <a:pt x="653270" y="115084"/>
                </a:cubicBezTo>
                <a:cubicBezTo>
                  <a:pt x="646657" y="120811"/>
                  <a:pt x="638537" y="123675"/>
                  <a:pt x="628908" y="123675"/>
                </a:cubicBezTo>
                <a:cubicBezTo>
                  <a:pt x="616845" y="123675"/>
                  <a:pt x="607148" y="119732"/>
                  <a:pt x="599816" y="111847"/>
                </a:cubicBezTo>
                <a:cubicBezTo>
                  <a:pt x="592484" y="103962"/>
                  <a:pt x="588818" y="92659"/>
                  <a:pt x="588818" y="77940"/>
                </a:cubicBezTo>
                <a:cubicBezTo>
                  <a:pt x="588818" y="68422"/>
                  <a:pt x="590395" y="60094"/>
                  <a:pt x="593549" y="52956"/>
                </a:cubicBezTo>
                <a:cubicBezTo>
                  <a:pt x="596703" y="45818"/>
                  <a:pt x="601503" y="40464"/>
                  <a:pt x="607950" y="36895"/>
                </a:cubicBezTo>
                <a:cubicBezTo>
                  <a:pt x="614397" y="33326"/>
                  <a:pt x="621410" y="31541"/>
                  <a:pt x="628991" y="31541"/>
                </a:cubicBezTo>
                <a:cubicBezTo>
                  <a:pt x="638564" y="31541"/>
                  <a:pt x="646394" y="33948"/>
                  <a:pt x="652481" y="38763"/>
                </a:cubicBezTo>
                <a:cubicBezTo>
                  <a:pt x="658568" y="43575"/>
                  <a:pt x="662469" y="50409"/>
                  <a:pt x="664185" y="59264"/>
                </a:cubicBezTo>
                <a:lnTo>
                  <a:pt x="649659" y="61588"/>
                </a:lnTo>
                <a:cubicBezTo>
                  <a:pt x="648276" y="55695"/>
                  <a:pt x="645827" y="51261"/>
                  <a:pt x="642313" y="48287"/>
                </a:cubicBezTo>
                <a:cubicBezTo>
                  <a:pt x="638800" y="45313"/>
                  <a:pt x="634553" y="43826"/>
                  <a:pt x="629572" y="43826"/>
                </a:cubicBezTo>
                <a:cubicBezTo>
                  <a:pt x="622047" y="43826"/>
                  <a:pt x="615932" y="46523"/>
                  <a:pt x="611229" y="51919"/>
                </a:cubicBezTo>
                <a:cubicBezTo>
                  <a:pt x="606525" y="57314"/>
                  <a:pt x="604173" y="65849"/>
                  <a:pt x="604173" y="77525"/>
                </a:cubicBezTo>
                <a:cubicBezTo>
                  <a:pt x="604173" y="89367"/>
                  <a:pt x="606442" y="97972"/>
                  <a:pt x="610980" y="103339"/>
                </a:cubicBezTo>
                <a:cubicBezTo>
                  <a:pt x="615517" y="108707"/>
                  <a:pt x="621438" y="111391"/>
                  <a:pt x="628742" y="111391"/>
                </a:cubicBezTo>
                <a:cubicBezTo>
                  <a:pt x="634608" y="111391"/>
                  <a:pt x="639505" y="109585"/>
                  <a:pt x="643434" y="105975"/>
                </a:cubicBezTo>
                <a:cubicBezTo>
                  <a:pt x="647363" y="102364"/>
                  <a:pt x="649853" y="96810"/>
                  <a:pt x="650904" y="89312"/>
                </a:cubicBezTo>
                <a:close/>
                <a:moveTo>
                  <a:pt x="672817" y="77608"/>
                </a:moveTo>
                <a:cubicBezTo>
                  <a:pt x="672817" y="61284"/>
                  <a:pt x="677355" y="49193"/>
                  <a:pt x="686430" y="41336"/>
                </a:cubicBezTo>
                <a:cubicBezTo>
                  <a:pt x="694011" y="34806"/>
                  <a:pt x="703252" y="31541"/>
                  <a:pt x="714153" y="31541"/>
                </a:cubicBezTo>
                <a:cubicBezTo>
                  <a:pt x="726271" y="31541"/>
                  <a:pt x="736176" y="35512"/>
                  <a:pt x="743868" y="43452"/>
                </a:cubicBezTo>
                <a:cubicBezTo>
                  <a:pt x="751560" y="51393"/>
                  <a:pt x="755405" y="62363"/>
                  <a:pt x="755405" y="76363"/>
                </a:cubicBezTo>
                <a:cubicBezTo>
                  <a:pt x="755405" y="87707"/>
                  <a:pt x="753704" y="96630"/>
                  <a:pt x="750301" y="103132"/>
                </a:cubicBezTo>
                <a:cubicBezTo>
                  <a:pt x="746898" y="109634"/>
                  <a:pt x="741945" y="114683"/>
                  <a:pt x="735443" y="118280"/>
                </a:cubicBezTo>
                <a:cubicBezTo>
                  <a:pt x="728941" y="121877"/>
                  <a:pt x="721844" y="123675"/>
                  <a:pt x="714153" y="123675"/>
                </a:cubicBezTo>
                <a:cubicBezTo>
                  <a:pt x="701813" y="123675"/>
                  <a:pt x="691839" y="119719"/>
                  <a:pt x="684230" y="111806"/>
                </a:cubicBezTo>
                <a:cubicBezTo>
                  <a:pt x="676621" y="103893"/>
                  <a:pt x="672817" y="92493"/>
                  <a:pt x="672817" y="77608"/>
                </a:cubicBezTo>
                <a:moveTo>
                  <a:pt x="688173" y="77650"/>
                </a:moveTo>
                <a:cubicBezTo>
                  <a:pt x="688173" y="88924"/>
                  <a:pt x="690635" y="97366"/>
                  <a:pt x="695560" y="102976"/>
                </a:cubicBezTo>
                <a:cubicBezTo>
                  <a:pt x="700485" y="108586"/>
                  <a:pt x="706682" y="111391"/>
                  <a:pt x="714153" y="111391"/>
                </a:cubicBezTo>
                <a:cubicBezTo>
                  <a:pt x="721568" y="111391"/>
                  <a:pt x="727738" y="108572"/>
                  <a:pt x="732663" y="102935"/>
                </a:cubicBezTo>
                <a:cubicBezTo>
                  <a:pt x="737587" y="97297"/>
                  <a:pt x="740050" y="88703"/>
                  <a:pt x="740050" y="77152"/>
                </a:cubicBezTo>
                <a:cubicBezTo>
                  <a:pt x="740050" y="66264"/>
                  <a:pt x="737574" y="58016"/>
                  <a:pt x="732621" y="52406"/>
                </a:cubicBezTo>
                <a:cubicBezTo>
                  <a:pt x="727669" y="46797"/>
                  <a:pt x="721512" y="43992"/>
                  <a:pt x="714153" y="43992"/>
                </a:cubicBezTo>
                <a:cubicBezTo>
                  <a:pt x="706682" y="43992"/>
                  <a:pt x="700485" y="46783"/>
                  <a:pt x="695560" y="52365"/>
                </a:cubicBezTo>
                <a:cubicBezTo>
                  <a:pt x="690635" y="57947"/>
                  <a:pt x="688173" y="66375"/>
                  <a:pt x="688173" y="77650"/>
                </a:cubicBezTo>
                <a:close/>
                <a:moveTo>
                  <a:pt x="830083" y="121683"/>
                </a:moveTo>
                <a:lnTo>
                  <a:pt x="830083" y="110560"/>
                </a:lnTo>
                <a:cubicBezTo>
                  <a:pt x="824494" y="119304"/>
                  <a:pt x="816276" y="123675"/>
                  <a:pt x="805431" y="123675"/>
                </a:cubicBezTo>
                <a:cubicBezTo>
                  <a:pt x="798403" y="123675"/>
                  <a:pt x="791943" y="121738"/>
                  <a:pt x="786049" y="117865"/>
                </a:cubicBezTo>
                <a:cubicBezTo>
                  <a:pt x="780156" y="113991"/>
                  <a:pt x="775591" y="108582"/>
                  <a:pt x="772354" y="101638"/>
                </a:cubicBezTo>
                <a:cubicBezTo>
                  <a:pt x="769117" y="94693"/>
                  <a:pt x="767498" y="86711"/>
                  <a:pt x="767498" y="77691"/>
                </a:cubicBezTo>
                <a:cubicBezTo>
                  <a:pt x="767498" y="68893"/>
                  <a:pt x="768964" y="60911"/>
                  <a:pt x="771897" y="53745"/>
                </a:cubicBezTo>
                <a:cubicBezTo>
                  <a:pt x="774830" y="46579"/>
                  <a:pt x="779229" y="41087"/>
                  <a:pt x="785095" y="37269"/>
                </a:cubicBezTo>
                <a:cubicBezTo>
                  <a:pt x="790960" y="33450"/>
                  <a:pt x="797518" y="31541"/>
                  <a:pt x="804767" y="31541"/>
                </a:cubicBezTo>
                <a:cubicBezTo>
                  <a:pt x="810079" y="31541"/>
                  <a:pt x="814810" y="32670"/>
                  <a:pt x="818960" y="34926"/>
                </a:cubicBezTo>
                <a:cubicBezTo>
                  <a:pt x="823110" y="37181"/>
                  <a:pt x="826486" y="40119"/>
                  <a:pt x="829087" y="43740"/>
                </a:cubicBezTo>
                <a:lnTo>
                  <a:pt x="829087" y="0"/>
                </a:lnTo>
                <a:lnTo>
                  <a:pt x="843944" y="0"/>
                </a:lnTo>
                <a:lnTo>
                  <a:pt x="843944" y="121683"/>
                </a:lnTo>
                <a:lnTo>
                  <a:pt x="830083" y="121683"/>
                </a:lnTo>
                <a:moveTo>
                  <a:pt x="782854" y="77733"/>
                </a:moveTo>
                <a:cubicBezTo>
                  <a:pt x="782854" y="89007"/>
                  <a:pt x="785233" y="97436"/>
                  <a:pt x="789992" y="103018"/>
                </a:cubicBezTo>
                <a:cubicBezTo>
                  <a:pt x="794751" y="108600"/>
                  <a:pt x="800367" y="111391"/>
                  <a:pt x="806842" y="111391"/>
                </a:cubicBezTo>
                <a:cubicBezTo>
                  <a:pt x="813371" y="111391"/>
                  <a:pt x="818919" y="108724"/>
                  <a:pt x="823484" y="103391"/>
                </a:cubicBezTo>
                <a:cubicBezTo>
                  <a:pt x="828049" y="98058"/>
                  <a:pt x="830332" y="89919"/>
                  <a:pt x="830332" y="78975"/>
                </a:cubicBezTo>
                <a:cubicBezTo>
                  <a:pt x="830332" y="66928"/>
                  <a:pt x="828008" y="58085"/>
                  <a:pt x="823359" y="52448"/>
                </a:cubicBezTo>
                <a:cubicBezTo>
                  <a:pt x="818711" y="46810"/>
                  <a:pt x="812984" y="43992"/>
                  <a:pt x="806178" y="43992"/>
                </a:cubicBezTo>
                <a:cubicBezTo>
                  <a:pt x="799537" y="43992"/>
                  <a:pt x="793990" y="46700"/>
                  <a:pt x="789535" y="52116"/>
                </a:cubicBezTo>
                <a:cubicBezTo>
                  <a:pt x="785081" y="57532"/>
                  <a:pt x="782854" y="66071"/>
                  <a:pt x="782854" y="77733"/>
                </a:cubicBezTo>
                <a:close/>
                <a:moveTo>
                  <a:pt x="927752" y="93130"/>
                </a:moveTo>
                <a:lnTo>
                  <a:pt x="943190" y="95122"/>
                </a:lnTo>
                <a:cubicBezTo>
                  <a:pt x="940756" y="104167"/>
                  <a:pt x="936246" y="111188"/>
                  <a:pt x="929661" y="116184"/>
                </a:cubicBezTo>
                <a:cubicBezTo>
                  <a:pt x="923076" y="121178"/>
                  <a:pt x="914665" y="123675"/>
                  <a:pt x="904428" y="123675"/>
                </a:cubicBezTo>
                <a:cubicBezTo>
                  <a:pt x="891535" y="123675"/>
                  <a:pt x="881311" y="119705"/>
                  <a:pt x="873758" y="111764"/>
                </a:cubicBezTo>
                <a:cubicBezTo>
                  <a:pt x="866205" y="103823"/>
                  <a:pt x="862428" y="92687"/>
                  <a:pt x="862428" y="78355"/>
                </a:cubicBezTo>
                <a:cubicBezTo>
                  <a:pt x="862428" y="63525"/>
                  <a:pt x="866246" y="52015"/>
                  <a:pt x="873882" y="43826"/>
                </a:cubicBezTo>
                <a:cubicBezTo>
                  <a:pt x="881519" y="35636"/>
                  <a:pt x="891424" y="31541"/>
                  <a:pt x="903598" y="31541"/>
                </a:cubicBezTo>
                <a:cubicBezTo>
                  <a:pt x="915384" y="31541"/>
                  <a:pt x="925013" y="35547"/>
                  <a:pt x="932483" y="43559"/>
                </a:cubicBezTo>
                <a:cubicBezTo>
                  <a:pt x="939953" y="51568"/>
                  <a:pt x="943688" y="62838"/>
                  <a:pt x="943688" y="77367"/>
                </a:cubicBezTo>
                <a:cubicBezTo>
                  <a:pt x="943688" y="78251"/>
                  <a:pt x="943661" y="79576"/>
                  <a:pt x="943605" y="81343"/>
                </a:cubicBezTo>
                <a:lnTo>
                  <a:pt x="877867" y="81343"/>
                </a:lnTo>
                <a:cubicBezTo>
                  <a:pt x="878420" y="91055"/>
                  <a:pt x="881159" y="98490"/>
                  <a:pt x="886084" y="103650"/>
                </a:cubicBezTo>
                <a:cubicBezTo>
                  <a:pt x="891009" y="108810"/>
                  <a:pt x="897151" y="111391"/>
                  <a:pt x="904511" y="111391"/>
                </a:cubicBezTo>
                <a:cubicBezTo>
                  <a:pt x="909989" y="111391"/>
                  <a:pt x="914665" y="109939"/>
                  <a:pt x="918538" y="107035"/>
                </a:cubicBezTo>
                <a:cubicBezTo>
                  <a:pt x="922412" y="104130"/>
                  <a:pt x="925483" y="99495"/>
                  <a:pt x="927752" y="93130"/>
                </a:cubicBezTo>
                <a:moveTo>
                  <a:pt x="878697" y="69059"/>
                </a:moveTo>
                <a:lnTo>
                  <a:pt x="927918" y="69059"/>
                </a:lnTo>
                <a:cubicBezTo>
                  <a:pt x="927254" y="61668"/>
                  <a:pt x="925372" y="56125"/>
                  <a:pt x="922273" y="52430"/>
                </a:cubicBezTo>
                <a:cubicBezTo>
                  <a:pt x="917515" y="46694"/>
                  <a:pt x="911345" y="43826"/>
                  <a:pt x="903764" y="43826"/>
                </a:cubicBezTo>
                <a:cubicBezTo>
                  <a:pt x="896902" y="43826"/>
                  <a:pt x="891133" y="46115"/>
                  <a:pt x="886457" y="50694"/>
                </a:cubicBezTo>
                <a:cubicBezTo>
                  <a:pt x="881782" y="55272"/>
                  <a:pt x="879195" y="61393"/>
                  <a:pt x="878697" y="69059"/>
                </a:cubicBezTo>
                <a:close/>
                <a:moveTo>
                  <a:pt x="961757" y="121683"/>
                </a:moveTo>
                <a:lnTo>
                  <a:pt x="961757" y="33533"/>
                </a:lnTo>
                <a:lnTo>
                  <a:pt x="975204" y="33533"/>
                </a:lnTo>
                <a:lnTo>
                  <a:pt x="975204" y="46897"/>
                </a:lnTo>
                <a:cubicBezTo>
                  <a:pt x="978634" y="40644"/>
                  <a:pt x="981802" y="36521"/>
                  <a:pt x="984707" y="34529"/>
                </a:cubicBezTo>
                <a:cubicBezTo>
                  <a:pt x="987613" y="32537"/>
                  <a:pt x="990808" y="31541"/>
                  <a:pt x="994294" y="31541"/>
                </a:cubicBezTo>
                <a:cubicBezTo>
                  <a:pt x="999330" y="31541"/>
                  <a:pt x="1004448" y="33146"/>
                  <a:pt x="1009650" y="36355"/>
                </a:cubicBezTo>
                <a:lnTo>
                  <a:pt x="1004504" y="50207"/>
                </a:lnTo>
                <a:cubicBezTo>
                  <a:pt x="1000852" y="48055"/>
                  <a:pt x="997199" y="46980"/>
                  <a:pt x="993547" y="46980"/>
                </a:cubicBezTo>
                <a:cubicBezTo>
                  <a:pt x="990283" y="46980"/>
                  <a:pt x="987350" y="47962"/>
                  <a:pt x="984749" y="49927"/>
                </a:cubicBezTo>
                <a:cubicBezTo>
                  <a:pt x="982148" y="51891"/>
                  <a:pt x="980294" y="54616"/>
                  <a:pt x="979188" y="58102"/>
                </a:cubicBezTo>
                <a:cubicBezTo>
                  <a:pt x="977528" y="63415"/>
                  <a:pt x="976698" y="69225"/>
                  <a:pt x="976698" y="75533"/>
                </a:cubicBezTo>
                <a:lnTo>
                  <a:pt x="976698" y="121683"/>
                </a:lnTo>
                <a:lnTo>
                  <a:pt x="961757" y="121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HiddenStates">
            <a:extLst xmlns:a="http://schemas.openxmlformats.org/drawingml/2006/main">
              <a:ext uri="{FF2B5EF4-FFF2-40B4-BE49-F238E27FC236}">
                <a16:creationId xmlns:a16="http://schemas.microsoft.com/office/drawing/2014/main" id="{817F40F9-942D-45F7-A0C4-35ED2B99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76" y="241551"/>
            <a:ext cx="1046863" cy="125833"/>
          </a:xfrm>
          <a:custGeom xmlns:a="http://schemas.openxmlformats.org/drawingml/2006/main">
            <a:pathLst>
              <a:path w="1046863" h="125833">
                <a:moveTo>
                  <a:pt x="0" y="123841"/>
                </a:moveTo>
                <a:lnTo>
                  <a:pt x="0" y="2158"/>
                </a:lnTo>
                <a:lnTo>
                  <a:pt x="16103" y="2158"/>
                </a:lnTo>
                <a:lnTo>
                  <a:pt x="16103" y="51960"/>
                </a:lnTo>
                <a:lnTo>
                  <a:pt x="79351" y="51960"/>
                </a:lnTo>
                <a:lnTo>
                  <a:pt x="79351" y="2158"/>
                </a:lnTo>
                <a:lnTo>
                  <a:pt x="95454" y="2158"/>
                </a:lnTo>
                <a:lnTo>
                  <a:pt x="95454" y="123841"/>
                </a:lnTo>
                <a:lnTo>
                  <a:pt x="79351" y="123841"/>
                </a:lnTo>
                <a:lnTo>
                  <a:pt x="79351" y="66403"/>
                </a:lnTo>
                <a:lnTo>
                  <a:pt x="16103" y="66403"/>
                </a:lnTo>
                <a:lnTo>
                  <a:pt x="16103" y="123841"/>
                </a:lnTo>
                <a:lnTo>
                  <a:pt x="0" y="123841"/>
                </a:lnTo>
                <a:close/>
                <a:moveTo>
                  <a:pt x="120409" y="19257"/>
                </a:moveTo>
                <a:lnTo>
                  <a:pt x="120409" y="2158"/>
                </a:lnTo>
                <a:lnTo>
                  <a:pt x="135350" y="2158"/>
                </a:lnTo>
                <a:lnTo>
                  <a:pt x="135350" y="19257"/>
                </a:lnTo>
                <a:lnTo>
                  <a:pt x="120409" y="19257"/>
                </a:lnTo>
                <a:moveTo>
                  <a:pt x="120409" y="123841"/>
                </a:moveTo>
                <a:lnTo>
                  <a:pt x="120409" y="35691"/>
                </a:lnTo>
                <a:lnTo>
                  <a:pt x="135350" y="35691"/>
                </a:lnTo>
                <a:lnTo>
                  <a:pt x="135350" y="123841"/>
                </a:lnTo>
                <a:lnTo>
                  <a:pt x="120409" y="123841"/>
                </a:lnTo>
                <a:close/>
                <a:moveTo>
                  <a:pt x="215254" y="123841"/>
                </a:moveTo>
                <a:lnTo>
                  <a:pt x="215254" y="112719"/>
                </a:lnTo>
                <a:cubicBezTo>
                  <a:pt x="209665" y="121462"/>
                  <a:pt x="201447" y="125833"/>
                  <a:pt x="190602" y="125833"/>
                </a:cubicBezTo>
                <a:cubicBezTo>
                  <a:pt x="183574" y="125833"/>
                  <a:pt x="177114" y="123896"/>
                  <a:pt x="171220" y="120023"/>
                </a:cubicBezTo>
                <a:cubicBezTo>
                  <a:pt x="165327" y="116149"/>
                  <a:pt x="160762" y="110740"/>
                  <a:pt x="157525" y="103796"/>
                </a:cubicBezTo>
                <a:cubicBezTo>
                  <a:pt x="154288" y="96851"/>
                  <a:pt x="152669" y="88869"/>
                  <a:pt x="152669" y="79849"/>
                </a:cubicBezTo>
                <a:cubicBezTo>
                  <a:pt x="152669" y="71051"/>
                  <a:pt x="154135" y="63069"/>
                  <a:pt x="157068" y="55903"/>
                </a:cubicBezTo>
                <a:cubicBezTo>
                  <a:pt x="160001" y="48737"/>
                  <a:pt x="164400" y="43245"/>
                  <a:pt x="170266" y="39427"/>
                </a:cubicBezTo>
                <a:cubicBezTo>
                  <a:pt x="176131" y="35608"/>
                  <a:pt x="182689" y="33699"/>
                  <a:pt x="189938" y="33699"/>
                </a:cubicBezTo>
                <a:cubicBezTo>
                  <a:pt x="195250" y="33699"/>
                  <a:pt x="199981" y="34828"/>
                  <a:pt x="204131" y="37084"/>
                </a:cubicBezTo>
                <a:cubicBezTo>
                  <a:pt x="208281" y="39339"/>
                  <a:pt x="211657" y="42277"/>
                  <a:pt x="214258" y="45898"/>
                </a:cubicBezTo>
                <a:lnTo>
                  <a:pt x="214258" y="2158"/>
                </a:lnTo>
                <a:lnTo>
                  <a:pt x="229115" y="2158"/>
                </a:lnTo>
                <a:lnTo>
                  <a:pt x="229115" y="123841"/>
                </a:lnTo>
                <a:lnTo>
                  <a:pt x="215254" y="123841"/>
                </a:lnTo>
                <a:moveTo>
                  <a:pt x="168025" y="79891"/>
                </a:moveTo>
                <a:cubicBezTo>
                  <a:pt x="168025" y="91165"/>
                  <a:pt x="170404" y="99594"/>
                  <a:pt x="175163" y="105176"/>
                </a:cubicBezTo>
                <a:cubicBezTo>
                  <a:pt x="179922" y="110758"/>
                  <a:pt x="185538" y="113549"/>
                  <a:pt x="192013" y="113549"/>
                </a:cubicBezTo>
                <a:cubicBezTo>
                  <a:pt x="198542" y="113549"/>
                  <a:pt x="204090" y="110882"/>
                  <a:pt x="208655" y="105549"/>
                </a:cubicBezTo>
                <a:cubicBezTo>
                  <a:pt x="213220" y="100216"/>
                  <a:pt x="215503" y="92078"/>
                  <a:pt x="215503" y="81133"/>
                </a:cubicBezTo>
                <a:cubicBezTo>
                  <a:pt x="215503" y="69086"/>
                  <a:pt x="213178" y="60243"/>
                  <a:pt x="208530" y="54606"/>
                </a:cubicBezTo>
                <a:cubicBezTo>
                  <a:pt x="203882" y="48969"/>
                  <a:pt x="198155" y="46150"/>
                  <a:pt x="191349" y="46150"/>
                </a:cubicBezTo>
                <a:cubicBezTo>
                  <a:pt x="184708" y="46150"/>
                  <a:pt x="179161" y="48858"/>
                  <a:pt x="174706" y="54274"/>
                </a:cubicBezTo>
                <a:cubicBezTo>
                  <a:pt x="170252" y="59690"/>
                  <a:pt x="168025" y="68229"/>
                  <a:pt x="168025" y="79891"/>
                </a:cubicBezTo>
                <a:close/>
                <a:moveTo>
                  <a:pt x="309769" y="123841"/>
                </a:moveTo>
                <a:lnTo>
                  <a:pt x="309769" y="112719"/>
                </a:lnTo>
                <a:cubicBezTo>
                  <a:pt x="304180" y="121462"/>
                  <a:pt x="295962" y="125833"/>
                  <a:pt x="285117" y="125833"/>
                </a:cubicBezTo>
                <a:cubicBezTo>
                  <a:pt x="278089" y="125833"/>
                  <a:pt x="271628" y="123896"/>
                  <a:pt x="265735" y="120023"/>
                </a:cubicBezTo>
                <a:cubicBezTo>
                  <a:pt x="259842" y="116149"/>
                  <a:pt x="255277" y="110740"/>
                  <a:pt x="252040" y="103796"/>
                </a:cubicBezTo>
                <a:cubicBezTo>
                  <a:pt x="248803" y="96851"/>
                  <a:pt x="247184" y="88869"/>
                  <a:pt x="247184" y="79849"/>
                </a:cubicBezTo>
                <a:cubicBezTo>
                  <a:pt x="247184" y="71051"/>
                  <a:pt x="248650" y="63069"/>
                  <a:pt x="251583" y="55903"/>
                </a:cubicBezTo>
                <a:cubicBezTo>
                  <a:pt x="254516" y="48737"/>
                  <a:pt x="258915" y="43245"/>
                  <a:pt x="264781" y="39427"/>
                </a:cubicBezTo>
                <a:cubicBezTo>
                  <a:pt x="270646" y="35608"/>
                  <a:pt x="277204" y="33699"/>
                  <a:pt x="284452" y="33699"/>
                </a:cubicBezTo>
                <a:cubicBezTo>
                  <a:pt x="289765" y="33699"/>
                  <a:pt x="294496" y="34828"/>
                  <a:pt x="298646" y="37084"/>
                </a:cubicBezTo>
                <a:cubicBezTo>
                  <a:pt x="302796" y="39339"/>
                  <a:pt x="306172" y="42277"/>
                  <a:pt x="308772" y="45898"/>
                </a:cubicBezTo>
                <a:lnTo>
                  <a:pt x="308772" y="2158"/>
                </a:lnTo>
                <a:lnTo>
                  <a:pt x="323630" y="2158"/>
                </a:lnTo>
                <a:lnTo>
                  <a:pt x="323630" y="123841"/>
                </a:lnTo>
                <a:lnTo>
                  <a:pt x="309769" y="123841"/>
                </a:lnTo>
                <a:moveTo>
                  <a:pt x="262540" y="79891"/>
                </a:moveTo>
                <a:cubicBezTo>
                  <a:pt x="262540" y="91165"/>
                  <a:pt x="264919" y="99594"/>
                  <a:pt x="269678" y="105176"/>
                </a:cubicBezTo>
                <a:cubicBezTo>
                  <a:pt x="274437" y="110758"/>
                  <a:pt x="280053" y="113549"/>
                  <a:pt x="286528" y="113549"/>
                </a:cubicBezTo>
                <a:cubicBezTo>
                  <a:pt x="293057" y="113549"/>
                  <a:pt x="298605" y="110882"/>
                  <a:pt x="303170" y="105549"/>
                </a:cubicBezTo>
                <a:cubicBezTo>
                  <a:pt x="307735" y="100216"/>
                  <a:pt x="310018" y="92078"/>
                  <a:pt x="310018" y="81133"/>
                </a:cubicBezTo>
                <a:cubicBezTo>
                  <a:pt x="310018" y="69086"/>
                  <a:pt x="307693" y="60243"/>
                  <a:pt x="303045" y="54606"/>
                </a:cubicBezTo>
                <a:cubicBezTo>
                  <a:pt x="298397" y="48969"/>
                  <a:pt x="292670" y="46150"/>
                  <a:pt x="285864" y="46150"/>
                </a:cubicBezTo>
                <a:cubicBezTo>
                  <a:pt x="279223" y="46150"/>
                  <a:pt x="273676" y="48858"/>
                  <a:pt x="269221" y="54274"/>
                </a:cubicBezTo>
                <a:cubicBezTo>
                  <a:pt x="264767" y="59690"/>
                  <a:pt x="262540" y="68229"/>
                  <a:pt x="262540" y="79891"/>
                </a:cubicBezTo>
                <a:close/>
                <a:moveTo>
                  <a:pt x="407438" y="95288"/>
                </a:moveTo>
                <a:lnTo>
                  <a:pt x="422876" y="97280"/>
                </a:lnTo>
                <a:cubicBezTo>
                  <a:pt x="420441" y="106326"/>
                  <a:pt x="415932" y="113346"/>
                  <a:pt x="409347" y="118342"/>
                </a:cubicBezTo>
                <a:cubicBezTo>
                  <a:pt x="402762" y="123336"/>
                  <a:pt x="394351" y="125833"/>
                  <a:pt x="384114" y="125833"/>
                </a:cubicBezTo>
                <a:cubicBezTo>
                  <a:pt x="371220" y="125833"/>
                  <a:pt x="360997" y="121863"/>
                  <a:pt x="353444" y="113922"/>
                </a:cubicBezTo>
                <a:cubicBezTo>
                  <a:pt x="345891" y="105981"/>
                  <a:pt x="342114" y="94845"/>
                  <a:pt x="342114" y="80513"/>
                </a:cubicBezTo>
                <a:cubicBezTo>
                  <a:pt x="342114" y="65683"/>
                  <a:pt x="345932" y="54174"/>
                  <a:pt x="353568" y="45984"/>
                </a:cubicBezTo>
                <a:cubicBezTo>
                  <a:pt x="361205" y="37794"/>
                  <a:pt x="371110" y="33699"/>
                  <a:pt x="383284" y="33699"/>
                </a:cubicBezTo>
                <a:cubicBezTo>
                  <a:pt x="395070" y="33699"/>
                  <a:pt x="404698" y="37705"/>
                  <a:pt x="412169" y="45717"/>
                </a:cubicBezTo>
                <a:cubicBezTo>
                  <a:pt x="419639" y="53727"/>
                  <a:pt x="423374" y="64996"/>
                  <a:pt x="423374" y="79525"/>
                </a:cubicBezTo>
                <a:cubicBezTo>
                  <a:pt x="423374" y="80409"/>
                  <a:pt x="423347" y="81734"/>
                  <a:pt x="423291" y="83501"/>
                </a:cubicBezTo>
                <a:lnTo>
                  <a:pt x="357553" y="83501"/>
                </a:lnTo>
                <a:cubicBezTo>
                  <a:pt x="358106" y="93213"/>
                  <a:pt x="360845" y="100648"/>
                  <a:pt x="365770" y="105809"/>
                </a:cubicBezTo>
                <a:cubicBezTo>
                  <a:pt x="370695" y="110969"/>
                  <a:pt x="376837" y="113549"/>
                  <a:pt x="384197" y="113549"/>
                </a:cubicBezTo>
                <a:cubicBezTo>
                  <a:pt x="389675" y="113549"/>
                  <a:pt x="394351" y="112097"/>
                  <a:pt x="398224" y="109194"/>
                </a:cubicBezTo>
                <a:cubicBezTo>
                  <a:pt x="402098" y="106288"/>
                  <a:pt x="405169" y="101653"/>
                  <a:pt x="407438" y="95288"/>
                </a:cubicBezTo>
                <a:moveTo>
                  <a:pt x="358383" y="71217"/>
                </a:moveTo>
                <a:lnTo>
                  <a:pt x="407604" y="71217"/>
                </a:lnTo>
                <a:cubicBezTo>
                  <a:pt x="406940" y="63826"/>
                  <a:pt x="405058" y="58283"/>
                  <a:pt x="401959" y="54588"/>
                </a:cubicBezTo>
                <a:cubicBezTo>
                  <a:pt x="397201" y="48852"/>
                  <a:pt x="391031" y="45984"/>
                  <a:pt x="383450" y="45984"/>
                </a:cubicBezTo>
                <a:cubicBezTo>
                  <a:pt x="376588" y="45984"/>
                  <a:pt x="370819" y="48273"/>
                  <a:pt x="366143" y="52852"/>
                </a:cubicBezTo>
                <a:cubicBezTo>
                  <a:pt x="361468" y="57430"/>
                  <a:pt x="358881" y="63551"/>
                  <a:pt x="358383" y="71217"/>
                </a:cubicBezTo>
                <a:close/>
                <a:moveTo>
                  <a:pt x="441609" y="123841"/>
                </a:moveTo>
                <a:lnTo>
                  <a:pt x="441609" y="35691"/>
                </a:lnTo>
                <a:lnTo>
                  <a:pt x="455056" y="35691"/>
                </a:lnTo>
                <a:lnTo>
                  <a:pt x="455056" y="48225"/>
                </a:lnTo>
                <a:cubicBezTo>
                  <a:pt x="461530" y="38541"/>
                  <a:pt x="470882" y="33699"/>
                  <a:pt x="483111" y="33699"/>
                </a:cubicBezTo>
                <a:cubicBezTo>
                  <a:pt x="488423" y="33699"/>
                  <a:pt x="493306" y="34654"/>
                  <a:pt x="497761" y="36563"/>
                </a:cubicBezTo>
                <a:cubicBezTo>
                  <a:pt x="502215" y="38472"/>
                  <a:pt x="505549" y="40976"/>
                  <a:pt x="507763" y="44075"/>
                </a:cubicBezTo>
                <a:cubicBezTo>
                  <a:pt x="509976" y="47174"/>
                  <a:pt x="511525" y="50853"/>
                  <a:pt x="512411" y="55114"/>
                </a:cubicBezTo>
                <a:cubicBezTo>
                  <a:pt x="512964" y="57881"/>
                  <a:pt x="513241" y="62723"/>
                  <a:pt x="513241" y="69640"/>
                </a:cubicBezTo>
                <a:lnTo>
                  <a:pt x="513241" y="123841"/>
                </a:lnTo>
                <a:lnTo>
                  <a:pt x="498300" y="123841"/>
                </a:lnTo>
                <a:lnTo>
                  <a:pt x="498300" y="70221"/>
                </a:lnTo>
                <a:cubicBezTo>
                  <a:pt x="498300" y="64134"/>
                  <a:pt x="497719" y="59583"/>
                  <a:pt x="496557" y="56567"/>
                </a:cubicBezTo>
                <a:cubicBezTo>
                  <a:pt x="495395" y="53551"/>
                  <a:pt x="493334" y="51144"/>
                  <a:pt x="490373" y="49345"/>
                </a:cubicBezTo>
                <a:cubicBezTo>
                  <a:pt x="487413" y="47547"/>
                  <a:pt x="483941" y="46648"/>
                  <a:pt x="479957" y="46648"/>
                </a:cubicBezTo>
                <a:cubicBezTo>
                  <a:pt x="473593" y="46648"/>
                  <a:pt x="468101" y="48668"/>
                  <a:pt x="463480" y="52707"/>
                </a:cubicBezTo>
                <a:cubicBezTo>
                  <a:pt x="458860" y="56747"/>
                  <a:pt x="456550" y="64411"/>
                  <a:pt x="456550" y="75699"/>
                </a:cubicBezTo>
                <a:lnTo>
                  <a:pt x="456550" y="123841"/>
                </a:lnTo>
                <a:lnTo>
                  <a:pt x="441609" y="123841"/>
                </a:lnTo>
                <a:close/>
                <a:moveTo>
                  <a:pt x="579642" y="84663"/>
                </a:moveTo>
                <a:lnTo>
                  <a:pt x="594832" y="83335"/>
                </a:lnTo>
                <a:cubicBezTo>
                  <a:pt x="595551" y="89422"/>
                  <a:pt x="597225" y="94416"/>
                  <a:pt x="599853" y="98317"/>
                </a:cubicBezTo>
                <a:cubicBezTo>
                  <a:pt x="602482" y="102219"/>
                  <a:pt x="606563" y="105373"/>
                  <a:pt x="612096" y="107780"/>
                </a:cubicBezTo>
                <a:cubicBezTo>
                  <a:pt x="617630" y="110187"/>
                  <a:pt x="623855" y="111391"/>
                  <a:pt x="630772" y="111391"/>
                </a:cubicBezTo>
                <a:cubicBezTo>
                  <a:pt x="636914" y="111391"/>
                  <a:pt x="642337" y="110477"/>
                  <a:pt x="647041" y="108651"/>
                </a:cubicBezTo>
                <a:cubicBezTo>
                  <a:pt x="651744" y="106825"/>
                  <a:pt x="655244" y="104321"/>
                  <a:pt x="657541" y="101140"/>
                </a:cubicBezTo>
                <a:cubicBezTo>
                  <a:pt x="659837" y="97958"/>
                  <a:pt x="660985" y="94494"/>
                  <a:pt x="660985" y="90749"/>
                </a:cubicBezTo>
                <a:cubicBezTo>
                  <a:pt x="660985" y="86948"/>
                  <a:pt x="659879" y="83629"/>
                  <a:pt x="657665" y="80793"/>
                </a:cubicBezTo>
                <a:cubicBezTo>
                  <a:pt x="655452" y="77956"/>
                  <a:pt x="651800" y="75570"/>
                  <a:pt x="646709" y="73637"/>
                </a:cubicBezTo>
                <a:cubicBezTo>
                  <a:pt x="643444" y="72368"/>
                  <a:pt x="636223" y="70395"/>
                  <a:pt x="625045" y="67718"/>
                </a:cubicBezTo>
                <a:cubicBezTo>
                  <a:pt x="613867" y="65041"/>
                  <a:pt x="606037" y="62510"/>
                  <a:pt x="601555" y="60126"/>
                </a:cubicBezTo>
                <a:cubicBezTo>
                  <a:pt x="595745" y="57077"/>
                  <a:pt x="591415" y="53293"/>
                  <a:pt x="588565" y="48775"/>
                </a:cubicBezTo>
                <a:cubicBezTo>
                  <a:pt x="585715" y="44256"/>
                  <a:pt x="584290" y="39197"/>
                  <a:pt x="584290" y="33598"/>
                </a:cubicBezTo>
                <a:cubicBezTo>
                  <a:pt x="584290" y="27444"/>
                  <a:pt x="586033" y="21692"/>
                  <a:pt x="589520" y="16341"/>
                </a:cubicBezTo>
                <a:cubicBezTo>
                  <a:pt x="593006" y="10991"/>
                  <a:pt x="598097" y="6930"/>
                  <a:pt x="604792" y="4158"/>
                </a:cubicBezTo>
                <a:cubicBezTo>
                  <a:pt x="611488" y="1386"/>
                  <a:pt x="618930" y="0"/>
                  <a:pt x="627120" y="0"/>
                </a:cubicBezTo>
                <a:cubicBezTo>
                  <a:pt x="636140" y="0"/>
                  <a:pt x="644094" y="1453"/>
                  <a:pt x="650984" y="4358"/>
                </a:cubicBezTo>
                <a:cubicBezTo>
                  <a:pt x="657873" y="7263"/>
                  <a:pt x="663171" y="11537"/>
                  <a:pt x="666879" y="17182"/>
                </a:cubicBezTo>
                <a:cubicBezTo>
                  <a:pt x="670586" y="22826"/>
                  <a:pt x="672578" y="29217"/>
                  <a:pt x="672855" y="36355"/>
                </a:cubicBezTo>
                <a:lnTo>
                  <a:pt x="657416" y="37518"/>
                </a:lnTo>
                <a:cubicBezTo>
                  <a:pt x="656586" y="29907"/>
                  <a:pt x="653778" y="24159"/>
                  <a:pt x="648991" y="20274"/>
                </a:cubicBezTo>
                <a:cubicBezTo>
                  <a:pt x="644205" y="16386"/>
                  <a:pt x="637136" y="14443"/>
                  <a:pt x="627784" y="14443"/>
                </a:cubicBezTo>
                <a:cubicBezTo>
                  <a:pt x="618045" y="14443"/>
                  <a:pt x="610948" y="16223"/>
                  <a:pt x="606494" y="19783"/>
                </a:cubicBezTo>
                <a:cubicBezTo>
                  <a:pt x="602039" y="23342"/>
                  <a:pt x="599812" y="27633"/>
                  <a:pt x="599812" y="32657"/>
                </a:cubicBezTo>
                <a:cubicBezTo>
                  <a:pt x="599812" y="37016"/>
                  <a:pt x="601389" y="40603"/>
                  <a:pt x="604543" y="43419"/>
                </a:cubicBezTo>
                <a:cubicBezTo>
                  <a:pt x="607642" y="46234"/>
                  <a:pt x="615735" y="49118"/>
                  <a:pt x="628822" y="52072"/>
                </a:cubicBezTo>
                <a:cubicBezTo>
                  <a:pt x="641908" y="55023"/>
                  <a:pt x="650887" y="57603"/>
                  <a:pt x="655756" y="59812"/>
                </a:cubicBezTo>
                <a:cubicBezTo>
                  <a:pt x="662839" y="63071"/>
                  <a:pt x="668068" y="67200"/>
                  <a:pt x="671444" y="72197"/>
                </a:cubicBezTo>
                <a:cubicBezTo>
                  <a:pt x="674819" y="77195"/>
                  <a:pt x="676507" y="82951"/>
                  <a:pt x="676507" y="89467"/>
                </a:cubicBezTo>
                <a:cubicBezTo>
                  <a:pt x="676507" y="95929"/>
                  <a:pt x="674653" y="102018"/>
                  <a:pt x="670946" y="107733"/>
                </a:cubicBezTo>
                <a:cubicBezTo>
                  <a:pt x="667238" y="113448"/>
                  <a:pt x="661912" y="117894"/>
                  <a:pt x="654968" y="121071"/>
                </a:cubicBezTo>
                <a:cubicBezTo>
                  <a:pt x="648023" y="124246"/>
                  <a:pt x="640207" y="125833"/>
                  <a:pt x="631519" y="125833"/>
                </a:cubicBezTo>
                <a:cubicBezTo>
                  <a:pt x="620507" y="125833"/>
                  <a:pt x="611280" y="124228"/>
                  <a:pt x="603838" y="121019"/>
                </a:cubicBezTo>
                <a:cubicBezTo>
                  <a:pt x="596395" y="117809"/>
                  <a:pt x="590557" y="112981"/>
                  <a:pt x="586324" y="106535"/>
                </a:cubicBezTo>
                <a:cubicBezTo>
                  <a:pt x="582091" y="100088"/>
                  <a:pt x="579863" y="92798"/>
                  <a:pt x="579642" y="84663"/>
                </a:cubicBezTo>
                <a:close/>
                <a:moveTo>
                  <a:pt x="729046" y="110477"/>
                </a:moveTo>
                <a:lnTo>
                  <a:pt x="731204" y="123675"/>
                </a:lnTo>
                <a:cubicBezTo>
                  <a:pt x="726998" y="124560"/>
                  <a:pt x="723235" y="125003"/>
                  <a:pt x="719915" y="125003"/>
                </a:cubicBezTo>
                <a:cubicBezTo>
                  <a:pt x="714492" y="125003"/>
                  <a:pt x="710287" y="124145"/>
                  <a:pt x="707299" y="122430"/>
                </a:cubicBezTo>
                <a:cubicBezTo>
                  <a:pt x="704311" y="120715"/>
                  <a:pt x="702208" y="118460"/>
                  <a:pt x="700990" y="115665"/>
                </a:cubicBezTo>
                <a:cubicBezTo>
                  <a:pt x="699773" y="112871"/>
                  <a:pt x="699164" y="106991"/>
                  <a:pt x="699164" y="98027"/>
                </a:cubicBezTo>
                <a:lnTo>
                  <a:pt x="699164" y="47312"/>
                </a:lnTo>
                <a:lnTo>
                  <a:pt x="688208" y="47312"/>
                </a:lnTo>
                <a:lnTo>
                  <a:pt x="688208" y="35691"/>
                </a:lnTo>
                <a:lnTo>
                  <a:pt x="699164" y="35691"/>
                </a:lnTo>
                <a:lnTo>
                  <a:pt x="699164" y="13862"/>
                </a:lnTo>
                <a:lnTo>
                  <a:pt x="714022" y="4897"/>
                </a:lnTo>
                <a:lnTo>
                  <a:pt x="714022" y="35691"/>
                </a:lnTo>
                <a:lnTo>
                  <a:pt x="729046" y="35691"/>
                </a:lnTo>
                <a:lnTo>
                  <a:pt x="729046" y="47312"/>
                </a:lnTo>
                <a:lnTo>
                  <a:pt x="714022" y="47312"/>
                </a:lnTo>
                <a:lnTo>
                  <a:pt x="714022" y="98857"/>
                </a:lnTo>
                <a:cubicBezTo>
                  <a:pt x="714022" y="103118"/>
                  <a:pt x="714285" y="105857"/>
                  <a:pt x="714810" y="107074"/>
                </a:cubicBezTo>
                <a:cubicBezTo>
                  <a:pt x="715336" y="108292"/>
                  <a:pt x="716194" y="109260"/>
                  <a:pt x="717384" y="109979"/>
                </a:cubicBezTo>
                <a:cubicBezTo>
                  <a:pt x="718573" y="110699"/>
                  <a:pt x="720275" y="111058"/>
                  <a:pt x="722488" y="111058"/>
                </a:cubicBezTo>
                <a:cubicBezTo>
                  <a:pt x="724148" y="111058"/>
                  <a:pt x="726334" y="110865"/>
                  <a:pt x="729046" y="110477"/>
                </a:cubicBezTo>
                <a:close/>
                <a:moveTo>
                  <a:pt x="801034" y="112719"/>
                </a:moveTo>
                <a:cubicBezTo>
                  <a:pt x="795501" y="117514"/>
                  <a:pt x="790174" y="120899"/>
                  <a:pt x="785056" y="122874"/>
                </a:cubicBezTo>
                <a:cubicBezTo>
                  <a:pt x="779937" y="124847"/>
                  <a:pt x="774445" y="125833"/>
                  <a:pt x="768580" y="125833"/>
                </a:cubicBezTo>
                <a:cubicBezTo>
                  <a:pt x="758896" y="125833"/>
                  <a:pt x="751453" y="123468"/>
                  <a:pt x="746252" y="118736"/>
                </a:cubicBezTo>
                <a:cubicBezTo>
                  <a:pt x="741050" y="114005"/>
                  <a:pt x="738450" y="107960"/>
                  <a:pt x="738450" y="100600"/>
                </a:cubicBezTo>
                <a:cubicBezTo>
                  <a:pt x="738450" y="96284"/>
                  <a:pt x="739432" y="92341"/>
                  <a:pt x="741396" y="88772"/>
                </a:cubicBezTo>
                <a:cubicBezTo>
                  <a:pt x="743361" y="85203"/>
                  <a:pt x="745934" y="82339"/>
                  <a:pt x="749115" y="80181"/>
                </a:cubicBezTo>
                <a:cubicBezTo>
                  <a:pt x="752297" y="78023"/>
                  <a:pt x="755880" y="76391"/>
                  <a:pt x="759864" y="75284"/>
                </a:cubicBezTo>
                <a:cubicBezTo>
                  <a:pt x="762797" y="74509"/>
                  <a:pt x="767224" y="73762"/>
                  <a:pt x="773145" y="73043"/>
                </a:cubicBezTo>
                <a:cubicBezTo>
                  <a:pt x="785208" y="71604"/>
                  <a:pt x="794089" y="69889"/>
                  <a:pt x="799789" y="67897"/>
                </a:cubicBezTo>
                <a:cubicBezTo>
                  <a:pt x="799844" y="65858"/>
                  <a:pt x="799872" y="64563"/>
                  <a:pt x="799872" y="64011"/>
                </a:cubicBezTo>
                <a:cubicBezTo>
                  <a:pt x="799872" y="57947"/>
                  <a:pt x="798461" y="53675"/>
                  <a:pt x="795639" y="51195"/>
                </a:cubicBezTo>
                <a:cubicBezTo>
                  <a:pt x="791821" y="47832"/>
                  <a:pt x="786149" y="46150"/>
                  <a:pt x="778623" y="46150"/>
                </a:cubicBezTo>
                <a:cubicBezTo>
                  <a:pt x="771596" y="46150"/>
                  <a:pt x="766408" y="47381"/>
                  <a:pt x="763060" y="49844"/>
                </a:cubicBezTo>
                <a:cubicBezTo>
                  <a:pt x="759712" y="52306"/>
                  <a:pt x="757236" y="56664"/>
                  <a:pt x="755631" y="62917"/>
                </a:cubicBezTo>
                <a:lnTo>
                  <a:pt x="741023" y="60924"/>
                </a:lnTo>
                <a:cubicBezTo>
                  <a:pt x="742351" y="54653"/>
                  <a:pt x="744536" y="49588"/>
                  <a:pt x="747580" y="45730"/>
                </a:cubicBezTo>
                <a:cubicBezTo>
                  <a:pt x="750623" y="41872"/>
                  <a:pt x="755023" y="38903"/>
                  <a:pt x="760777" y="36822"/>
                </a:cubicBezTo>
                <a:cubicBezTo>
                  <a:pt x="766532" y="34740"/>
                  <a:pt x="773200" y="33699"/>
                  <a:pt x="780781" y="33699"/>
                </a:cubicBezTo>
                <a:cubicBezTo>
                  <a:pt x="788307" y="33699"/>
                  <a:pt x="794421" y="34588"/>
                  <a:pt x="799125" y="36366"/>
                </a:cubicBezTo>
                <a:cubicBezTo>
                  <a:pt x="803829" y="38142"/>
                  <a:pt x="807287" y="40377"/>
                  <a:pt x="809500" y="43071"/>
                </a:cubicBezTo>
                <a:cubicBezTo>
                  <a:pt x="811714" y="45763"/>
                  <a:pt x="813263" y="49165"/>
                  <a:pt x="814149" y="53275"/>
                </a:cubicBezTo>
                <a:cubicBezTo>
                  <a:pt x="814647" y="55829"/>
                  <a:pt x="814896" y="60417"/>
                  <a:pt x="814896" y="67038"/>
                </a:cubicBezTo>
                <a:lnTo>
                  <a:pt x="814896" y="86902"/>
                </a:lnTo>
                <a:cubicBezTo>
                  <a:pt x="814896" y="100751"/>
                  <a:pt x="815214" y="109523"/>
                  <a:pt x="815850" y="113217"/>
                </a:cubicBezTo>
                <a:cubicBezTo>
                  <a:pt x="816487" y="116910"/>
                  <a:pt x="817745" y="120452"/>
                  <a:pt x="819627" y="123841"/>
                </a:cubicBezTo>
                <a:lnTo>
                  <a:pt x="804022" y="123841"/>
                </a:lnTo>
                <a:cubicBezTo>
                  <a:pt x="802473" y="120671"/>
                  <a:pt x="801477" y="116964"/>
                  <a:pt x="801034" y="112719"/>
                </a:cubicBezTo>
                <a:moveTo>
                  <a:pt x="799789" y="79683"/>
                </a:moveTo>
                <a:cubicBezTo>
                  <a:pt x="794366" y="81886"/>
                  <a:pt x="786232" y="83759"/>
                  <a:pt x="775386" y="85302"/>
                </a:cubicBezTo>
                <a:cubicBezTo>
                  <a:pt x="769244" y="86182"/>
                  <a:pt x="764900" y="87173"/>
                  <a:pt x="762354" y="88274"/>
                </a:cubicBezTo>
                <a:cubicBezTo>
                  <a:pt x="759809" y="89376"/>
                  <a:pt x="757845" y="90986"/>
                  <a:pt x="756461" y="93106"/>
                </a:cubicBezTo>
                <a:cubicBezTo>
                  <a:pt x="755078" y="95226"/>
                  <a:pt x="754386" y="97581"/>
                  <a:pt x="754386" y="100169"/>
                </a:cubicBezTo>
                <a:cubicBezTo>
                  <a:pt x="754386" y="104135"/>
                  <a:pt x="755894" y="107439"/>
                  <a:pt x="758910" y="110083"/>
                </a:cubicBezTo>
                <a:cubicBezTo>
                  <a:pt x="761926" y="112725"/>
                  <a:pt x="766339" y="114047"/>
                  <a:pt x="772149" y="114047"/>
                </a:cubicBezTo>
                <a:cubicBezTo>
                  <a:pt x="777904" y="114047"/>
                  <a:pt x="783022" y="112792"/>
                  <a:pt x="787505" y="110283"/>
                </a:cubicBezTo>
                <a:cubicBezTo>
                  <a:pt x="791987" y="107772"/>
                  <a:pt x="795279" y="104342"/>
                  <a:pt x="797382" y="99993"/>
                </a:cubicBezTo>
                <a:cubicBezTo>
                  <a:pt x="798987" y="96637"/>
                  <a:pt x="799789" y="91683"/>
                  <a:pt x="799789" y="85133"/>
                </a:cubicBezTo>
                <a:lnTo>
                  <a:pt x="799789" y="79683"/>
                </a:lnTo>
                <a:close/>
                <a:moveTo>
                  <a:pt x="870648" y="110477"/>
                </a:moveTo>
                <a:lnTo>
                  <a:pt x="872806" y="123675"/>
                </a:lnTo>
                <a:cubicBezTo>
                  <a:pt x="868601" y="124560"/>
                  <a:pt x="864838" y="125003"/>
                  <a:pt x="861518" y="125003"/>
                </a:cubicBezTo>
                <a:cubicBezTo>
                  <a:pt x="856095" y="125003"/>
                  <a:pt x="851889" y="124145"/>
                  <a:pt x="848901" y="122430"/>
                </a:cubicBezTo>
                <a:cubicBezTo>
                  <a:pt x="845913" y="120715"/>
                  <a:pt x="843810" y="118460"/>
                  <a:pt x="842593" y="115665"/>
                </a:cubicBezTo>
                <a:cubicBezTo>
                  <a:pt x="841375" y="112871"/>
                  <a:pt x="840767" y="106991"/>
                  <a:pt x="840767" y="98027"/>
                </a:cubicBezTo>
                <a:lnTo>
                  <a:pt x="840767" y="47312"/>
                </a:lnTo>
                <a:lnTo>
                  <a:pt x="829810" y="47312"/>
                </a:lnTo>
                <a:lnTo>
                  <a:pt x="829810" y="35691"/>
                </a:lnTo>
                <a:lnTo>
                  <a:pt x="840767" y="35691"/>
                </a:lnTo>
                <a:lnTo>
                  <a:pt x="840767" y="13862"/>
                </a:lnTo>
                <a:lnTo>
                  <a:pt x="855624" y="4897"/>
                </a:lnTo>
                <a:lnTo>
                  <a:pt x="855624" y="35691"/>
                </a:lnTo>
                <a:lnTo>
                  <a:pt x="870648" y="35691"/>
                </a:lnTo>
                <a:lnTo>
                  <a:pt x="870648" y="47312"/>
                </a:lnTo>
                <a:lnTo>
                  <a:pt x="855624" y="47312"/>
                </a:lnTo>
                <a:lnTo>
                  <a:pt x="855624" y="98857"/>
                </a:lnTo>
                <a:cubicBezTo>
                  <a:pt x="855624" y="103118"/>
                  <a:pt x="855887" y="105857"/>
                  <a:pt x="856413" y="107074"/>
                </a:cubicBezTo>
                <a:cubicBezTo>
                  <a:pt x="856939" y="108292"/>
                  <a:pt x="857796" y="109260"/>
                  <a:pt x="858986" y="109979"/>
                </a:cubicBezTo>
                <a:cubicBezTo>
                  <a:pt x="860176" y="110699"/>
                  <a:pt x="861877" y="111058"/>
                  <a:pt x="864091" y="111058"/>
                </a:cubicBezTo>
                <a:cubicBezTo>
                  <a:pt x="865751" y="111058"/>
                  <a:pt x="867936" y="110865"/>
                  <a:pt x="870648" y="110477"/>
                </a:cubicBezTo>
                <a:close/>
                <a:moveTo>
                  <a:pt x="945458" y="95288"/>
                </a:moveTo>
                <a:lnTo>
                  <a:pt x="960897" y="97280"/>
                </a:lnTo>
                <a:cubicBezTo>
                  <a:pt x="958462" y="106326"/>
                  <a:pt x="953952" y="113346"/>
                  <a:pt x="947368" y="118342"/>
                </a:cubicBezTo>
                <a:cubicBezTo>
                  <a:pt x="940783" y="123336"/>
                  <a:pt x="932372" y="125833"/>
                  <a:pt x="922134" y="125833"/>
                </a:cubicBezTo>
                <a:cubicBezTo>
                  <a:pt x="909241" y="125833"/>
                  <a:pt x="899018" y="121863"/>
                  <a:pt x="891465" y="113922"/>
                </a:cubicBezTo>
                <a:cubicBezTo>
                  <a:pt x="883911" y="105981"/>
                  <a:pt x="880135" y="94845"/>
                  <a:pt x="880135" y="80513"/>
                </a:cubicBezTo>
                <a:cubicBezTo>
                  <a:pt x="880135" y="65683"/>
                  <a:pt x="883953" y="54174"/>
                  <a:pt x="891589" y="45984"/>
                </a:cubicBezTo>
                <a:cubicBezTo>
                  <a:pt x="899226" y="37794"/>
                  <a:pt x="909131" y="33699"/>
                  <a:pt x="921304" y="33699"/>
                </a:cubicBezTo>
                <a:cubicBezTo>
                  <a:pt x="933091" y="33699"/>
                  <a:pt x="942719" y="37705"/>
                  <a:pt x="950190" y="45717"/>
                </a:cubicBezTo>
                <a:cubicBezTo>
                  <a:pt x="957660" y="53727"/>
                  <a:pt x="961395" y="64996"/>
                  <a:pt x="961395" y="79525"/>
                </a:cubicBezTo>
                <a:cubicBezTo>
                  <a:pt x="961395" y="80409"/>
                  <a:pt x="961367" y="81734"/>
                  <a:pt x="961312" y="83501"/>
                </a:cubicBezTo>
                <a:lnTo>
                  <a:pt x="895573" y="83501"/>
                </a:lnTo>
                <a:cubicBezTo>
                  <a:pt x="896127" y="93213"/>
                  <a:pt x="898866" y="100648"/>
                  <a:pt x="903791" y="105809"/>
                </a:cubicBezTo>
                <a:cubicBezTo>
                  <a:pt x="908716" y="110969"/>
                  <a:pt x="914858" y="113549"/>
                  <a:pt x="922218" y="113549"/>
                </a:cubicBezTo>
                <a:cubicBezTo>
                  <a:pt x="927696" y="113549"/>
                  <a:pt x="932372" y="112097"/>
                  <a:pt x="936245" y="109194"/>
                </a:cubicBezTo>
                <a:cubicBezTo>
                  <a:pt x="940119" y="106288"/>
                  <a:pt x="943190" y="101653"/>
                  <a:pt x="945458" y="95288"/>
                </a:cubicBezTo>
                <a:moveTo>
                  <a:pt x="896403" y="71217"/>
                </a:moveTo>
                <a:lnTo>
                  <a:pt x="945624" y="71217"/>
                </a:lnTo>
                <a:cubicBezTo>
                  <a:pt x="944960" y="63826"/>
                  <a:pt x="943079" y="58283"/>
                  <a:pt x="939980" y="54588"/>
                </a:cubicBezTo>
                <a:cubicBezTo>
                  <a:pt x="935221" y="48852"/>
                  <a:pt x="929051" y="45984"/>
                  <a:pt x="921470" y="45984"/>
                </a:cubicBezTo>
                <a:cubicBezTo>
                  <a:pt x="914609" y="45984"/>
                  <a:pt x="908840" y="48273"/>
                  <a:pt x="904164" y="52852"/>
                </a:cubicBezTo>
                <a:cubicBezTo>
                  <a:pt x="899488" y="57430"/>
                  <a:pt x="896901" y="63551"/>
                  <a:pt x="896403" y="71217"/>
                </a:cubicBezTo>
                <a:close/>
                <a:moveTo>
                  <a:pt x="973654" y="97446"/>
                </a:moveTo>
                <a:lnTo>
                  <a:pt x="988428" y="95122"/>
                </a:lnTo>
                <a:cubicBezTo>
                  <a:pt x="989258" y="101069"/>
                  <a:pt x="991569" y="105627"/>
                  <a:pt x="995359" y="108797"/>
                </a:cubicBezTo>
                <a:cubicBezTo>
                  <a:pt x="999150" y="111965"/>
                  <a:pt x="1004448" y="113549"/>
                  <a:pt x="1011254" y="113549"/>
                </a:cubicBezTo>
                <a:cubicBezTo>
                  <a:pt x="1018116" y="113549"/>
                  <a:pt x="1023207" y="112151"/>
                  <a:pt x="1026527" y="109357"/>
                </a:cubicBezTo>
                <a:cubicBezTo>
                  <a:pt x="1029847" y="106562"/>
                  <a:pt x="1031507" y="103284"/>
                  <a:pt x="1031507" y="99521"/>
                </a:cubicBezTo>
                <a:cubicBezTo>
                  <a:pt x="1031507" y="96146"/>
                  <a:pt x="1030041" y="93489"/>
                  <a:pt x="1027108" y="91553"/>
                </a:cubicBezTo>
                <a:cubicBezTo>
                  <a:pt x="1025060" y="90225"/>
                  <a:pt x="1019970" y="88537"/>
                  <a:pt x="1011835" y="86490"/>
                </a:cubicBezTo>
                <a:cubicBezTo>
                  <a:pt x="1000879" y="83723"/>
                  <a:pt x="993284" y="81329"/>
                  <a:pt x="989051" y="79310"/>
                </a:cubicBezTo>
                <a:cubicBezTo>
                  <a:pt x="984818" y="77290"/>
                  <a:pt x="981608" y="74496"/>
                  <a:pt x="979422" y="70926"/>
                </a:cubicBezTo>
                <a:cubicBezTo>
                  <a:pt x="977237" y="67357"/>
                  <a:pt x="976144" y="63415"/>
                  <a:pt x="976144" y="59098"/>
                </a:cubicBezTo>
                <a:cubicBezTo>
                  <a:pt x="976144" y="55170"/>
                  <a:pt x="977043" y="51531"/>
                  <a:pt x="978841" y="48183"/>
                </a:cubicBezTo>
                <a:cubicBezTo>
                  <a:pt x="980640" y="44836"/>
                  <a:pt x="983088" y="42055"/>
                  <a:pt x="986187" y="39842"/>
                </a:cubicBezTo>
                <a:cubicBezTo>
                  <a:pt x="988511" y="38126"/>
                  <a:pt x="991679" y="36674"/>
                  <a:pt x="995691" y="35484"/>
                </a:cubicBezTo>
                <a:cubicBezTo>
                  <a:pt x="999703" y="34294"/>
                  <a:pt x="1004005" y="33699"/>
                  <a:pt x="1008598" y="33699"/>
                </a:cubicBezTo>
                <a:cubicBezTo>
                  <a:pt x="1015515" y="33699"/>
                  <a:pt x="1021588" y="34695"/>
                  <a:pt x="1026817" y="36687"/>
                </a:cubicBezTo>
                <a:cubicBezTo>
                  <a:pt x="1032047" y="38680"/>
                  <a:pt x="1035906" y="41377"/>
                  <a:pt x="1038396" y="44780"/>
                </a:cubicBezTo>
                <a:cubicBezTo>
                  <a:pt x="1040886" y="48183"/>
                  <a:pt x="1042602" y="52735"/>
                  <a:pt x="1043543" y="58434"/>
                </a:cubicBezTo>
                <a:lnTo>
                  <a:pt x="1028934" y="60426"/>
                </a:lnTo>
                <a:cubicBezTo>
                  <a:pt x="1028270" y="55889"/>
                  <a:pt x="1026347" y="52347"/>
                  <a:pt x="1023165" y="49802"/>
                </a:cubicBezTo>
                <a:cubicBezTo>
                  <a:pt x="1019983" y="47257"/>
                  <a:pt x="1015487" y="45984"/>
                  <a:pt x="1009677" y="45984"/>
                </a:cubicBezTo>
                <a:cubicBezTo>
                  <a:pt x="1002816" y="45984"/>
                  <a:pt x="997918" y="47118"/>
                  <a:pt x="994986" y="49387"/>
                </a:cubicBezTo>
                <a:cubicBezTo>
                  <a:pt x="992053" y="51656"/>
                  <a:pt x="990586" y="54312"/>
                  <a:pt x="990586" y="57355"/>
                </a:cubicBezTo>
                <a:cubicBezTo>
                  <a:pt x="990586" y="59292"/>
                  <a:pt x="991195" y="61035"/>
                  <a:pt x="992412" y="62585"/>
                </a:cubicBezTo>
                <a:cubicBezTo>
                  <a:pt x="993630" y="64189"/>
                  <a:pt x="995539" y="65517"/>
                  <a:pt x="998140" y="66569"/>
                </a:cubicBezTo>
                <a:cubicBezTo>
                  <a:pt x="999634" y="67122"/>
                  <a:pt x="1004033" y="68395"/>
                  <a:pt x="1011337" y="70387"/>
                </a:cubicBezTo>
                <a:cubicBezTo>
                  <a:pt x="1021906" y="73209"/>
                  <a:pt x="1029280" y="75519"/>
                  <a:pt x="1033458" y="77318"/>
                </a:cubicBezTo>
                <a:cubicBezTo>
                  <a:pt x="1037635" y="79116"/>
                  <a:pt x="1040914" y="81731"/>
                  <a:pt x="1043294" y="85161"/>
                </a:cubicBezTo>
                <a:cubicBezTo>
                  <a:pt x="1045673" y="88592"/>
                  <a:pt x="1046863" y="92853"/>
                  <a:pt x="1046863" y="97944"/>
                </a:cubicBezTo>
                <a:cubicBezTo>
                  <a:pt x="1046863" y="102924"/>
                  <a:pt x="1045410" y="107614"/>
                  <a:pt x="1042505" y="112013"/>
                </a:cubicBezTo>
                <a:cubicBezTo>
                  <a:pt x="1039600" y="116412"/>
                  <a:pt x="1035408" y="119815"/>
                  <a:pt x="1029930" y="122222"/>
                </a:cubicBezTo>
                <a:cubicBezTo>
                  <a:pt x="1024452" y="124630"/>
                  <a:pt x="1018254" y="125833"/>
                  <a:pt x="1011337" y="125833"/>
                </a:cubicBezTo>
                <a:cubicBezTo>
                  <a:pt x="999883" y="125833"/>
                  <a:pt x="991154" y="123447"/>
                  <a:pt x="985150" y="118674"/>
                </a:cubicBezTo>
                <a:cubicBezTo>
                  <a:pt x="979146" y="113901"/>
                  <a:pt x="975314" y="106825"/>
                  <a:pt x="973654" y="97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F39F5-FD71-4DC8-9089-0A466814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727" y="24145"/>
            <a:ext cx="2701449" cy="473624"/>
          </a:xfrm>
          <a:custGeom xmlns:a="http://schemas.openxmlformats.org/drawingml/2006/main">
            <a:pathLst>
              <a:path w="2701449" h="473624">
                <a:moveTo>
                  <a:pt x="2701449" y="473624"/>
                </a:moveTo>
                <a:lnTo>
                  <a:pt x="0" y="473624"/>
                </a:lnTo>
                <a:lnTo>
                  <a:pt x="0" y="0"/>
                </a:lnTo>
                <a:lnTo>
                  <a:pt x="2701449" y="0"/>
                </a:lnTo>
                <a:lnTo>
                  <a:pt x="2701449" y="47362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GlobalPatchInputs">
            <a:extLst xmlns:a="http://schemas.openxmlformats.org/drawingml/2006/main">
              <a:ext uri="{FF2B5EF4-FFF2-40B4-BE49-F238E27FC236}">
                <a16:creationId xmlns:a16="http://schemas.microsoft.com/office/drawing/2014/main" id="{6A7D7783-BB6B-43AB-901A-FC4B294F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423" y="165557"/>
            <a:ext cx="1466716" cy="157706"/>
          </a:xfrm>
          <a:custGeom xmlns:a="http://schemas.openxmlformats.org/drawingml/2006/main">
            <a:pathLst>
              <a:path w="1466716" h="157706">
                <a:moveTo>
                  <a:pt x="61007" y="76197"/>
                </a:moveTo>
                <a:lnTo>
                  <a:pt x="61007" y="61754"/>
                </a:lnTo>
                <a:lnTo>
                  <a:pt x="112553" y="61754"/>
                </a:lnTo>
                <a:lnTo>
                  <a:pt x="112553" y="106849"/>
                </a:lnTo>
                <a:cubicBezTo>
                  <a:pt x="104640" y="113150"/>
                  <a:pt x="96478" y="117890"/>
                  <a:pt x="88067" y="121068"/>
                </a:cubicBezTo>
                <a:cubicBezTo>
                  <a:pt x="79656" y="124245"/>
                  <a:pt x="71023" y="125833"/>
                  <a:pt x="62170" y="125833"/>
                </a:cubicBezTo>
                <a:cubicBezTo>
                  <a:pt x="50217" y="125833"/>
                  <a:pt x="39357" y="123274"/>
                  <a:pt x="29591" y="118155"/>
                </a:cubicBezTo>
                <a:cubicBezTo>
                  <a:pt x="19824" y="113037"/>
                  <a:pt x="12451" y="105636"/>
                  <a:pt x="7470" y="95952"/>
                </a:cubicBezTo>
                <a:cubicBezTo>
                  <a:pt x="2490" y="86268"/>
                  <a:pt x="0" y="75450"/>
                  <a:pt x="0" y="63498"/>
                </a:cubicBezTo>
                <a:cubicBezTo>
                  <a:pt x="0" y="51656"/>
                  <a:pt x="2476" y="40602"/>
                  <a:pt x="7429" y="30338"/>
                </a:cubicBezTo>
                <a:cubicBezTo>
                  <a:pt x="12381" y="20073"/>
                  <a:pt x="19506" y="12450"/>
                  <a:pt x="28802" y="7470"/>
                </a:cubicBezTo>
                <a:cubicBezTo>
                  <a:pt x="38099" y="2490"/>
                  <a:pt x="48806" y="0"/>
                  <a:pt x="60924" y="0"/>
                </a:cubicBezTo>
                <a:cubicBezTo>
                  <a:pt x="69723" y="0"/>
                  <a:pt x="77677" y="1427"/>
                  <a:pt x="84788" y="4280"/>
                </a:cubicBezTo>
                <a:cubicBezTo>
                  <a:pt x="91899" y="7133"/>
                  <a:pt x="97474" y="11108"/>
                  <a:pt x="101513" y="16204"/>
                </a:cubicBezTo>
                <a:cubicBezTo>
                  <a:pt x="105553" y="21300"/>
                  <a:pt x="108624" y="27947"/>
                  <a:pt x="110726" y="36145"/>
                </a:cubicBezTo>
                <a:lnTo>
                  <a:pt x="96201" y="40130"/>
                </a:lnTo>
                <a:cubicBezTo>
                  <a:pt x="94375" y="33925"/>
                  <a:pt x="92106" y="29049"/>
                  <a:pt x="89395" y="25503"/>
                </a:cubicBezTo>
                <a:cubicBezTo>
                  <a:pt x="86683" y="21954"/>
                  <a:pt x="82810" y="19113"/>
                  <a:pt x="77774" y="16979"/>
                </a:cubicBezTo>
                <a:cubicBezTo>
                  <a:pt x="72739" y="14845"/>
                  <a:pt x="67150" y="13779"/>
                  <a:pt x="61007" y="13779"/>
                </a:cubicBezTo>
                <a:cubicBezTo>
                  <a:pt x="53648" y="13779"/>
                  <a:pt x="47284" y="14900"/>
                  <a:pt x="41917" y="17143"/>
                </a:cubicBezTo>
                <a:cubicBezTo>
                  <a:pt x="36549" y="19386"/>
                  <a:pt x="32219" y="22335"/>
                  <a:pt x="28927" y="25990"/>
                </a:cubicBezTo>
                <a:cubicBezTo>
                  <a:pt x="25634" y="29646"/>
                  <a:pt x="23075" y="33661"/>
                  <a:pt x="21249" y="38036"/>
                </a:cubicBezTo>
                <a:cubicBezTo>
                  <a:pt x="18150" y="45569"/>
                  <a:pt x="16601" y="53738"/>
                  <a:pt x="16601" y="62543"/>
                </a:cubicBezTo>
                <a:cubicBezTo>
                  <a:pt x="16601" y="73397"/>
                  <a:pt x="18468" y="82480"/>
                  <a:pt x="22203" y="89791"/>
                </a:cubicBezTo>
                <a:cubicBezTo>
                  <a:pt x="25939" y="97103"/>
                  <a:pt x="31375" y="102531"/>
                  <a:pt x="38514" y="106076"/>
                </a:cubicBezTo>
                <a:cubicBezTo>
                  <a:pt x="45652" y="109619"/>
                  <a:pt x="53233" y="111391"/>
                  <a:pt x="61256" y="111391"/>
                </a:cubicBezTo>
                <a:cubicBezTo>
                  <a:pt x="68229" y="111391"/>
                  <a:pt x="75035" y="110052"/>
                  <a:pt x="81675" y="107375"/>
                </a:cubicBezTo>
                <a:cubicBezTo>
                  <a:pt x="88316" y="104697"/>
                  <a:pt x="93351" y="101839"/>
                  <a:pt x="96782" y="98803"/>
                </a:cubicBezTo>
                <a:lnTo>
                  <a:pt x="96782" y="76197"/>
                </a:lnTo>
                <a:lnTo>
                  <a:pt x="61007" y="76197"/>
                </a:lnTo>
                <a:close/>
                <a:moveTo>
                  <a:pt x="133909" y="123841"/>
                </a:moveTo>
                <a:lnTo>
                  <a:pt x="133909" y="2158"/>
                </a:lnTo>
                <a:lnTo>
                  <a:pt x="148849" y="2158"/>
                </a:lnTo>
                <a:lnTo>
                  <a:pt x="148849" y="123841"/>
                </a:lnTo>
                <a:lnTo>
                  <a:pt x="133909" y="123841"/>
                </a:lnTo>
                <a:close/>
                <a:moveTo>
                  <a:pt x="166418" y="79766"/>
                </a:moveTo>
                <a:cubicBezTo>
                  <a:pt x="166418" y="63442"/>
                  <a:pt x="170955" y="51351"/>
                  <a:pt x="180030" y="43494"/>
                </a:cubicBezTo>
                <a:cubicBezTo>
                  <a:pt x="187611" y="36964"/>
                  <a:pt x="196852" y="33699"/>
                  <a:pt x="207753" y="33699"/>
                </a:cubicBezTo>
                <a:cubicBezTo>
                  <a:pt x="219872" y="33699"/>
                  <a:pt x="229777" y="37670"/>
                  <a:pt x="237469" y="45610"/>
                </a:cubicBezTo>
                <a:cubicBezTo>
                  <a:pt x="245160" y="53551"/>
                  <a:pt x="249006" y="64521"/>
                  <a:pt x="249006" y="78521"/>
                </a:cubicBezTo>
                <a:cubicBezTo>
                  <a:pt x="249006" y="89865"/>
                  <a:pt x="247305" y="98788"/>
                  <a:pt x="243901" y="105290"/>
                </a:cubicBezTo>
                <a:cubicBezTo>
                  <a:pt x="240498" y="111792"/>
                  <a:pt x="235546" y="116841"/>
                  <a:pt x="229044" y="120438"/>
                </a:cubicBezTo>
                <a:cubicBezTo>
                  <a:pt x="222542" y="124035"/>
                  <a:pt x="215445" y="125833"/>
                  <a:pt x="207753" y="125833"/>
                </a:cubicBezTo>
                <a:cubicBezTo>
                  <a:pt x="195414" y="125833"/>
                  <a:pt x="185439" y="121877"/>
                  <a:pt x="177831" y="113964"/>
                </a:cubicBezTo>
                <a:cubicBezTo>
                  <a:pt x="170222" y="106051"/>
                  <a:pt x="166418" y="94651"/>
                  <a:pt x="166418" y="79766"/>
                </a:cubicBezTo>
                <a:moveTo>
                  <a:pt x="181773" y="79808"/>
                </a:moveTo>
                <a:cubicBezTo>
                  <a:pt x="181773" y="91082"/>
                  <a:pt x="184236" y="99524"/>
                  <a:pt x="189161" y="105134"/>
                </a:cubicBezTo>
                <a:cubicBezTo>
                  <a:pt x="194086" y="110744"/>
                  <a:pt x="200283" y="113549"/>
                  <a:pt x="207753" y="113549"/>
                </a:cubicBezTo>
                <a:cubicBezTo>
                  <a:pt x="215168" y="113549"/>
                  <a:pt x="221338" y="110730"/>
                  <a:pt x="226263" y="105093"/>
                </a:cubicBezTo>
                <a:cubicBezTo>
                  <a:pt x="231188" y="99455"/>
                  <a:pt x="233651" y="90861"/>
                  <a:pt x="233651" y="79310"/>
                </a:cubicBezTo>
                <a:cubicBezTo>
                  <a:pt x="233651" y="68422"/>
                  <a:pt x="231174" y="60174"/>
                  <a:pt x="226222" y="54564"/>
                </a:cubicBezTo>
                <a:cubicBezTo>
                  <a:pt x="221269" y="48955"/>
                  <a:pt x="215113" y="46150"/>
                  <a:pt x="207753" y="46150"/>
                </a:cubicBezTo>
                <a:cubicBezTo>
                  <a:pt x="200283" y="46150"/>
                  <a:pt x="194086" y="48941"/>
                  <a:pt x="189161" y="54523"/>
                </a:cubicBezTo>
                <a:cubicBezTo>
                  <a:pt x="184236" y="60105"/>
                  <a:pt x="181773" y="68533"/>
                  <a:pt x="181773" y="79808"/>
                </a:cubicBezTo>
                <a:close/>
                <a:moveTo>
                  <a:pt x="280273" y="123841"/>
                </a:moveTo>
                <a:lnTo>
                  <a:pt x="266411" y="123841"/>
                </a:lnTo>
                <a:lnTo>
                  <a:pt x="266411" y="2158"/>
                </a:lnTo>
                <a:lnTo>
                  <a:pt x="281352" y="2158"/>
                </a:lnTo>
                <a:lnTo>
                  <a:pt x="281352" y="45569"/>
                </a:lnTo>
                <a:cubicBezTo>
                  <a:pt x="287660" y="37656"/>
                  <a:pt x="295711" y="33699"/>
                  <a:pt x="305506" y="33699"/>
                </a:cubicBezTo>
                <a:cubicBezTo>
                  <a:pt x="310928" y="33699"/>
                  <a:pt x="316061" y="34792"/>
                  <a:pt x="320903" y="36978"/>
                </a:cubicBezTo>
                <a:cubicBezTo>
                  <a:pt x="325745" y="39164"/>
                  <a:pt x="329729" y="42235"/>
                  <a:pt x="332855" y="46191"/>
                </a:cubicBezTo>
                <a:cubicBezTo>
                  <a:pt x="335982" y="50148"/>
                  <a:pt x="338430" y="54921"/>
                  <a:pt x="340201" y="60509"/>
                </a:cubicBezTo>
                <a:cubicBezTo>
                  <a:pt x="341972" y="66098"/>
                  <a:pt x="342857" y="72075"/>
                  <a:pt x="342857" y="78438"/>
                </a:cubicBezTo>
                <a:cubicBezTo>
                  <a:pt x="342857" y="93545"/>
                  <a:pt x="339122" y="105221"/>
                  <a:pt x="331652" y="113466"/>
                </a:cubicBezTo>
                <a:cubicBezTo>
                  <a:pt x="324181" y="121711"/>
                  <a:pt x="315217" y="125833"/>
                  <a:pt x="304759" y="125833"/>
                </a:cubicBezTo>
                <a:cubicBezTo>
                  <a:pt x="294355" y="125833"/>
                  <a:pt x="286193" y="121489"/>
                  <a:pt x="280273" y="112802"/>
                </a:cubicBezTo>
                <a:lnTo>
                  <a:pt x="280273" y="123841"/>
                </a:lnTo>
                <a:moveTo>
                  <a:pt x="280107" y="79102"/>
                </a:moveTo>
                <a:cubicBezTo>
                  <a:pt x="280107" y="89671"/>
                  <a:pt x="281545" y="97308"/>
                  <a:pt x="284423" y="102011"/>
                </a:cubicBezTo>
                <a:cubicBezTo>
                  <a:pt x="289126" y="109703"/>
                  <a:pt x="295490" y="113549"/>
                  <a:pt x="303513" y="113549"/>
                </a:cubicBezTo>
                <a:cubicBezTo>
                  <a:pt x="310043" y="113549"/>
                  <a:pt x="315687" y="110713"/>
                  <a:pt x="320446" y="105041"/>
                </a:cubicBezTo>
                <a:cubicBezTo>
                  <a:pt x="325205" y="99369"/>
                  <a:pt x="327584" y="90916"/>
                  <a:pt x="327584" y="79683"/>
                </a:cubicBezTo>
                <a:cubicBezTo>
                  <a:pt x="327584" y="68173"/>
                  <a:pt x="325302" y="59679"/>
                  <a:pt x="320737" y="54201"/>
                </a:cubicBezTo>
                <a:cubicBezTo>
                  <a:pt x="316171" y="48723"/>
                  <a:pt x="310652" y="45984"/>
                  <a:pt x="304178" y="45984"/>
                </a:cubicBezTo>
                <a:cubicBezTo>
                  <a:pt x="297648" y="45984"/>
                  <a:pt x="292004" y="48820"/>
                  <a:pt x="287245" y="54492"/>
                </a:cubicBezTo>
                <a:cubicBezTo>
                  <a:pt x="282486" y="60164"/>
                  <a:pt x="280107" y="68367"/>
                  <a:pt x="280107" y="79102"/>
                </a:cubicBezTo>
                <a:close/>
                <a:moveTo>
                  <a:pt x="418530" y="112719"/>
                </a:moveTo>
                <a:cubicBezTo>
                  <a:pt x="412997" y="117514"/>
                  <a:pt x="407671" y="120899"/>
                  <a:pt x="402552" y="122874"/>
                </a:cubicBezTo>
                <a:cubicBezTo>
                  <a:pt x="397434" y="124847"/>
                  <a:pt x="391941" y="125833"/>
                  <a:pt x="386076" y="125833"/>
                </a:cubicBezTo>
                <a:cubicBezTo>
                  <a:pt x="376392" y="125833"/>
                  <a:pt x="368950" y="123468"/>
                  <a:pt x="363748" y="118736"/>
                </a:cubicBezTo>
                <a:cubicBezTo>
                  <a:pt x="358546" y="114005"/>
                  <a:pt x="355946" y="107960"/>
                  <a:pt x="355946" y="100600"/>
                </a:cubicBezTo>
                <a:cubicBezTo>
                  <a:pt x="355946" y="96284"/>
                  <a:pt x="356928" y="92341"/>
                  <a:pt x="358892" y="88772"/>
                </a:cubicBezTo>
                <a:cubicBezTo>
                  <a:pt x="360857" y="85203"/>
                  <a:pt x="363430" y="82339"/>
                  <a:pt x="366612" y="80181"/>
                </a:cubicBezTo>
                <a:cubicBezTo>
                  <a:pt x="369793" y="78023"/>
                  <a:pt x="373376" y="76391"/>
                  <a:pt x="377361" y="75284"/>
                </a:cubicBezTo>
                <a:cubicBezTo>
                  <a:pt x="380293" y="74509"/>
                  <a:pt x="384720" y="73762"/>
                  <a:pt x="390641" y="73043"/>
                </a:cubicBezTo>
                <a:cubicBezTo>
                  <a:pt x="402704" y="71604"/>
                  <a:pt x="411586" y="69889"/>
                  <a:pt x="417285" y="67897"/>
                </a:cubicBezTo>
                <a:cubicBezTo>
                  <a:pt x="417341" y="65858"/>
                  <a:pt x="417368" y="64563"/>
                  <a:pt x="417368" y="64011"/>
                </a:cubicBezTo>
                <a:cubicBezTo>
                  <a:pt x="417368" y="57947"/>
                  <a:pt x="415957" y="53675"/>
                  <a:pt x="413135" y="51195"/>
                </a:cubicBezTo>
                <a:cubicBezTo>
                  <a:pt x="409317" y="47832"/>
                  <a:pt x="403645" y="46150"/>
                  <a:pt x="396119" y="46150"/>
                </a:cubicBezTo>
                <a:cubicBezTo>
                  <a:pt x="389092" y="46150"/>
                  <a:pt x="383904" y="47381"/>
                  <a:pt x="380556" y="49844"/>
                </a:cubicBezTo>
                <a:cubicBezTo>
                  <a:pt x="377208" y="52306"/>
                  <a:pt x="374732" y="56664"/>
                  <a:pt x="373127" y="62917"/>
                </a:cubicBezTo>
                <a:lnTo>
                  <a:pt x="358519" y="60924"/>
                </a:lnTo>
                <a:cubicBezTo>
                  <a:pt x="359847" y="54653"/>
                  <a:pt x="362033" y="49588"/>
                  <a:pt x="365076" y="45730"/>
                </a:cubicBezTo>
                <a:cubicBezTo>
                  <a:pt x="368120" y="41872"/>
                  <a:pt x="372519" y="38903"/>
                  <a:pt x="378274" y="36822"/>
                </a:cubicBezTo>
                <a:cubicBezTo>
                  <a:pt x="384028" y="34740"/>
                  <a:pt x="390696" y="33699"/>
                  <a:pt x="398277" y="33699"/>
                </a:cubicBezTo>
                <a:cubicBezTo>
                  <a:pt x="405803" y="33699"/>
                  <a:pt x="411918" y="34588"/>
                  <a:pt x="416621" y="36366"/>
                </a:cubicBezTo>
                <a:cubicBezTo>
                  <a:pt x="421325" y="38142"/>
                  <a:pt x="424783" y="40377"/>
                  <a:pt x="426997" y="43071"/>
                </a:cubicBezTo>
                <a:cubicBezTo>
                  <a:pt x="429210" y="45763"/>
                  <a:pt x="430759" y="49165"/>
                  <a:pt x="431645" y="53275"/>
                </a:cubicBezTo>
                <a:cubicBezTo>
                  <a:pt x="432143" y="55829"/>
                  <a:pt x="432392" y="60417"/>
                  <a:pt x="432392" y="67038"/>
                </a:cubicBezTo>
                <a:lnTo>
                  <a:pt x="432392" y="86902"/>
                </a:lnTo>
                <a:cubicBezTo>
                  <a:pt x="432392" y="100751"/>
                  <a:pt x="432710" y="109523"/>
                  <a:pt x="433346" y="113217"/>
                </a:cubicBezTo>
                <a:cubicBezTo>
                  <a:pt x="433983" y="116910"/>
                  <a:pt x="435242" y="120452"/>
                  <a:pt x="437123" y="123841"/>
                </a:cubicBezTo>
                <a:lnTo>
                  <a:pt x="421518" y="123841"/>
                </a:lnTo>
                <a:cubicBezTo>
                  <a:pt x="419969" y="120671"/>
                  <a:pt x="418973" y="116964"/>
                  <a:pt x="418530" y="112719"/>
                </a:cubicBezTo>
                <a:moveTo>
                  <a:pt x="417285" y="79683"/>
                </a:moveTo>
                <a:cubicBezTo>
                  <a:pt x="411862" y="81886"/>
                  <a:pt x="403728" y="83759"/>
                  <a:pt x="392882" y="85302"/>
                </a:cubicBezTo>
                <a:cubicBezTo>
                  <a:pt x="386740" y="86182"/>
                  <a:pt x="382396" y="87173"/>
                  <a:pt x="379851" y="88274"/>
                </a:cubicBezTo>
                <a:cubicBezTo>
                  <a:pt x="377305" y="89376"/>
                  <a:pt x="375341" y="90986"/>
                  <a:pt x="373957" y="93106"/>
                </a:cubicBezTo>
                <a:cubicBezTo>
                  <a:pt x="372574" y="95226"/>
                  <a:pt x="371882" y="97581"/>
                  <a:pt x="371882" y="100169"/>
                </a:cubicBezTo>
                <a:cubicBezTo>
                  <a:pt x="371882" y="104135"/>
                  <a:pt x="373390" y="107439"/>
                  <a:pt x="376406" y="110083"/>
                </a:cubicBezTo>
                <a:cubicBezTo>
                  <a:pt x="379422" y="112725"/>
                  <a:pt x="383835" y="114047"/>
                  <a:pt x="389645" y="114047"/>
                </a:cubicBezTo>
                <a:cubicBezTo>
                  <a:pt x="395400" y="114047"/>
                  <a:pt x="400518" y="112792"/>
                  <a:pt x="405001" y="110283"/>
                </a:cubicBezTo>
                <a:cubicBezTo>
                  <a:pt x="409483" y="107772"/>
                  <a:pt x="412775" y="104342"/>
                  <a:pt x="414878" y="99993"/>
                </a:cubicBezTo>
                <a:cubicBezTo>
                  <a:pt x="416483" y="96637"/>
                  <a:pt x="417285" y="91683"/>
                  <a:pt x="417285" y="85133"/>
                </a:cubicBezTo>
                <a:lnTo>
                  <a:pt x="417285" y="79683"/>
                </a:lnTo>
                <a:close/>
                <a:moveTo>
                  <a:pt x="455192" y="123841"/>
                </a:moveTo>
                <a:lnTo>
                  <a:pt x="455192" y="2158"/>
                </a:lnTo>
                <a:lnTo>
                  <a:pt x="470132" y="2158"/>
                </a:lnTo>
                <a:lnTo>
                  <a:pt x="470132" y="123841"/>
                </a:lnTo>
                <a:lnTo>
                  <a:pt x="455192" y="123841"/>
                </a:lnTo>
                <a:close/>
                <a:moveTo>
                  <a:pt x="542258" y="123841"/>
                </a:moveTo>
                <a:lnTo>
                  <a:pt x="542258" y="2158"/>
                </a:lnTo>
                <a:lnTo>
                  <a:pt x="588159" y="2158"/>
                </a:lnTo>
                <a:cubicBezTo>
                  <a:pt x="596238" y="2158"/>
                  <a:pt x="602408" y="2545"/>
                  <a:pt x="606669" y="3320"/>
                </a:cubicBezTo>
                <a:cubicBezTo>
                  <a:pt x="612645" y="4316"/>
                  <a:pt x="617653" y="6211"/>
                  <a:pt x="621693" y="9006"/>
                </a:cubicBezTo>
                <a:cubicBezTo>
                  <a:pt x="625732" y="11800"/>
                  <a:pt x="628983" y="15715"/>
                  <a:pt x="631446" y="20751"/>
                </a:cubicBezTo>
                <a:cubicBezTo>
                  <a:pt x="633908" y="25786"/>
                  <a:pt x="635139" y="31320"/>
                  <a:pt x="635139" y="37352"/>
                </a:cubicBezTo>
                <a:cubicBezTo>
                  <a:pt x="635139" y="47699"/>
                  <a:pt x="631847" y="56456"/>
                  <a:pt x="625262" y="63622"/>
                </a:cubicBezTo>
                <a:cubicBezTo>
                  <a:pt x="618677" y="70788"/>
                  <a:pt x="606780" y="74371"/>
                  <a:pt x="589570" y="74371"/>
                </a:cubicBezTo>
                <a:lnTo>
                  <a:pt x="558361" y="74371"/>
                </a:lnTo>
                <a:lnTo>
                  <a:pt x="558361" y="123841"/>
                </a:lnTo>
                <a:lnTo>
                  <a:pt x="542258" y="123841"/>
                </a:lnTo>
                <a:moveTo>
                  <a:pt x="558361" y="59928"/>
                </a:moveTo>
                <a:lnTo>
                  <a:pt x="589819" y="59928"/>
                </a:lnTo>
                <a:cubicBezTo>
                  <a:pt x="600222" y="59928"/>
                  <a:pt x="607610" y="57999"/>
                  <a:pt x="611981" y="54142"/>
                </a:cubicBezTo>
                <a:cubicBezTo>
                  <a:pt x="616353" y="50282"/>
                  <a:pt x="618539" y="44852"/>
                  <a:pt x="618539" y="37852"/>
                </a:cubicBezTo>
                <a:cubicBezTo>
                  <a:pt x="618539" y="32780"/>
                  <a:pt x="617252" y="28439"/>
                  <a:pt x="614679" y="24828"/>
                </a:cubicBezTo>
                <a:cubicBezTo>
                  <a:pt x="612106" y="21218"/>
                  <a:pt x="608716" y="18833"/>
                  <a:pt x="604511" y="17675"/>
                </a:cubicBezTo>
                <a:cubicBezTo>
                  <a:pt x="601800" y="16959"/>
                  <a:pt x="596792" y="16601"/>
                  <a:pt x="589487" y="16601"/>
                </a:cubicBezTo>
                <a:lnTo>
                  <a:pt x="558361" y="16601"/>
                </a:lnTo>
                <a:lnTo>
                  <a:pt x="558361" y="59928"/>
                </a:lnTo>
                <a:close/>
                <a:moveTo>
                  <a:pt x="711085" y="112719"/>
                </a:moveTo>
                <a:cubicBezTo>
                  <a:pt x="705551" y="117514"/>
                  <a:pt x="700225" y="120899"/>
                  <a:pt x="695106" y="122874"/>
                </a:cubicBezTo>
                <a:cubicBezTo>
                  <a:pt x="689988" y="124847"/>
                  <a:pt x="684496" y="125833"/>
                  <a:pt x="678630" y="125833"/>
                </a:cubicBezTo>
                <a:cubicBezTo>
                  <a:pt x="668947" y="125833"/>
                  <a:pt x="661504" y="123468"/>
                  <a:pt x="656302" y="118736"/>
                </a:cubicBezTo>
                <a:cubicBezTo>
                  <a:pt x="651101" y="114005"/>
                  <a:pt x="648500" y="107960"/>
                  <a:pt x="648500" y="100600"/>
                </a:cubicBezTo>
                <a:cubicBezTo>
                  <a:pt x="648500" y="96284"/>
                  <a:pt x="649482" y="92341"/>
                  <a:pt x="651447" y="88772"/>
                </a:cubicBezTo>
                <a:cubicBezTo>
                  <a:pt x="653411" y="85203"/>
                  <a:pt x="655984" y="82339"/>
                  <a:pt x="659166" y="80181"/>
                </a:cubicBezTo>
                <a:cubicBezTo>
                  <a:pt x="662348" y="78023"/>
                  <a:pt x="665931" y="76391"/>
                  <a:pt x="669915" y="75284"/>
                </a:cubicBezTo>
                <a:cubicBezTo>
                  <a:pt x="672848" y="74509"/>
                  <a:pt x="677275" y="73762"/>
                  <a:pt x="683195" y="73043"/>
                </a:cubicBezTo>
                <a:cubicBezTo>
                  <a:pt x="695259" y="71604"/>
                  <a:pt x="704140" y="69889"/>
                  <a:pt x="709840" y="67897"/>
                </a:cubicBezTo>
                <a:cubicBezTo>
                  <a:pt x="709895" y="65858"/>
                  <a:pt x="709923" y="64563"/>
                  <a:pt x="709923" y="64011"/>
                </a:cubicBezTo>
                <a:cubicBezTo>
                  <a:pt x="709923" y="57947"/>
                  <a:pt x="708511" y="53675"/>
                  <a:pt x="705689" y="51195"/>
                </a:cubicBezTo>
                <a:cubicBezTo>
                  <a:pt x="701871" y="47832"/>
                  <a:pt x="696199" y="46150"/>
                  <a:pt x="688674" y="46150"/>
                </a:cubicBezTo>
                <a:cubicBezTo>
                  <a:pt x="681646" y="46150"/>
                  <a:pt x="676458" y="47381"/>
                  <a:pt x="673111" y="49844"/>
                </a:cubicBezTo>
                <a:cubicBezTo>
                  <a:pt x="669763" y="52306"/>
                  <a:pt x="667286" y="56664"/>
                  <a:pt x="665682" y="62917"/>
                </a:cubicBezTo>
                <a:lnTo>
                  <a:pt x="651073" y="60924"/>
                </a:lnTo>
                <a:cubicBezTo>
                  <a:pt x="652401" y="54653"/>
                  <a:pt x="654587" y="49588"/>
                  <a:pt x="657630" y="45730"/>
                </a:cubicBezTo>
                <a:cubicBezTo>
                  <a:pt x="660674" y="41872"/>
                  <a:pt x="665073" y="38903"/>
                  <a:pt x="670828" y="36822"/>
                </a:cubicBezTo>
                <a:cubicBezTo>
                  <a:pt x="676583" y="34740"/>
                  <a:pt x="683251" y="33699"/>
                  <a:pt x="690832" y="33699"/>
                </a:cubicBezTo>
                <a:cubicBezTo>
                  <a:pt x="698357" y="33699"/>
                  <a:pt x="704472" y="34588"/>
                  <a:pt x="709175" y="36366"/>
                </a:cubicBezTo>
                <a:cubicBezTo>
                  <a:pt x="713879" y="38142"/>
                  <a:pt x="717337" y="40377"/>
                  <a:pt x="719551" y="43071"/>
                </a:cubicBezTo>
                <a:cubicBezTo>
                  <a:pt x="721764" y="45763"/>
                  <a:pt x="723314" y="49165"/>
                  <a:pt x="724199" y="53275"/>
                </a:cubicBezTo>
                <a:cubicBezTo>
                  <a:pt x="724697" y="55829"/>
                  <a:pt x="724946" y="60417"/>
                  <a:pt x="724946" y="67038"/>
                </a:cubicBezTo>
                <a:lnTo>
                  <a:pt x="724946" y="86902"/>
                </a:lnTo>
                <a:cubicBezTo>
                  <a:pt x="724946" y="100751"/>
                  <a:pt x="725264" y="109523"/>
                  <a:pt x="725901" y="113217"/>
                </a:cubicBezTo>
                <a:cubicBezTo>
                  <a:pt x="726537" y="116910"/>
                  <a:pt x="727796" y="120452"/>
                  <a:pt x="729677" y="123841"/>
                </a:cubicBezTo>
                <a:lnTo>
                  <a:pt x="714073" y="123841"/>
                </a:lnTo>
                <a:cubicBezTo>
                  <a:pt x="712523" y="120671"/>
                  <a:pt x="711527" y="116964"/>
                  <a:pt x="711085" y="112719"/>
                </a:cubicBezTo>
                <a:moveTo>
                  <a:pt x="709840" y="79683"/>
                </a:moveTo>
                <a:cubicBezTo>
                  <a:pt x="704417" y="81886"/>
                  <a:pt x="696282" y="83759"/>
                  <a:pt x="685437" y="85302"/>
                </a:cubicBezTo>
                <a:cubicBezTo>
                  <a:pt x="679294" y="86182"/>
                  <a:pt x="674950" y="87173"/>
                  <a:pt x="672405" y="88274"/>
                </a:cubicBezTo>
                <a:cubicBezTo>
                  <a:pt x="669860" y="89376"/>
                  <a:pt x="667895" y="90986"/>
                  <a:pt x="666512" y="93106"/>
                </a:cubicBezTo>
                <a:cubicBezTo>
                  <a:pt x="665128" y="95226"/>
                  <a:pt x="664437" y="97581"/>
                  <a:pt x="664437" y="100169"/>
                </a:cubicBezTo>
                <a:cubicBezTo>
                  <a:pt x="664437" y="104135"/>
                  <a:pt x="665945" y="107439"/>
                  <a:pt x="668960" y="110083"/>
                </a:cubicBezTo>
                <a:cubicBezTo>
                  <a:pt x="671976" y="112725"/>
                  <a:pt x="676389" y="114047"/>
                  <a:pt x="682199" y="114047"/>
                </a:cubicBezTo>
                <a:cubicBezTo>
                  <a:pt x="687954" y="114047"/>
                  <a:pt x="693073" y="112792"/>
                  <a:pt x="697555" y="110283"/>
                </a:cubicBezTo>
                <a:cubicBezTo>
                  <a:pt x="702037" y="107772"/>
                  <a:pt x="705330" y="104342"/>
                  <a:pt x="707432" y="99993"/>
                </a:cubicBezTo>
                <a:cubicBezTo>
                  <a:pt x="709037" y="96637"/>
                  <a:pt x="709840" y="91683"/>
                  <a:pt x="709840" y="85133"/>
                </a:cubicBezTo>
                <a:lnTo>
                  <a:pt x="709840" y="79683"/>
                </a:lnTo>
                <a:close/>
                <a:moveTo>
                  <a:pt x="780698" y="110477"/>
                </a:moveTo>
                <a:lnTo>
                  <a:pt x="782857" y="123675"/>
                </a:lnTo>
                <a:cubicBezTo>
                  <a:pt x="778651" y="124560"/>
                  <a:pt x="774888" y="125003"/>
                  <a:pt x="771568" y="125003"/>
                </a:cubicBezTo>
                <a:cubicBezTo>
                  <a:pt x="766145" y="125003"/>
                  <a:pt x="761940" y="124145"/>
                  <a:pt x="758952" y="122430"/>
                </a:cubicBezTo>
                <a:cubicBezTo>
                  <a:pt x="755963" y="120715"/>
                  <a:pt x="753861" y="118460"/>
                  <a:pt x="752643" y="115665"/>
                </a:cubicBezTo>
                <a:cubicBezTo>
                  <a:pt x="751426" y="112871"/>
                  <a:pt x="750817" y="106991"/>
                  <a:pt x="750817" y="98027"/>
                </a:cubicBezTo>
                <a:lnTo>
                  <a:pt x="750817" y="47312"/>
                </a:lnTo>
                <a:lnTo>
                  <a:pt x="739861" y="47312"/>
                </a:lnTo>
                <a:lnTo>
                  <a:pt x="739861" y="35691"/>
                </a:lnTo>
                <a:lnTo>
                  <a:pt x="750817" y="35691"/>
                </a:lnTo>
                <a:lnTo>
                  <a:pt x="750817" y="13862"/>
                </a:lnTo>
                <a:lnTo>
                  <a:pt x="765675" y="4897"/>
                </a:lnTo>
                <a:lnTo>
                  <a:pt x="765675" y="35691"/>
                </a:lnTo>
                <a:lnTo>
                  <a:pt x="780698" y="35691"/>
                </a:lnTo>
                <a:lnTo>
                  <a:pt x="780698" y="47312"/>
                </a:lnTo>
                <a:lnTo>
                  <a:pt x="765675" y="47312"/>
                </a:lnTo>
                <a:lnTo>
                  <a:pt x="765675" y="98857"/>
                </a:lnTo>
                <a:cubicBezTo>
                  <a:pt x="765675" y="103118"/>
                  <a:pt x="765938" y="105857"/>
                  <a:pt x="766463" y="107074"/>
                </a:cubicBezTo>
                <a:cubicBezTo>
                  <a:pt x="766989" y="108292"/>
                  <a:pt x="767847" y="109260"/>
                  <a:pt x="769037" y="109979"/>
                </a:cubicBezTo>
                <a:cubicBezTo>
                  <a:pt x="770226" y="110699"/>
                  <a:pt x="771928" y="111058"/>
                  <a:pt x="774141" y="111058"/>
                </a:cubicBezTo>
                <a:cubicBezTo>
                  <a:pt x="775801" y="111058"/>
                  <a:pt x="777987" y="110865"/>
                  <a:pt x="780698" y="110477"/>
                </a:cubicBezTo>
                <a:close/>
                <a:moveTo>
                  <a:pt x="852687" y="91470"/>
                </a:moveTo>
                <a:lnTo>
                  <a:pt x="867378" y="93462"/>
                </a:lnTo>
                <a:cubicBezTo>
                  <a:pt x="865774" y="103588"/>
                  <a:pt x="861665" y="111515"/>
                  <a:pt x="855052" y="117242"/>
                </a:cubicBezTo>
                <a:cubicBezTo>
                  <a:pt x="848440" y="122969"/>
                  <a:pt x="840319" y="125833"/>
                  <a:pt x="830691" y="125833"/>
                </a:cubicBezTo>
                <a:cubicBezTo>
                  <a:pt x="818628" y="125833"/>
                  <a:pt x="808930" y="121890"/>
                  <a:pt x="801598" y="114005"/>
                </a:cubicBezTo>
                <a:cubicBezTo>
                  <a:pt x="794266" y="106120"/>
                  <a:pt x="790600" y="94818"/>
                  <a:pt x="790600" y="80098"/>
                </a:cubicBezTo>
                <a:cubicBezTo>
                  <a:pt x="790600" y="70581"/>
                  <a:pt x="792177" y="62253"/>
                  <a:pt x="795331" y="55114"/>
                </a:cubicBezTo>
                <a:cubicBezTo>
                  <a:pt x="798486" y="47976"/>
                  <a:pt x="803286" y="42622"/>
                  <a:pt x="809733" y="39053"/>
                </a:cubicBezTo>
                <a:cubicBezTo>
                  <a:pt x="816179" y="35484"/>
                  <a:pt x="823193" y="33699"/>
                  <a:pt x="830774" y="33699"/>
                </a:cubicBezTo>
                <a:cubicBezTo>
                  <a:pt x="840347" y="33699"/>
                  <a:pt x="848177" y="36106"/>
                  <a:pt x="854264" y="40921"/>
                </a:cubicBezTo>
                <a:cubicBezTo>
                  <a:pt x="860351" y="45733"/>
                  <a:pt x="864252" y="52567"/>
                  <a:pt x="865967" y="61422"/>
                </a:cubicBezTo>
                <a:lnTo>
                  <a:pt x="851442" y="63747"/>
                </a:lnTo>
                <a:cubicBezTo>
                  <a:pt x="850058" y="57853"/>
                  <a:pt x="847610" y="53420"/>
                  <a:pt x="844096" y="50445"/>
                </a:cubicBezTo>
                <a:cubicBezTo>
                  <a:pt x="840582" y="47471"/>
                  <a:pt x="836335" y="45984"/>
                  <a:pt x="831355" y="45984"/>
                </a:cubicBezTo>
                <a:cubicBezTo>
                  <a:pt x="823829" y="45984"/>
                  <a:pt x="817715" y="48681"/>
                  <a:pt x="813011" y="54077"/>
                </a:cubicBezTo>
                <a:cubicBezTo>
                  <a:pt x="808308" y="59472"/>
                  <a:pt x="805956" y="68007"/>
                  <a:pt x="805956" y="79683"/>
                </a:cubicBezTo>
                <a:cubicBezTo>
                  <a:pt x="805956" y="91525"/>
                  <a:pt x="808225" y="100130"/>
                  <a:pt x="812762" y="105497"/>
                </a:cubicBezTo>
                <a:cubicBezTo>
                  <a:pt x="817300" y="110865"/>
                  <a:pt x="823221" y="113549"/>
                  <a:pt x="830525" y="113549"/>
                </a:cubicBezTo>
                <a:cubicBezTo>
                  <a:pt x="836390" y="113549"/>
                  <a:pt x="841288" y="111743"/>
                  <a:pt x="845217" y="108133"/>
                </a:cubicBezTo>
                <a:cubicBezTo>
                  <a:pt x="849145" y="104522"/>
                  <a:pt x="851635" y="98968"/>
                  <a:pt x="852687" y="91470"/>
                </a:cubicBezTo>
                <a:close/>
                <a:moveTo>
                  <a:pt x="880161" y="123841"/>
                </a:moveTo>
                <a:lnTo>
                  <a:pt x="880161" y="2158"/>
                </a:lnTo>
                <a:lnTo>
                  <a:pt x="895102" y="2158"/>
                </a:lnTo>
                <a:lnTo>
                  <a:pt x="895102" y="45896"/>
                </a:lnTo>
                <a:cubicBezTo>
                  <a:pt x="902074" y="37765"/>
                  <a:pt x="910872" y="33699"/>
                  <a:pt x="921497" y="33699"/>
                </a:cubicBezTo>
                <a:cubicBezTo>
                  <a:pt x="928026" y="33699"/>
                  <a:pt x="933698" y="34986"/>
                  <a:pt x="938513" y="37559"/>
                </a:cubicBezTo>
                <a:cubicBezTo>
                  <a:pt x="943327" y="40132"/>
                  <a:pt x="946771" y="43687"/>
                  <a:pt x="948847" y="48225"/>
                </a:cubicBezTo>
                <a:cubicBezTo>
                  <a:pt x="950922" y="52762"/>
                  <a:pt x="951959" y="59347"/>
                  <a:pt x="951959" y="67980"/>
                </a:cubicBezTo>
                <a:lnTo>
                  <a:pt x="951959" y="123841"/>
                </a:lnTo>
                <a:lnTo>
                  <a:pt x="937019" y="123841"/>
                </a:lnTo>
                <a:lnTo>
                  <a:pt x="937019" y="68039"/>
                </a:lnTo>
                <a:cubicBezTo>
                  <a:pt x="937019" y="60578"/>
                  <a:pt x="935400" y="55147"/>
                  <a:pt x="932163" y="51747"/>
                </a:cubicBezTo>
                <a:cubicBezTo>
                  <a:pt x="928926" y="48348"/>
                  <a:pt x="924347" y="46648"/>
                  <a:pt x="918426" y="46648"/>
                </a:cubicBezTo>
                <a:cubicBezTo>
                  <a:pt x="913999" y="46648"/>
                  <a:pt x="909835" y="47795"/>
                  <a:pt x="905934" y="50090"/>
                </a:cubicBezTo>
                <a:cubicBezTo>
                  <a:pt x="902033" y="52383"/>
                  <a:pt x="899252" y="55492"/>
                  <a:pt x="897592" y="59417"/>
                </a:cubicBezTo>
                <a:cubicBezTo>
                  <a:pt x="895932" y="63341"/>
                  <a:pt x="895102" y="68758"/>
                  <a:pt x="895102" y="75668"/>
                </a:cubicBezTo>
                <a:lnTo>
                  <a:pt x="895102" y="123841"/>
                </a:lnTo>
                <a:lnTo>
                  <a:pt x="880161" y="123841"/>
                </a:lnTo>
                <a:close/>
                <a:moveTo>
                  <a:pt x="1026412" y="123841"/>
                </a:moveTo>
                <a:lnTo>
                  <a:pt x="1026412" y="2158"/>
                </a:lnTo>
                <a:lnTo>
                  <a:pt x="1042514" y="2158"/>
                </a:lnTo>
                <a:lnTo>
                  <a:pt x="1042514" y="123841"/>
                </a:lnTo>
                <a:lnTo>
                  <a:pt x="1026412" y="123841"/>
                </a:lnTo>
                <a:close/>
                <a:moveTo>
                  <a:pt x="1068851" y="123841"/>
                </a:moveTo>
                <a:lnTo>
                  <a:pt x="1068851" y="35691"/>
                </a:lnTo>
                <a:lnTo>
                  <a:pt x="1082297" y="35691"/>
                </a:lnTo>
                <a:lnTo>
                  <a:pt x="1082297" y="48225"/>
                </a:lnTo>
                <a:cubicBezTo>
                  <a:pt x="1088772" y="38541"/>
                  <a:pt x="1098123" y="33699"/>
                  <a:pt x="1110353" y="33699"/>
                </a:cubicBezTo>
                <a:cubicBezTo>
                  <a:pt x="1115665" y="33699"/>
                  <a:pt x="1120548" y="34654"/>
                  <a:pt x="1125003" y="36563"/>
                </a:cubicBezTo>
                <a:cubicBezTo>
                  <a:pt x="1129457" y="38472"/>
                  <a:pt x="1132791" y="40976"/>
                  <a:pt x="1135005" y="44075"/>
                </a:cubicBezTo>
                <a:cubicBezTo>
                  <a:pt x="1137218" y="47174"/>
                  <a:pt x="1138767" y="50853"/>
                  <a:pt x="1139653" y="55114"/>
                </a:cubicBezTo>
                <a:cubicBezTo>
                  <a:pt x="1140206" y="57881"/>
                  <a:pt x="1140483" y="62723"/>
                  <a:pt x="1140483" y="69640"/>
                </a:cubicBezTo>
                <a:lnTo>
                  <a:pt x="1140483" y="123841"/>
                </a:lnTo>
                <a:lnTo>
                  <a:pt x="1125542" y="123841"/>
                </a:lnTo>
                <a:lnTo>
                  <a:pt x="1125542" y="70221"/>
                </a:lnTo>
                <a:cubicBezTo>
                  <a:pt x="1125542" y="64134"/>
                  <a:pt x="1124961" y="59583"/>
                  <a:pt x="1123799" y="56567"/>
                </a:cubicBezTo>
                <a:cubicBezTo>
                  <a:pt x="1122637" y="53551"/>
                  <a:pt x="1120576" y="51144"/>
                  <a:pt x="1117615" y="49345"/>
                </a:cubicBezTo>
                <a:cubicBezTo>
                  <a:pt x="1114655" y="47547"/>
                  <a:pt x="1111183" y="46648"/>
                  <a:pt x="1107198" y="46648"/>
                </a:cubicBezTo>
                <a:cubicBezTo>
                  <a:pt x="1100835" y="46648"/>
                  <a:pt x="1095343" y="48668"/>
                  <a:pt x="1090722" y="52707"/>
                </a:cubicBezTo>
                <a:cubicBezTo>
                  <a:pt x="1086102" y="56747"/>
                  <a:pt x="1083791" y="64411"/>
                  <a:pt x="1083791" y="75699"/>
                </a:cubicBezTo>
                <a:lnTo>
                  <a:pt x="1083791" y="123841"/>
                </a:lnTo>
                <a:lnTo>
                  <a:pt x="1068851" y="123841"/>
                </a:lnTo>
                <a:close/>
                <a:moveTo>
                  <a:pt x="1163366" y="157706"/>
                </a:moveTo>
                <a:lnTo>
                  <a:pt x="1163366" y="35691"/>
                </a:lnTo>
                <a:lnTo>
                  <a:pt x="1176978" y="35691"/>
                </a:lnTo>
                <a:lnTo>
                  <a:pt x="1176978" y="47226"/>
                </a:lnTo>
                <a:cubicBezTo>
                  <a:pt x="1180188" y="42716"/>
                  <a:pt x="1183812" y="39335"/>
                  <a:pt x="1187852" y="37082"/>
                </a:cubicBezTo>
                <a:cubicBezTo>
                  <a:pt x="1191891" y="34827"/>
                  <a:pt x="1196788" y="33699"/>
                  <a:pt x="1202543" y="33699"/>
                </a:cubicBezTo>
                <a:cubicBezTo>
                  <a:pt x="1210069" y="33699"/>
                  <a:pt x="1216709" y="35636"/>
                  <a:pt x="1222464" y="39510"/>
                </a:cubicBezTo>
                <a:cubicBezTo>
                  <a:pt x="1228219" y="43383"/>
                  <a:pt x="1232563" y="48847"/>
                  <a:pt x="1235496" y="55903"/>
                </a:cubicBezTo>
                <a:cubicBezTo>
                  <a:pt x="1238429" y="62958"/>
                  <a:pt x="1239895" y="70691"/>
                  <a:pt x="1239895" y="79102"/>
                </a:cubicBezTo>
                <a:cubicBezTo>
                  <a:pt x="1239895" y="88122"/>
                  <a:pt x="1238276" y="96242"/>
                  <a:pt x="1235039" y="103464"/>
                </a:cubicBezTo>
                <a:cubicBezTo>
                  <a:pt x="1231802" y="110685"/>
                  <a:pt x="1227099" y="116219"/>
                  <a:pt x="1220929" y="120064"/>
                </a:cubicBezTo>
                <a:cubicBezTo>
                  <a:pt x="1214759" y="123910"/>
                  <a:pt x="1208271" y="125833"/>
                  <a:pt x="1201464" y="125833"/>
                </a:cubicBezTo>
                <a:cubicBezTo>
                  <a:pt x="1196484" y="125833"/>
                  <a:pt x="1192016" y="124782"/>
                  <a:pt x="1188059" y="122679"/>
                </a:cubicBezTo>
                <a:cubicBezTo>
                  <a:pt x="1184103" y="120576"/>
                  <a:pt x="1180852" y="117920"/>
                  <a:pt x="1178306" y="114711"/>
                </a:cubicBezTo>
                <a:lnTo>
                  <a:pt x="1178306" y="157706"/>
                </a:lnTo>
                <a:lnTo>
                  <a:pt x="1163366" y="157706"/>
                </a:lnTo>
                <a:moveTo>
                  <a:pt x="1176895" y="80306"/>
                </a:moveTo>
                <a:cubicBezTo>
                  <a:pt x="1176895" y="91636"/>
                  <a:pt x="1179192" y="100009"/>
                  <a:pt x="1183785" y="105425"/>
                </a:cubicBezTo>
                <a:cubicBezTo>
                  <a:pt x="1188377" y="110841"/>
                  <a:pt x="1193939" y="113549"/>
                  <a:pt x="1200468" y="113549"/>
                </a:cubicBezTo>
                <a:cubicBezTo>
                  <a:pt x="1207109" y="113549"/>
                  <a:pt x="1212794" y="110744"/>
                  <a:pt x="1217525" y="105134"/>
                </a:cubicBezTo>
                <a:cubicBezTo>
                  <a:pt x="1222257" y="99524"/>
                  <a:pt x="1224622" y="90833"/>
                  <a:pt x="1224622" y="79061"/>
                </a:cubicBezTo>
                <a:cubicBezTo>
                  <a:pt x="1224622" y="67841"/>
                  <a:pt x="1222312" y="59441"/>
                  <a:pt x="1217691" y="53859"/>
                </a:cubicBezTo>
                <a:cubicBezTo>
                  <a:pt x="1213071" y="48277"/>
                  <a:pt x="1207551" y="45486"/>
                  <a:pt x="1201132" y="45486"/>
                </a:cubicBezTo>
                <a:cubicBezTo>
                  <a:pt x="1194769" y="45486"/>
                  <a:pt x="1189138" y="48457"/>
                  <a:pt x="1184241" y="54398"/>
                </a:cubicBezTo>
                <a:cubicBezTo>
                  <a:pt x="1179344" y="60340"/>
                  <a:pt x="1176895" y="68976"/>
                  <a:pt x="1176895" y="80306"/>
                </a:cubicBezTo>
                <a:close/>
                <a:moveTo>
                  <a:pt x="1315651" y="123841"/>
                </a:moveTo>
                <a:lnTo>
                  <a:pt x="1315651" y="110812"/>
                </a:lnTo>
                <a:cubicBezTo>
                  <a:pt x="1308789" y="120826"/>
                  <a:pt x="1299465" y="125833"/>
                  <a:pt x="1287679" y="125833"/>
                </a:cubicBezTo>
                <a:cubicBezTo>
                  <a:pt x="1282477" y="125833"/>
                  <a:pt x="1277622" y="124837"/>
                  <a:pt x="1273112" y="122845"/>
                </a:cubicBezTo>
                <a:cubicBezTo>
                  <a:pt x="1268602" y="120853"/>
                  <a:pt x="1265254" y="118349"/>
                  <a:pt x="1263068" y="115333"/>
                </a:cubicBezTo>
                <a:cubicBezTo>
                  <a:pt x="1260883" y="112317"/>
                  <a:pt x="1259347" y="108624"/>
                  <a:pt x="1258462" y="104252"/>
                </a:cubicBezTo>
                <a:cubicBezTo>
                  <a:pt x="1257853" y="101319"/>
                  <a:pt x="1257549" y="96671"/>
                  <a:pt x="1257549" y="90308"/>
                </a:cubicBezTo>
                <a:lnTo>
                  <a:pt x="1257549" y="35691"/>
                </a:lnTo>
                <a:lnTo>
                  <a:pt x="1272489" y="35691"/>
                </a:lnTo>
                <a:lnTo>
                  <a:pt x="1272489" y="84529"/>
                </a:lnTo>
                <a:cubicBezTo>
                  <a:pt x="1272489" y="92322"/>
                  <a:pt x="1272794" y="97573"/>
                  <a:pt x="1273402" y="100281"/>
                </a:cubicBezTo>
                <a:cubicBezTo>
                  <a:pt x="1274343" y="104206"/>
                  <a:pt x="1276335" y="107289"/>
                  <a:pt x="1279379" y="109528"/>
                </a:cubicBezTo>
                <a:cubicBezTo>
                  <a:pt x="1282422" y="111766"/>
                  <a:pt x="1286185" y="112885"/>
                  <a:pt x="1290667" y="112885"/>
                </a:cubicBezTo>
                <a:cubicBezTo>
                  <a:pt x="1295149" y="112885"/>
                  <a:pt x="1299355" y="111738"/>
                  <a:pt x="1303284" y="109445"/>
                </a:cubicBezTo>
                <a:cubicBezTo>
                  <a:pt x="1307212" y="107150"/>
                  <a:pt x="1309993" y="104027"/>
                  <a:pt x="1311625" y="100076"/>
                </a:cubicBezTo>
                <a:cubicBezTo>
                  <a:pt x="1313258" y="96123"/>
                  <a:pt x="1314074" y="90388"/>
                  <a:pt x="1314074" y="82871"/>
                </a:cubicBezTo>
                <a:lnTo>
                  <a:pt x="1314074" y="35691"/>
                </a:lnTo>
                <a:lnTo>
                  <a:pt x="1329015" y="35691"/>
                </a:lnTo>
                <a:lnTo>
                  <a:pt x="1329015" y="123841"/>
                </a:lnTo>
                <a:lnTo>
                  <a:pt x="1315651" y="123841"/>
                </a:lnTo>
                <a:close/>
                <a:moveTo>
                  <a:pt x="1385016" y="110477"/>
                </a:moveTo>
                <a:lnTo>
                  <a:pt x="1387174" y="123675"/>
                </a:lnTo>
                <a:cubicBezTo>
                  <a:pt x="1382968" y="124560"/>
                  <a:pt x="1379206" y="125003"/>
                  <a:pt x="1375885" y="125003"/>
                </a:cubicBezTo>
                <a:cubicBezTo>
                  <a:pt x="1370462" y="125003"/>
                  <a:pt x="1366257" y="124145"/>
                  <a:pt x="1363269" y="122430"/>
                </a:cubicBezTo>
                <a:cubicBezTo>
                  <a:pt x="1360281" y="120715"/>
                  <a:pt x="1358178" y="118460"/>
                  <a:pt x="1356961" y="115665"/>
                </a:cubicBezTo>
                <a:cubicBezTo>
                  <a:pt x="1355743" y="112871"/>
                  <a:pt x="1355135" y="106991"/>
                  <a:pt x="1355135" y="98027"/>
                </a:cubicBezTo>
                <a:lnTo>
                  <a:pt x="1355135" y="47312"/>
                </a:lnTo>
                <a:lnTo>
                  <a:pt x="1344178" y="47312"/>
                </a:lnTo>
                <a:lnTo>
                  <a:pt x="1344178" y="35691"/>
                </a:lnTo>
                <a:lnTo>
                  <a:pt x="1355135" y="35691"/>
                </a:lnTo>
                <a:lnTo>
                  <a:pt x="1355135" y="13862"/>
                </a:lnTo>
                <a:lnTo>
                  <a:pt x="1369992" y="4897"/>
                </a:lnTo>
                <a:lnTo>
                  <a:pt x="1369992" y="35691"/>
                </a:lnTo>
                <a:lnTo>
                  <a:pt x="1385016" y="35691"/>
                </a:lnTo>
                <a:lnTo>
                  <a:pt x="1385016" y="47312"/>
                </a:lnTo>
                <a:lnTo>
                  <a:pt x="1369992" y="47312"/>
                </a:lnTo>
                <a:lnTo>
                  <a:pt x="1369992" y="98857"/>
                </a:lnTo>
                <a:cubicBezTo>
                  <a:pt x="1369992" y="103118"/>
                  <a:pt x="1370255" y="105857"/>
                  <a:pt x="1370781" y="107074"/>
                </a:cubicBezTo>
                <a:cubicBezTo>
                  <a:pt x="1371306" y="108292"/>
                  <a:pt x="1372164" y="109260"/>
                  <a:pt x="1373354" y="109979"/>
                </a:cubicBezTo>
                <a:cubicBezTo>
                  <a:pt x="1374543" y="110699"/>
                  <a:pt x="1376245" y="111058"/>
                  <a:pt x="1378458" y="111058"/>
                </a:cubicBezTo>
                <a:cubicBezTo>
                  <a:pt x="1380119" y="111058"/>
                  <a:pt x="1382304" y="110865"/>
                  <a:pt x="1385016" y="110477"/>
                </a:cubicBezTo>
                <a:close/>
                <a:moveTo>
                  <a:pt x="1393507" y="97446"/>
                </a:moveTo>
                <a:lnTo>
                  <a:pt x="1408281" y="95122"/>
                </a:lnTo>
                <a:cubicBezTo>
                  <a:pt x="1409111" y="101069"/>
                  <a:pt x="1411422" y="105627"/>
                  <a:pt x="1415212" y="108797"/>
                </a:cubicBezTo>
                <a:cubicBezTo>
                  <a:pt x="1419003" y="111965"/>
                  <a:pt x="1424301" y="113549"/>
                  <a:pt x="1431107" y="113549"/>
                </a:cubicBezTo>
                <a:cubicBezTo>
                  <a:pt x="1437969" y="113549"/>
                  <a:pt x="1443060" y="112151"/>
                  <a:pt x="1446380" y="109357"/>
                </a:cubicBezTo>
                <a:cubicBezTo>
                  <a:pt x="1449700" y="106562"/>
                  <a:pt x="1451360" y="103284"/>
                  <a:pt x="1451360" y="99521"/>
                </a:cubicBezTo>
                <a:cubicBezTo>
                  <a:pt x="1451360" y="96146"/>
                  <a:pt x="1449894" y="93489"/>
                  <a:pt x="1446961" y="91553"/>
                </a:cubicBezTo>
                <a:cubicBezTo>
                  <a:pt x="1444914" y="90225"/>
                  <a:pt x="1439823" y="88537"/>
                  <a:pt x="1431688" y="86490"/>
                </a:cubicBezTo>
                <a:cubicBezTo>
                  <a:pt x="1420732" y="83723"/>
                  <a:pt x="1413137" y="81329"/>
                  <a:pt x="1408904" y="79310"/>
                </a:cubicBezTo>
                <a:cubicBezTo>
                  <a:pt x="1404671" y="77290"/>
                  <a:pt x="1401461" y="74496"/>
                  <a:pt x="1399276" y="70926"/>
                </a:cubicBezTo>
                <a:cubicBezTo>
                  <a:pt x="1397090" y="67357"/>
                  <a:pt x="1395997" y="63415"/>
                  <a:pt x="1395997" y="59098"/>
                </a:cubicBezTo>
                <a:cubicBezTo>
                  <a:pt x="1395997" y="55170"/>
                  <a:pt x="1396896" y="51531"/>
                  <a:pt x="1398694" y="48183"/>
                </a:cubicBezTo>
                <a:cubicBezTo>
                  <a:pt x="1400493" y="44836"/>
                  <a:pt x="1402941" y="42055"/>
                  <a:pt x="1406040" y="39842"/>
                </a:cubicBezTo>
                <a:cubicBezTo>
                  <a:pt x="1408364" y="38126"/>
                  <a:pt x="1411532" y="36674"/>
                  <a:pt x="1415544" y="35484"/>
                </a:cubicBezTo>
                <a:cubicBezTo>
                  <a:pt x="1419556" y="34294"/>
                  <a:pt x="1423858" y="33699"/>
                  <a:pt x="1428451" y="33699"/>
                </a:cubicBezTo>
                <a:cubicBezTo>
                  <a:pt x="1435368" y="33699"/>
                  <a:pt x="1441441" y="34695"/>
                  <a:pt x="1446670" y="36687"/>
                </a:cubicBezTo>
                <a:cubicBezTo>
                  <a:pt x="1451900" y="38680"/>
                  <a:pt x="1455759" y="41377"/>
                  <a:pt x="1458249" y="44780"/>
                </a:cubicBezTo>
                <a:cubicBezTo>
                  <a:pt x="1460740" y="48183"/>
                  <a:pt x="1462455" y="52735"/>
                  <a:pt x="1463396" y="58434"/>
                </a:cubicBezTo>
                <a:lnTo>
                  <a:pt x="1448787" y="60426"/>
                </a:lnTo>
                <a:cubicBezTo>
                  <a:pt x="1448123" y="55889"/>
                  <a:pt x="1446200" y="52347"/>
                  <a:pt x="1443018" y="49802"/>
                </a:cubicBezTo>
                <a:cubicBezTo>
                  <a:pt x="1439836" y="47257"/>
                  <a:pt x="1435340" y="45984"/>
                  <a:pt x="1429530" y="45984"/>
                </a:cubicBezTo>
                <a:cubicBezTo>
                  <a:pt x="1422669" y="45984"/>
                  <a:pt x="1417771" y="47118"/>
                  <a:pt x="1414839" y="49387"/>
                </a:cubicBezTo>
                <a:cubicBezTo>
                  <a:pt x="1411906" y="51656"/>
                  <a:pt x="1410439" y="54312"/>
                  <a:pt x="1410439" y="57355"/>
                </a:cubicBezTo>
                <a:cubicBezTo>
                  <a:pt x="1410439" y="59292"/>
                  <a:pt x="1411048" y="61035"/>
                  <a:pt x="1412266" y="62585"/>
                </a:cubicBezTo>
                <a:cubicBezTo>
                  <a:pt x="1413483" y="64189"/>
                  <a:pt x="1415392" y="65517"/>
                  <a:pt x="1417993" y="66569"/>
                </a:cubicBezTo>
                <a:cubicBezTo>
                  <a:pt x="1419487" y="67122"/>
                  <a:pt x="1423886" y="68395"/>
                  <a:pt x="1431190" y="70387"/>
                </a:cubicBezTo>
                <a:cubicBezTo>
                  <a:pt x="1441759" y="73209"/>
                  <a:pt x="1449133" y="75519"/>
                  <a:pt x="1453311" y="77318"/>
                </a:cubicBezTo>
                <a:cubicBezTo>
                  <a:pt x="1457489" y="79116"/>
                  <a:pt x="1460767" y="81731"/>
                  <a:pt x="1463147" y="85161"/>
                </a:cubicBezTo>
                <a:cubicBezTo>
                  <a:pt x="1465526" y="88592"/>
                  <a:pt x="1466716" y="92853"/>
                  <a:pt x="1466716" y="97944"/>
                </a:cubicBezTo>
                <a:cubicBezTo>
                  <a:pt x="1466716" y="102924"/>
                  <a:pt x="1465263" y="107614"/>
                  <a:pt x="1462358" y="112013"/>
                </a:cubicBezTo>
                <a:cubicBezTo>
                  <a:pt x="1459453" y="116412"/>
                  <a:pt x="1455261" y="119815"/>
                  <a:pt x="1449783" y="122222"/>
                </a:cubicBezTo>
                <a:cubicBezTo>
                  <a:pt x="1444305" y="124630"/>
                  <a:pt x="1438107" y="125833"/>
                  <a:pt x="1431190" y="125833"/>
                </a:cubicBezTo>
                <a:cubicBezTo>
                  <a:pt x="1419736" y="125833"/>
                  <a:pt x="1411007" y="123447"/>
                  <a:pt x="1405003" y="118674"/>
                </a:cubicBezTo>
                <a:cubicBezTo>
                  <a:pt x="1398999" y="113901"/>
                  <a:pt x="1395167" y="106825"/>
                  <a:pt x="1393507" y="97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BA8DB-6F3A-4919-8AD5-8013C5FA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926" y="3096780"/>
            <a:ext cx="2241964" cy="390929"/>
          </a:xfrm>
          <a:custGeom xmlns:a="http://schemas.openxmlformats.org/drawingml/2006/main">
            <a:pathLst>
              <a:path w="2241964" h="390929">
                <a:moveTo>
                  <a:pt x="0" y="0"/>
                </a:moveTo>
                <a:lnTo>
                  <a:pt x="2241964" y="0"/>
                </a:lnTo>
                <a:lnTo>
                  <a:pt x="2241964" y="390929"/>
                </a:lnTo>
                <a:lnTo>
                  <a:pt x="0" y="3909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GlobalOutputs">
            <a:extLst xmlns:a="http://schemas.openxmlformats.org/drawingml/2006/main">
              <a:ext uri="{FF2B5EF4-FFF2-40B4-BE49-F238E27FC236}">
                <a16:creationId xmlns:a16="http://schemas.microsoft.com/office/drawing/2014/main" id="{F5B72D2F-121D-4CA9-B986-14D07F15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298" y="3279561"/>
            <a:ext cx="1117385" cy="157706"/>
          </a:xfrm>
          <a:custGeom xmlns:a="http://schemas.openxmlformats.org/drawingml/2006/main">
            <a:pathLst>
              <a:path w="1117385" h="157706">
                <a:moveTo>
                  <a:pt x="61007" y="76197"/>
                </a:moveTo>
                <a:lnTo>
                  <a:pt x="61007" y="61754"/>
                </a:lnTo>
                <a:lnTo>
                  <a:pt x="112553" y="61754"/>
                </a:lnTo>
                <a:lnTo>
                  <a:pt x="112553" y="106849"/>
                </a:lnTo>
                <a:cubicBezTo>
                  <a:pt x="104640" y="113150"/>
                  <a:pt x="96478" y="117890"/>
                  <a:pt x="88067" y="121068"/>
                </a:cubicBezTo>
                <a:cubicBezTo>
                  <a:pt x="79656" y="124245"/>
                  <a:pt x="71023" y="125833"/>
                  <a:pt x="62170" y="125833"/>
                </a:cubicBezTo>
                <a:cubicBezTo>
                  <a:pt x="50217" y="125833"/>
                  <a:pt x="39357" y="123274"/>
                  <a:pt x="29591" y="118155"/>
                </a:cubicBezTo>
                <a:cubicBezTo>
                  <a:pt x="19824" y="113037"/>
                  <a:pt x="12451" y="105636"/>
                  <a:pt x="7470" y="95952"/>
                </a:cubicBezTo>
                <a:cubicBezTo>
                  <a:pt x="2490" y="86268"/>
                  <a:pt x="0" y="75450"/>
                  <a:pt x="0" y="63498"/>
                </a:cubicBezTo>
                <a:cubicBezTo>
                  <a:pt x="0" y="51656"/>
                  <a:pt x="2476" y="40602"/>
                  <a:pt x="7429" y="30338"/>
                </a:cubicBezTo>
                <a:cubicBezTo>
                  <a:pt x="12381" y="20073"/>
                  <a:pt x="19506" y="12450"/>
                  <a:pt x="28802" y="7470"/>
                </a:cubicBezTo>
                <a:cubicBezTo>
                  <a:pt x="38099" y="2490"/>
                  <a:pt x="48806" y="0"/>
                  <a:pt x="60924" y="0"/>
                </a:cubicBezTo>
                <a:cubicBezTo>
                  <a:pt x="69723" y="0"/>
                  <a:pt x="77677" y="1427"/>
                  <a:pt x="84788" y="4280"/>
                </a:cubicBezTo>
                <a:cubicBezTo>
                  <a:pt x="91899" y="7133"/>
                  <a:pt x="97474" y="11108"/>
                  <a:pt x="101513" y="16204"/>
                </a:cubicBezTo>
                <a:cubicBezTo>
                  <a:pt x="105553" y="21300"/>
                  <a:pt x="108624" y="27947"/>
                  <a:pt x="110726" y="36145"/>
                </a:cubicBezTo>
                <a:lnTo>
                  <a:pt x="96201" y="40130"/>
                </a:lnTo>
                <a:cubicBezTo>
                  <a:pt x="94375" y="33925"/>
                  <a:pt x="92106" y="29049"/>
                  <a:pt x="89395" y="25503"/>
                </a:cubicBezTo>
                <a:cubicBezTo>
                  <a:pt x="86683" y="21954"/>
                  <a:pt x="82810" y="19113"/>
                  <a:pt x="77774" y="16979"/>
                </a:cubicBezTo>
                <a:cubicBezTo>
                  <a:pt x="72739" y="14845"/>
                  <a:pt x="67150" y="13779"/>
                  <a:pt x="61007" y="13779"/>
                </a:cubicBezTo>
                <a:cubicBezTo>
                  <a:pt x="53648" y="13779"/>
                  <a:pt x="47284" y="14900"/>
                  <a:pt x="41917" y="17143"/>
                </a:cubicBezTo>
                <a:cubicBezTo>
                  <a:pt x="36549" y="19386"/>
                  <a:pt x="32219" y="22335"/>
                  <a:pt x="28927" y="25990"/>
                </a:cubicBezTo>
                <a:cubicBezTo>
                  <a:pt x="25634" y="29646"/>
                  <a:pt x="23075" y="33661"/>
                  <a:pt x="21249" y="38036"/>
                </a:cubicBezTo>
                <a:cubicBezTo>
                  <a:pt x="18150" y="45569"/>
                  <a:pt x="16601" y="53738"/>
                  <a:pt x="16601" y="62543"/>
                </a:cubicBezTo>
                <a:cubicBezTo>
                  <a:pt x="16601" y="73397"/>
                  <a:pt x="18468" y="82480"/>
                  <a:pt x="22203" y="89791"/>
                </a:cubicBezTo>
                <a:cubicBezTo>
                  <a:pt x="25939" y="97103"/>
                  <a:pt x="31375" y="102531"/>
                  <a:pt x="38514" y="106076"/>
                </a:cubicBezTo>
                <a:cubicBezTo>
                  <a:pt x="45652" y="109619"/>
                  <a:pt x="53233" y="111391"/>
                  <a:pt x="61256" y="111391"/>
                </a:cubicBezTo>
                <a:cubicBezTo>
                  <a:pt x="68229" y="111391"/>
                  <a:pt x="75035" y="110052"/>
                  <a:pt x="81675" y="107375"/>
                </a:cubicBezTo>
                <a:cubicBezTo>
                  <a:pt x="88316" y="104697"/>
                  <a:pt x="93351" y="101839"/>
                  <a:pt x="96782" y="98803"/>
                </a:cubicBezTo>
                <a:lnTo>
                  <a:pt x="96782" y="76197"/>
                </a:lnTo>
                <a:lnTo>
                  <a:pt x="61007" y="76197"/>
                </a:lnTo>
                <a:close/>
                <a:moveTo>
                  <a:pt x="133909" y="123841"/>
                </a:moveTo>
                <a:lnTo>
                  <a:pt x="133909" y="2158"/>
                </a:lnTo>
                <a:lnTo>
                  <a:pt x="148850" y="2158"/>
                </a:lnTo>
                <a:lnTo>
                  <a:pt x="148850" y="123841"/>
                </a:lnTo>
                <a:lnTo>
                  <a:pt x="133909" y="123841"/>
                </a:lnTo>
                <a:close/>
                <a:moveTo>
                  <a:pt x="166418" y="79766"/>
                </a:moveTo>
                <a:cubicBezTo>
                  <a:pt x="166418" y="63442"/>
                  <a:pt x="170956" y="51351"/>
                  <a:pt x="180031" y="43494"/>
                </a:cubicBezTo>
                <a:cubicBezTo>
                  <a:pt x="187612" y="36964"/>
                  <a:pt x="196853" y="33699"/>
                  <a:pt x="207754" y="33699"/>
                </a:cubicBezTo>
                <a:cubicBezTo>
                  <a:pt x="219872" y="33699"/>
                  <a:pt x="229777" y="37670"/>
                  <a:pt x="237469" y="45610"/>
                </a:cubicBezTo>
                <a:cubicBezTo>
                  <a:pt x="245161" y="53551"/>
                  <a:pt x="249006" y="64521"/>
                  <a:pt x="249006" y="78521"/>
                </a:cubicBezTo>
                <a:cubicBezTo>
                  <a:pt x="249006" y="89865"/>
                  <a:pt x="247305" y="98788"/>
                  <a:pt x="243902" y="105290"/>
                </a:cubicBezTo>
                <a:cubicBezTo>
                  <a:pt x="240499" y="111792"/>
                  <a:pt x="235546" y="116841"/>
                  <a:pt x="229044" y="120438"/>
                </a:cubicBezTo>
                <a:cubicBezTo>
                  <a:pt x="222542" y="124035"/>
                  <a:pt x="215445" y="125833"/>
                  <a:pt x="207754" y="125833"/>
                </a:cubicBezTo>
                <a:cubicBezTo>
                  <a:pt x="195414" y="125833"/>
                  <a:pt x="185440" y="121877"/>
                  <a:pt x="177831" y="113964"/>
                </a:cubicBezTo>
                <a:cubicBezTo>
                  <a:pt x="170222" y="106051"/>
                  <a:pt x="166418" y="94651"/>
                  <a:pt x="166418" y="79766"/>
                </a:cubicBezTo>
                <a:moveTo>
                  <a:pt x="181774" y="79808"/>
                </a:moveTo>
                <a:cubicBezTo>
                  <a:pt x="181774" y="91082"/>
                  <a:pt x="184236" y="99524"/>
                  <a:pt x="189161" y="105134"/>
                </a:cubicBezTo>
                <a:cubicBezTo>
                  <a:pt x="194086" y="110744"/>
                  <a:pt x="200283" y="113549"/>
                  <a:pt x="207754" y="113549"/>
                </a:cubicBezTo>
                <a:cubicBezTo>
                  <a:pt x="215169" y="113549"/>
                  <a:pt x="221339" y="110730"/>
                  <a:pt x="226264" y="105093"/>
                </a:cubicBezTo>
                <a:cubicBezTo>
                  <a:pt x="231188" y="99455"/>
                  <a:pt x="233651" y="90861"/>
                  <a:pt x="233651" y="79310"/>
                </a:cubicBezTo>
                <a:cubicBezTo>
                  <a:pt x="233651" y="68422"/>
                  <a:pt x="231175" y="60174"/>
                  <a:pt x="226222" y="54564"/>
                </a:cubicBezTo>
                <a:cubicBezTo>
                  <a:pt x="221269" y="48955"/>
                  <a:pt x="215113" y="46150"/>
                  <a:pt x="207754" y="46150"/>
                </a:cubicBezTo>
                <a:cubicBezTo>
                  <a:pt x="200283" y="46150"/>
                  <a:pt x="194086" y="48941"/>
                  <a:pt x="189161" y="54523"/>
                </a:cubicBezTo>
                <a:cubicBezTo>
                  <a:pt x="184236" y="60105"/>
                  <a:pt x="181774" y="68533"/>
                  <a:pt x="181774" y="79808"/>
                </a:cubicBezTo>
                <a:close/>
                <a:moveTo>
                  <a:pt x="280273" y="123841"/>
                </a:moveTo>
                <a:lnTo>
                  <a:pt x="266411" y="123841"/>
                </a:lnTo>
                <a:lnTo>
                  <a:pt x="266411" y="2158"/>
                </a:lnTo>
                <a:lnTo>
                  <a:pt x="281352" y="2158"/>
                </a:lnTo>
                <a:lnTo>
                  <a:pt x="281352" y="45569"/>
                </a:lnTo>
                <a:cubicBezTo>
                  <a:pt x="287660" y="37656"/>
                  <a:pt x="295711" y="33699"/>
                  <a:pt x="305506" y="33699"/>
                </a:cubicBezTo>
                <a:cubicBezTo>
                  <a:pt x="310928" y="33699"/>
                  <a:pt x="316061" y="34792"/>
                  <a:pt x="320903" y="36978"/>
                </a:cubicBezTo>
                <a:cubicBezTo>
                  <a:pt x="325745" y="39164"/>
                  <a:pt x="329729" y="42235"/>
                  <a:pt x="332855" y="46191"/>
                </a:cubicBezTo>
                <a:cubicBezTo>
                  <a:pt x="335982" y="50148"/>
                  <a:pt x="338430" y="54921"/>
                  <a:pt x="340201" y="60509"/>
                </a:cubicBezTo>
                <a:cubicBezTo>
                  <a:pt x="341972" y="66098"/>
                  <a:pt x="342857" y="72075"/>
                  <a:pt x="342857" y="78438"/>
                </a:cubicBezTo>
                <a:cubicBezTo>
                  <a:pt x="342857" y="93545"/>
                  <a:pt x="339122" y="105221"/>
                  <a:pt x="331652" y="113466"/>
                </a:cubicBezTo>
                <a:cubicBezTo>
                  <a:pt x="324181" y="121711"/>
                  <a:pt x="315217" y="125833"/>
                  <a:pt x="304759" y="125833"/>
                </a:cubicBezTo>
                <a:cubicBezTo>
                  <a:pt x="294355" y="125833"/>
                  <a:pt x="286193" y="121489"/>
                  <a:pt x="280273" y="112802"/>
                </a:cubicBezTo>
                <a:lnTo>
                  <a:pt x="280273" y="123841"/>
                </a:lnTo>
                <a:moveTo>
                  <a:pt x="280107" y="79102"/>
                </a:moveTo>
                <a:cubicBezTo>
                  <a:pt x="280107" y="89671"/>
                  <a:pt x="281545" y="97308"/>
                  <a:pt x="284423" y="102011"/>
                </a:cubicBezTo>
                <a:cubicBezTo>
                  <a:pt x="289126" y="109703"/>
                  <a:pt x="295490" y="113549"/>
                  <a:pt x="303513" y="113549"/>
                </a:cubicBezTo>
                <a:cubicBezTo>
                  <a:pt x="310043" y="113549"/>
                  <a:pt x="315687" y="110713"/>
                  <a:pt x="320446" y="105041"/>
                </a:cubicBezTo>
                <a:cubicBezTo>
                  <a:pt x="325205" y="99369"/>
                  <a:pt x="327584" y="90916"/>
                  <a:pt x="327584" y="79683"/>
                </a:cubicBezTo>
                <a:cubicBezTo>
                  <a:pt x="327584" y="68173"/>
                  <a:pt x="325302" y="59679"/>
                  <a:pt x="320737" y="54201"/>
                </a:cubicBezTo>
                <a:cubicBezTo>
                  <a:pt x="316171" y="48723"/>
                  <a:pt x="310652" y="45984"/>
                  <a:pt x="304178" y="45984"/>
                </a:cubicBezTo>
                <a:cubicBezTo>
                  <a:pt x="297648" y="45984"/>
                  <a:pt x="292004" y="48820"/>
                  <a:pt x="287245" y="54492"/>
                </a:cubicBezTo>
                <a:cubicBezTo>
                  <a:pt x="282486" y="60164"/>
                  <a:pt x="280107" y="68367"/>
                  <a:pt x="280107" y="79102"/>
                </a:cubicBezTo>
                <a:close/>
                <a:moveTo>
                  <a:pt x="418531" y="112719"/>
                </a:moveTo>
                <a:cubicBezTo>
                  <a:pt x="412997" y="117514"/>
                  <a:pt x="407671" y="120899"/>
                  <a:pt x="402552" y="122874"/>
                </a:cubicBezTo>
                <a:cubicBezTo>
                  <a:pt x="397434" y="124847"/>
                  <a:pt x="391942" y="125833"/>
                  <a:pt x="386076" y="125833"/>
                </a:cubicBezTo>
                <a:cubicBezTo>
                  <a:pt x="376393" y="125833"/>
                  <a:pt x="368950" y="123468"/>
                  <a:pt x="363748" y="118736"/>
                </a:cubicBezTo>
                <a:cubicBezTo>
                  <a:pt x="358547" y="114005"/>
                  <a:pt x="355946" y="107960"/>
                  <a:pt x="355946" y="100600"/>
                </a:cubicBezTo>
                <a:cubicBezTo>
                  <a:pt x="355946" y="96284"/>
                  <a:pt x="356928" y="92341"/>
                  <a:pt x="358893" y="88772"/>
                </a:cubicBezTo>
                <a:cubicBezTo>
                  <a:pt x="360857" y="85203"/>
                  <a:pt x="363430" y="82339"/>
                  <a:pt x="366612" y="80181"/>
                </a:cubicBezTo>
                <a:cubicBezTo>
                  <a:pt x="369794" y="78023"/>
                  <a:pt x="373377" y="76391"/>
                  <a:pt x="377361" y="75284"/>
                </a:cubicBezTo>
                <a:cubicBezTo>
                  <a:pt x="380294" y="74509"/>
                  <a:pt x="384721" y="73762"/>
                  <a:pt x="390641" y="73043"/>
                </a:cubicBezTo>
                <a:cubicBezTo>
                  <a:pt x="402705" y="71604"/>
                  <a:pt x="411586" y="69889"/>
                  <a:pt x="417286" y="67897"/>
                </a:cubicBezTo>
                <a:cubicBezTo>
                  <a:pt x="417341" y="65858"/>
                  <a:pt x="417369" y="64563"/>
                  <a:pt x="417369" y="64011"/>
                </a:cubicBezTo>
                <a:cubicBezTo>
                  <a:pt x="417369" y="57947"/>
                  <a:pt x="415957" y="53675"/>
                  <a:pt x="413135" y="51195"/>
                </a:cubicBezTo>
                <a:cubicBezTo>
                  <a:pt x="409317" y="47832"/>
                  <a:pt x="403645" y="46150"/>
                  <a:pt x="396120" y="46150"/>
                </a:cubicBezTo>
                <a:cubicBezTo>
                  <a:pt x="389092" y="46150"/>
                  <a:pt x="383904" y="47381"/>
                  <a:pt x="380557" y="49844"/>
                </a:cubicBezTo>
                <a:cubicBezTo>
                  <a:pt x="377209" y="52306"/>
                  <a:pt x="374732" y="56664"/>
                  <a:pt x="373128" y="62917"/>
                </a:cubicBezTo>
                <a:lnTo>
                  <a:pt x="358519" y="60924"/>
                </a:lnTo>
                <a:cubicBezTo>
                  <a:pt x="359847" y="54653"/>
                  <a:pt x="362033" y="49588"/>
                  <a:pt x="365076" y="45730"/>
                </a:cubicBezTo>
                <a:cubicBezTo>
                  <a:pt x="368120" y="41872"/>
                  <a:pt x="372519" y="38903"/>
                  <a:pt x="378274" y="36822"/>
                </a:cubicBezTo>
                <a:cubicBezTo>
                  <a:pt x="384029" y="34740"/>
                  <a:pt x="390697" y="33699"/>
                  <a:pt x="398278" y="33699"/>
                </a:cubicBezTo>
                <a:cubicBezTo>
                  <a:pt x="405803" y="33699"/>
                  <a:pt x="411918" y="34588"/>
                  <a:pt x="416621" y="36366"/>
                </a:cubicBezTo>
                <a:cubicBezTo>
                  <a:pt x="421325" y="38142"/>
                  <a:pt x="424783" y="40377"/>
                  <a:pt x="426997" y="43071"/>
                </a:cubicBezTo>
                <a:cubicBezTo>
                  <a:pt x="429210" y="45763"/>
                  <a:pt x="430760" y="49165"/>
                  <a:pt x="431645" y="53275"/>
                </a:cubicBezTo>
                <a:cubicBezTo>
                  <a:pt x="432143" y="55829"/>
                  <a:pt x="432392" y="60417"/>
                  <a:pt x="432392" y="67038"/>
                </a:cubicBezTo>
                <a:lnTo>
                  <a:pt x="432392" y="86902"/>
                </a:lnTo>
                <a:cubicBezTo>
                  <a:pt x="432392" y="100751"/>
                  <a:pt x="432710" y="109523"/>
                  <a:pt x="433347" y="113217"/>
                </a:cubicBezTo>
                <a:cubicBezTo>
                  <a:pt x="433983" y="116910"/>
                  <a:pt x="435242" y="120452"/>
                  <a:pt x="437123" y="123841"/>
                </a:cubicBezTo>
                <a:lnTo>
                  <a:pt x="421519" y="123841"/>
                </a:lnTo>
                <a:cubicBezTo>
                  <a:pt x="419969" y="120671"/>
                  <a:pt x="418973" y="116964"/>
                  <a:pt x="418531" y="112719"/>
                </a:cubicBezTo>
                <a:moveTo>
                  <a:pt x="417286" y="79683"/>
                </a:moveTo>
                <a:cubicBezTo>
                  <a:pt x="411863" y="81886"/>
                  <a:pt x="403728" y="83759"/>
                  <a:pt x="392883" y="85302"/>
                </a:cubicBezTo>
                <a:cubicBezTo>
                  <a:pt x="386740" y="86182"/>
                  <a:pt x="382396" y="87173"/>
                  <a:pt x="379851" y="88274"/>
                </a:cubicBezTo>
                <a:cubicBezTo>
                  <a:pt x="377306" y="89376"/>
                  <a:pt x="375341" y="90986"/>
                  <a:pt x="373958" y="93106"/>
                </a:cubicBezTo>
                <a:cubicBezTo>
                  <a:pt x="372574" y="95226"/>
                  <a:pt x="371883" y="97581"/>
                  <a:pt x="371883" y="100169"/>
                </a:cubicBezTo>
                <a:cubicBezTo>
                  <a:pt x="371883" y="104135"/>
                  <a:pt x="373391" y="107439"/>
                  <a:pt x="376406" y="110083"/>
                </a:cubicBezTo>
                <a:cubicBezTo>
                  <a:pt x="379422" y="112725"/>
                  <a:pt x="383835" y="114047"/>
                  <a:pt x="389645" y="114047"/>
                </a:cubicBezTo>
                <a:cubicBezTo>
                  <a:pt x="395400" y="114047"/>
                  <a:pt x="400519" y="112792"/>
                  <a:pt x="405001" y="110283"/>
                </a:cubicBezTo>
                <a:cubicBezTo>
                  <a:pt x="409483" y="107772"/>
                  <a:pt x="412776" y="104342"/>
                  <a:pt x="414878" y="99993"/>
                </a:cubicBezTo>
                <a:cubicBezTo>
                  <a:pt x="416483" y="96637"/>
                  <a:pt x="417286" y="91683"/>
                  <a:pt x="417286" y="85133"/>
                </a:cubicBezTo>
                <a:lnTo>
                  <a:pt x="417286" y="79683"/>
                </a:lnTo>
                <a:close/>
                <a:moveTo>
                  <a:pt x="455192" y="123841"/>
                </a:moveTo>
                <a:lnTo>
                  <a:pt x="455192" y="2158"/>
                </a:lnTo>
                <a:lnTo>
                  <a:pt x="470132" y="2158"/>
                </a:lnTo>
                <a:lnTo>
                  <a:pt x="470132" y="123841"/>
                </a:lnTo>
                <a:lnTo>
                  <a:pt x="455192" y="123841"/>
                </a:lnTo>
                <a:close/>
                <a:moveTo>
                  <a:pt x="537361" y="64535"/>
                </a:moveTo>
                <a:cubicBezTo>
                  <a:pt x="537361" y="44350"/>
                  <a:pt x="542784" y="28548"/>
                  <a:pt x="553630" y="17130"/>
                </a:cubicBezTo>
                <a:cubicBezTo>
                  <a:pt x="564476" y="5710"/>
                  <a:pt x="578476" y="0"/>
                  <a:pt x="595630" y="0"/>
                </a:cubicBezTo>
                <a:cubicBezTo>
                  <a:pt x="606863" y="0"/>
                  <a:pt x="616989" y="2682"/>
                  <a:pt x="626009" y="8046"/>
                </a:cubicBezTo>
                <a:cubicBezTo>
                  <a:pt x="635029" y="13410"/>
                  <a:pt x="641904" y="20890"/>
                  <a:pt x="646635" y="30486"/>
                </a:cubicBezTo>
                <a:cubicBezTo>
                  <a:pt x="651366" y="40079"/>
                  <a:pt x="653732" y="50959"/>
                  <a:pt x="653732" y="63124"/>
                </a:cubicBezTo>
                <a:cubicBezTo>
                  <a:pt x="653732" y="75455"/>
                  <a:pt x="651242" y="86488"/>
                  <a:pt x="646262" y="96222"/>
                </a:cubicBezTo>
                <a:cubicBezTo>
                  <a:pt x="641281" y="105954"/>
                  <a:pt x="634226" y="113322"/>
                  <a:pt x="625096" y="118326"/>
                </a:cubicBezTo>
                <a:cubicBezTo>
                  <a:pt x="615965" y="123331"/>
                  <a:pt x="606116" y="125833"/>
                  <a:pt x="595547" y="125833"/>
                </a:cubicBezTo>
                <a:cubicBezTo>
                  <a:pt x="584092" y="125833"/>
                  <a:pt x="573855" y="123068"/>
                  <a:pt x="564835" y="117538"/>
                </a:cubicBezTo>
                <a:cubicBezTo>
                  <a:pt x="555816" y="112008"/>
                  <a:pt x="548982" y="104460"/>
                  <a:pt x="544334" y="94894"/>
                </a:cubicBezTo>
                <a:cubicBezTo>
                  <a:pt x="539685" y="85327"/>
                  <a:pt x="537361" y="75208"/>
                  <a:pt x="537361" y="64535"/>
                </a:cubicBezTo>
                <a:moveTo>
                  <a:pt x="553962" y="64823"/>
                </a:moveTo>
                <a:cubicBezTo>
                  <a:pt x="553962" y="79461"/>
                  <a:pt x="557905" y="90992"/>
                  <a:pt x="565790" y="99417"/>
                </a:cubicBezTo>
                <a:cubicBezTo>
                  <a:pt x="573675" y="107842"/>
                  <a:pt x="583566" y="112055"/>
                  <a:pt x="595464" y="112055"/>
                </a:cubicBezTo>
                <a:cubicBezTo>
                  <a:pt x="607582" y="112055"/>
                  <a:pt x="617556" y="107801"/>
                  <a:pt x="625386" y="99295"/>
                </a:cubicBezTo>
                <a:cubicBezTo>
                  <a:pt x="633216" y="90788"/>
                  <a:pt x="637131" y="78717"/>
                  <a:pt x="637131" y="63083"/>
                </a:cubicBezTo>
                <a:cubicBezTo>
                  <a:pt x="637131" y="53195"/>
                  <a:pt x="635457" y="44563"/>
                  <a:pt x="632110" y="37188"/>
                </a:cubicBezTo>
                <a:cubicBezTo>
                  <a:pt x="628762" y="29813"/>
                  <a:pt x="623865" y="24095"/>
                  <a:pt x="617418" y="20035"/>
                </a:cubicBezTo>
                <a:cubicBezTo>
                  <a:pt x="610971" y="15975"/>
                  <a:pt x="603736" y="13945"/>
                  <a:pt x="595713" y="13945"/>
                </a:cubicBezTo>
                <a:cubicBezTo>
                  <a:pt x="584313" y="13945"/>
                  <a:pt x="574505" y="17853"/>
                  <a:pt x="566288" y="25671"/>
                </a:cubicBezTo>
                <a:cubicBezTo>
                  <a:pt x="558071" y="33488"/>
                  <a:pt x="553962" y="46538"/>
                  <a:pt x="553962" y="64823"/>
                </a:cubicBezTo>
                <a:close/>
                <a:moveTo>
                  <a:pt x="730203" y="123841"/>
                </a:moveTo>
                <a:lnTo>
                  <a:pt x="730203" y="110812"/>
                </a:lnTo>
                <a:cubicBezTo>
                  <a:pt x="723341" y="120826"/>
                  <a:pt x="714017" y="125833"/>
                  <a:pt x="702231" y="125833"/>
                </a:cubicBezTo>
                <a:cubicBezTo>
                  <a:pt x="697029" y="125833"/>
                  <a:pt x="692173" y="124837"/>
                  <a:pt x="687664" y="122845"/>
                </a:cubicBezTo>
                <a:cubicBezTo>
                  <a:pt x="683154" y="120853"/>
                  <a:pt x="679806" y="118349"/>
                  <a:pt x="677620" y="115333"/>
                </a:cubicBezTo>
                <a:cubicBezTo>
                  <a:pt x="675434" y="112317"/>
                  <a:pt x="673899" y="108624"/>
                  <a:pt x="673013" y="104252"/>
                </a:cubicBezTo>
                <a:cubicBezTo>
                  <a:pt x="672405" y="101319"/>
                  <a:pt x="672100" y="96671"/>
                  <a:pt x="672100" y="90308"/>
                </a:cubicBezTo>
                <a:lnTo>
                  <a:pt x="672100" y="35691"/>
                </a:lnTo>
                <a:lnTo>
                  <a:pt x="687041" y="35691"/>
                </a:lnTo>
                <a:lnTo>
                  <a:pt x="687041" y="84529"/>
                </a:lnTo>
                <a:cubicBezTo>
                  <a:pt x="687041" y="92322"/>
                  <a:pt x="687345" y="97573"/>
                  <a:pt x="687954" y="100281"/>
                </a:cubicBezTo>
                <a:cubicBezTo>
                  <a:pt x="688895" y="104206"/>
                  <a:pt x="690887" y="107289"/>
                  <a:pt x="693930" y="109528"/>
                </a:cubicBezTo>
                <a:cubicBezTo>
                  <a:pt x="696974" y="111766"/>
                  <a:pt x="700737" y="112885"/>
                  <a:pt x="705219" y="112885"/>
                </a:cubicBezTo>
                <a:cubicBezTo>
                  <a:pt x="709701" y="112885"/>
                  <a:pt x="713906" y="111738"/>
                  <a:pt x="717835" y="109445"/>
                </a:cubicBezTo>
                <a:cubicBezTo>
                  <a:pt x="721764" y="107150"/>
                  <a:pt x="724545" y="104027"/>
                  <a:pt x="726177" y="100076"/>
                </a:cubicBezTo>
                <a:cubicBezTo>
                  <a:pt x="727810" y="96123"/>
                  <a:pt x="728626" y="90388"/>
                  <a:pt x="728626" y="82871"/>
                </a:cubicBezTo>
                <a:lnTo>
                  <a:pt x="728626" y="35691"/>
                </a:lnTo>
                <a:lnTo>
                  <a:pt x="743566" y="35691"/>
                </a:lnTo>
                <a:lnTo>
                  <a:pt x="743566" y="123841"/>
                </a:lnTo>
                <a:lnTo>
                  <a:pt x="730203" y="123841"/>
                </a:lnTo>
                <a:close/>
                <a:moveTo>
                  <a:pt x="799567" y="110477"/>
                </a:moveTo>
                <a:lnTo>
                  <a:pt x="801726" y="123675"/>
                </a:lnTo>
                <a:cubicBezTo>
                  <a:pt x="797520" y="124560"/>
                  <a:pt x="793757" y="125003"/>
                  <a:pt x="790437" y="125003"/>
                </a:cubicBezTo>
                <a:cubicBezTo>
                  <a:pt x="785014" y="125003"/>
                  <a:pt x="780809" y="124145"/>
                  <a:pt x="777821" y="122430"/>
                </a:cubicBezTo>
                <a:cubicBezTo>
                  <a:pt x="774832" y="120715"/>
                  <a:pt x="772730" y="118460"/>
                  <a:pt x="771512" y="115665"/>
                </a:cubicBezTo>
                <a:cubicBezTo>
                  <a:pt x="770295" y="112871"/>
                  <a:pt x="769686" y="106991"/>
                  <a:pt x="769686" y="98027"/>
                </a:cubicBezTo>
                <a:lnTo>
                  <a:pt x="769686" y="47312"/>
                </a:lnTo>
                <a:lnTo>
                  <a:pt x="758730" y="47312"/>
                </a:lnTo>
                <a:lnTo>
                  <a:pt x="758730" y="35691"/>
                </a:lnTo>
                <a:lnTo>
                  <a:pt x="769686" y="35691"/>
                </a:lnTo>
                <a:lnTo>
                  <a:pt x="769686" y="13862"/>
                </a:lnTo>
                <a:lnTo>
                  <a:pt x="784544" y="4897"/>
                </a:lnTo>
                <a:lnTo>
                  <a:pt x="784544" y="35691"/>
                </a:lnTo>
                <a:lnTo>
                  <a:pt x="799567" y="35691"/>
                </a:lnTo>
                <a:lnTo>
                  <a:pt x="799567" y="47312"/>
                </a:lnTo>
                <a:lnTo>
                  <a:pt x="784544" y="47312"/>
                </a:lnTo>
                <a:lnTo>
                  <a:pt x="784544" y="98857"/>
                </a:lnTo>
                <a:cubicBezTo>
                  <a:pt x="784544" y="103118"/>
                  <a:pt x="784807" y="105857"/>
                  <a:pt x="785332" y="107074"/>
                </a:cubicBezTo>
                <a:cubicBezTo>
                  <a:pt x="785858" y="108292"/>
                  <a:pt x="786716" y="109260"/>
                  <a:pt x="787905" y="109979"/>
                </a:cubicBezTo>
                <a:cubicBezTo>
                  <a:pt x="789095" y="110699"/>
                  <a:pt x="790797" y="111058"/>
                  <a:pt x="793010" y="111058"/>
                </a:cubicBezTo>
                <a:cubicBezTo>
                  <a:pt x="794670" y="111058"/>
                  <a:pt x="796856" y="110865"/>
                  <a:pt x="799567" y="110477"/>
                </a:cubicBezTo>
                <a:close/>
                <a:moveTo>
                  <a:pt x="814035" y="157706"/>
                </a:moveTo>
                <a:lnTo>
                  <a:pt x="814035" y="35691"/>
                </a:lnTo>
                <a:lnTo>
                  <a:pt x="827647" y="35691"/>
                </a:lnTo>
                <a:lnTo>
                  <a:pt x="827647" y="47226"/>
                </a:lnTo>
                <a:cubicBezTo>
                  <a:pt x="830857" y="42716"/>
                  <a:pt x="834481" y="39335"/>
                  <a:pt x="838521" y="37082"/>
                </a:cubicBezTo>
                <a:cubicBezTo>
                  <a:pt x="842560" y="34827"/>
                  <a:pt x="847457" y="33699"/>
                  <a:pt x="853212" y="33699"/>
                </a:cubicBezTo>
                <a:cubicBezTo>
                  <a:pt x="860738" y="33699"/>
                  <a:pt x="867378" y="35636"/>
                  <a:pt x="873133" y="39510"/>
                </a:cubicBezTo>
                <a:cubicBezTo>
                  <a:pt x="878888" y="43383"/>
                  <a:pt x="883232" y="48847"/>
                  <a:pt x="886165" y="55903"/>
                </a:cubicBezTo>
                <a:cubicBezTo>
                  <a:pt x="889097" y="62958"/>
                  <a:pt x="890564" y="70691"/>
                  <a:pt x="890564" y="79102"/>
                </a:cubicBezTo>
                <a:cubicBezTo>
                  <a:pt x="890564" y="88122"/>
                  <a:pt x="888945" y="96242"/>
                  <a:pt x="885708" y="103464"/>
                </a:cubicBezTo>
                <a:cubicBezTo>
                  <a:pt x="882471" y="110685"/>
                  <a:pt x="877767" y="116219"/>
                  <a:pt x="871598" y="120064"/>
                </a:cubicBezTo>
                <a:cubicBezTo>
                  <a:pt x="865428" y="123910"/>
                  <a:pt x="858940" y="125833"/>
                  <a:pt x="852133" y="125833"/>
                </a:cubicBezTo>
                <a:cubicBezTo>
                  <a:pt x="847153" y="125833"/>
                  <a:pt x="842685" y="124782"/>
                  <a:pt x="838728" y="122679"/>
                </a:cubicBezTo>
                <a:cubicBezTo>
                  <a:pt x="834772" y="120576"/>
                  <a:pt x="831521" y="117920"/>
                  <a:pt x="828975" y="114711"/>
                </a:cubicBezTo>
                <a:lnTo>
                  <a:pt x="828975" y="157706"/>
                </a:lnTo>
                <a:lnTo>
                  <a:pt x="814035" y="157706"/>
                </a:lnTo>
                <a:moveTo>
                  <a:pt x="827564" y="80306"/>
                </a:moveTo>
                <a:cubicBezTo>
                  <a:pt x="827564" y="91636"/>
                  <a:pt x="829861" y="100009"/>
                  <a:pt x="834454" y="105425"/>
                </a:cubicBezTo>
                <a:cubicBezTo>
                  <a:pt x="839046" y="110841"/>
                  <a:pt x="844608" y="113549"/>
                  <a:pt x="851137" y="113549"/>
                </a:cubicBezTo>
                <a:cubicBezTo>
                  <a:pt x="857777" y="113549"/>
                  <a:pt x="863463" y="110744"/>
                  <a:pt x="868194" y="105134"/>
                </a:cubicBezTo>
                <a:cubicBezTo>
                  <a:pt x="872926" y="99524"/>
                  <a:pt x="875291" y="90833"/>
                  <a:pt x="875291" y="79061"/>
                </a:cubicBezTo>
                <a:cubicBezTo>
                  <a:pt x="875291" y="67841"/>
                  <a:pt x="872981" y="59441"/>
                  <a:pt x="868360" y="53859"/>
                </a:cubicBezTo>
                <a:cubicBezTo>
                  <a:pt x="863740" y="48277"/>
                  <a:pt x="858220" y="45486"/>
                  <a:pt x="851801" y="45486"/>
                </a:cubicBezTo>
                <a:cubicBezTo>
                  <a:pt x="845438" y="45486"/>
                  <a:pt x="839807" y="48457"/>
                  <a:pt x="834910" y="54398"/>
                </a:cubicBezTo>
                <a:cubicBezTo>
                  <a:pt x="830013" y="60340"/>
                  <a:pt x="827564" y="68976"/>
                  <a:pt x="827564" y="80306"/>
                </a:cubicBezTo>
                <a:close/>
                <a:moveTo>
                  <a:pt x="966320" y="123841"/>
                </a:moveTo>
                <a:lnTo>
                  <a:pt x="966320" y="110812"/>
                </a:lnTo>
                <a:cubicBezTo>
                  <a:pt x="959459" y="120826"/>
                  <a:pt x="950135" y="125833"/>
                  <a:pt x="938348" y="125833"/>
                </a:cubicBezTo>
                <a:cubicBezTo>
                  <a:pt x="933147" y="125833"/>
                  <a:pt x="928291" y="124837"/>
                  <a:pt x="923781" y="122845"/>
                </a:cubicBezTo>
                <a:cubicBezTo>
                  <a:pt x="919271" y="120853"/>
                  <a:pt x="915923" y="118349"/>
                  <a:pt x="913738" y="115333"/>
                </a:cubicBezTo>
                <a:cubicBezTo>
                  <a:pt x="911552" y="112317"/>
                  <a:pt x="910016" y="108624"/>
                  <a:pt x="909131" y="104252"/>
                </a:cubicBezTo>
                <a:cubicBezTo>
                  <a:pt x="908522" y="101319"/>
                  <a:pt x="908218" y="96671"/>
                  <a:pt x="908218" y="90308"/>
                </a:cubicBezTo>
                <a:lnTo>
                  <a:pt x="908218" y="35691"/>
                </a:lnTo>
                <a:lnTo>
                  <a:pt x="923159" y="35691"/>
                </a:lnTo>
                <a:lnTo>
                  <a:pt x="923159" y="84529"/>
                </a:lnTo>
                <a:cubicBezTo>
                  <a:pt x="923159" y="92322"/>
                  <a:pt x="923463" y="97573"/>
                  <a:pt x="924072" y="100281"/>
                </a:cubicBezTo>
                <a:cubicBezTo>
                  <a:pt x="925012" y="104206"/>
                  <a:pt x="927004" y="107289"/>
                  <a:pt x="930048" y="109528"/>
                </a:cubicBezTo>
                <a:cubicBezTo>
                  <a:pt x="933091" y="111766"/>
                  <a:pt x="936854" y="112885"/>
                  <a:pt x="941336" y="112885"/>
                </a:cubicBezTo>
                <a:cubicBezTo>
                  <a:pt x="945818" y="112885"/>
                  <a:pt x="950024" y="111738"/>
                  <a:pt x="953953" y="109445"/>
                </a:cubicBezTo>
                <a:cubicBezTo>
                  <a:pt x="957882" y="107150"/>
                  <a:pt x="960662" y="104027"/>
                  <a:pt x="962295" y="100076"/>
                </a:cubicBezTo>
                <a:cubicBezTo>
                  <a:pt x="963927" y="96123"/>
                  <a:pt x="964743" y="90388"/>
                  <a:pt x="964743" y="82871"/>
                </a:cubicBezTo>
                <a:lnTo>
                  <a:pt x="964743" y="35691"/>
                </a:lnTo>
                <a:lnTo>
                  <a:pt x="979684" y="35691"/>
                </a:lnTo>
                <a:lnTo>
                  <a:pt x="979684" y="123841"/>
                </a:lnTo>
                <a:lnTo>
                  <a:pt x="966320" y="123841"/>
                </a:lnTo>
                <a:close/>
                <a:moveTo>
                  <a:pt x="1035685" y="110477"/>
                </a:moveTo>
                <a:lnTo>
                  <a:pt x="1037843" y="123675"/>
                </a:lnTo>
                <a:cubicBezTo>
                  <a:pt x="1033637" y="124560"/>
                  <a:pt x="1029874" y="125003"/>
                  <a:pt x="1026554" y="125003"/>
                </a:cubicBezTo>
                <a:cubicBezTo>
                  <a:pt x="1021131" y="125003"/>
                  <a:pt x="1016926" y="124145"/>
                  <a:pt x="1013938" y="122430"/>
                </a:cubicBezTo>
                <a:cubicBezTo>
                  <a:pt x="1010950" y="120715"/>
                  <a:pt x="1008847" y="118460"/>
                  <a:pt x="1007630" y="115665"/>
                </a:cubicBezTo>
                <a:cubicBezTo>
                  <a:pt x="1006412" y="112871"/>
                  <a:pt x="1005803" y="106991"/>
                  <a:pt x="1005803" y="98027"/>
                </a:cubicBezTo>
                <a:lnTo>
                  <a:pt x="1005803" y="47312"/>
                </a:lnTo>
                <a:lnTo>
                  <a:pt x="994847" y="47312"/>
                </a:lnTo>
                <a:lnTo>
                  <a:pt x="994847" y="35691"/>
                </a:lnTo>
                <a:lnTo>
                  <a:pt x="1005803" y="35691"/>
                </a:lnTo>
                <a:lnTo>
                  <a:pt x="1005803" y="13862"/>
                </a:lnTo>
                <a:lnTo>
                  <a:pt x="1020661" y="4897"/>
                </a:lnTo>
                <a:lnTo>
                  <a:pt x="1020661" y="35691"/>
                </a:lnTo>
                <a:lnTo>
                  <a:pt x="1035685" y="35691"/>
                </a:lnTo>
                <a:lnTo>
                  <a:pt x="1035685" y="47312"/>
                </a:lnTo>
                <a:lnTo>
                  <a:pt x="1020661" y="47312"/>
                </a:lnTo>
                <a:lnTo>
                  <a:pt x="1020661" y="98857"/>
                </a:lnTo>
                <a:cubicBezTo>
                  <a:pt x="1020661" y="103118"/>
                  <a:pt x="1020924" y="105857"/>
                  <a:pt x="1021450" y="107074"/>
                </a:cubicBezTo>
                <a:cubicBezTo>
                  <a:pt x="1021975" y="108292"/>
                  <a:pt x="1022833" y="109260"/>
                  <a:pt x="1024023" y="109979"/>
                </a:cubicBezTo>
                <a:cubicBezTo>
                  <a:pt x="1025212" y="110699"/>
                  <a:pt x="1026914" y="111058"/>
                  <a:pt x="1029127" y="111058"/>
                </a:cubicBezTo>
                <a:cubicBezTo>
                  <a:pt x="1030787" y="111058"/>
                  <a:pt x="1032973" y="110865"/>
                  <a:pt x="1035685" y="110477"/>
                </a:cubicBezTo>
                <a:close/>
                <a:moveTo>
                  <a:pt x="1044176" y="97446"/>
                </a:moveTo>
                <a:lnTo>
                  <a:pt x="1058950" y="95122"/>
                </a:lnTo>
                <a:cubicBezTo>
                  <a:pt x="1059780" y="101069"/>
                  <a:pt x="1062091" y="105627"/>
                  <a:pt x="1065881" y="108797"/>
                </a:cubicBezTo>
                <a:cubicBezTo>
                  <a:pt x="1069672" y="111965"/>
                  <a:pt x="1074970" y="113549"/>
                  <a:pt x="1081776" y="113549"/>
                </a:cubicBezTo>
                <a:cubicBezTo>
                  <a:pt x="1088638" y="113549"/>
                  <a:pt x="1093729" y="112151"/>
                  <a:pt x="1097049" y="109357"/>
                </a:cubicBezTo>
                <a:cubicBezTo>
                  <a:pt x="1100369" y="106562"/>
                  <a:pt x="1102029" y="103284"/>
                  <a:pt x="1102029" y="99521"/>
                </a:cubicBezTo>
                <a:cubicBezTo>
                  <a:pt x="1102029" y="96146"/>
                  <a:pt x="1100563" y="93489"/>
                  <a:pt x="1097630" y="91553"/>
                </a:cubicBezTo>
                <a:cubicBezTo>
                  <a:pt x="1095582" y="90225"/>
                  <a:pt x="1090492" y="88537"/>
                  <a:pt x="1082357" y="86490"/>
                </a:cubicBezTo>
                <a:cubicBezTo>
                  <a:pt x="1071401" y="83723"/>
                  <a:pt x="1063806" y="81329"/>
                  <a:pt x="1059573" y="79310"/>
                </a:cubicBezTo>
                <a:cubicBezTo>
                  <a:pt x="1055340" y="77290"/>
                  <a:pt x="1052130" y="74496"/>
                  <a:pt x="1049944" y="70926"/>
                </a:cubicBezTo>
                <a:cubicBezTo>
                  <a:pt x="1047759" y="67357"/>
                  <a:pt x="1046666" y="63415"/>
                  <a:pt x="1046666" y="59098"/>
                </a:cubicBezTo>
                <a:cubicBezTo>
                  <a:pt x="1046666" y="55170"/>
                  <a:pt x="1047565" y="51531"/>
                  <a:pt x="1049363" y="48183"/>
                </a:cubicBezTo>
                <a:cubicBezTo>
                  <a:pt x="1051162" y="44836"/>
                  <a:pt x="1053610" y="42055"/>
                  <a:pt x="1056709" y="39842"/>
                </a:cubicBezTo>
                <a:cubicBezTo>
                  <a:pt x="1059033" y="38126"/>
                  <a:pt x="1062201" y="36674"/>
                  <a:pt x="1066213" y="35484"/>
                </a:cubicBezTo>
                <a:cubicBezTo>
                  <a:pt x="1070225" y="34294"/>
                  <a:pt x="1074527" y="33699"/>
                  <a:pt x="1079120" y="33699"/>
                </a:cubicBezTo>
                <a:cubicBezTo>
                  <a:pt x="1086037" y="33699"/>
                  <a:pt x="1092110" y="34695"/>
                  <a:pt x="1097339" y="36687"/>
                </a:cubicBezTo>
                <a:cubicBezTo>
                  <a:pt x="1102569" y="38680"/>
                  <a:pt x="1106428" y="41377"/>
                  <a:pt x="1108918" y="44780"/>
                </a:cubicBezTo>
                <a:cubicBezTo>
                  <a:pt x="1111408" y="48183"/>
                  <a:pt x="1113124" y="52735"/>
                  <a:pt x="1114065" y="58434"/>
                </a:cubicBezTo>
                <a:lnTo>
                  <a:pt x="1099456" y="60426"/>
                </a:lnTo>
                <a:cubicBezTo>
                  <a:pt x="1098792" y="55889"/>
                  <a:pt x="1096869" y="52347"/>
                  <a:pt x="1093687" y="49802"/>
                </a:cubicBezTo>
                <a:cubicBezTo>
                  <a:pt x="1090505" y="47257"/>
                  <a:pt x="1086009" y="45984"/>
                  <a:pt x="1080199" y="45984"/>
                </a:cubicBezTo>
                <a:cubicBezTo>
                  <a:pt x="1073338" y="45984"/>
                  <a:pt x="1068440" y="47118"/>
                  <a:pt x="1065508" y="49387"/>
                </a:cubicBezTo>
                <a:cubicBezTo>
                  <a:pt x="1062575" y="51656"/>
                  <a:pt x="1061108" y="54312"/>
                  <a:pt x="1061108" y="57355"/>
                </a:cubicBezTo>
                <a:cubicBezTo>
                  <a:pt x="1061108" y="59292"/>
                  <a:pt x="1061717" y="61035"/>
                  <a:pt x="1062934" y="62585"/>
                </a:cubicBezTo>
                <a:cubicBezTo>
                  <a:pt x="1064152" y="64189"/>
                  <a:pt x="1066061" y="65517"/>
                  <a:pt x="1068662" y="66569"/>
                </a:cubicBezTo>
                <a:cubicBezTo>
                  <a:pt x="1070156" y="67122"/>
                  <a:pt x="1074555" y="68395"/>
                  <a:pt x="1081859" y="70387"/>
                </a:cubicBezTo>
                <a:cubicBezTo>
                  <a:pt x="1092428" y="73209"/>
                  <a:pt x="1099802" y="75519"/>
                  <a:pt x="1103980" y="77318"/>
                </a:cubicBezTo>
                <a:cubicBezTo>
                  <a:pt x="1108157" y="79116"/>
                  <a:pt x="1111436" y="81731"/>
                  <a:pt x="1113816" y="85161"/>
                </a:cubicBezTo>
                <a:cubicBezTo>
                  <a:pt x="1116195" y="88592"/>
                  <a:pt x="1117385" y="92853"/>
                  <a:pt x="1117385" y="97944"/>
                </a:cubicBezTo>
                <a:cubicBezTo>
                  <a:pt x="1117385" y="102924"/>
                  <a:pt x="1115932" y="107614"/>
                  <a:pt x="1113027" y="112013"/>
                </a:cubicBezTo>
                <a:cubicBezTo>
                  <a:pt x="1110122" y="116412"/>
                  <a:pt x="1105930" y="119815"/>
                  <a:pt x="1100452" y="122222"/>
                </a:cubicBezTo>
                <a:cubicBezTo>
                  <a:pt x="1094974" y="124630"/>
                  <a:pt x="1088776" y="125833"/>
                  <a:pt x="1081859" y="125833"/>
                </a:cubicBezTo>
                <a:cubicBezTo>
                  <a:pt x="1070405" y="125833"/>
                  <a:pt x="1061676" y="123447"/>
                  <a:pt x="1055672" y="118674"/>
                </a:cubicBezTo>
                <a:cubicBezTo>
                  <a:pt x="1049668" y="113901"/>
                  <a:pt x="1045836" y="106825"/>
                  <a:pt x="1044176" y="97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DCBD6-8FEC-4762-815A-1540964D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587" y="24145"/>
            <a:ext cx="2701449" cy="576773"/>
          </a:xfrm>
          <a:custGeom xmlns:a="http://schemas.openxmlformats.org/drawingml/2006/main">
            <a:pathLst>
              <a:path w="2701449" h="576773">
                <a:moveTo>
                  <a:pt x="2701449" y="576773"/>
                </a:moveTo>
                <a:lnTo>
                  <a:pt x="0" y="576773"/>
                </a:lnTo>
                <a:lnTo>
                  <a:pt x="0" y="0"/>
                </a:lnTo>
                <a:lnTo>
                  <a:pt x="2701449" y="0"/>
                </a:lnTo>
                <a:lnTo>
                  <a:pt x="2701449" y="57677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ByteDecoder">
            <a:extLst xmlns:a="http://schemas.openxmlformats.org/drawingml/2006/main">
              <a:ext uri="{FF2B5EF4-FFF2-40B4-BE49-F238E27FC236}">
                <a16:creationId xmlns:a16="http://schemas.microsoft.com/office/drawing/2014/main" id="{0E97CE31-CAB7-40C7-8D44-D58D8190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313" y="64566"/>
            <a:ext cx="1019169" cy="157540"/>
          </a:xfrm>
          <a:custGeom xmlns:a="http://schemas.openxmlformats.org/drawingml/2006/main">
            <a:pathLst>
              <a:path w="1019169" h="157540">
                <a:moveTo>
                  <a:pt x="0" y="121683"/>
                </a:moveTo>
                <a:lnTo>
                  <a:pt x="0" y="0"/>
                </a:lnTo>
                <a:lnTo>
                  <a:pt x="45652" y="0"/>
                </a:lnTo>
                <a:cubicBezTo>
                  <a:pt x="54948" y="0"/>
                  <a:pt x="62405" y="1228"/>
                  <a:pt x="68021" y="3683"/>
                </a:cubicBezTo>
                <a:cubicBezTo>
                  <a:pt x="73638" y="6139"/>
                  <a:pt x="78037" y="9918"/>
                  <a:pt x="81219" y="15021"/>
                </a:cubicBezTo>
                <a:cubicBezTo>
                  <a:pt x="84401" y="20124"/>
                  <a:pt x="85991" y="25462"/>
                  <a:pt x="85991" y="31035"/>
                </a:cubicBezTo>
                <a:cubicBezTo>
                  <a:pt x="85991" y="36221"/>
                  <a:pt x="84580" y="41105"/>
                  <a:pt x="81758" y="45686"/>
                </a:cubicBezTo>
                <a:cubicBezTo>
                  <a:pt x="78936" y="50265"/>
                  <a:pt x="74675" y="53961"/>
                  <a:pt x="68976" y="56774"/>
                </a:cubicBezTo>
                <a:cubicBezTo>
                  <a:pt x="76335" y="58938"/>
                  <a:pt x="81993" y="62627"/>
                  <a:pt x="85950" y="67842"/>
                </a:cubicBezTo>
                <a:cubicBezTo>
                  <a:pt x="89906" y="73058"/>
                  <a:pt x="91885" y="79215"/>
                  <a:pt x="91885" y="86316"/>
                </a:cubicBezTo>
                <a:cubicBezTo>
                  <a:pt x="91885" y="92031"/>
                  <a:pt x="90681" y="97343"/>
                  <a:pt x="88274" y="102252"/>
                </a:cubicBezTo>
                <a:cubicBezTo>
                  <a:pt x="85867" y="107162"/>
                  <a:pt x="82893" y="110948"/>
                  <a:pt x="79351" y="113611"/>
                </a:cubicBezTo>
                <a:cubicBezTo>
                  <a:pt x="75810" y="116274"/>
                  <a:pt x="71369" y="118285"/>
                  <a:pt x="66029" y="119644"/>
                </a:cubicBezTo>
                <a:cubicBezTo>
                  <a:pt x="60689" y="121003"/>
                  <a:pt x="54146" y="121683"/>
                  <a:pt x="46399" y="121683"/>
                </a:cubicBezTo>
                <a:lnTo>
                  <a:pt x="0" y="121683"/>
                </a:lnTo>
                <a:moveTo>
                  <a:pt x="16103" y="50964"/>
                </a:moveTo>
                <a:lnTo>
                  <a:pt x="42415" y="50964"/>
                </a:lnTo>
                <a:cubicBezTo>
                  <a:pt x="49553" y="50964"/>
                  <a:pt x="54672" y="50496"/>
                  <a:pt x="57770" y="49561"/>
                </a:cubicBezTo>
                <a:cubicBezTo>
                  <a:pt x="61865" y="48352"/>
                  <a:pt x="64950" y="46346"/>
                  <a:pt x="67025" y="43543"/>
                </a:cubicBezTo>
                <a:cubicBezTo>
                  <a:pt x="69100" y="40740"/>
                  <a:pt x="70138" y="37223"/>
                  <a:pt x="70138" y="32991"/>
                </a:cubicBezTo>
                <a:cubicBezTo>
                  <a:pt x="70138" y="28979"/>
                  <a:pt x="69169" y="25448"/>
                  <a:pt x="67233" y="22398"/>
                </a:cubicBezTo>
                <a:cubicBezTo>
                  <a:pt x="65296" y="19348"/>
                  <a:pt x="62529" y="17260"/>
                  <a:pt x="58932" y="16134"/>
                </a:cubicBezTo>
                <a:cubicBezTo>
                  <a:pt x="55336" y="15006"/>
                  <a:pt x="49166" y="14443"/>
                  <a:pt x="40423" y="14443"/>
                </a:cubicBezTo>
                <a:lnTo>
                  <a:pt x="16103" y="14443"/>
                </a:lnTo>
                <a:lnTo>
                  <a:pt x="16103" y="50964"/>
                </a:lnTo>
                <a:moveTo>
                  <a:pt x="16103" y="107240"/>
                </a:moveTo>
                <a:lnTo>
                  <a:pt x="46399" y="107240"/>
                </a:lnTo>
                <a:cubicBezTo>
                  <a:pt x="51600" y="107240"/>
                  <a:pt x="55253" y="107047"/>
                  <a:pt x="57355" y="106659"/>
                </a:cubicBezTo>
                <a:cubicBezTo>
                  <a:pt x="61063" y="105995"/>
                  <a:pt x="64162" y="104889"/>
                  <a:pt x="66652" y="103339"/>
                </a:cubicBezTo>
                <a:cubicBezTo>
                  <a:pt x="69142" y="101790"/>
                  <a:pt x="71189" y="99535"/>
                  <a:pt x="72794" y="96574"/>
                </a:cubicBezTo>
                <a:cubicBezTo>
                  <a:pt x="74399" y="93614"/>
                  <a:pt x="75201" y="90197"/>
                  <a:pt x="75201" y="86323"/>
                </a:cubicBezTo>
                <a:cubicBezTo>
                  <a:pt x="75201" y="81786"/>
                  <a:pt x="74039" y="77843"/>
                  <a:pt x="71715" y="74496"/>
                </a:cubicBezTo>
                <a:cubicBezTo>
                  <a:pt x="69391" y="71148"/>
                  <a:pt x="66168" y="68796"/>
                  <a:pt x="62045" y="67440"/>
                </a:cubicBezTo>
                <a:cubicBezTo>
                  <a:pt x="57923" y="66085"/>
                  <a:pt x="51988" y="65407"/>
                  <a:pt x="44241" y="65407"/>
                </a:cubicBezTo>
                <a:lnTo>
                  <a:pt x="16103" y="65407"/>
                </a:lnTo>
                <a:lnTo>
                  <a:pt x="16103" y="107240"/>
                </a:lnTo>
                <a:close/>
                <a:moveTo>
                  <a:pt x="111305" y="155725"/>
                </a:moveTo>
                <a:lnTo>
                  <a:pt x="109645" y="141770"/>
                </a:lnTo>
                <a:cubicBezTo>
                  <a:pt x="112910" y="142655"/>
                  <a:pt x="115759" y="143098"/>
                  <a:pt x="118194" y="143098"/>
                </a:cubicBezTo>
                <a:cubicBezTo>
                  <a:pt x="121514" y="143098"/>
                  <a:pt x="124170" y="142544"/>
                  <a:pt x="126162" y="141435"/>
                </a:cubicBezTo>
                <a:cubicBezTo>
                  <a:pt x="128154" y="140327"/>
                  <a:pt x="129787" y="138775"/>
                  <a:pt x="131060" y="136779"/>
                </a:cubicBezTo>
                <a:cubicBezTo>
                  <a:pt x="132000" y="135283"/>
                  <a:pt x="133522" y="131571"/>
                  <a:pt x="135625" y="125641"/>
                </a:cubicBezTo>
                <a:cubicBezTo>
                  <a:pt x="135901" y="124809"/>
                  <a:pt x="136344" y="123590"/>
                  <a:pt x="136953" y="121984"/>
                </a:cubicBezTo>
                <a:lnTo>
                  <a:pt x="103502" y="33533"/>
                </a:lnTo>
                <a:lnTo>
                  <a:pt x="119605" y="33533"/>
                </a:lnTo>
                <a:lnTo>
                  <a:pt x="137949" y="84596"/>
                </a:lnTo>
                <a:cubicBezTo>
                  <a:pt x="140328" y="91072"/>
                  <a:pt x="142459" y="97880"/>
                  <a:pt x="144340" y="105020"/>
                </a:cubicBezTo>
                <a:cubicBezTo>
                  <a:pt x="146056" y="98143"/>
                  <a:pt x="148103" y="91441"/>
                  <a:pt x="150482" y="84915"/>
                </a:cubicBezTo>
                <a:lnTo>
                  <a:pt x="169324" y="33533"/>
                </a:lnTo>
                <a:lnTo>
                  <a:pt x="184265" y="33533"/>
                </a:lnTo>
                <a:lnTo>
                  <a:pt x="150731" y="123167"/>
                </a:lnTo>
                <a:cubicBezTo>
                  <a:pt x="147135" y="132876"/>
                  <a:pt x="144340" y="139562"/>
                  <a:pt x="142348" y="143225"/>
                </a:cubicBezTo>
                <a:cubicBezTo>
                  <a:pt x="139692" y="148164"/>
                  <a:pt x="136648" y="151784"/>
                  <a:pt x="133218" y="154085"/>
                </a:cubicBezTo>
                <a:cubicBezTo>
                  <a:pt x="129787" y="156389"/>
                  <a:pt x="125692" y="157540"/>
                  <a:pt x="120933" y="157540"/>
                </a:cubicBezTo>
                <a:cubicBezTo>
                  <a:pt x="118056" y="157540"/>
                  <a:pt x="114846" y="156935"/>
                  <a:pt x="111305" y="155725"/>
                </a:cubicBezTo>
                <a:close/>
                <a:moveTo>
                  <a:pt x="229585" y="108319"/>
                </a:moveTo>
                <a:lnTo>
                  <a:pt x="231743" y="121517"/>
                </a:lnTo>
                <a:cubicBezTo>
                  <a:pt x="227537" y="122402"/>
                  <a:pt x="223775" y="122845"/>
                  <a:pt x="220455" y="122845"/>
                </a:cubicBezTo>
                <a:cubicBezTo>
                  <a:pt x="215032" y="122845"/>
                  <a:pt x="210826" y="121987"/>
                  <a:pt x="207838" y="120272"/>
                </a:cubicBezTo>
                <a:cubicBezTo>
                  <a:pt x="204850" y="118556"/>
                  <a:pt x="202747" y="116302"/>
                  <a:pt x="201530" y="113507"/>
                </a:cubicBezTo>
                <a:cubicBezTo>
                  <a:pt x="200312" y="110713"/>
                  <a:pt x="199704" y="104833"/>
                  <a:pt x="199704" y="95869"/>
                </a:cubicBezTo>
                <a:lnTo>
                  <a:pt x="199704" y="45154"/>
                </a:lnTo>
                <a:lnTo>
                  <a:pt x="188747" y="45154"/>
                </a:lnTo>
                <a:lnTo>
                  <a:pt x="188747" y="33533"/>
                </a:lnTo>
                <a:lnTo>
                  <a:pt x="199704" y="33533"/>
                </a:lnTo>
                <a:lnTo>
                  <a:pt x="199704" y="11703"/>
                </a:lnTo>
                <a:lnTo>
                  <a:pt x="214561" y="2739"/>
                </a:lnTo>
                <a:lnTo>
                  <a:pt x="214561" y="33533"/>
                </a:lnTo>
                <a:lnTo>
                  <a:pt x="229585" y="33533"/>
                </a:lnTo>
                <a:lnTo>
                  <a:pt x="229585" y="45154"/>
                </a:lnTo>
                <a:lnTo>
                  <a:pt x="214561" y="45154"/>
                </a:lnTo>
                <a:lnTo>
                  <a:pt x="214561" y="96699"/>
                </a:lnTo>
                <a:cubicBezTo>
                  <a:pt x="214561" y="100960"/>
                  <a:pt x="214824" y="103699"/>
                  <a:pt x="215350" y="104916"/>
                </a:cubicBezTo>
                <a:cubicBezTo>
                  <a:pt x="215876" y="106134"/>
                  <a:pt x="216733" y="107102"/>
                  <a:pt x="217923" y="107821"/>
                </a:cubicBezTo>
                <a:cubicBezTo>
                  <a:pt x="219113" y="108541"/>
                  <a:pt x="220814" y="108900"/>
                  <a:pt x="223028" y="108900"/>
                </a:cubicBezTo>
                <a:cubicBezTo>
                  <a:pt x="224688" y="108900"/>
                  <a:pt x="226873" y="108707"/>
                  <a:pt x="229585" y="108319"/>
                </a:cubicBezTo>
                <a:close/>
                <a:moveTo>
                  <a:pt x="304395" y="93130"/>
                </a:moveTo>
                <a:lnTo>
                  <a:pt x="319834" y="95122"/>
                </a:lnTo>
                <a:cubicBezTo>
                  <a:pt x="317399" y="104167"/>
                  <a:pt x="312889" y="111188"/>
                  <a:pt x="306304" y="116184"/>
                </a:cubicBezTo>
                <a:cubicBezTo>
                  <a:pt x="299719" y="121178"/>
                  <a:pt x="291308" y="123675"/>
                  <a:pt x="281071" y="123675"/>
                </a:cubicBezTo>
                <a:cubicBezTo>
                  <a:pt x="268178" y="123675"/>
                  <a:pt x="257955" y="119705"/>
                  <a:pt x="250402" y="111764"/>
                </a:cubicBezTo>
                <a:cubicBezTo>
                  <a:pt x="242848" y="103823"/>
                  <a:pt x="239072" y="92687"/>
                  <a:pt x="239072" y="78355"/>
                </a:cubicBezTo>
                <a:cubicBezTo>
                  <a:pt x="239072" y="63525"/>
                  <a:pt x="242890" y="52015"/>
                  <a:pt x="250526" y="43826"/>
                </a:cubicBezTo>
                <a:cubicBezTo>
                  <a:pt x="258162" y="35636"/>
                  <a:pt x="268068" y="31541"/>
                  <a:pt x="280241" y="31541"/>
                </a:cubicBezTo>
                <a:cubicBezTo>
                  <a:pt x="292028" y="31541"/>
                  <a:pt x="301656" y="35547"/>
                  <a:pt x="309127" y="43559"/>
                </a:cubicBezTo>
                <a:cubicBezTo>
                  <a:pt x="316597" y="51568"/>
                  <a:pt x="320332" y="62838"/>
                  <a:pt x="320332" y="77367"/>
                </a:cubicBezTo>
                <a:cubicBezTo>
                  <a:pt x="320332" y="78251"/>
                  <a:pt x="320304" y="79576"/>
                  <a:pt x="320249" y="81343"/>
                </a:cubicBezTo>
                <a:lnTo>
                  <a:pt x="254510" y="81343"/>
                </a:lnTo>
                <a:cubicBezTo>
                  <a:pt x="255064" y="91055"/>
                  <a:pt x="257803" y="98490"/>
                  <a:pt x="262728" y="103650"/>
                </a:cubicBezTo>
                <a:cubicBezTo>
                  <a:pt x="267653" y="108810"/>
                  <a:pt x="273795" y="111391"/>
                  <a:pt x="281154" y="111391"/>
                </a:cubicBezTo>
                <a:cubicBezTo>
                  <a:pt x="286633" y="111391"/>
                  <a:pt x="291308" y="109939"/>
                  <a:pt x="295182" y="107035"/>
                </a:cubicBezTo>
                <a:cubicBezTo>
                  <a:pt x="299055" y="104130"/>
                  <a:pt x="302127" y="99495"/>
                  <a:pt x="304395" y="93130"/>
                </a:cubicBezTo>
                <a:moveTo>
                  <a:pt x="255340" y="69059"/>
                </a:moveTo>
                <a:lnTo>
                  <a:pt x="304561" y="69059"/>
                </a:lnTo>
                <a:cubicBezTo>
                  <a:pt x="303897" y="61668"/>
                  <a:pt x="302016" y="56125"/>
                  <a:pt x="298917" y="52430"/>
                </a:cubicBezTo>
                <a:cubicBezTo>
                  <a:pt x="294158" y="46694"/>
                  <a:pt x="287988" y="43826"/>
                  <a:pt x="280407" y="43826"/>
                </a:cubicBezTo>
                <a:cubicBezTo>
                  <a:pt x="273546" y="43826"/>
                  <a:pt x="267777" y="46115"/>
                  <a:pt x="263101" y="50694"/>
                </a:cubicBezTo>
                <a:cubicBezTo>
                  <a:pt x="258425" y="55272"/>
                  <a:pt x="255838" y="61393"/>
                  <a:pt x="255340" y="69059"/>
                </a:cubicBezTo>
                <a:close/>
                <a:moveTo>
                  <a:pt x="387563" y="121683"/>
                </a:moveTo>
                <a:lnTo>
                  <a:pt x="387563" y="0"/>
                </a:lnTo>
                <a:lnTo>
                  <a:pt x="429480" y="0"/>
                </a:lnTo>
                <a:cubicBezTo>
                  <a:pt x="438942" y="0"/>
                  <a:pt x="446164" y="581"/>
                  <a:pt x="451144" y="1743"/>
                </a:cubicBezTo>
                <a:cubicBezTo>
                  <a:pt x="458116" y="3348"/>
                  <a:pt x="464065" y="6253"/>
                  <a:pt x="468990" y="10458"/>
                </a:cubicBezTo>
                <a:cubicBezTo>
                  <a:pt x="475408" y="15881"/>
                  <a:pt x="480209" y="22812"/>
                  <a:pt x="483391" y="31251"/>
                </a:cubicBezTo>
                <a:cubicBezTo>
                  <a:pt x="486572" y="39689"/>
                  <a:pt x="488163" y="49332"/>
                  <a:pt x="488163" y="60177"/>
                </a:cubicBezTo>
                <a:cubicBezTo>
                  <a:pt x="488163" y="69418"/>
                  <a:pt x="487084" y="77608"/>
                  <a:pt x="484926" y="84746"/>
                </a:cubicBezTo>
                <a:cubicBezTo>
                  <a:pt x="482768" y="91885"/>
                  <a:pt x="480001" y="97792"/>
                  <a:pt x="476626" y="102468"/>
                </a:cubicBezTo>
                <a:cubicBezTo>
                  <a:pt x="473250" y="107144"/>
                  <a:pt x="469557" y="110823"/>
                  <a:pt x="465545" y="113507"/>
                </a:cubicBezTo>
                <a:cubicBezTo>
                  <a:pt x="461533" y="116191"/>
                  <a:pt x="456691" y="118224"/>
                  <a:pt x="451019" y="119608"/>
                </a:cubicBezTo>
                <a:cubicBezTo>
                  <a:pt x="445347" y="120991"/>
                  <a:pt x="438832" y="121683"/>
                  <a:pt x="431472" y="121683"/>
                </a:cubicBezTo>
                <a:lnTo>
                  <a:pt x="387563" y="121683"/>
                </a:lnTo>
                <a:moveTo>
                  <a:pt x="403666" y="107240"/>
                </a:moveTo>
                <a:lnTo>
                  <a:pt x="429646" y="107240"/>
                </a:lnTo>
                <a:cubicBezTo>
                  <a:pt x="437670" y="107240"/>
                  <a:pt x="443964" y="106495"/>
                  <a:pt x="448529" y="105004"/>
                </a:cubicBezTo>
                <a:cubicBezTo>
                  <a:pt x="453094" y="103512"/>
                  <a:pt x="456733" y="101413"/>
                  <a:pt x="459444" y="98707"/>
                </a:cubicBezTo>
                <a:cubicBezTo>
                  <a:pt x="463262" y="94895"/>
                  <a:pt x="466237" y="89772"/>
                  <a:pt x="468367" y="83338"/>
                </a:cubicBezTo>
                <a:cubicBezTo>
                  <a:pt x="470497" y="76902"/>
                  <a:pt x="471563" y="69099"/>
                  <a:pt x="471563" y="59931"/>
                </a:cubicBezTo>
                <a:cubicBezTo>
                  <a:pt x="471563" y="47226"/>
                  <a:pt x="469474" y="37463"/>
                  <a:pt x="465296" y="30641"/>
                </a:cubicBezTo>
                <a:cubicBezTo>
                  <a:pt x="461118" y="23819"/>
                  <a:pt x="456041" y="19248"/>
                  <a:pt x="450065" y="16927"/>
                </a:cubicBezTo>
                <a:cubicBezTo>
                  <a:pt x="445749" y="15271"/>
                  <a:pt x="438804" y="14443"/>
                  <a:pt x="429231" y="14443"/>
                </a:cubicBezTo>
                <a:lnTo>
                  <a:pt x="403666" y="14443"/>
                </a:lnTo>
                <a:lnTo>
                  <a:pt x="403666" y="107240"/>
                </a:lnTo>
                <a:close/>
                <a:moveTo>
                  <a:pt x="568731" y="93130"/>
                </a:moveTo>
                <a:lnTo>
                  <a:pt x="584169" y="95122"/>
                </a:lnTo>
                <a:cubicBezTo>
                  <a:pt x="581735" y="104167"/>
                  <a:pt x="577225" y="111188"/>
                  <a:pt x="570640" y="116184"/>
                </a:cubicBezTo>
                <a:cubicBezTo>
                  <a:pt x="564055" y="121178"/>
                  <a:pt x="555644" y="123675"/>
                  <a:pt x="545407" y="123675"/>
                </a:cubicBezTo>
                <a:cubicBezTo>
                  <a:pt x="532514" y="123675"/>
                  <a:pt x="522290" y="119705"/>
                  <a:pt x="514737" y="111764"/>
                </a:cubicBezTo>
                <a:cubicBezTo>
                  <a:pt x="507184" y="103823"/>
                  <a:pt x="503407" y="92687"/>
                  <a:pt x="503407" y="78355"/>
                </a:cubicBezTo>
                <a:cubicBezTo>
                  <a:pt x="503407" y="63525"/>
                  <a:pt x="507225" y="52015"/>
                  <a:pt x="514861" y="43826"/>
                </a:cubicBezTo>
                <a:cubicBezTo>
                  <a:pt x="522498" y="35636"/>
                  <a:pt x="532403" y="31541"/>
                  <a:pt x="544577" y="31541"/>
                </a:cubicBezTo>
                <a:cubicBezTo>
                  <a:pt x="556363" y="31541"/>
                  <a:pt x="565992" y="35547"/>
                  <a:pt x="573462" y="43559"/>
                </a:cubicBezTo>
                <a:cubicBezTo>
                  <a:pt x="580932" y="51568"/>
                  <a:pt x="584667" y="62838"/>
                  <a:pt x="584667" y="77367"/>
                </a:cubicBezTo>
                <a:cubicBezTo>
                  <a:pt x="584667" y="78251"/>
                  <a:pt x="584640" y="79576"/>
                  <a:pt x="584584" y="81343"/>
                </a:cubicBezTo>
                <a:lnTo>
                  <a:pt x="518846" y="81343"/>
                </a:lnTo>
                <a:cubicBezTo>
                  <a:pt x="519399" y="91055"/>
                  <a:pt x="522138" y="98490"/>
                  <a:pt x="527063" y="103650"/>
                </a:cubicBezTo>
                <a:cubicBezTo>
                  <a:pt x="531988" y="108810"/>
                  <a:pt x="538130" y="111391"/>
                  <a:pt x="545490" y="111391"/>
                </a:cubicBezTo>
                <a:cubicBezTo>
                  <a:pt x="550968" y="111391"/>
                  <a:pt x="555644" y="109939"/>
                  <a:pt x="559517" y="107035"/>
                </a:cubicBezTo>
                <a:cubicBezTo>
                  <a:pt x="563391" y="104130"/>
                  <a:pt x="566462" y="99495"/>
                  <a:pt x="568731" y="93130"/>
                </a:cubicBezTo>
                <a:moveTo>
                  <a:pt x="519676" y="69059"/>
                </a:moveTo>
                <a:lnTo>
                  <a:pt x="568897" y="69059"/>
                </a:lnTo>
                <a:cubicBezTo>
                  <a:pt x="568233" y="61668"/>
                  <a:pt x="566351" y="56125"/>
                  <a:pt x="563252" y="52430"/>
                </a:cubicBezTo>
                <a:cubicBezTo>
                  <a:pt x="558494" y="46694"/>
                  <a:pt x="552324" y="43826"/>
                  <a:pt x="544743" y="43826"/>
                </a:cubicBezTo>
                <a:cubicBezTo>
                  <a:pt x="537881" y="43826"/>
                  <a:pt x="532112" y="46115"/>
                  <a:pt x="527436" y="50694"/>
                </a:cubicBezTo>
                <a:cubicBezTo>
                  <a:pt x="522761" y="55272"/>
                  <a:pt x="520174" y="61393"/>
                  <a:pt x="519676" y="69059"/>
                </a:cubicBezTo>
                <a:close/>
                <a:moveTo>
                  <a:pt x="660424" y="89312"/>
                </a:moveTo>
                <a:lnTo>
                  <a:pt x="675115" y="91304"/>
                </a:lnTo>
                <a:cubicBezTo>
                  <a:pt x="673511" y="101430"/>
                  <a:pt x="669402" y="109357"/>
                  <a:pt x="662789" y="115084"/>
                </a:cubicBezTo>
                <a:cubicBezTo>
                  <a:pt x="656177" y="120811"/>
                  <a:pt x="648056" y="123675"/>
                  <a:pt x="638428" y="123675"/>
                </a:cubicBezTo>
                <a:cubicBezTo>
                  <a:pt x="626365" y="123675"/>
                  <a:pt x="616667" y="119732"/>
                  <a:pt x="609335" y="111847"/>
                </a:cubicBezTo>
                <a:cubicBezTo>
                  <a:pt x="602003" y="103962"/>
                  <a:pt x="598337" y="92659"/>
                  <a:pt x="598337" y="77940"/>
                </a:cubicBezTo>
                <a:cubicBezTo>
                  <a:pt x="598337" y="68422"/>
                  <a:pt x="599914" y="60094"/>
                  <a:pt x="603068" y="52956"/>
                </a:cubicBezTo>
                <a:cubicBezTo>
                  <a:pt x="606223" y="45818"/>
                  <a:pt x="611023" y="40464"/>
                  <a:pt x="617470" y="36895"/>
                </a:cubicBezTo>
                <a:cubicBezTo>
                  <a:pt x="623916" y="33326"/>
                  <a:pt x="630930" y="31541"/>
                  <a:pt x="638511" y="31541"/>
                </a:cubicBezTo>
                <a:cubicBezTo>
                  <a:pt x="648084" y="31541"/>
                  <a:pt x="655914" y="33948"/>
                  <a:pt x="662001" y="38763"/>
                </a:cubicBezTo>
                <a:cubicBezTo>
                  <a:pt x="668088" y="43575"/>
                  <a:pt x="671989" y="50409"/>
                  <a:pt x="673704" y="59264"/>
                </a:cubicBezTo>
                <a:lnTo>
                  <a:pt x="659179" y="61588"/>
                </a:lnTo>
                <a:cubicBezTo>
                  <a:pt x="657795" y="55695"/>
                  <a:pt x="655347" y="51261"/>
                  <a:pt x="651833" y="48287"/>
                </a:cubicBezTo>
                <a:cubicBezTo>
                  <a:pt x="648319" y="45313"/>
                  <a:pt x="644072" y="43826"/>
                  <a:pt x="639092" y="43826"/>
                </a:cubicBezTo>
                <a:cubicBezTo>
                  <a:pt x="631566" y="43826"/>
                  <a:pt x="625452" y="46523"/>
                  <a:pt x="620748" y="51919"/>
                </a:cubicBezTo>
                <a:cubicBezTo>
                  <a:pt x="616045" y="57314"/>
                  <a:pt x="613693" y="65849"/>
                  <a:pt x="613693" y="77525"/>
                </a:cubicBezTo>
                <a:cubicBezTo>
                  <a:pt x="613693" y="89367"/>
                  <a:pt x="615962" y="97972"/>
                  <a:pt x="620499" y="103339"/>
                </a:cubicBezTo>
                <a:cubicBezTo>
                  <a:pt x="625037" y="108707"/>
                  <a:pt x="630958" y="111391"/>
                  <a:pt x="638262" y="111391"/>
                </a:cubicBezTo>
                <a:cubicBezTo>
                  <a:pt x="644127" y="111391"/>
                  <a:pt x="649025" y="109585"/>
                  <a:pt x="652953" y="105975"/>
                </a:cubicBezTo>
                <a:cubicBezTo>
                  <a:pt x="656882" y="102364"/>
                  <a:pt x="659372" y="96810"/>
                  <a:pt x="660424" y="89312"/>
                </a:cubicBezTo>
                <a:close/>
                <a:moveTo>
                  <a:pt x="682337" y="77608"/>
                </a:moveTo>
                <a:cubicBezTo>
                  <a:pt x="682337" y="61284"/>
                  <a:pt x="686874" y="49193"/>
                  <a:pt x="695949" y="41336"/>
                </a:cubicBezTo>
                <a:cubicBezTo>
                  <a:pt x="703530" y="34806"/>
                  <a:pt x="712771" y="31541"/>
                  <a:pt x="723672" y="31541"/>
                </a:cubicBezTo>
                <a:cubicBezTo>
                  <a:pt x="735791" y="31541"/>
                  <a:pt x="745696" y="35512"/>
                  <a:pt x="753388" y="43452"/>
                </a:cubicBezTo>
                <a:cubicBezTo>
                  <a:pt x="761079" y="51393"/>
                  <a:pt x="764925" y="62363"/>
                  <a:pt x="764925" y="76363"/>
                </a:cubicBezTo>
                <a:cubicBezTo>
                  <a:pt x="764925" y="87707"/>
                  <a:pt x="763223" y="96630"/>
                  <a:pt x="759820" y="103132"/>
                </a:cubicBezTo>
                <a:cubicBezTo>
                  <a:pt x="756417" y="109634"/>
                  <a:pt x="751465" y="114683"/>
                  <a:pt x="744963" y="118280"/>
                </a:cubicBezTo>
                <a:cubicBezTo>
                  <a:pt x="738461" y="121877"/>
                  <a:pt x="731364" y="123675"/>
                  <a:pt x="723672" y="123675"/>
                </a:cubicBezTo>
                <a:cubicBezTo>
                  <a:pt x="711333" y="123675"/>
                  <a:pt x="701358" y="119719"/>
                  <a:pt x="693750" y="111806"/>
                </a:cubicBezTo>
                <a:cubicBezTo>
                  <a:pt x="686141" y="103893"/>
                  <a:pt x="682337" y="92493"/>
                  <a:pt x="682337" y="77608"/>
                </a:cubicBezTo>
                <a:moveTo>
                  <a:pt x="697692" y="77650"/>
                </a:moveTo>
                <a:cubicBezTo>
                  <a:pt x="697692" y="88924"/>
                  <a:pt x="700155" y="97366"/>
                  <a:pt x="705080" y="102976"/>
                </a:cubicBezTo>
                <a:cubicBezTo>
                  <a:pt x="710005" y="108586"/>
                  <a:pt x="716202" y="111391"/>
                  <a:pt x="723672" y="111391"/>
                </a:cubicBezTo>
                <a:cubicBezTo>
                  <a:pt x="731087" y="111391"/>
                  <a:pt x="737257" y="108572"/>
                  <a:pt x="742182" y="102935"/>
                </a:cubicBezTo>
                <a:cubicBezTo>
                  <a:pt x="747107" y="97297"/>
                  <a:pt x="749569" y="88703"/>
                  <a:pt x="749569" y="77152"/>
                </a:cubicBezTo>
                <a:cubicBezTo>
                  <a:pt x="749569" y="66264"/>
                  <a:pt x="747093" y="58016"/>
                  <a:pt x="742141" y="52406"/>
                </a:cubicBezTo>
                <a:cubicBezTo>
                  <a:pt x="737188" y="46797"/>
                  <a:pt x="731032" y="43992"/>
                  <a:pt x="723672" y="43992"/>
                </a:cubicBezTo>
                <a:cubicBezTo>
                  <a:pt x="716202" y="43992"/>
                  <a:pt x="710005" y="46783"/>
                  <a:pt x="705080" y="52365"/>
                </a:cubicBezTo>
                <a:cubicBezTo>
                  <a:pt x="700155" y="57947"/>
                  <a:pt x="697692" y="66375"/>
                  <a:pt x="697692" y="77650"/>
                </a:cubicBezTo>
                <a:close/>
                <a:moveTo>
                  <a:pt x="839602" y="121683"/>
                </a:moveTo>
                <a:lnTo>
                  <a:pt x="839602" y="110560"/>
                </a:lnTo>
                <a:cubicBezTo>
                  <a:pt x="834013" y="119304"/>
                  <a:pt x="825796" y="123675"/>
                  <a:pt x="814950" y="123675"/>
                </a:cubicBezTo>
                <a:cubicBezTo>
                  <a:pt x="807922" y="123675"/>
                  <a:pt x="801462" y="121738"/>
                  <a:pt x="795569" y="117865"/>
                </a:cubicBezTo>
                <a:cubicBezTo>
                  <a:pt x="789675" y="113991"/>
                  <a:pt x="785110" y="108582"/>
                  <a:pt x="781873" y="101638"/>
                </a:cubicBezTo>
                <a:cubicBezTo>
                  <a:pt x="778636" y="94693"/>
                  <a:pt x="777017" y="86711"/>
                  <a:pt x="777017" y="77691"/>
                </a:cubicBezTo>
                <a:cubicBezTo>
                  <a:pt x="777017" y="68893"/>
                  <a:pt x="778484" y="60911"/>
                  <a:pt x="781417" y="53745"/>
                </a:cubicBezTo>
                <a:cubicBezTo>
                  <a:pt x="784349" y="46579"/>
                  <a:pt x="788749" y="41087"/>
                  <a:pt x="794614" y="37269"/>
                </a:cubicBezTo>
                <a:cubicBezTo>
                  <a:pt x="800480" y="33450"/>
                  <a:pt x="807037" y="31541"/>
                  <a:pt x="814286" y="31541"/>
                </a:cubicBezTo>
                <a:cubicBezTo>
                  <a:pt x="819598" y="31541"/>
                  <a:pt x="824329" y="32670"/>
                  <a:pt x="828479" y="34926"/>
                </a:cubicBezTo>
                <a:cubicBezTo>
                  <a:pt x="832630" y="37181"/>
                  <a:pt x="836005" y="40119"/>
                  <a:pt x="838606" y="43740"/>
                </a:cubicBezTo>
                <a:lnTo>
                  <a:pt x="838606" y="0"/>
                </a:lnTo>
                <a:lnTo>
                  <a:pt x="853463" y="0"/>
                </a:lnTo>
                <a:lnTo>
                  <a:pt x="853463" y="121683"/>
                </a:lnTo>
                <a:lnTo>
                  <a:pt x="839602" y="121683"/>
                </a:lnTo>
                <a:moveTo>
                  <a:pt x="792373" y="77733"/>
                </a:moveTo>
                <a:cubicBezTo>
                  <a:pt x="792373" y="89007"/>
                  <a:pt x="794752" y="97436"/>
                  <a:pt x="799511" y="103018"/>
                </a:cubicBezTo>
                <a:cubicBezTo>
                  <a:pt x="804270" y="108600"/>
                  <a:pt x="809887" y="111391"/>
                  <a:pt x="816361" y="111391"/>
                </a:cubicBezTo>
                <a:cubicBezTo>
                  <a:pt x="822891" y="111391"/>
                  <a:pt x="828438" y="108724"/>
                  <a:pt x="833003" y="103391"/>
                </a:cubicBezTo>
                <a:cubicBezTo>
                  <a:pt x="837568" y="98058"/>
                  <a:pt x="839851" y="89919"/>
                  <a:pt x="839851" y="78975"/>
                </a:cubicBezTo>
                <a:cubicBezTo>
                  <a:pt x="839851" y="66928"/>
                  <a:pt x="837527" y="58085"/>
                  <a:pt x="832879" y="52448"/>
                </a:cubicBezTo>
                <a:cubicBezTo>
                  <a:pt x="828230" y="46810"/>
                  <a:pt x="822503" y="43992"/>
                  <a:pt x="815697" y="43992"/>
                </a:cubicBezTo>
                <a:cubicBezTo>
                  <a:pt x="809057" y="43992"/>
                  <a:pt x="803509" y="46700"/>
                  <a:pt x="799055" y="52116"/>
                </a:cubicBezTo>
                <a:cubicBezTo>
                  <a:pt x="794600" y="57532"/>
                  <a:pt x="792373" y="66071"/>
                  <a:pt x="792373" y="77733"/>
                </a:cubicBezTo>
                <a:close/>
                <a:moveTo>
                  <a:pt x="937271" y="93130"/>
                </a:moveTo>
                <a:lnTo>
                  <a:pt x="952710" y="95122"/>
                </a:lnTo>
                <a:cubicBezTo>
                  <a:pt x="950275" y="104167"/>
                  <a:pt x="945765" y="111188"/>
                  <a:pt x="939180" y="116184"/>
                </a:cubicBezTo>
                <a:cubicBezTo>
                  <a:pt x="932595" y="121178"/>
                  <a:pt x="924184" y="123675"/>
                  <a:pt x="913947" y="123675"/>
                </a:cubicBezTo>
                <a:cubicBezTo>
                  <a:pt x="901054" y="123675"/>
                  <a:pt x="890831" y="119705"/>
                  <a:pt x="883278" y="111764"/>
                </a:cubicBezTo>
                <a:cubicBezTo>
                  <a:pt x="875724" y="103823"/>
                  <a:pt x="871948" y="92687"/>
                  <a:pt x="871948" y="78355"/>
                </a:cubicBezTo>
                <a:cubicBezTo>
                  <a:pt x="871948" y="63525"/>
                  <a:pt x="875766" y="52015"/>
                  <a:pt x="883402" y="43826"/>
                </a:cubicBezTo>
                <a:cubicBezTo>
                  <a:pt x="891038" y="35636"/>
                  <a:pt x="900943" y="31541"/>
                  <a:pt x="913117" y="31541"/>
                </a:cubicBezTo>
                <a:cubicBezTo>
                  <a:pt x="924904" y="31541"/>
                  <a:pt x="934532" y="35547"/>
                  <a:pt x="942002" y="43559"/>
                </a:cubicBezTo>
                <a:cubicBezTo>
                  <a:pt x="949473" y="51568"/>
                  <a:pt x="953208" y="62838"/>
                  <a:pt x="953208" y="77367"/>
                </a:cubicBezTo>
                <a:cubicBezTo>
                  <a:pt x="953208" y="78251"/>
                  <a:pt x="953180" y="79576"/>
                  <a:pt x="953125" y="81343"/>
                </a:cubicBezTo>
                <a:lnTo>
                  <a:pt x="887386" y="81343"/>
                </a:lnTo>
                <a:cubicBezTo>
                  <a:pt x="887940" y="91055"/>
                  <a:pt x="890679" y="98490"/>
                  <a:pt x="895604" y="103650"/>
                </a:cubicBezTo>
                <a:cubicBezTo>
                  <a:pt x="900528" y="108810"/>
                  <a:pt x="906671" y="111391"/>
                  <a:pt x="914030" y="111391"/>
                </a:cubicBezTo>
                <a:cubicBezTo>
                  <a:pt x="919509" y="111391"/>
                  <a:pt x="924184" y="109939"/>
                  <a:pt x="928058" y="107035"/>
                </a:cubicBezTo>
                <a:cubicBezTo>
                  <a:pt x="931931" y="104130"/>
                  <a:pt x="935003" y="99495"/>
                  <a:pt x="937271" y="93130"/>
                </a:cubicBezTo>
                <a:moveTo>
                  <a:pt x="888216" y="69059"/>
                </a:moveTo>
                <a:lnTo>
                  <a:pt x="937437" y="69059"/>
                </a:lnTo>
                <a:cubicBezTo>
                  <a:pt x="936773" y="61668"/>
                  <a:pt x="934892" y="56125"/>
                  <a:pt x="931793" y="52430"/>
                </a:cubicBezTo>
                <a:cubicBezTo>
                  <a:pt x="927034" y="46694"/>
                  <a:pt x="920864" y="43826"/>
                  <a:pt x="913283" y="43826"/>
                </a:cubicBezTo>
                <a:cubicBezTo>
                  <a:pt x="906422" y="43826"/>
                  <a:pt x="900653" y="46115"/>
                  <a:pt x="895977" y="50694"/>
                </a:cubicBezTo>
                <a:cubicBezTo>
                  <a:pt x="891301" y="55272"/>
                  <a:pt x="888714" y="61393"/>
                  <a:pt x="888216" y="69059"/>
                </a:cubicBezTo>
                <a:close/>
                <a:moveTo>
                  <a:pt x="971277" y="121683"/>
                </a:moveTo>
                <a:lnTo>
                  <a:pt x="971277" y="33533"/>
                </a:lnTo>
                <a:lnTo>
                  <a:pt x="984723" y="33533"/>
                </a:lnTo>
                <a:lnTo>
                  <a:pt x="984723" y="46897"/>
                </a:lnTo>
                <a:cubicBezTo>
                  <a:pt x="988154" y="40644"/>
                  <a:pt x="991322" y="36521"/>
                  <a:pt x="994227" y="34529"/>
                </a:cubicBezTo>
                <a:cubicBezTo>
                  <a:pt x="997132" y="32537"/>
                  <a:pt x="1000328" y="31541"/>
                  <a:pt x="1003814" y="31541"/>
                </a:cubicBezTo>
                <a:cubicBezTo>
                  <a:pt x="1008849" y="31541"/>
                  <a:pt x="1013968" y="33146"/>
                  <a:pt x="1019169" y="36355"/>
                </a:cubicBezTo>
                <a:lnTo>
                  <a:pt x="1014023" y="50207"/>
                </a:lnTo>
                <a:cubicBezTo>
                  <a:pt x="1010371" y="48055"/>
                  <a:pt x="1006719" y="46980"/>
                  <a:pt x="1003067" y="46980"/>
                </a:cubicBezTo>
                <a:cubicBezTo>
                  <a:pt x="999802" y="46980"/>
                  <a:pt x="996869" y="47962"/>
                  <a:pt x="994268" y="49927"/>
                </a:cubicBezTo>
                <a:cubicBezTo>
                  <a:pt x="991668" y="51891"/>
                  <a:pt x="989814" y="54616"/>
                  <a:pt x="988707" y="58102"/>
                </a:cubicBezTo>
                <a:cubicBezTo>
                  <a:pt x="987047" y="63415"/>
                  <a:pt x="986217" y="69225"/>
                  <a:pt x="986217" y="75533"/>
                </a:cubicBezTo>
                <a:lnTo>
                  <a:pt x="986217" y="121683"/>
                </a:lnTo>
                <a:lnTo>
                  <a:pt x="971277" y="121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HiddenStates">
            <a:extLst xmlns:a="http://schemas.openxmlformats.org/drawingml/2006/main">
              <a:ext uri="{FF2B5EF4-FFF2-40B4-BE49-F238E27FC236}">
                <a16:creationId xmlns:a16="http://schemas.microsoft.com/office/drawing/2014/main" id="{6B7608C8-A6E4-4A5B-AB0D-4921138F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527" y="266397"/>
            <a:ext cx="1046863" cy="125833"/>
          </a:xfrm>
          <a:custGeom xmlns:a="http://schemas.openxmlformats.org/drawingml/2006/main">
            <a:pathLst>
              <a:path w="1046863" h="125833">
                <a:moveTo>
                  <a:pt x="0" y="123841"/>
                </a:moveTo>
                <a:lnTo>
                  <a:pt x="0" y="2158"/>
                </a:lnTo>
                <a:lnTo>
                  <a:pt x="16103" y="2158"/>
                </a:lnTo>
                <a:lnTo>
                  <a:pt x="16103" y="51960"/>
                </a:lnTo>
                <a:lnTo>
                  <a:pt x="79351" y="51960"/>
                </a:lnTo>
                <a:lnTo>
                  <a:pt x="79351" y="2158"/>
                </a:lnTo>
                <a:lnTo>
                  <a:pt x="95454" y="2158"/>
                </a:lnTo>
                <a:lnTo>
                  <a:pt x="95454" y="123841"/>
                </a:lnTo>
                <a:lnTo>
                  <a:pt x="79351" y="123841"/>
                </a:lnTo>
                <a:lnTo>
                  <a:pt x="79351" y="66403"/>
                </a:lnTo>
                <a:lnTo>
                  <a:pt x="16103" y="66403"/>
                </a:lnTo>
                <a:lnTo>
                  <a:pt x="16103" y="123841"/>
                </a:lnTo>
                <a:lnTo>
                  <a:pt x="0" y="123841"/>
                </a:lnTo>
                <a:close/>
                <a:moveTo>
                  <a:pt x="120409" y="19257"/>
                </a:moveTo>
                <a:lnTo>
                  <a:pt x="120409" y="2158"/>
                </a:lnTo>
                <a:lnTo>
                  <a:pt x="135350" y="2158"/>
                </a:lnTo>
                <a:lnTo>
                  <a:pt x="135350" y="19257"/>
                </a:lnTo>
                <a:lnTo>
                  <a:pt x="120409" y="19257"/>
                </a:lnTo>
                <a:moveTo>
                  <a:pt x="120409" y="123841"/>
                </a:moveTo>
                <a:lnTo>
                  <a:pt x="120409" y="35691"/>
                </a:lnTo>
                <a:lnTo>
                  <a:pt x="135350" y="35691"/>
                </a:lnTo>
                <a:lnTo>
                  <a:pt x="135350" y="123841"/>
                </a:lnTo>
                <a:lnTo>
                  <a:pt x="120409" y="123841"/>
                </a:lnTo>
                <a:close/>
                <a:moveTo>
                  <a:pt x="215253" y="123841"/>
                </a:moveTo>
                <a:lnTo>
                  <a:pt x="215253" y="112719"/>
                </a:lnTo>
                <a:cubicBezTo>
                  <a:pt x="209664" y="121462"/>
                  <a:pt x="201447" y="125833"/>
                  <a:pt x="190601" y="125833"/>
                </a:cubicBezTo>
                <a:cubicBezTo>
                  <a:pt x="183574" y="125833"/>
                  <a:pt x="177113" y="123896"/>
                  <a:pt x="171220" y="120023"/>
                </a:cubicBezTo>
                <a:cubicBezTo>
                  <a:pt x="165327" y="116149"/>
                  <a:pt x="160761" y="110740"/>
                  <a:pt x="157524" y="103796"/>
                </a:cubicBezTo>
                <a:cubicBezTo>
                  <a:pt x="154287" y="96851"/>
                  <a:pt x="152669" y="88869"/>
                  <a:pt x="152669" y="79849"/>
                </a:cubicBezTo>
                <a:cubicBezTo>
                  <a:pt x="152669" y="71051"/>
                  <a:pt x="154135" y="63069"/>
                  <a:pt x="157068" y="55903"/>
                </a:cubicBezTo>
                <a:cubicBezTo>
                  <a:pt x="160001" y="48737"/>
                  <a:pt x="164400" y="43245"/>
                  <a:pt x="170265" y="39427"/>
                </a:cubicBezTo>
                <a:cubicBezTo>
                  <a:pt x="176131" y="35608"/>
                  <a:pt x="182688" y="33699"/>
                  <a:pt x="189937" y="33699"/>
                </a:cubicBezTo>
                <a:cubicBezTo>
                  <a:pt x="195249" y="33699"/>
                  <a:pt x="199981" y="34828"/>
                  <a:pt x="204131" y="37084"/>
                </a:cubicBezTo>
                <a:cubicBezTo>
                  <a:pt x="208281" y="39339"/>
                  <a:pt x="211656" y="42277"/>
                  <a:pt x="214257" y="45898"/>
                </a:cubicBezTo>
                <a:lnTo>
                  <a:pt x="214257" y="2158"/>
                </a:lnTo>
                <a:lnTo>
                  <a:pt x="229115" y="2158"/>
                </a:lnTo>
                <a:lnTo>
                  <a:pt x="229115" y="123841"/>
                </a:lnTo>
                <a:lnTo>
                  <a:pt x="215253" y="123841"/>
                </a:lnTo>
                <a:moveTo>
                  <a:pt x="168024" y="79891"/>
                </a:moveTo>
                <a:cubicBezTo>
                  <a:pt x="168024" y="91165"/>
                  <a:pt x="170404" y="99594"/>
                  <a:pt x="175163" y="105176"/>
                </a:cubicBezTo>
                <a:cubicBezTo>
                  <a:pt x="179921" y="110758"/>
                  <a:pt x="185538" y="113549"/>
                  <a:pt x="192012" y="113549"/>
                </a:cubicBezTo>
                <a:cubicBezTo>
                  <a:pt x="198542" y="113549"/>
                  <a:pt x="204089" y="110882"/>
                  <a:pt x="208654" y="105549"/>
                </a:cubicBezTo>
                <a:cubicBezTo>
                  <a:pt x="213220" y="100216"/>
                  <a:pt x="215502" y="92078"/>
                  <a:pt x="215502" y="81133"/>
                </a:cubicBezTo>
                <a:cubicBezTo>
                  <a:pt x="215502" y="69086"/>
                  <a:pt x="213178" y="60243"/>
                  <a:pt x="208530" y="54606"/>
                </a:cubicBezTo>
                <a:cubicBezTo>
                  <a:pt x="203882" y="48969"/>
                  <a:pt x="198154" y="46150"/>
                  <a:pt x="191348" y="46150"/>
                </a:cubicBezTo>
                <a:cubicBezTo>
                  <a:pt x="184708" y="46150"/>
                  <a:pt x="179161" y="48858"/>
                  <a:pt x="174706" y="54274"/>
                </a:cubicBezTo>
                <a:cubicBezTo>
                  <a:pt x="170251" y="59690"/>
                  <a:pt x="168024" y="68229"/>
                  <a:pt x="168024" y="79891"/>
                </a:cubicBezTo>
                <a:close/>
                <a:moveTo>
                  <a:pt x="309768" y="123841"/>
                </a:moveTo>
                <a:lnTo>
                  <a:pt x="309768" y="112719"/>
                </a:lnTo>
                <a:cubicBezTo>
                  <a:pt x="304179" y="121462"/>
                  <a:pt x="295962" y="125833"/>
                  <a:pt x="285116" y="125833"/>
                </a:cubicBezTo>
                <a:cubicBezTo>
                  <a:pt x="278089" y="125833"/>
                  <a:pt x="271628" y="123896"/>
                  <a:pt x="265735" y="120023"/>
                </a:cubicBezTo>
                <a:cubicBezTo>
                  <a:pt x="259842" y="116149"/>
                  <a:pt x="255277" y="110740"/>
                  <a:pt x="252040" y="103796"/>
                </a:cubicBezTo>
                <a:cubicBezTo>
                  <a:pt x="248802" y="96851"/>
                  <a:pt x="247184" y="88869"/>
                  <a:pt x="247184" y="79849"/>
                </a:cubicBezTo>
                <a:cubicBezTo>
                  <a:pt x="247184" y="71051"/>
                  <a:pt x="248650" y="63069"/>
                  <a:pt x="251583" y="55903"/>
                </a:cubicBezTo>
                <a:cubicBezTo>
                  <a:pt x="254516" y="48737"/>
                  <a:pt x="258915" y="43245"/>
                  <a:pt x="264781" y="39427"/>
                </a:cubicBezTo>
                <a:cubicBezTo>
                  <a:pt x="270646" y="35608"/>
                  <a:pt x="277203" y="33699"/>
                  <a:pt x="284452" y="33699"/>
                </a:cubicBezTo>
                <a:cubicBezTo>
                  <a:pt x="289765" y="33699"/>
                  <a:pt x="294496" y="34828"/>
                  <a:pt x="298646" y="37084"/>
                </a:cubicBezTo>
                <a:cubicBezTo>
                  <a:pt x="302796" y="39339"/>
                  <a:pt x="306172" y="42277"/>
                  <a:pt x="308772" y="45898"/>
                </a:cubicBezTo>
                <a:lnTo>
                  <a:pt x="308772" y="2158"/>
                </a:lnTo>
                <a:lnTo>
                  <a:pt x="323630" y="2158"/>
                </a:lnTo>
                <a:lnTo>
                  <a:pt x="323630" y="123841"/>
                </a:lnTo>
                <a:lnTo>
                  <a:pt x="309768" y="123841"/>
                </a:lnTo>
                <a:moveTo>
                  <a:pt x="262539" y="79891"/>
                </a:moveTo>
                <a:cubicBezTo>
                  <a:pt x="262539" y="91165"/>
                  <a:pt x="264919" y="99594"/>
                  <a:pt x="269678" y="105176"/>
                </a:cubicBezTo>
                <a:cubicBezTo>
                  <a:pt x="274437" y="110758"/>
                  <a:pt x="280053" y="113549"/>
                  <a:pt x="286527" y="113549"/>
                </a:cubicBezTo>
                <a:cubicBezTo>
                  <a:pt x="293057" y="113549"/>
                  <a:pt x="298604" y="110882"/>
                  <a:pt x="303170" y="105549"/>
                </a:cubicBezTo>
                <a:cubicBezTo>
                  <a:pt x="307735" y="100216"/>
                  <a:pt x="310017" y="92078"/>
                  <a:pt x="310017" y="81133"/>
                </a:cubicBezTo>
                <a:cubicBezTo>
                  <a:pt x="310017" y="69086"/>
                  <a:pt x="307693" y="60243"/>
                  <a:pt x="303045" y="54606"/>
                </a:cubicBezTo>
                <a:cubicBezTo>
                  <a:pt x="298397" y="48969"/>
                  <a:pt x="292670" y="46150"/>
                  <a:pt x="285863" y="46150"/>
                </a:cubicBezTo>
                <a:cubicBezTo>
                  <a:pt x="279223" y="46150"/>
                  <a:pt x="273676" y="48858"/>
                  <a:pt x="269221" y="54274"/>
                </a:cubicBezTo>
                <a:cubicBezTo>
                  <a:pt x="264767" y="59690"/>
                  <a:pt x="262539" y="68229"/>
                  <a:pt x="262539" y="79891"/>
                </a:cubicBezTo>
                <a:close/>
                <a:moveTo>
                  <a:pt x="407438" y="95288"/>
                </a:moveTo>
                <a:lnTo>
                  <a:pt x="422876" y="97280"/>
                </a:lnTo>
                <a:cubicBezTo>
                  <a:pt x="420442" y="106326"/>
                  <a:pt x="415932" y="113346"/>
                  <a:pt x="409347" y="118342"/>
                </a:cubicBezTo>
                <a:cubicBezTo>
                  <a:pt x="402762" y="123336"/>
                  <a:pt x="394351" y="125833"/>
                  <a:pt x="384114" y="125833"/>
                </a:cubicBezTo>
                <a:cubicBezTo>
                  <a:pt x="371221" y="125833"/>
                  <a:pt x="360997" y="121863"/>
                  <a:pt x="353444" y="113922"/>
                </a:cubicBezTo>
                <a:cubicBezTo>
                  <a:pt x="345891" y="105981"/>
                  <a:pt x="342114" y="94845"/>
                  <a:pt x="342114" y="80513"/>
                </a:cubicBezTo>
                <a:cubicBezTo>
                  <a:pt x="342114" y="65683"/>
                  <a:pt x="345932" y="54174"/>
                  <a:pt x="353569" y="45984"/>
                </a:cubicBezTo>
                <a:cubicBezTo>
                  <a:pt x="361205" y="37794"/>
                  <a:pt x="371110" y="33699"/>
                  <a:pt x="383284" y="33699"/>
                </a:cubicBezTo>
                <a:cubicBezTo>
                  <a:pt x="395070" y="33699"/>
                  <a:pt x="404699" y="37705"/>
                  <a:pt x="412169" y="45717"/>
                </a:cubicBezTo>
                <a:cubicBezTo>
                  <a:pt x="419639" y="53727"/>
                  <a:pt x="423374" y="64996"/>
                  <a:pt x="423374" y="79525"/>
                </a:cubicBezTo>
                <a:cubicBezTo>
                  <a:pt x="423374" y="80409"/>
                  <a:pt x="423347" y="81734"/>
                  <a:pt x="423291" y="83501"/>
                </a:cubicBezTo>
                <a:lnTo>
                  <a:pt x="357553" y="83501"/>
                </a:lnTo>
                <a:cubicBezTo>
                  <a:pt x="358106" y="93213"/>
                  <a:pt x="360845" y="100648"/>
                  <a:pt x="365770" y="105809"/>
                </a:cubicBezTo>
                <a:cubicBezTo>
                  <a:pt x="370695" y="110969"/>
                  <a:pt x="376837" y="113549"/>
                  <a:pt x="384197" y="113549"/>
                </a:cubicBezTo>
                <a:cubicBezTo>
                  <a:pt x="389675" y="113549"/>
                  <a:pt x="394351" y="112097"/>
                  <a:pt x="398224" y="109194"/>
                </a:cubicBezTo>
                <a:cubicBezTo>
                  <a:pt x="402098" y="106288"/>
                  <a:pt x="405169" y="101653"/>
                  <a:pt x="407438" y="95288"/>
                </a:cubicBezTo>
                <a:moveTo>
                  <a:pt x="358383" y="71217"/>
                </a:moveTo>
                <a:lnTo>
                  <a:pt x="407604" y="71217"/>
                </a:lnTo>
                <a:cubicBezTo>
                  <a:pt x="406940" y="63826"/>
                  <a:pt x="405058" y="58283"/>
                  <a:pt x="401960" y="54588"/>
                </a:cubicBezTo>
                <a:cubicBezTo>
                  <a:pt x="397201" y="48852"/>
                  <a:pt x="391031" y="45984"/>
                  <a:pt x="383450" y="45984"/>
                </a:cubicBezTo>
                <a:cubicBezTo>
                  <a:pt x="376588" y="45984"/>
                  <a:pt x="370819" y="48273"/>
                  <a:pt x="366144" y="52852"/>
                </a:cubicBezTo>
                <a:cubicBezTo>
                  <a:pt x="361468" y="57430"/>
                  <a:pt x="358881" y="63551"/>
                  <a:pt x="358383" y="71217"/>
                </a:cubicBezTo>
                <a:close/>
                <a:moveTo>
                  <a:pt x="441609" y="123841"/>
                </a:moveTo>
                <a:lnTo>
                  <a:pt x="441609" y="35691"/>
                </a:lnTo>
                <a:lnTo>
                  <a:pt x="455056" y="35691"/>
                </a:lnTo>
                <a:lnTo>
                  <a:pt x="455056" y="48225"/>
                </a:lnTo>
                <a:cubicBezTo>
                  <a:pt x="461530" y="38541"/>
                  <a:pt x="470881" y="33699"/>
                  <a:pt x="483111" y="33699"/>
                </a:cubicBezTo>
                <a:cubicBezTo>
                  <a:pt x="488423" y="33699"/>
                  <a:pt x="493306" y="34654"/>
                  <a:pt x="497761" y="36563"/>
                </a:cubicBezTo>
                <a:cubicBezTo>
                  <a:pt x="502215" y="38472"/>
                  <a:pt x="505549" y="40976"/>
                  <a:pt x="507763" y="44075"/>
                </a:cubicBezTo>
                <a:cubicBezTo>
                  <a:pt x="509976" y="47174"/>
                  <a:pt x="511525" y="50853"/>
                  <a:pt x="512411" y="55114"/>
                </a:cubicBezTo>
                <a:cubicBezTo>
                  <a:pt x="512964" y="57881"/>
                  <a:pt x="513241" y="62723"/>
                  <a:pt x="513241" y="69640"/>
                </a:cubicBezTo>
                <a:lnTo>
                  <a:pt x="513241" y="123841"/>
                </a:lnTo>
                <a:lnTo>
                  <a:pt x="498300" y="123841"/>
                </a:lnTo>
                <a:lnTo>
                  <a:pt x="498300" y="70221"/>
                </a:lnTo>
                <a:cubicBezTo>
                  <a:pt x="498300" y="64134"/>
                  <a:pt x="497719" y="59583"/>
                  <a:pt x="496557" y="56567"/>
                </a:cubicBezTo>
                <a:cubicBezTo>
                  <a:pt x="495395" y="53551"/>
                  <a:pt x="493334" y="51144"/>
                  <a:pt x="490373" y="49345"/>
                </a:cubicBezTo>
                <a:cubicBezTo>
                  <a:pt x="487413" y="47547"/>
                  <a:pt x="483941" y="46648"/>
                  <a:pt x="479957" y="46648"/>
                </a:cubicBezTo>
                <a:cubicBezTo>
                  <a:pt x="473593" y="46648"/>
                  <a:pt x="468101" y="48668"/>
                  <a:pt x="463480" y="52707"/>
                </a:cubicBezTo>
                <a:cubicBezTo>
                  <a:pt x="458860" y="56747"/>
                  <a:pt x="456550" y="64411"/>
                  <a:pt x="456550" y="75699"/>
                </a:cubicBezTo>
                <a:lnTo>
                  <a:pt x="456550" y="123841"/>
                </a:lnTo>
                <a:lnTo>
                  <a:pt x="441609" y="123841"/>
                </a:lnTo>
                <a:close/>
                <a:moveTo>
                  <a:pt x="579642" y="84663"/>
                </a:moveTo>
                <a:lnTo>
                  <a:pt x="594831" y="83335"/>
                </a:lnTo>
                <a:cubicBezTo>
                  <a:pt x="595551" y="89422"/>
                  <a:pt x="597225" y="94416"/>
                  <a:pt x="599853" y="98317"/>
                </a:cubicBezTo>
                <a:cubicBezTo>
                  <a:pt x="602482" y="102219"/>
                  <a:pt x="606563" y="105373"/>
                  <a:pt x="612096" y="107780"/>
                </a:cubicBezTo>
                <a:cubicBezTo>
                  <a:pt x="617630" y="110187"/>
                  <a:pt x="623855" y="111391"/>
                  <a:pt x="630772" y="111391"/>
                </a:cubicBezTo>
                <a:cubicBezTo>
                  <a:pt x="636914" y="111391"/>
                  <a:pt x="642337" y="110477"/>
                  <a:pt x="647041" y="108651"/>
                </a:cubicBezTo>
                <a:cubicBezTo>
                  <a:pt x="651744" y="106825"/>
                  <a:pt x="655244" y="104321"/>
                  <a:pt x="657540" y="101140"/>
                </a:cubicBezTo>
                <a:cubicBezTo>
                  <a:pt x="659837" y="97958"/>
                  <a:pt x="660985" y="94494"/>
                  <a:pt x="660985" y="90749"/>
                </a:cubicBezTo>
                <a:cubicBezTo>
                  <a:pt x="660985" y="86948"/>
                  <a:pt x="659878" y="83629"/>
                  <a:pt x="657665" y="80793"/>
                </a:cubicBezTo>
                <a:cubicBezTo>
                  <a:pt x="655452" y="77956"/>
                  <a:pt x="651799" y="75570"/>
                  <a:pt x="646709" y="73637"/>
                </a:cubicBezTo>
                <a:cubicBezTo>
                  <a:pt x="643444" y="72368"/>
                  <a:pt x="636222" y="70395"/>
                  <a:pt x="625045" y="67718"/>
                </a:cubicBezTo>
                <a:cubicBezTo>
                  <a:pt x="613867" y="65041"/>
                  <a:pt x="606037" y="62510"/>
                  <a:pt x="601555" y="60126"/>
                </a:cubicBezTo>
                <a:cubicBezTo>
                  <a:pt x="595744" y="57077"/>
                  <a:pt x="591414" y="53293"/>
                  <a:pt x="588565" y="48775"/>
                </a:cubicBezTo>
                <a:cubicBezTo>
                  <a:pt x="585715" y="44256"/>
                  <a:pt x="584290" y="39197"/>
                  <a:pt x="584290" y="33598"/>
                </a:cubicBezTo>
                <a:cubicBezTo>
                  <a:pt x="584290" y="27444"/>
                  <a:pt x="586033" y="21692"/>
                  <a:pt x="589519" y="16341"/>
                </a:cubicBezTo>
                <a:cubicBezTo>
                  <a:pt x="593005" y="10991"/>
                  <a:pt x="598096" y="6930"/>
                  <a:pt x="604792" y="4158"/>
                </a:cubicBezTo>
                <a:cubicBezTo>
                  <a:pt x="611487" y="1386"/>
                  <a:pt x="618930" y="0"/>
                  <a:pt x="627120" y="0"/>
                </a:cubicBezTo>
                <a:cubicBezTo>
                  <a:pt x="636139" y="0"/>
                  <a:pt x="644094" y="1453"/>
                  <a:pt x="650983" y="4358"/>
                </a:cubicBezTo>
                <a:cubicBezTo>
                  <a:pt x="657872" y="7263"/>
                  <a:pt x="663171" y="11537"/>
                  <a:pt x="666878" y="17182"/>
                </a:cubicBezTo>
                <a:cubicBezTo>
                  <a:pt x="670586" y="22826"/>
                  <a:pt x="672578" y="29217"/>
                  <a:pt x="672855" y="36355"/>
                </a:cubicBezTo>
                <a:lnTo>
                  <a:pt x="657416" y="37518"/>
                </a:lnTo>
                <a:cubicBezTo>
                  <a:pt x="656586" y="29907"/>
                  <a:pt x="653778" y="24159"/>
                  <a:pt x="648991" y="20274"/>
                </a:cubicBezTo>
                <a:cubicBezTo>
                  <a:pt x="644205" y="16386"/>
                  <a:pt x="637135" y="14443"/>
                  <a:pt x="627784" y="14443"/>
                </a:cubicBezTo>
                <a:cubicBezTo>
                  <a:pt x="618045" y="14443"/>
                  <a:pt x="610948" y="16223"/>
                  <a:pt x="606493" y="19783"/>
                </a:cubicBezTo>
                <a:cubicBezTo>
                  <a:pt x="602039" y="23342"/>
                  <a:pt x="599812" y="27633"/>
                  <a:pt x="599812" y="32657"/>
                </a:cubicBezTo>
                <a:cubicBezTo>
                  <a:pt x="599812" y="37016"/>
                  <a:pt x="601389" y="40603"/>
                  <a:pt x="604543" y="43419"/>
                </a:cubicBezTo>
                <a:cubicBezTo>
                  <a:pt x="607642" y="46234"/>
                  <a:pt x="615734" y="49118"/>
                  <a:pt x="628821" y="52072"/>
                </a:cubicBezTo>
                <a:cubicBezTo>
                  <a:pt x="641908" y="55023"/>
                  <a:pt x="650886" y="57603"/>
                  <a:pt x="655756" y="59812"/>
                </a:cubicBezTo>
                <a:cubicBezTo>
                  <a:pt x="662839" y="63071"/>
                  <a:pt x="668068" y="67200"/>
                  <a:pt x="671444" y="72197"/>
                </a:cubicBezTo>
                <a:cubicBezTo>
                  <a:pt x="674819" y="77195"/>
                  <a:pt x="676507" y="82951"/>
                  <a:pt x="676507" y="89467"/>
                </a:cubicBezTo>
                <a:cubicBezTo>
                  <a:pt x="676507" y="95929"/>
                  <a:pt x="674653" y="102018"/>
                  <a:pt x="670946" y="107733"/>
                </a:cubicBezTo>
                <a:cubicBezTo>
                  <a:pt x="667238" y="113448"/>
                  <a:pt x="661912" y="117894"/>
                  <a:pt x="654967" y="121071"/>
                </a:cubicBezTo>
                <a:cubicBezTo>
                  <a:pt x="648023" y="124246"/>
                  <a:pt x="640207" y="125833"/>
                  <a:pt x="631519" y="125833"/>
                </a:cubicBezTo>
                <a:cubicBezTo>
                  <a:pt x="620507" y="125833"/>
                  <a:pt x="611280" y="124228"/>
                  <a:pt x="603837" y="121019"/>
                </a:cubicBezTo>
                <a:cubicBezTo>
                  <a:pt x="596395" y="117809"/>
                  <a:pt x="590557" y="112981"/>
                  <a:pt x="586324" y="106535"/>
                </a:cubicBezTo>
                <a:cubicBezTo>
                  <a:pt x="582090" y="100088"/>
                  <a:pt x="579863" y="92798"/>
                  <a:pt x="579642" y="84663"/>
                </a:cubicBezTo>
                <a:close/>
                <a:moveTo>
                  <a:pt x="729045" y="110477"/>
                </a:moveTo>
                <a:lnTo>
                  <a:pt x="731204" y="123675"/>
                </a:lnTo>
                <a:cubicBezTo>
                  <a:pt x="726998" y="124560"/>
                  <a:pt x="723235" y="125003"/>
                  <a:pt x="719915" y="125003"/>
                </a:cubicBezTo>
                <a:cubicBezTo>
                  <a:pt x="714492" y="125003"/>
                  <a:pt x="710287" y="124145"/>
                  <a:pt x="707299" y="122430"/>
                </a:cubicBezTo>
                <a:cubicBezTo>
                  <a:pt x="704310" y="120715"/>
                  <a:pt x="702208" y="118460"/>
                  <a:pt x="700990" y="115665"/>
                </a:cubicBezTo>
                <a:cubicBezTo>
                  <a:pt x="699773" y="112871"/>
                  <a:pt x="699164" y="106991"/>
                  <a:pt x="699164" y="98027"/>
                </a:cubicBezTo>
                <a:lnTo>
                  <a:pt x="699164" y="47312"/>
                </a:lnTo>
                <a:lnTo>
                  <a:pt x="688208" y="47312"/>
                </a:lnTo>
                <a:lnTo>
                  <a:pt x="688208" y="35691"/>
                </a:lnTo>
                <a:lnTo>
                  <a:pt x="699164" y="35691"/>
                </a:lnTo>
                <a:lnTo>
                  <a:pt x="699164" y="13862"/>
                </a:lnTo>
                <a:lnTo>
                  <a:pt x="714022" y="4897"/>
                </a:lnTo>
                <a:lnTo>
                  <a:pt x="714022" y="35691"/>
                </a:lnTo>
                <a:lnTo>
                  <a:pt x="729045" y="35691"/>
                </a:lnTo>
                <a:lnTo>
                  <a:pt x="729045" y="47312"/>
                </a:lnTo>
                <a:lnTo>
                  <a:pt x="714022" y="47312"/>
                </a:lnTo>
                <a:lnTo>
                  <a:pt x="714022" y="98857"/>
                </a:lnTo>
                <a:cubicBezTo>
                  <a:pt x="714022" y="103118"/>
                  <a:pt x="714285" y="105857"/>
                  <a:pt x="714810" y="107074"/>
                </a:cubicBezTo>
                <a:cubicBezTo>
                  <a:pt x="715336" y="108292"/>
                  <a:pt x="716194" y="109260"/>
                  <a:pt x="717383" y="109979"/>
                </a:cubicBezTo>
                <a:cubicBezTo>
                  <a:pt x="718573" y="110699"/>
                  <a:pt x="720275" y="111058"/>
                  <a:pt x="722488" y="111058"/>
                </a:cubicBezTo>
                <a:cubicBezTo>
                  <a:pt x="724148" y="111058"/>
                  <a:pt x="726334" y="110865"/>
                  <a:pt x="729045" y="110477"/>
                </a:cubicBezTo>
                <a:close/>
                <a:moveTo>
                  <a:pt x="801034" y="112719"/>
                </a:moveTo>
                <a:cubicBezTo>
                  <a:pt x="795500" y="117514"/>
                  <a:pt x="790174" y="120899"/>
                  <a:pt x="785056" y="122874"/>
                </a:cubicBezTo>
                <a:cubicBezTo>
                  <a:pt x="779937" y="124847"/>
                  <a:pt x="774445" y="125833"/>
                  <a:pt x="768580" y="125833"/>
                </a:cubicBezTo>
                <a:cubicBezTo>
                  <a:pt x="758896" y="125833"/>
                  <a:pt x="751453" y="123468"/>
                  <a:pt x="746252" y="118736"/>
                </a:cubicBezTo>
                <a:cubicBezTo>
                  <a:pt x="741050" y="114005"/>
                  <a:pt x="738449" y="107960"/>
                  <a:pt x="738449" y="100600"/>
                </a:cubicBezTo>
                <a:cubicBezTo>
                  <a:pt x="738449" y="96284"/>
                  <a:pt x="739432" y="92341"/>
                  <a:pt x="741396" y="88772"/>
                </a:cubicBezTo>
                <a:cubicBezTo>
                  <a:pt x="743361" y="85203"/>
                  <a:pt x="745934" y="82339"/>
                  <a:pt x="749115" y="80181"/>
                </a:cubicBezTo>
                <a:cubicBezTo>
                  <a:pt x="752297" y="78023"/>
                  <a:pt x="755880" y="76391"/>
                  <a:pt x="759864" y="75284"/>
                </a:cubicBezTo>
                <a:cubicBezTo>
                  <a:pt x="762797" y="74509"/>
                  <a:pt x="767224" y="73762"/>
                  <a:pt x="773145" y="73043"/>
                </a:cubicBezTo>
                <a:cubicBezTo>
                  <a:pt x="785208" y="71604"/>
                  <a:pt x="794089" y="69889"/>
                  <a:pt x="799789" y="67897"/>
                </a:cubicBezTo>
                <a:cubicBezTo>
                  <a:pt x="799844" y="65858"/>
                  <a:pt x="799872" y="64563"/>
                  <a:pt x="799872" y="64011"/>
                </a:cubicBezTo>
                <a:cubicBezTo>
                  <a:pt x="799872" y="57947"/>
                  <a:pt x="798461" y="53675"/>
                  <a:pt x="795639" y="51195"/>
                </a:cubicBezTo>
                <a:cubicBezTo>
                  <a:pt x="791821" y="47832"/>
                  <a:pt x="786149" y="46150"/>
                  <a:pt x="778623" y="46150"/>
                </a:cubicBezTo>
                <a:cubicBezTo>
                  <a:pt x="771596" y="46150"/>
                  <a:pt x="766408" y="47381"/>
                  <a:pt x="763060" y="49844"/>
                </a:cubicBezTo>
                <a:cubicBezTo>
                  <a:pt x="759712" y="52306"/>
                  <a:pt x="757236" y="56664"/>
                  <a:pt x="755631" y="62917"/>
                </a:cubicBezTo>
                <a:lnTo>
                  <a:pt x="741023" y="60924"/>
                </a:lnTo>
                <a:cubicBezTo>
                  <a:pt x="742351" y="54653"/>
                  <a:pt x="744536" y="49588"/>
                  <a:pt x="747580" y="45730"/>
                </a:cubicBezTo>
                <a:cubicBezTo>
                  <a:pt x="750623" y="41872"/>
                  <a:pt x="755023" y="38903"/>
                  <a:pt x="760777" y="36822"/>
                </a:cubicBezTo>
                <a:cubicBezTo>
                  <a:pt x="766532" y="34740"/>
                  <a:pt x="773200" y="33699"/>
                  <a:pt x="780781" y="33699"/>
                </a:cubicBezTo>
                <a:cubicBezTo>
                  <a:pt x="788307" y="33699"/>
                  <a:pt x="794421" y="34588"/>
                  <a:pt x="799125" y="36366"/>
                </a:cubicBezTo>
                <a:cubicBezTo>
                  <a:pt x="803828" y="38142"/>
                  <a:pt x="807287" y="40377"/>
                  <a:pt x="809500" y="43071"/>
                </a:cubicBezTo>
                <a:cubicBezTo>
                  <a:pt x="811714" y="45763"/>
                  <a:pt x="813263" y="49165"/>
                  <a:pt x="814149" y="53275"/>
                </a:cubicBezTo>
                <a:cubicBezTo>
                  <a:pt x="814647" y="55829"/>
                  <a:pt x="814896" y="60417"/>
                  <a:pt x="814896" y="67038"/>
                </a:cubicBezTo>
                <a:lnTo>
                  <a:pt x="814896" y="86902"/>
                </a:lnTo>
                <a:cubicBezTo>
                  <a:pt x="814896" y="100751"/>
                  <a:pt x="815214" y="109523"/>
                  <a:pt x="815850" y="113217"/>
                </a:cubicBezTo>
                <a:cubicBezTo>
                  <a:pt x="816486" y="116910"/>
                  <a:pt x="817745" y="120452"/>
                  <a:pt x="819627" y="123841"/>
                </a:cubicBezTo>
                <a:lnTo>
                  <a:pt x="804022" y="123841"/>
                </a:lnTo>
                <a:cubicBezTo>
                  <a:pt x="802473" y="120671"/>
                  <a:pt x="801477" y="116964"/>
                  <a:pt x="801034" y="112719"/>
                </a:cubicBezTo>
                <a:moveTo>
                  <a:pt x="799789" y="79683"/>
                </a:moveTo>
                <a:cubicBezTo>
                  <a:pt x="794366" y="81886"/>
                  <a:pt x="786232" y="83759"/>
                  <a:pt x="775386" y="85302"/>
                </a:cubicBezTo>
                <a:cubicBezTo>
                  <a:pt x="769244" y="86182"/>
                  <a:pt x="764900" y="87173"/>
                  <a:pt x="762354" y="88274"/>
                </a:cubicBezTo>
                <a:cubicBezTo>
                  <a:pt x="759809" y="89376"/>
                  <a:pt x="757845" y="90986"/>
                  <a:pt x="756461" y="93106"/>
                </a:cubicBezTo>
                <a:cubicBezTo>
                  <a:pt x="755078" y="95226"/>
                  <a:pt x="754386" y="97581"/>
                  <a:pt x="754386" y="100169"/>
                </a:cubicBezTo>
                <a:cubicBezTo>
                  <a:pt x="754386" y="104135"/>
                  <a:pt x="755894" y="107439"/>
                  <a:pt x="758910" y="110083"/>
                </a:cubicBezTo>
                <a:cubicBezTo>
                  <a:pt x="761926" y="112725"/>
                  <a:pt x="766339" y="114047"/>
                  <a:pt x="772149" y="114047"/>
                </a:cubicBezTo>
                <a:cubicBezTo>
                  <a:pt x="777904" y="114047"/>
                  <a:pt x="783022" y="112792"/>
                  <a:pt x="787504" y="110283"/>
                </a:cubicBezTo>
                <a:cubicBezTo>
                  <a:pt x="791987" y="107772"/>
                  <a:pt x="795279" y="104342"/>
                  <a:pt x="797382" y="99993"/>
                </a:cubicBezTo>
                <a:cubicBezTo>
                  <a:pt x="798987" y="96637"/>
                  <a:pt x="799789" y="91683"/>
                  <a:pt x="799789" y="85133"/>
                </a:cubicBezTo>
                <a:lnTo>
                  <a:pt x="799789" y="79683"/>
                </a:lnTo>
                <a:close/>
                <a:moveTo>
                  <a:pt x="870648" y="110477"/>
                </a:moveTo>
                <a:lnTo>
                  <a:pt x="872806" y="123675"/>
                </a:lnTo>
                <a:cubicBezTo>
                  <a:pt x="868600" y="124560"/>
                  <a:pt x="864837" y="125003"/>
                  <a:pt x="861517" y="125003"/>
                </a:cubicBezTo>
                <a:cubicBezTo>
                  <a:pt x="856094" y="125003"/>
                  <a:pt x="851889" y="124145"/>
                  <a:pt x="848901" y="122430"/>
                </a:cubicBezTo>
                <a:cubicBezTo>
                  <a:pt x="845913" y="120715"/>
                  <a:pt x="843810" y="118460"/>
                  <a:pt x="842593" y="115665"/>
                </a:cubicBezTo>
                <a:cubicBezTo>
                  <a:pt x="841375" y="112871"/>
                  <a:pt x="840766" y="106991"/>
                  <a:pt x="840766" y="98027"/>
                </a:cubicBezTo>
                <a:lnTo>
                  <a:pt x="840766" y="47312"/>
                </a:lnTo>
                <a:lnTo>
                  <a:pt x="829810" y="47312"/>
                </a:lnTo>
                <a:lnTo>
                  <a:pt x="829810" y="35691"/>
                </a:lnTo>
                <a:lnTo>
                  <a:pt x="840766" y="35691"/>
                </a:lnTo>
                <a:lnTo>
                  <a:pt x="840766" y="13862"/>
                </a:lnTo>
                <a:lnTo>
                  <a:pt x="855624" y="4897"/>
                </a:lnTo>
                <a:lnTo>
                  <a:pt x="855624" y="35691"/>
                </a:lnTo>
                <a:lnTo>
                  <a:pt x="870648" y="35691"/>
                </a:lnTo>
                <a:lnTo>
                  <a:pt x="870648" y="47312"/>
                </a:lnTo>
                <a:lnTo>
                  <a:pt x="855624" y="47312"/>
                </a:lnTo>
                <a:lnTo>
                  <a:pt x="855624" y="98857"/>
                </a:lnTo>
                <a:cubicBezTo>
                  <a:pt x="855624" y="103118"/>
                  <a:pt x="855887" y="105857"/>
                  <a:pt x="856413" y="107074"/>
                </a:cubicBezTo>
                <a:cubicBezTo>
                  <a:pt x="856938" y="108292"/>
                  <a:pt x="857796" y="109260"/>
                  <a:pt x="858986" y="109979"/>
                </a:cubicBezTo>
                <a:cubicBezTo>
                  <a:pt x="860175" y="110699"/>
                  <a:pt x="861877" y="111058"/>
                  <a:pt x="864090" y="111058"/>
                </a:cubicBezTo>
                <a:cubicBezTo>
                  <a:pt x="865750" y="111058"/>
                  <a:pt x="867936" y="110865"/>
                  <a:pt x="870648" y="110477"/>
                </a:cubicBezTo>
                <a:close/>
                <a:moveTo>
                  <a:pt x="945458" y="95288"/>
                </a:moveTo>
                <a:lnTo>
                  <a:pt x="960897" y="97280"/>
                </a:lnTo>
                <a:cubicBezTo>
                  <a:pt x="958462" y="106326"/>
                  <a:pt x="953952" y="113346"/>
                  <a:pt x="947367" y="118342"/>
                </a:cubicBezTo>
                <a:cubicBezTo>
                  <a:pt x="940783" y="123336"/>
                  <a:pt x="932372" y="125833"/>
                  <a:pt x="922134" y="125833"/>
                </a:cubicBezTo>
                <a:cubicBezTo>
                  <a:pt x="909241" y="125833"/>
                  <a:pt x="899018" y="121863"/>
                  <a:pt x="891465" y="113922"/>
                </a:cubicBezTo>
                <a:cubicBezTo>
                  <a:pt x="883911" y="105981"/>
                  <a:pt x="880135" y="94845"/>
                  <a:pt x="880135" y="80513"/>
                </a:cubicBezTo>
                <a:cubicBezTo>
                  <a:pt x="880135" y="65683"/>
                  <a:pt x="883953" y="54174"/>
                  <a:pt x="891589" y="45984"/>
                </a:cubicBezTo>
                <a:cubicBezTo>
                  <a:pt x="899226" y="37794"/>
                  <a:pt x="909131" y="33699"/>
                  <a:pt x="921304" y="33699"/>
                </a:cubicBezTo>
                <a:cubicBezTo>
                  <a:pt x="933091" y="33699"/>
                  <a:pt x="942719" y="37705"/>
                  <a:pt x="950190" y="45717"/>
                </a:cubicBezTo>
                <a:cubicBezTo>
                  <a:pt x="957660" y="53727"/>
                  <a:pt x="961395" y="64996"/>
                  <a:pt x="961395" y="79525"/>
                </a:cubicBezTo>
                <a:cubicBezTo>
                  <a:pt x="961395" y="80409"/>
                  <a:pt x="961367" y="81734"/>
                  <a:pt x="961312" y="83501"/>
                </a:cubicBezTo>
                <a:lnTo>
                  <a:pt x="895573" y="83501"/>
                </a:lnTo>
                <a:cubicBezTo>
                  <a:pt x="896127" y="93213"/>
                  <a:pt x="898866" y="100648"/>
                  <a:pt x="903791" y="105809"/>
                </a:cubicBezTo>
                <a:cubicBezTo>
                  <a:pt x="908716" y="110969"/>
                  <a:pt x="914858" y="113549"/>
                  <a:pt x="922217" y="113549"/>
                </a:cubicBezTo>
                <a:cubicBezTo>
                  <a:pt x="927696" y="113549"/>
                  <a:pt x="932372" y="112097"/>
                  <a:pt x="936245" y="109194"/>
                </a:cubicBezTo>
                <a:cubicBezTo>
                  <a:pt x="940119" y="106288"/>
                  <a:pt x="943190" y="101653"/>
                  <a:pt x="945458" y="95288"/>
                </a:cubicBezTo>
                <a:moveTo>
                  <a:pt x="896403" y="71217"/>
                </a:moveTo>
                <a:lnTo>
                  <a:pt x="945624" y="71217"/>
                </a:lnTo>
                <a:cubicBezTo>
                  <a:pt x="944960" y="63826"/>
                  <a:pt x="943079" y="58283"/>
                  <a:pt x="939980" y="54588"/>
                </a:cubicBezTo>
                <a:cubicBezTo>
                  <a:pt x="935221" y="48852"/>
                  <a:pt x="929051" y="45984"/>
                  <a:pt x="921470" y="45984"/>
                </a:cubicBezTo>
                <a:cubicBezTo>
                  <a:pt x="914609" y="45984"/>
                  <a:pt x="908840" y="48273"/>
                  <a:pt x="904164" y="52852"/>
                </a:cubicBezTo>
                <a:cubicBezTo>
                  <a:pt x="899488" y="57430"/>
                  <a:pt x="896901" y="63551"/>
                  <a:pt x="896403" y="71217"/>
                </a:cubicBezTo>
                <a:close/>
                <a:moveTo>
                  <a:pt x="973654" y="97446"/>
                </a:moveTo>
                <a:lnTo>
                  <a:pt x="988428" y="95122"/>
                </a:lnTo>
                <a:cubicBezTo>
                  <a:pt x="989258" y="101069"/>
                  <a:pt x="991569" y="105627"/>
                  <a:pt x="995359" y="108797"/>
                </a:cubicBezTo>
                <a:cubicBezTo>
                  <a:pt x="999150" y="111965"/>
                  <a:pt x="1004448" y="113549"/>
                  <a:pt x="1011254" y="113549"/>
                </a:cubicBezTo>
                <a:cubicBezTo>
                  <a:pt x="1018116" y="113549"/>
                  <a:pt x="1023207" y="112151"/>
                  <a:pt x="1026527" y="109357"/>
                </a:cubicBezTo>
                <a:cubicBezTo>
                  <a:pt x="1029847" y="106562"/>
                  <a:pt x="1031507" y="103284"/>
                  <a:pt x="1031507" y="99521"/>
                </a:cubicBezTo>
                <a:cubicBezTo>
                  <a:pt x="1031507" y="96146"/>
                  <a:pt x="1030041" y="93489"/>
                  <a:pt x="1027108" y="91553"/>
                </a:cubicBezTo>
                <a:cubicBezTo>
                  <a:pt x="1025060" y="90225"/>
                  <a:pt x="1019970" y="88537"/>
                  <a:pt x="1011835" y="86490"/>
                </a:cubicBezTo>
                <a:cubicBezTo>
                  <a:pt x="1000879" y="83723"/>
                  <a:pt x="993284" y="81329"/>
                  <a:pt x="989051" y="79310"/>
                </a:cubicBezTo>
                <a:cubicBezTo>
                  <a:pt x="984818" y="77290"/>
                  <a:pt x="981608" y="74496"/>
                  <a:pt x="979422" y="70926"/>
                </a:cubicBezTo>
                <a:cubicBezTo>
                  <a:pt x="977237" y="67357"/>
                  <a:pt x="976144" y="63415"/>
                  <a:pt x="976144" y="59098"/>
                </a:cubicBezTo>
                <a:cubicBezTo>
                  <a:pt x="976144" y="55170"/>
                  <a:pt x="977043" y="51531"/>
                  <a:pt x="978841" y="48183"/>
                </a:cubicBezTo>
                <a:cubicBezTo>
                  <a:pt x="980640" y="44836"/>
                  <a:pt x="983088" y="42055"/>
                  <a:pt x="986187" y="39842"/>
                </a:cubicBezTo>
                <a:cubicBezTo>
                  <a:pt x="988511" y="38126"/>
                  <a:pt x="991679" y="36674"/>
                  <a:pt x="995691" y="35484"/>
                </a:cubicBezTo>
                <a:cubicBezTo>
                  <a:pt x="999703" y="34294"/>
                  <a:pt x="1004005" y="33699"/>
                  <a:pt x="1008598" y="33699"/>
                </a:cubicBezTo>
                <a:cubicBezTo>
                  <a:pt x="1015515" y="33699"/>
                  <a:pt x="1021588" y="34695"/>
                  <a:pt x="1026817" y="36687"/>
                </a:cubicBezTo>
                <a:cubicBezTo>
                  <a:pt x="1032047" y="38680"/>
                  <a:pt x="1035906" y="41377"/>
                  <a:pt x="1038396" y="44780"/>
                </a:cubicBezTo>
                <a:cubicBezTo>
                  <a:pt x="1040886" y="48183"/>
                  <a:pt x="1042602" y="52735"/>
                  <a:pt x="1043543" y="58434"/>
                </a:cubicBezTo>
                <a:lnTo>
                  <a:pt x="1028934" y="60426"/>
                </a:lnTo>
                <a:cubicBezTo>
                  <a:pt x="1028270" y="55889"/>
                  <a:pt x="1026347" y="52347"/>
                  <a:pt x="1023165" y="49802"/>
                </a:cubicBezTo>
                <a:cubicBezTo>
                  <a:pt x="1019983" y="47257"/>
                  <a:pt x="1015487" y="45984"/>
                  <a:pt x="1009677" y="45984"/>
                </a:cubicBezTo>
                <a:cubicBezTo>
                  <a:pt x="1002816" y="45984"/>
                  <a:pt x="997918" y="47118"/>
                  <a:pt x="994986" y="49387"/>
                </a:cubicBezTo>
                <a:cubicBezTo>
                  <a:pt x="992053" y="51656"/>
                  <a:pt x="990586" y="54312"/>
                  <a:pt x="990586" y="57355"/>
                </a:cubicBezTo>
                <a:cubicBezTo>
                  <a:pt x="990586" y="59292"/>
                  <a:pt x="991195" y="61035"/>
                  <a:pt x="992412" y="62585"/>
                </a:cubicBezTo>
                <a:cubicBezTo>
                  <a:pt x="993630" y="64189"/>
                  <a:pt x="995539" y="65517"/>
                  <a:pt x="998140" y="66569"/>
                </a:cubicBezTo>
                <a:cubicBezTo>
                  <a:pt x="999634" y="67122"/>
                  <a:pt x="1004033" y="68395"/>
                  <a:pt x="1011337" y="70387"/>
                </a:cubicBezTo>
                <a:cubicBezTo>
                  <a:pt x="1021906" y="73209"/>
                  <a:pt x="1029280" y="75519"/>
                  <a:pt x="1033458" y="77318"/>
                </a:cubicBezTo>
                <a:cubicBezTo>
                  <a:pt x="1037635" y="79116"/>
                  <a:pt x="1040914" y="81731"/>
                  <a:pt x="1043294" y="85161"/>
                </a:cubicBezTo>
                <a:cubicBezTo>
                  <a:pt x="1045673" y="88592"/>
                  <a:pt x="1046863" y="92853"/>
                  <a:pt x="1046863" y="97944"/>
                </a:cubicBezTo>
                <a:cubicBezTo>
                  <a:pt x="1046863" y="102924"/>
                  <a:pt x="1045410" y="107614"/>
                  <a:pt x="1042505" y="112013"/>
                </a:cubicBezTo>
                <a:cubicBezTo>
                  <a:pt x="1039600" y="116412"/>
                  <a:pt x="1035408" y="119815"/>
                  <a:pt x="1029930" y="122222"/>
                </a:cubicBezTo>
                <a:cubicBezTo>
                  <a:pt x="1024452" y="124630"/>
                  <a:pt x="1018254" y="125833"/>
                  <a:pt x="1011337" y="125833"/>
                </a:cubicBezTo>
                <a:cubicBezTo>
                  <a:pt x="999883" y="125833"/>
                  <a:pt x="991154" y="123447"/>
                  <a:pt x="985150" y="118674"/>
                </a:cubicBezTo>
                <a:cubicBezTo>
                  <a:pt x="979146" y="113901"/>
                  <a:pt x="975314" y="106825"/>
                  <a:pt x="973654" y="97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E639F-5609-4760-B583-918893D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155" y="2196372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E1998-CBDE-4908-8EA8-9255DA00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155" y="2196372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FF2C4-7197-4D6A-8664-D524408C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904" y="2196372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27983-071D-4265-B7CA-802333A0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904" y="2196372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2554B-8B60-4CE5-B633-A3620A36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653" y="2196372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2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2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ECA41-F91F-487D-939D-2B91A007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653" y="2196372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2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2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97B9D-F6C0-4E06-BAAE-BE490AB7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401" y="2196372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97CF1-2E5C-4E4C-BB5C-A950F350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401" y="2196372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2E191-FE36-4E30-95BC-5FD00311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50" y="2196372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4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31B34-DFC2-4257-8E79-43A64B62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50" y="2196372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4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07AD7-6181-4470-8263-4D021D01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898" y="2196372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D4FDB-3BA6-4869-8561-915CE4B0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898" y="2196372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466C9-3150-462B-B47D-13D01EF8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592" y="2161747"/>
            <a:ext cx="496922" cy="257496"/>
          </a:xfrm>
          <a:custGeom xmlns:a="http://schemas.openxmlformats.org/drawingml/2006/main">
            <a:pathLst>
              <a:path w="496922" h="257496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4" y="0"/>
                  <a:pt x="42917" y="0"/>
                </a:cubicBezTo>
                <a:lnTo>
                  <a:pt x="454006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0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8" y="257496"/>
                  <a:pt x="454006" y="257496"/>
                </a:cubicBezTo>
                <a:lnTo>
                  <a:pt x="42917" y="257496"/>
                </a:lnTo>
                <a:cubicBezTo>
                  <a:pt x="19214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8BECF-F3AF-437F-B3C4-7470E741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592" y="2161747"/>
            <a:ext cx="496922" cy="257496"/>
          </a:xfrm>
          <a:custGeom xmlns:a="http://schemas.openxmlformats.org/drawingml/2006/main">
            <a:pathLst>
              <a:path w="496922" h="257496" fill="none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4" y="0"/>
                  <a:pt x="42917" y="0"/>
                </a:cubicBezTo>
                <a:lnTo>
                  <a:pt x="454006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0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8" y="257496"/>
                  <a:pt x="454006" y="257496"/>
                </a:cubicBezTo>
                <a:lnTo>
                  <a:pt x="42917" y="257496"/>
                </a:lnTo>
                <a:cubicBezTo>
                  <a:pt x="19214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4EDC7-241A-4AC6-8D1B-C273238A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264" y="2161747"/>
            <a:ext cx="496922" cy="257496"/>
          </a:xfrm>
          <a:custGeom xmlns:a="http://schemas.openxmlformats.org/drawingml/2006/main">
            <a:pathLst>
              <a:path w="496922" h="257496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4" y="0"/>
                  <a:pt x="42917" y="0"/>
                </a:cubicBezTo>
                <a:lnTo>
                  <a:pt x="454006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0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8" y="257496"/>
                  <a:pt x="454006" y="257496"/>
                </a:cubicBezTo>
                <a:lnTo>
                  <a:pt x="42917" y="257496"/>
                </a:lnTo>
                <a:cubicBezTo>
                  <a:pt x="19214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7D6D2-4FCF-417B-948E-B70D55CB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264" y="2161747"/>
            <a:ext cx="496922" cy="257496"/>
          </a:xfrm>
          <a:custGeom xmlns:a="http://schemas.openxmlformats.org/drawingml/2006/main">
            <a:pathLst>
              <a:path w="496922" h="257496" fill="none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4" y="0"/>
                  <a:pt x="42917" y="0"/>
                </a:cubicBezTo>
                <a:lnTo>
                  <a:pt x="454006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0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8" y="257496"/>
                  <a:pt x="454006" y="257496"/>
                </a:cubicBezTo>
                <a:lnTo>
                  <a:pt x="42917" y="257496"/>
                </a:lnTo>
                <a:cubicBezTo>
                  <a:pt x="19214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5339E-2F43-43F4-A331-51385A06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762" y="2161747"/>
            <a:ext cx="496922" cy="257496"/>
          </a:xfrm>
          <a:custGeom xmlns:a="http://schemas.openxmlformats.org/drawingml/2006/main">
            <a:pathLst>
              <a:path w="496922" h="257496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4" y="0"/>
                  <a:pt x="42917" y="0"/>
                </a:cubicBezTo>
                <a:lnTo>
                  <a:pt x="454006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0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8" y="257496"/>
                  <a:pt x="454006" y="257496"/>
                </a:cubicBezTo>
                <a:lnTo>
                  <a:pt x="42917" y="257496"/>
                </a:lnTo>
                <a:cubicBezTo>
                  <a:pt x="19214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BFADF-CA35-4C5C-8F3C-122F3530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762" y="2161747"/>
            <a:ext cx="496922" cy="257496"/>
          </a:xfrm>
          <a:custGeom xmlns:a="http://schemas.openxmlformats.org/drawingml/2006/main">
            <a:pathLst>
              <a:path w="496922" h="257496" fill="none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4" y="0"/>
                  <a:pt x="42917" y="0"/>
                </a:cubicBezTo>
                <a:lnTo>
                  <a:pt x="454006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0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8" y="257496"/>
                  <a:pt x="454006" y="257496"/>
                </a:cubicBezTo>
                <a:lnTo>
                  <a:pt x="42917" y="257496"/>
                </a:lnTo>
                <a:cubicBezTo>
                  <a:pt x="19214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5594A-EB86-4084-B565-A71071E9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912" y="1436851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6961A-4FB4-4670-B994-F6BF2444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912" y="1436851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A079D-986B-4D69-A0CB-880723E3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661" y="1436851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487EA-AE2C-4D7D-A710-805D5963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661" y="1436851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9BEFC-2597-4296-9F44-82D7138F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409" y="1436851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1F522-A985-421F-BA7A-B6983741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409" y="1436851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3D7B1-66C0-4DEA-9BB9-0F7AB7E4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58" y="1436851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6EE71-1E5B-4338-8EB9-FFC7EE3B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58" y="1436851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5493C-F288-4BCF-AB3F-EA7A95D8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906" y="1436851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46635-5FD3-4FB5-93F7-A91F3FB9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906" y="1436851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3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1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3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EDBA9-8A95-4AA3-AE82-53F2532A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655" y="1436851"/>
            <a:ext cx="104404" cy="188228"/>
          </a:xfrm>
          <a:custGeom xmlns:a="http://schemas.openxmlformats.org/drawingml/2006/main">
            <a:pathLst>
              <a:path w="104404" h="188228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2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2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20218-B33F-4133-BD9C-2F939B58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655" y="1436851"/>
            <a:ext cx="104404" cy="188228"/>
          </a:xfrm>
          <a:custGeom xmlns:a="http://schemas.openxmlformats.org/drawingml/2006/main">
            <a:pathLst>
              <a:path w="104404" h="188228" fill="none">
                <a:moveTo>
                  <a:pt x="0" y="17401"/>
                </a:moveTo>
                <a:lnTo>
                  <a:pt x="0" y="17401"/>
                </a:lnTo>
                <a:cubicBezTo>
                  <a:pt x="0" y="7791"/>
                  <a:pt x="7791" y="0"/>
                  <a:pt x="17401" y="0"/>
                </a:cubicBezTo>
                <a:lnTo>
                  <a:pt x="87002" y="0"/>
                </a:lnTo>
                <a:cubicBezTo>
                  <a:pt x="91618" y="0"/>
                  <a:pt x="96044" y="1833"/>
                  <a:pt x="99307" y="5097"/>
                </a:cubicBezTo>
                <a:cubicBezTo>
                  <a:pt x="102570" y="8360"/>
                  <a:pt x="104404" y="12786"/>
                  <a:pt x="104404" y="17401"/>
                </a:cubicBezTo>
                <a:lnTo>
                  <a:pt x="104404" y="170827"/>
                </a:lnTo>
                <a:cubicBezTo>
                  <a:pt x="104404" y="180437"/>
                  <a:pt x="96613" y="188228"/>
                  <a:pt x="87002" y="188228"/>
                </a:cubicBezTo>
                <a:lnTo>
                  <a:pt x="17401" y="188228"/>
                </a:lnTo>
                <a:cubicBezTo>
                  <a:pt x="7791" y="188228"/>
                  <a:pt x="0" y="180437"/>
                  <a:pt x="0" y="170827"/>
                </a:cubicBezTo>
                <a:lnTo>
                  <a:pt x="0" y="174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1E980-4AA1-40F6-8774-9ED9A376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349" y="1402226"/>
            <a:ext cx="496922" cy="257496"/>
          </a:xfrm>
          <a:custGeom xmlns:a="http://schemas.openxmlformats.org/drawingml/2006/main">
            <a:pathLst>
              <a:path w="496922" h="257496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5" y="0"/>
                  <a:pt x="42917" y="0"/>
                </a:cubicBezTo>
                <a:lnTo>
                  <a:pt x="454005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1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8" y="257496"/>
                  <a:pt x="454005" y="257496"/>
                </a:cubicBezTo>
                <a:lnTo>
                  <a:pt x="42917" y="257496"/>
                </a:lnTo>
                <a:cubicBezTo>
                  <a:pt x="19215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54D2E-1A1D-4B45-BFA6-EF56D45D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349" y="1402226"/>
            <a:ext cx="496922" cy="257496"/>
          </a:xfrm>
          <a:custGeom xmlns:a="http://schemas.openxmlformats.org/drawingml/2006/main">
            <a:pathLst>
              <a:path w="496922" h="257496" fill="none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5" y="0"/>
                  <a:pt x="42917" y="0"/>
                </a:cubicBezTo>
                <a:lnTo>
                  <a:pt x="454005" y="0"/>
                </a:lnTo>
                <a:cubicBezTo>
                  <a:pt x="465388" y="0"/>
                  <a:pt x="476304" y="4522"/>
                  <a:pt x="484352" y="12570"/>
                </a:cubicBezTo>
                <a:cubicBezTo>
                  <a:pt x="492401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8" y="257496"/>
                  <a:pt x="454005" y="257496"/>
                </a:cubicBezTo>
                <a:lnTo>
                  <a:pt x="42917" y="257496"/>
                </a:lnTo>
                <a:cubicBezTo>
                  <a:pt x="19215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2A5D8-513D-476D-B62F-FDFC688E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020" y="1402226"/>
            <a:ext cx="496922" cy="257496"/>
          </a:xfrm>
          <a:custGeom xmlns:a="http://schemas.openxmlformats.org/drawingml/2006/main">
            <a:pathLst>
              <a:path w="496922" h="257496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5" y="0"/>
                  <a:pt x="42917" y="0"/>
                </a:cubicBezTo>
                <a:lnTo>
                  <a:pt x="454005" y="0"/>
                </a:lnTo>
                <a:cubicBezTo>
                  <a:pt x="465387" y="0"/>
                  <a:pt x="476304" y="4522"/>
                  <a:pt x="484352" y="12570"/>
                </a:cubicBezTo>
                <a:cubicBezTo>
                  <a:pt x="492400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7" y="257496"/>
                  <a:pt x="454005" y="257496"/>
                </a:cubicBezTo>
                <a:lnTo>
                  <a:pt x="42917" y="257496"/>
                </a:lnTo>
                <a:cubicBezTo>
                  <a:pt x="19215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2FDA0-6B6E-430F-BD12-09A31E48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020" y="1402226"/>
            <a:ext cx="496922" cy="257496"/>
          </a:xfrm>
          <a:custGeom xmlns:a="http://schemas.openxmlformats.org/drawingml/2006/main">
            <a:pathLst>
              <a:path w="496922" h="257496" fill="none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5" y="0"/>
                  <a:pt x="42917" y="0"/>
                </a:cubicBezTo>
                <a:lnTo>
                  <a:pt x="454005" y="0"/>
                </a:lnTo>
                <a:cubicBezTo>
                  <a:pt x="465387" y="0"/>
                  <a:pt x="476304" y="4522"/>
                  <a:pt x="484352" y="12570"/>
                </a:cubicBezTo>
                <a:cubicBezTo>
                  <a:pt x="492400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7" y="257496"/>
                  <a:pt x="454005" y="257496"/>
                </a:cubicBezTo>
                <a:lnTo>
                  <a:pt x="42917" y="257496"/>
                </a:lnTo>
                <a:cubicBezTo>
                  <a:pt x="19215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D4F9E-4099-4AC6-8A0C-EC14DD05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519" y="1402226"/>
            <a:ext cx="496922" cy="257496"/>
          </a:xfrm>
          <a:custGeom xmlns:a="http://schemas.openxmlformats.org/drawingml/2006/main">
            <a:pathLst>
              <a:path w="496922" h="257496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5" y="0"/>
                  <a:pt x="42917" y="0"/>
                </a:cubicBezTo>
                <a:lnTo>
                  <a:pt x="454005" y="0"/>
                </a:lnTo>
                <a:cubicBezTo>
                  <a:pt x="465387" y="0"/>
                  <a:pt x="476304" y="4522"/>
                  <a:pt x="484352" y="12570"/>
                </a:cubicBezTo>
                <a:cubicBezTo>
                  <a:pt x="492400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7" y="257496"/>
                  <a:pt x="454005" y="257496"/>
                </a:cubicBezTo>
                <a:lnTo>
                  <a:pt x="42917" y="257496"/>
                </a:lnTo>
                <a:cubicBezTo>
                  <a:pt x="19215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CB9EA-ADC3-43D9-BA6C-849DBEAE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519" y="1402226"/>
            <a:ext cx="496922" cy="257496"/>
          </a:xfrm>
          <a:custGeom xmlns:a="http://schemas.openxmlformats.org/drawingml/2006/main">
            <a:pathLst>
              <a:path w="496922" h="257496" fill="none">
                <a:moveTo>
                  <a:pt x="0" y="42917"/>
                </a:moveTo>
                <a:lnTo>
                  <a:pt x="0" y="42917"/>
                </a:lnTo>
                <a:cubicBezTo>
                  <a:pt x="0" y="19215"/>
                  <a:pt x="19215" y="0"/>
                  <a:pt x="42917" y="0"/>
                </a:cubicBezTo>
                <a:lnTo>
                  <a:pt x="454005" y="0"/>
                </a:lnTo>
                <a:cubicBezTo>
                  <a:pt x="465387" y="0"/>
                  <a:pt x="476304" y="4522"/>
                  <a:pt x="484352" y="12570"/>
                </a:cubicBezTo>
                <a:cubicBezTo>
                  <a:pt x="492400" y="20619"/>
                  <a:pt x="496922" y="31535"/>
                  <a:pt x="496922" y="42917"/>
                </a:cubicBezTo>
                <a:lnTo>
                  <a:pt x="496922" y="214579"/>
                </a:lnTo>
                <a:cubicBezTo>
                  <a:pt x="496922" y="238282"/>
                  <a:pt x="477707" y="257496"/>
                  <a:pt x="454005" y="257496"/>
                </a:cubicBezTo>
                <a:lnTo>
                  <a:pt x="42917" y="257496"/>
                </a:lnTo>
                <a:cubicBezTo>
                  <a:pt x="19215" y="257496"/>
                  <a:pt x="0" y="238282"/>
                  <a:pt x="0" y="214579"/>
                </a:cubicBezTo>
                <a:lnTo>
                  <a:pt x="0" y="429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937" cap="flat">
            <a:solidFill>
              <a:srgbClr val="000000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1721810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2026-09-05T18:20:04.0430000Z</dcterms:created>
  <dcterms:modified xsi:type="dcterms:W3CDTF">2026-09-05T18:20:04.0430000Z</dcterms:modified>
</coreProperties>
</file>