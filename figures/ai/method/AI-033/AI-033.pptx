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532f25b8a49eb" /><Relationship Type="http://schemas.openxmlformats.org/officeDocument/2006/relationships/extended-properties" Target="/docProps/app.xml" Id="Rbc620398d169427c" /><Relationship Type="http://schemas.openxmlformats.org/officeDocument/2006/relationships/officeDocument" Target="/ppt/presentation.xml" Id="Rac741abc293c47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af3b5c702a4662"/>
  </p:sldMasterIdLst>
  <p:notesMasterIdLst>
    <p:notesMasterId xmlns:r="http://schemas.openxmlformats.org/officeDocument/2006/relationships" r:id="R074bb6ff646c445b"/>
  </p:notesMasterIdLst>
  <p:sldIdLst>
    <p:sldId xmlns:r="http://schemas.openxmlformats.org/officeDocument/2006/relationships" id="256" r:id="R86b4fd74b1c647b3"/>
  </p:sldIdLst>
  <p:sldSz cx="13030200" cy="4800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4cd5563424cb9" /><Relationship Type="http://schemas.openxmlformats.org/officeDocument/2006/relationships/slideMaster" Target="/ppt/slideMasters/slideMaster1.xml" Id="Rb4af3b5c702a4662" /><Relationship Type="http://schemas.openxmlformats.org/officeDocument/2006/relationships/notesMaster" Target="/ppt/notesMasters/notesMaster1.xml" Id="R074bb6ff646c445b" /><Relationship Type="http://schemas.openxmlformats.org/officeDocument/2006/relationships/presProps" Target="/ppt/presProps.xml" Id="R4a6d8740595441f9" /><Relationship Type="http://schemas.openxmlformats.org/officeDocument/2006/relationships/tableStyles" Target="/ppt/tableStyles.xml" Id="R1b3180c58670485d" /><Relationship Type="http://schemas.openxmlformats.org/officeDocument/2006/relationships/slide" Target="/ppt/slides/slide1.xml" Id="R86b4fd74b1c647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3c98c6dad45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c2fda1281b4ffd" /><Relationship Type="http://schemas.openxmlformats.org/officeDocument/2006/relationships/notesMaster" Target="/ppt/notesMasters/notesMaster1.xml" Id="Re6b4a9b1b7a2476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素材ID：AI-033</ns1:t>
            </ns1:r>
          </ns1:p>
          <ns1:p>
            <ns1:r>
              <ns1:t>论文：MMToM-QA: Multimodal Theory of Mind Question Answering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3，PDF第6页</ns1:t>
            </ns1:r>
          </ns1:p>
          <ns1:p>
            <ns1:r>
              <ns1:t>类型：方法细节</ns1:t>
            </ns1:r>
          </ns1:p>
          <ns1:p>
            <ns1:r>
              <ns1:t>借鉴点：视觉感知与语言解析汇成状态/行动符号，再通过逆向规划比较信念和目标假设。</ns1:t>
            </ns1:r>
          </ns1:p>
          <ns1:p>
            <ns1:r>
              <ns1:t>论文URL：https://aclanthology.org/2024.acl-long.851/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f41f7eea34d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218e4206784e3b" /><Relationship Type="http://schemas.openxmlformats.org/officeDocument/2006/relationships/slideLayout" Target="/ppt/slideLayouts/slideLayout1.xml" Id="R253adb23d99c45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adb23d99c45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e33c912584c8e" /><Relationship Type="http://schemas.openxmlformats.org/officeDocument/2006/relationships/image" Target="/ppt/media/image.png" Id="Ra9e89a13fb564c8f" /><Relationship Type="http://schemas.openxmlformats.org/officeDocument/2006/relationships/image" Target="/ppt/media/image2.png" Id="R1116d3d0500944c9" /><Relationship Type="http://schemas.openxmlformats.org/officeDocument/2006/relationships/image" Target="/ppt/media/image3.png" Id="Rb871b906dc064b09" /><Relationship Type="http://schemas.openxmlformats.org/officeDocument/2006/relationships/image" Target="/ppt/media/image4.png" Id="Rbaa3182b32444921" /><Relationship Type="http://schemas.openxmlformats.org/officeDocument/2006/relationships/image" Target="/ppt/media/image5.png" Id="R63705bca409c4524" /><Relationship Type="http://schemas.openxmlformats.org/officeDocument/2006/relationships/image" Target="/ppt/media/image6.png" Id="Rd094c7eda9da4158" /><Relationship Type="http://schemas.openxmlformats.org/officeDocument/2006/relationships/image" Target="/ppt/media/image7.png" Id="R552051b491f14b9e" /><Relationship Type="http://schemas.openxmlformats.org/officeDocument/2006/relationships/notesSlide" Target="/ppt/notesSlides/notesSlide1.xml" Id="Rc9974a42132049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39BFB-EACD-4753-952C-626AA958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52795"/>
            <a:ext cx="12959966" cy="4673023"/>
          </a:xfrm>
          <a:custGeom xmlns:a="http://schemas.openxmlformats.org/drawingml/2006/main">
            <a:pathLst>
              <a:path w="12959966" h="4673023">
                <a:moveTo>
                  <a:pt x="0" y="0"/>
                </a:moveTo>
                <a:lnTo>
                  <a:pt x="12959966" y="0"/>
                </a:lnTo>
                <a:lnTo>
                  <a:pt x="12959966" y="4673023"/>
                </a:lnTo>
                <a:lnTo>
                  <a:pt x="0" y="46730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6A07F-99FB-4497-9204-14EFB193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36" y="844991"/>
            <a:ext cx="3327398" cy="3312048"/>
          </a:xfrm>
          <a:custGeom xmlns:a="http://schemas.openxmlformats.org/drawingml/2006/main">
            <a:pathLst>
              <a:path w="3327398" h="3312048">
                <a:moveTo>
                  <a:pt x="0" y="0"/>
                </a:moveTo>
                <a:lnTo>
                  <a:pt x="3327398" y="0"/>
                </a:lnTo>
                <a:lnTo>
                  <a:pt x="3327398" y="3312048"/>
                </a:lnTo>
                <a:lnTo>
                  <a:pt x="0" y="33120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D241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76B43-E015-4885-91F6-23B618BA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0" y="2161624"/>
            <a:ext cx="6692314" cy="2530936"/>
          </a:xfrm>
          <a:custGeom xmlns:a="http://schemas.openxmlformats.org/drawingml/2006/main">
            <a:pathLst>
              <a:path w="6692314" h="2530936">
                <a:moveTo>
                  <a:pt x="0" y="0"/>
                </a:moveTo>
                <a:lnTo>
                  <a:pt x="6692314" y="0"/>
                </a:lnTo>
                <a:lnTo>
                  <a:pt x="6692314" y="2530936"/>
                </a:lnTo>
                <a:lnTo>
                  <a:pt x="0" y="25309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D7FF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√">
            <a:extLst xmlns:a="http://schemas.openxmlformats.org/drawingml/2006/main">
              <a:ext uri="{FF2B5EF4-FFF2-40B4-BE49-F238E27FC236}">
                <a16:creationId xmlns:a16="http://schemas.microsoft.com/office/drawing/2014/main" id="{CF12960A-925E-4F95-8F6A-82366352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386" y="3383587"/>
            <a:ext cx="66412" cy="90960"/>
          </a:xfrm>
          <a:custGeom xmlns:a="http://schemas.openxmlformats.org/drawingml/2006/main">
            <a:pathLst>
              <a:path w="66412" h="90960">
                <a:moveTo>
                  <a:pt x="42301" y="88401"/>
                </a:moveTo>
                <a:cubicBezTo>
                  <a:pt x="42162" y="88907"/>
                  <a:pt x="41944" y="89334"/>
                  <a:pt x="41644" y="89681"/>
                </a:cubicBezTo>
                <a:cubicBezTo>
                  <a:pt x="41344" y="90027"/>
                  <a:pt x="40907" y="90292"/>
                  <a:pt x="40331" y="90476"/>
                </a:cubicBezTo>
                <a:cubicBezTo>
                  <a:pt x="39755" y="90661"/>
                  <a:pt x="39029" y="90787"/>
                  <a:pt x="38154" y="90856"/>
                </a:cubicBezTo>
                <a:cubicBezTo>
                  <a:pt x="37278" y="90926"/>
                  <a:pt x="36195" y="90960"/>
                  <a:pt x="34905" y="90960"/>
                </a:cubicBezTo>
                <a:cubicBezTo>
                  <a:pt x="33523" y="90960"/>
                  <a:pt x="32371" y="90914"/>
                  <a:pt x="31449" y="90822"/>
                </a:cubicBezTo>
                <a:cubicBezTo>
                  <a:pt x="30527" y="90730"/>
                  <a:pt x="29767" y="90592"/>
                  <a:pt x="29168" y="90407"/>
                </a:cubicBezTo>
                <a:cubicBezTo>
                  <a:pt x="28569" y="90223"/>
                  <a:pt x="28120" y="89969"/>
                  <a:pt x="27820" y="89647"/>
                </a:cubicBezTo>
                <a:cubicBezTo>
                  <a:pt x="27521" y="89323"/>
                  <a:pt x="27302" y="88907"/>
                  <a:pt x="27164" y="88401"/>
                </a:cubicBezTo>
                <a:lnTo>
                  <a:pt x="9746" y="34559"/>
                </a:lnTo>
                <a:lnTo>
                  <a:pt x="2488" y="34559"/>
                </a:lnTo>
                <a:cubicBezTo>
                  <a:pt x="2074" y="34559"/>
                  <a:pt x="1716" y="34479"/>
                  <a:pt x="1417" y="34317"/>
                </a:cubicBezTo>
                <a:cubicBezTo>
                  <a:pt x="1117" y="34156"/>
                  <a:pt x="864" y="33868"/>
                  <a:pt x="657" y="33453"/>
                </a:cubicBezTo>
                <a:cubicBezTo>
                  <a:pt x="449" y="33039"/>
                  <a:pt x="288" y="32520"/>
                  <a:pt x="173" y="31898"/>
                </a:cubicBezTo>
                <a:cubicBezTo>
                  <a:pt x="58" y="31276"/>
                  <a:pt x="0" y="30527"/>
                  <a:pt x="0" y="29652"/>
                </a:cubicBezTo>
                <a:cubicBezTo>
                  <a:pt x="0" y="28730"/>
                  <a:pt x="58" y="27959"/>
                  <a:pt x="173" y="27336"/>
                </a:cubicBezTo>
                <a:cubicBezTo>
                  <a:pt x="288" y="26714"/>
                  <a:pt x="449" y="26196"/>
                  <a:pt x="657" y="25781"/>
                </a:cubicBezTo>
                <a:cubicBezTo>
                  <a:pt x="864" y="25367"/>
                  <a:pt x="1129" y="25067"/>
                  <a:pt x="1451" y="24883"/>
                </a:cubicBezTo>
                <a:cubicBezTo>
                  <a:pt x="1774" y="24698"/>
                  <a:pt x="2143" y="24606"/>
                  <a:pt x="2557" y="24606"/>
                </a:cubicBezTo>
                <a:lnTo>
                  <a:pt x="15621" y="24606"/>
                </a:lnTo>
                <a:cubicBezTo>
                  <a:pt x="16865" y="24606"/>
                  <a:pt x="17856" y="24826"/>
                  <a:pt x="18593" y="25265"/>
                </a:cubicBezTo>
                <a:cubicBezTo>
                  <a:pt x="19330" y="25703"/>
                  <a:pt x="19837" y="26336"/>
                  <a:pt x="20114" y="27166"/>
                </a:cubicBezTo>
                <a:lnTo>
                  <a:pt x="34974" y="78160"/>
                </a:lnTo>
                <a:lnTo>
                  <a:pt x="35181" y="78160"/>
                </a:lnTo>
                <a:lnTo>
                  <a:pt x="53982" y="2421"/>
                </a:lnTo>
                <a:cubicBezTo>
                  <a:pt x="54120" y="1961"/>
                  <a:pt x="54304" y="1580"/>
                  <a:pt x="54535" y="1281"/>
                </a:cubicBezTo>
                <a:cubicBezTo>
                  <a:pt x="54765" y="980"/>
                  <a:pt x="55134" y="737"/>
                  <a:pt x="55641" y="553"/>
                </a:cubicBezTo>
                <a:cubicBezTo>
                  <a:pt x="56147" y="369"/>
                  <a:pt x="56816" y="230"/>
                  <a:pt x="57645" y="138"/>
                </a:cubicBezTo>
                <a:cubicBezTo>
                  <a:pt x="58474" y="46"/>
                  <a:pt x="59557" y="0"/>
                  <a:pt x="60894" y="0"/>
                </a:cubicBezTo>
                <a:cubicBezTo>
                  <a:pt x="62184" y="0"/>
                  <a:pt x="63221" y="46"/>
                  <a:pt x="64004" y="138"/>
                </a:cubicBezTo>
                <a:cubicBezTo>
                  <a:pt x="64787" y="230"/>
                  <a:pt x="65375" y="392"/>
                  <a:pt x="65766" y="622"/>
                </a:cubicBezTo>
                <a:cubicBezTo>
                  <a:pt x="66158" y="852"/>
                  <a:pt x="66365" y="1199"/>
                  <a:pt x="66388" y="1661"/>
                </a:cubicBezTo>
                <a:cubicBezTo>
                  <a:pt x="66412" y="2122"/>
                  <a:pt x="66331" y="2744"/>
                  <a:pt x="66147" y="3527"/>
                </a:cubicBezTo>
                <a:lnTo>
                  <a:pt x="42301" y="884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1FB079-25FA-4F7F-9376-A3770B15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0" y="84347"/>
            <a:ext cx="6705958" cy="1956188"/>
          </a:xfrm>
          <a:custGeom xmlns:a="http://schemas.openxmlformats.org/drawingml/2006/main">
            <a:pathLst>
              <a:path w="6705958" h="1956188">
                <a:moveTo>
                  <a:pt x="0" y="0"/>
                </a:moveTo>
                <a:lnTo>
                  <a:pt x="6705958" y="0"/>
                </a:lnTo>
                <a:lnTo>
                  <a:pt x="6705958" y="1956188"/>
                </a:lnTo>
                <a:lnTo>
                  <a:pt x="0" y="19561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A41">
              <a:alpha val="2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…">
            <a:extLst xmlns:a="http://schemas.openxmlformats.org/drawingml/2006/main">
              <a:ext uri="{FF2B5EF4-FFF2-40B4-BE49-F238E27FC236}">
                <a16:creationId xmlns:a16="http://schemas.microsoft.com/office/drawing/2014/main" id="{62E6DECF-C6B3-41C2-AE77-A0042D2F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850" y="1182143"/>
            <a:ext cx="180540" cy="23559"/>
          </a:xfrm>
          <a:custGeom xmlns:a="http://schemas.openxmlformats.org/drawingml/2006/main">
            <a:pathLst>
              <a:path w="180540" h="23559">
                <a:moveTo>
                  <a:pt x="0" y="23559"/>
                </a:moveTo>
                <a:lnTo>
                  <a:pt x="0" y="0"/>
                </a:lnTo>
                <a:lnTo>
                  <a:pt x="23559" y="0"/>
                </a:lnTo>
                <a:lnTo>
                  <a:pt x="23559" y="23559"/>
                </a:lnTo>
                <a:lnTo>
                  <a:pt x="0" y="23559"/>
                </a:lnTo>
                <a:moveTo>
                  <a:pt x="78490" y="23559"/>
                </a:moveTo>
                <a:lnTo>
                  <a:pt x="78490" y="0"/>
                </a:lnTo>
                <a:lnTo>
                  <a:pt x="102049" y="0"/>
                </a:lnTo>
                <a:lnTo>
                  <a:pt x="102049" y="23559"/>
                </a:lnTo>
                <a:lnTo>
                  <a:pt x="78490" y="23559"/>
                </a:lnTo>
                <a:moveTo>
                  <a:pt x="156866" y="23559"/>
                </a:moveTo>
                <a:lnTo>
                  <a:pt x="156866" y="0"/>
                </a:lnTo>
                <a:lnTo>
                  <a:pt x="180540" y="0"/>
                </a:lnTo>
                <a:lnTo>
                  <a:pt x="180540" y="23559"/>
                </a:lnTo>
                <a:lnTo>
                  <a:pt x="156866" y="23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RGB-DVideo">
            <a:extLst xmlns:a="http://schemas.openxmlformats.org/drawingml/2006/main">
              <a:ext uri="{FF2B5EF4-FFF2-40B4-BE49-F238E27FC236}">
                <a16:creationId xmlns:a16="http://schemas.microsoft.com/office/drawing/2014/main" id="{BD39A247-C5BB-4F76-80DB-F03B5BC3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0" y="162419"/>
            <a:ext cx="1202103" cy="145183"/>
          </a:xfrm>
          <a:custGeom xmlns:a="http://schemas.openxmlformats.org/drawingml/2006/main">
            <a:pathLst>
              <a:path w="1202103" h="145183">
                <a:moveTo>
                  <a:pt x="0" y="142788"/>
                </a:moveTo>
                <a:lnTo>
                  <a:pt x="0" y="2394"/>
                </a:lnTo>
                <a:lnTo>
                  <a:pt x="59663" y="2394"/>
                </a:lnTo>
                <a:cubicBezTo>
                  <a:pt x="74666" y="2394"/>
                  <a:pt x="85568" y="3655"/>
                  <a:pt x="92367" y="6177"/>
                </a:cubicBezTo>
                <a:cubicBezTo>
                  <a:pt x="99167" y="8699"/>
                  <a:pt x="104609" y="13184"/>
                  <a:pt x="108695" y="19632"/>
                </a:cubicBezTo>
                <a:cubicBezTo>
                  <a:pt x="112781" y="26081"/>
                  <a:pt x="114824" y="33455"/>
                  <a:pt x="114824" y="41754"/>
                </a:cubicBezTo>
                <a:cubicBezTo>
                  <a:pt x="114824" y="52289"/>
                  <a:pt x="111728" y="60988"/>
                  <a:pt x="105535" y="67851"/>
                </a:cubicBezTo>
                <a:cubicBezTo>
                  <a:pt x="99342" y="74714"/>
                  <a:pt x="90085" y="79040"/>
                  <a:pt x="77763" y="80827"/>
                </a:cubicBezTo>
                <a:cubicBezTo>
                  <a:pt x="83892" y="84403"/>
                  <a:pt x="88951" y="88329"/>
                  <a:pt x="92942" y="92607"/>
                </a:cubicBezTo>
                <a:cubicBezTo>
                  <a:pt x="96932" y="96884"/>
                  <a:pt x="102311" y="104482"/>
                  <a:pt x="109078" y="115399"/>
                </a:cubicBezTo>
                <a:lnTo>
                  <a:pt x="126221" y="142788"/>
                </a:lnTo>
                <a:lnTo>
                  <a:pt x="92319" y="142788"/>
                </a:lnTo>
                <a:lnTo>
                  <a:pt x="71825" y="112239"/>
                </a:lnTo>
                <a:cubicBezTo>
                  <a:pt x="64547" y="101321"/>
                  <a:pt x="59567" y="94442"/>
                  <a:pt x="56886" y="91601"/>
                </a:cubicBezTo>
                <a:cubicBezTo>
                  <a:pt x="54204" y="88760"/>
                  <a:pt x="51363" y="86813"/>
                  <a:pt x="48362" y="85759"/>
                </a:cubicBezTo>
                <a:cubicBezTo>
                  <a:pt x="45362" y="84706"/>
                  <a:pt x="40605" y="84179"/>
                  <a:pt x="34093" y="84179"/>
                </a:cubicBezTo>
                <a:lnTo>
                  <a:pt x="28347" y="84179"/>
                </a:lnTo>
                <a:lnTo>
                  <a:pt x="28347" y="142788"/>
                </a:lnTo>
                <a:lnTo>
                  <a:pt x="0" y="142788"/>
                </a:lnTo>
                <a:moveTo>
                  <a:pt x="28347" y="61770"/>
                </a:moveTo>
                <a:lnTo>
                  <a:pt x="49320" y="61770"/>
                </a:lnTo>
                <a:cubicBezTo>
                  <a:pt x="62919" y="61770"/>
                  <a:pt x="71410" y="61195"/>
                  <a:pt x="74794" y="60046"/>
                </a:cubicBezTo>
                <a:cubicBezTo>
                  <a:pt x="78178" y="58897"/>
                  <a:pt x="80827" y="56917"/>
                  <a:pt x="82743" y="54108"/>
                </a:cubicBezTo>
                <a:cubicBezTo>
                  <a:pt x="84658" y="51299"/>
                  <a:pt x="85616" y="47788"/>
                  <a:pt x="85616" y="43574"/>
                </a:cubicBezTo>
                <a:cubicBezTo>
                  <a:pt x="85616" y="38849"/>
                  <a:pt x="84355" y="35035"/>
                  <a:pt x="81833" y="32130"/>
                </a:cubicBezTo>
                <a:cubicBezTo>
                  <a:pt x="79311" y="29225"/>
                  <a:pt x="75752" y="27389"/>
                  <a:pt x="71155" y="26623"/>
                </a:cubicBezTo>
                <a:cubicBezTo>
                  <a:pt x="68856" y="26304"/>
                  <a:pt x="61961" y="26144"/>
                  <a:pt x="50469" y="26144"/>
                </a:cubicBezTo>
                <a:lnTo>
                  <a:pt x="28347" y="26144"/>
                </a:lnTo>
                <a:lnTo>
                  <a:pt x="28347" y="61770"/>
                </a:lnTo>
                <a:close/>
                <a:moveTo>
                  <a:pt x="205921" y="91170"/>
                </a:moveTo>
                <a:lnTo>
                  <a:pt x="205921" y="67516"/>
                </a:lnTo>
                <a:lnTo>
                  <a:pt x="267020" y="67516"/>
                </a:lnTo>
                <a:lnTo>
                  <a:pt x="267020" y="123443"/>
                </a:lnTo>
                <a:cubicBezTo>
                  <a:pt x="261083" y="129189"/>
                  <a:pt x="252480" y="134249"/>
                  <a:pt x="241211" y="138623"/>
                </a:cubicBezTo>
                <a:cubicBezTo>
                  <a:pt x="229943" y="142996"/>
                  <a:pt x="218531" y="145183"/>
                  <a:pt x="206975" y="145183"/>
                </a:cubicBezTo>
                <a:cubicBezTo>
                  <a:pt x="192290" y="145183"/>
                  <a:pt x="179490" y="142102"/>
                  <a:pt x="168572" y="135941"/>
                </a:cubicBezTo>
                <a:cubicBezTo>
                  <a:pt x="157655" y="129780"/>
                  <a:pt x="149451" y="120969"/>
                  <a:pt x="143960" y="109509"/>
                </a:cubicBezTo>
                <a:cubicBezTo>
                  <a:pt x="138469" y="98049"/>
                  <a:pt x="135724" y="85584"/>
                  <a:pt x="135724" y="72112"/>
                </a:cubicBezTo>
                <a:cubicBezTo>
                  <a:pt x="135724" y="57492"/>
                  <a:pt x="138789" y="44500"/>
                  <a:pt x="144918" y="33135"/>
                </a:cubicBezTo>
                <a:cubicBezTo>
                  <a:pt x="151047" y="21771"/>
                  <a:pt x="160017" y="13056"/>
                  <a:pt x="171828" y="6991"/>
                </a:cubicBezTo>
                <a:cubicBezTo>
                  <a:pt x="180830" y="2330"/>
                  <a:pt x="192035" y="0"/>
                  <a:pt x="205442" y="0"/>
                </a:cubicBezTo>
                <a:cubicBezTo>
                  <a:pt x="222872" y="0"/>
                  <a:pt x="236487" y="3655"/>
                  <a:pt x="246287" y="10965"/>
                </a:cubicBezTo>
                <a:cubicBezTo>
                  <a:pt x="256087" y="18276"/>
                  <a:pt x="262392" y="28379"/>
                  <a:pt x="265201" y="41276"/>
                </a:cubicBezTo>
                <a:lnTo>
                  <a:pt x="237045" y="46543"/>
                </a:lnTo>
                <a:cubicBezTo>
                  <a:pt x="235066" y="39647"/>
                  <a:pt x="231347" y="34205"/>
                  <a:pt x="225889" y="30214"/>
                </a:cubicBezTo>
                <a:cubicBezTo>
                  <a:pt x="220430" y="26224"/>
                  <a:pt x="213615" y="24229"/>
                  <a:pt x="205442" y="24229"/>
                </a:cubicBezTo>
                <a:cubicBezTo>
                  <a:pt x="193057" y="24229"/>
                  <a:pt x="183209" y="28155"/>
                  <a:pt x="175898" y="36008"/>
                </a:cubicBezTo>
                <a:cubicBezTo>
                  <a:pt x="168588" y="43861"/>
                  <a:pt x="164933" y="55513"/>
                  <a:pt x="164933" y="70963"/>
                </a:cubicBezTo>
                <a:cubicBezTo>
                  <a:pt x="164933" y="87627"/>
                  <a:pt x="168636" y="100124"/>
                  <a:pt x="176042" y="108456"/>
                </a:cubicBezTo>
                <a:cubicBezTo>
                  <a:pt x="183448" y="116788"/>
                  <a:pt x="193152" y="120954"/>
                  <a:pt x="205155" y="120954"/>
                </a:cubicBezTo>
                <a:cubicBezTo>
                  <a:pt x="211093" y="120954"/>
                  <a:pt x="217046" y="119788"/>
                  <a:pt x="223016" y="117458"/>
                </a:cubicBezTo>
                <a:cubicBezTo>
                  <a:pt x="228985" y="115128"/>
                  <a:pt x="234109" y="112303"/>
                  <a:pt x="238386" y="108983"/>
                </a:cubicBezTo>
                <a:lnTo>
                  <a:pt x="238386" y="91170"/>
                </a:lnTo>
                <a:lnTo>
                  <a:pt x="205921" y="91170"/>
                </a:lnTo>
                <a:close/>
                <a:moveTo>
                  <a:pt x="293176" y="2394"/>
                </a:moveTo>
                <a:lnTo>
                  <a:pt x="349295" y="2394"/>
                </a:lnTo>
                <a:cubicBezTo>
                  <a:pt x="360404" y="2394"/>
                  <a:pt x="368688" y="2857"/>
                  <a:pt x="374147" y="3783"/>
                </a:cubicBezTo>
                <a:cubicBezTo>
                  <a:pt x="379605" y="4709"/>
                  <a:pt x="384490" y="6640"/>
                  <a:pt x="388799" y="9577"/>
                </a:cubicBezTo>
                <a:cubicBezTo>
                  <a:pt x="393109" y="12514"/>
                  <a:pt x="396700" y="16424"/>
                  <a:pt x="399573" y="21308"/>
                </a:cubicBezTo>
                <a:cubicBezTo>
                  <a:pt x="402446" y="26192"/>
                  <a:pt x="403882" y="31667"/>
                  <a:pt x="403882" y="37732"/>
                </a:cubicBezTo>
                <a:cubicBezTo>
                  <a:pt x="403882" y="44308"/>
                  <a:pt x="402111" y="50341"/>
                  <a:pt x="398567" y="55832"/>
                </a:cubicBezTo>
                <a:cubicBezTo>
                  <a:pt x="395024" y="61323"/>
                  <a:pt x="390220" y="65441"/>
                  <a:pt x="384154" y="68186"/>
                </a:cubicBezTo>
                <a:cubicBezTo>
                  <a:pt x="392710" y="70676"/>
                  <a:pt x="399286" y="74922"/>
                  <a:pt x="403882" y="80923"/>
                </a:cubicBezTo>
                <a:cubicBezTo>
                  <a:pt x="408479" y="86924"/>
                  <a:pt x="410778" y="93979"/>
                  <a:pt x="410778" y="102087"/>
                </a:cubicBezTo>
                <a:cubicBezTo>
                  <a:pt x="410778" y="108472"/>
                  <a:pt x="409293" y="114681"/>
                  <a:pt x="406324" y="120714"/>
                </a:cubicBezTo>
                <a:cubicBezTo>
                  <a:pt x="403356" y="126747"/>
                  <a:pt x="399302" y="131568"/>
                  <a:pt x="394162" y="135175"/>
                </a:cubicBezTo>
                <a:cubicBezTo>
                  <a:pt x="389023" y="138782"/>
                  <a:pt x="382686" y="141001"/>
                  <a:pt x="375152" y="141831"/>
                </a:cubicBezTo>
                <a:cubicBezTo>
                  <a:pt x="370428" y="142341"/>
                  <a:pt x="359032" y="142661"/>
                  <a:pt x="340964" y="142788"/>
                </a:cubicBezTo>
                <a:lnTo>
                  <a:pt x="293176" y="142788"/>
                </a:lnTo>
                <a:lnTo>
                  <a:pt x="293176" y="2394"/>
                </a:lnTo>
                <a:moveTo>
                  <a:pt x="321523" y="25761"/>
                </a:moveTo>
                <a:lnTo>
                  <a:pt x="321523" y="58226"/>
                </a:lnTo>
                <a:lnTo>
                  <a:pt x="340102" y="58226"/>
                </a:lnTo>
                <a:cubicBezTo>
                  <a:pt x="351147" y="58226"/>
                  <a:pt x="358010" y="58067"/>
                  <a:pt x="360692" y="57747"/>
                </a:cubicBezTo>
                <a:cubicBezTo>
                  <a:pt x="365544" y="57173"/>
                  <a:pt x="369358" y="55497"/>
                  <a:pt x="372136" y="52720"/>
                </a:cubicBezTo>
                <a:cubicBezTo>
                  <a:pt x="374913" y="49942"/>
                  <a:pt x="376302" y="46287"/>
                  <a:pt x="376302" y="41754"/>
                </a:cubicBezTo>
                <a:cubicBezTo>
                  <a:pt x="376302" y="37413"/>
                  <a:pt x="375104" y="33886"/>
                  <a:pt x="372710" y="31172"/>
                </a:cubicBezTo>
                <a:cubicBezTo>
                  <a:pt x="370316" y="28459"/>
                  <a:pt x="366757" y="26815"/>
                  <a:pt x="362032" y="26240"/>
                </a:cubicBezTo>
                <a:cubicBezTo>
                  <a:pt x="359223" y="25921"/>
                  <a:pt x="351147" y="25761"/>
                  <a:pt x="337803" y="25761"/>
                </a:cubicBezTo>
                <a:lnTo>
                  <a:pt x="321523" y="25761"/>
                </a:lnTo>
                <a:moveTo>
                  <a:pt x="321523" y="81593"/>
                </a:moveTo>
                <a:lnTo>
                  <a:pt x="321523" y="119134"/>
                </a:lnTo>
                <a:lnTo>
                  <a:pt x="347763" y="119134"/>
                </a:lnTo>
                <a:cubicBezTo>
                  <a:pt x="357978" y="119134"/>
                  <a:pt x="364458" y="118847"/>
                  <a:pt x="367204" y="118272"/>
                </a:cubicBezTo>
                <a:cubicBezTo>
                  <a:pt x="371417" y="117506"/>
                  <a:pt x="374849" y="115638"/>
                  <a:pt x="377499" y="112670"/>
                </a:cubicBezTo>
                <a:cubicBezTo>
                  <a:pt x="380148" y="109701"/>
                  <a:pt x="381473" y="105727"/>
                  <a:pt x="381473" y="100747"/>
                </a:cubicBezTo>
                <a:cubicBezTo>
                  <a:pt x="381473" y="96533"/>
                  <a:pt x="380451" y="92958"/>
                  <a:pt x="378408" y="90021"/>
                </a:cubicBezTo>
                <a:cubicBezTo>
                  <a:pt x="376365" y="87084"/>
                  <a:pt x="373413" y="84945"/>
                  <a:pt x="369550" y="83604"/>
                </a:cubicBezTo>
                <a:cubicBezTo>
                  <a:pt x="365687" y="82264"/>
                  <a:pt x="357308" y="81593"/>
                  <a:pt x="344411" y="81593"/>
                </a:cubicBezTo>
                <a:lnTo>
                  <a:pt x="321523" y="81593"/>
                </a:lnTo>
                <a:close/>
                <a:moveTo>
                  <a:pt x="430480" y="105344"/>
                </a:moveTo>
                <a:lnTo>
                  <a:pt x="430480" y="78433"/>
                </a:lnTo>
                <a:lnTo>
                  <a:pt x="483344" y="78433"/>
                </a:lnTo>
                <a:lnTo>
                  <a:pt x="483344" y="105344"/>
                </a:lnTo>
                <a:lnTo>
                  <a:pt x="430480" y="105344"/>
                </a:lnTo>
                <a:close/>
                <a:moveTo>
                  <a:pt x="499106" y="2394"/>
                </a:moveTo>
                <a:lnTo>
                  <a:pt x="550916" y="2394"/>
                </a:lnTo>
                <a:cubicBezTo>
                  <a:pt x="562600" y="2394"/>
                  <a:pt x="571506" y="3288"/>
                  <a:pt x="577635" y="5076"/>
                </a:cubicBezTo>
                <a:cubicBezTo>
                  <a:pt x="585871" y="7502"/>
                  <a:pt x="592926" y="11811"/>
                  <a:pt x="598800" y="18004"/>
                </a:cubicBezTo>
                <a:cubicBezTo>
                  <a:pt x="604673" y="24197"/>
                  <a:pt x="609142" y="31779"/>
                  <a:pt x="612207" y="40749"/>
                </a:cubicBezTo>
                <a:cubicBezTo>
                  <a:pt x="615271" y="49719"/>
                  <a:pt x="616804" y="60780"/>
                  <a:pt x="616804" y="73932"/>
                </a:cubicBezTo>
                <a:cubicBezTo>
                  <a:pt x="616804" y="85488"/>
                  <a:pt x="615367" y="95448"/>
                  <a:pt x="612494" y="103811"/>
                </a:cubicBezTo>
                <a:cubicBezTo>
                  <a:pt x="608983" y="114026"/>
                  <a:pt x="603971" y="122294"/>
                  <a:pt x="597459" y="128615"/>
                </a:cubicBezTo>
                <a:cubicBezTo>
                  <a:pt x="592543" y="133403"/>
                  <a:pt x="585903" y="137138"/>
                  <a:pt x="577539" y="139820"/>
                </a:cubicBezTo>
                <a:cubicBezTo>
                  <a:pt x="571283" y="141799"/>
                  <a:pt x="562919" y="142788"/>
                  <a:pt x="552448" y="142788"/>
                </a:cubicBezTo>
                <a:lnTo>
                  <a:pt x="499106" y="142788"/>
                </a:lnTo>
                <a:lnTo>
                  <a:pt x="499106" y="2394"/>
                </a:lnTo>
                <a:moveTo>
                  <a:pt x="527453" y="26144"/>
                </a:moveTo>
                <a:lnTo>
                  <a:pt x="527453" y="119134"/>
                </a:lnTo>
                <a:lnTo>
                  <a:pt x="548618" y="119134"/>
                </a:lnTo>
                <a:cubicBezTo>
                  <a:pt x="556534" y="119134"/>
                  <a:pt x="562249" y="118687"/>
                  <a:pt x="565760" y="117793"/>
                </a:cubicBezTo>
                <a:cubicBezTo>
                  <a:pt x="570357" y="116644"/>
                  <a:pt x="574171" y="114697"/>
                  <a:pt x="577204" y="111951"/>
                </a:cubicBezTo>
                <a:cubicBezTo>
                  <a:pt x="580237" y="109206"/>
                  <a:pt x="582711" y="104689"/>
                  <a:pt x="584626" y="98400"/>
                </a:cubicBezTo>
                <a:cubicBezTo>
                  <a:pt x="586541" y="92112"/>
                  <a:pt x="587499" y="83541"/>
                  <a:pt x="587499" y="72687"/>
                </a:cubicBezTo>
                <a:cubicBezTo>
                  <a:pt x="587499" y="61833"/>
                  <a:pt x="586541" y="53502"/>
                  <a:pt x="584626" y="47692"/>
                </a:cubicBezTo>
                <a:cubicBezTo>
                  <a:pt x="582711" y="41882"/>
                  <a:pt x="580029" y="37349"/>
                  <a:pt x="576582" y="34093"/>
                </a:cubicBezTo>
                <a:cubicBezTo>
                  <a:pt x="573134" y="30837"/>
                  <a:pt x="568761" y="28634"/>
                  <a:pt x="563462" y="27485"/>
                </a:cubicBezTo>
                <a:cubicBezTo>
                  <a:pt x="559503" y="26591"/>
                  <a:pt x="551746" y="26144"/>
                  <a:pt x="540190" y="26144"/>
                </a:cubicBezTo>
                <a:lnTo>
                  <a:pt x="527453" y="26144"/>
                </a:lnTo>
                <a:close/>
                <a:moveTo>
                  <a:pt x="730522" y="142788"/>
                </a:moveTo>
                <a:lnTo>
                  <a:pt x="680340" y="2394"/>
                </a:lnTo>
                <a:lnTo>
                  <a:pt x="711081" y="2394"/>
                </a:lnTo>
                <a:lnTo>
                  <a:pt x="746610" y="106301"/>
                </a:lnTo>
                <a:lnTo>
                  <a:pt x="780991" y="2394"/>
                </a:lnTo>
                <a:lnTo>
                  <a:pt x="811062" y="2394"/>
                </a:lnTo>
                <a:lnTo>
                  <a:pt x="760784" y="142788"/>
                </a:lnTo>
                <a:lnTo>
                  <a:pt x="730522" y="142788"/>
                </a:lnTo>
                <a:close/>
                <a:moveTo>
                  <a:pt x="820900" y="27294"/>
                </a:moveTo>
                <a:lnTo>
                  <a:pt x="820900" y="2394"/>
                </a:lnTo>
                <a:lnTo>
                  <a:pt x="847810" y="2394"/>
                </a:lnTo>
                <a:lnTo>
                  <a:pt x="847810" y="27294"/>
                </a:lnTo>
                <a:lnTo>
                  <a:pt x="820900" y="27294"/>
                </a:lnTo>
                <a:moveTo>
                  <a:pt x="820900" y="142788"/>
                </a:moveTo>
                <a:lnTo>
                  <a:pt x="820900" y="41084"/>
                </a:lnTo>
                <a:lnTo>
                  <a:pt x="847810" y="41084"/>
                </a:lnTo>
                <a:lnTo>
                  <a:pt x="847810" y="142788"/>
                </a:lnTo>
                <a:lnTo>
                  <a:pt x="820900" y="142788"/>
                </a:lnTo>
                <a:close/>
                <a:moveTo>
                  <a:pt x="968976" y="142788"/>
                </a:moveTo>
                <a:lnTo>
                  <a:pt x="943981" y="142788"/>
                </a:lnTo>
                <a:lnTo>
                  <a:pt x="943981" y="127849"/>
                </a:lnTo>
                <a:cubicBezTo>
                  <a:pt x="939831" y="133659"/>
                  <a:pt x="934931" y="137984"/>
                  <a:pt x="929280" y="140825"/>
                </a:cubicBezTo>
                <a:cubicBezTo>
                  <a:pt x="923630" y="143666"/>
                  <a:pt x="917932" y="145087"/>
                  <a:pt x="912186" y="145087"/>
                </a:cubicBezTo>
                <a:cubicBezTo>
                  <a:pt x="900502" y="145087"/>
                  <a:pt x="890495" y="140378"/>
                  <a:pt x="882163" y="130961"/>
                </a:cubicBezTo>
                <a:cubicBezTo>
                  <a:pt x="873831" y="121544"/>
                  <a:pt x="869665" y="108408"/>
                  <a:pt x="869665" y="91553"/>
                </a:cubicBezTo>
                <a:cubicBezTo>
                  <a:pt x="869665" y="74315"/>
                  <a:pt x="873720" y="61211"/>
                  <a:pt x="881828" y="52241"/>
                </a:cubicBezTo>
                <a:cubicBezTo>
                  <a:pt x="889936" y="43271"/>
                  <a:pt x="900183" y="38786"/>
                  <a:pt x="912569" y="38786"/>
                </a:cubicBezTo>
                <a:cubicBezTo>
                  <a:pt x="923933" y="38786"/>
                  <a:pt x="933765" y="43510"/>
                  <a:pt x="942065" y="52959"/>
                </a:cubicBezTo>
                <a:lnTo>
                  <a:pt x="942065" y="2394"/>
                </a:lnTo>
                <a:lnTo>
                  <a:pt x="968976" y="2394"/>
                </a:lnTo>
                <a:lnTo>
                  <a:pt x="968976" y="142788"/>
                </a:lnTo>
                <a:moveTo>
                  <a:pt x="897151" y="89734"/>
                </a:moveTo>
                <a:cubicBezTo>
                  <a:pt x="897151" y="100587"/>
                  <a:pt x="898651" y="108440"/>
                  <a:pt x="901652" y="113292"/>
                </a:cubicBezTo>
                <a:cubicBezTo>
                  <a:pt x="905993" y="120315"/>
                  <a:pt x="912058" y="123827"/>
                  <a:pt x="919847" y="123827"/>
                </a:cubicBezTo>
                <a:cubicBezTo>
                  <a:pt x="926040" y="123827"/>
                  <a:pt x="931307" y="121193"/>
                  <a:pt x="935649" y="115926"/>
                </a:cubicBezTo>
                <a:cubicBezTo>
                  <a:pt x="939990" y="110659"/>
                  <a:pt x="942161" y="102790"/>
                  <a:pt x="942161" y="92319"/>
                </a:cubicBezTo>
                <a:cubicBezTo>
                  <a:pt x="942161" y="80636"/>
                  <a:pt x="940054" y="72224"/>
                  <a:pt x="935840" y="67085"/>
                </a:cubicBezTo>
                <a:cubicBezTo>
                  <a:pt x="931627" y="61945"/>
                  <a:pt x="926232" y="59375"/>
                  <a:pt x="919656" y="59375"/>
                </a:cubicBezTo>
                <a:cubicBezTo>
                  <a:pt x="913271" y="59375"/>
                  <a:pt x="907924" y="61913"/>
                  <a:pt x="903615" y="66989"/>
                </a:cubicBezTo>
                <a:cubicBezTo>
                  <a:pt x="899305" y="72065"/>
                  <a:pt x="897151" y="79646"/>
                  <a:pt x="897151" y="89734"/>
                </a:cubicBezTo>
                <a:close/>
                <a:moveTo>
                  <a:pt x="1053725" y="110419"/>
                </a:moveTo>
                <a:lnTo>
                  <a:pt x="1080540" y="114920"/>
                </a:lnTo>
                <a:cubicBezTo>
                  <a:pt x="1077092" y="124752"/>
                  <a:pt x="1071649" y="132238"/>
                  <a:pt x="1064211" y="137378"/>
                </a:cubicBezTo>
                <a:cubicBezTo>
                  <a:pt x="1056774" y="142517"/>
                  <a:pt x="1047468" y="145087"/>
                  <a:pt x="1036295" y="145087"/>
                </a:cubicBezTo>
                <a:cubicBezTo>
                  <a:pt x="1018610" y="145087"/>
                  <a:pt x="1005522" y="139309"/>
                  <a:pt x="997031" y="127753"/>
                </a:cubicBezTo>
                <a:cubicBezTo>
                  <a:pt x="990327" y="118496"/>
                  <a:pt x="986975" y="106812"/>
                  <a:pt x="986975" y="92702"/>
                </a:cubicBezTo>
                <a:cubicBezTo>
                  <a:pt x="986975" y="75847"/>
                  <a:pt x="991381" y="62647"/>
                  <a:pt x="1000191" y="53103"/>
                </a:cubicBezTo>
                <a:cubicBezTo>
                  <a:pt x="1009002" y="43558"/>
                  <a:pt x="1020143" y="38786"/>
                  <a:pt x="1033614" y="38786"/>
                </a:cubicBezTo>
                <a:cubicBezTo>
                  <a:pt x="1048745" y="38786"/>
                  <a:pt x="1060684" y="43781"/>
                  <a:pt x="1069431" y="53773"/>
                </a:cubicBezTo>
                <a:cubicBezTo>
                  <a:pt x="1078177" y="63765"/>
                  <a:pt x="1082359" y="79071"/>
                  <a:pt x="1081976" y="99693"/>
                </a:cubicBezTo>
                <a:lnTo>
                  <a:pt x="1014556" y="99693"/>
                </a:lnTo>
                <a:cubicBezTo>
                  <a:pt x="1014748" y="107674"/>
                  <a:pt x="1016919" y="113883"/>
                  <a:pt x="1021068" y="118320"/>
                </a:cubicBezTo>
                <a:cubicBezTo>
                  <a:pt x="1025218" y="122757"/>
                  <a:pt x="1030390" y="124976"/>
                  <a:pt x="1036583" y="124976"/>
                </a:cubicBezTo>
                <a:cubicBezTo>
                  <a:pt x="1040796" y="124976"/>
                  <a:pt x="1044340" y="123827"/>
                  <a:pt x="1047213" y="121528"/>
                </a:cubicBezTo>
                <a:cubicBezTo>
                  <a:pt x="1050086" y="119230"/>
                  <a:pt x="1052257" y="115527"/>
                  <a:pt x="1053725" y="110419"/>
                </a:cubicBezTo>
                <a:moveTo>
                  <a:pt x="1055257" y="83221"/>
                </a:moveTo>
                <a:cubicBezTo>
                  <a:pt x="1055066" y="75432"/>
                  <a:pt x="1053055" y="69511"/>
                  <a:pt x="1049224" y="65457"/>
                </a:cubicBezTo>
                <a:cubicBezTo>
                  <a:pt x="1045393" y="61403"/>
                  <a:pt x="1040733" y="59375"/>
                  <a:pt x="1035242" y="59375"/>
                </a:cubicBezTo>
                <a:cubicBezTo>
                  <a:pt x="1029368" y="59375"/>
                  <a:pt x="1024516" y="61514"/>
                  <a:pt x="1020685" y="65792"/>
                </a:cubicBezTo>
                <a:cubicBezTo>
                  <a:pt x="1016855" y="70069"/>
                  <a:pt x="1014971" y="75879"/>
                  <a:pt x="1015035" y="83221"/>
                </a:cubicBezTo>
                <a:lnTo>
                  <a:pt x="1055257" y="83221"/>
                </a:lnTo>
                <a:close/>
                <a:moveTo>
                  <a:pt x="1097142" y="90500"/>
                </a:moveTo>
                <a:cubicBezTo>
                  <a:pt x="1097142" y="81561"/>
                  <a:pt x="1099345" y="72910"/>
                  <a:pt x="1103750" y="64547"/>
                </a:cubicBezTo>
                <a:cubicBezTo>
                  <a:pt x="1108155" y="56183"/>
                  <a:pt x="1114396" y="49799"/>
                  <a:pt x="1122472" y="45393"/>
                </a:cubicBezTo>
                <a:cubicBezTo>
                  <a:pt x="1130549" y="40988"/>
                  <a:pt x="1139567" y="38786"/>
                  <a:pt x="1149527" y="38786"/>
                </a:cubicBezTo>
                <a:cubicBezTo>
                  <a:pt x="1164913" y="38786"/>
                  <a:pt x="1177522" y="43781"/>
                  <a:pt x="1187354" y="53773"/>
                </a:cubicBezTo>
                <a:cubicBezTo>
                  <a:pt x="1197187" y="63765"/>
                  <a:pt x="1202103" y="76390"/>
                  <a:pt x="1202103" y="91649"/>
                </a:cubicBezTo>
                <a:cubicBezTo>
                  <a:pt x="1202103" y="107035"/>
                  <a:pt x="1197139" y="119788"/>
                  <a:pt x="1187211" y="129908"/>
                </a:cubicBezTo>
                <a:cubicBezTo>
                  <a:pt x="1177283" y="140027"/>
                  <a:pt x="1164785" y="145087"/>
                  <a:pt x="1149718" y="145087"/>
                </a:cubicBezTo>
                <a:cubicBezTo>
                  <a:pt x="1140397" y="145087"/>
                  <a:pt x="1131506" y="142980"/>
                  <a:pt x="1123047" y="138766"/>
                </a:cubicBezTo>
                <a:cubicBezTo>
                  <a:pt x="1114588" y="134552"/>
                  <a:pt x="1108155" y="128375"/>
                  <a:pt x="1103750" y="120235"/>
                </a:cubicBezTo>
                <a:cubicBezTo>
                  <a:pt x="1099345" y="112095"/>
                  <a:pt x="1097142" y="102183"/>
                  <a:pt x="1097142" y="90500"/>
                </a:cubicBezTo>
                <a:moveTo>
                  <a:pt x="1124723" y="91936"/>
                </a:moveTo>
                <a:cubicBezTo>
                  <a:pt x="1124723" y="102024"/>
                  <a:pt x="1127117" y="109749"/>
                  <a:pt x="1131905" y="115112"/>
                </a:cubicBezTo>
                <a:cubicBezTo>
                  <a:pt x="1136694" y="120475"/>
                  <a:pt x="1142599" y="123156"/>
                  <a:pt x="1149622" y="123156"/>
                </a:cubicBezTo>
                <a:cubicBezTo>
                  <a:pt x="1156645" y="123156"/>
                  <a:pt x="1162535" y="120475"/>
                  <a:pt x="1167291" y="115112"/>
                </a:cubicBezTo>
                <a:cubicBezTo>
                  <a:pt x="1172048" y="109749"/>
                  <a:pt x="1174426" y="101960"/>
                  <a:pt x="1174426" y="91745"/>
                </a:cubicBezTo>
                <a:cubicBezTo>
                  <a:pt x="1174426" y="81785"/>
                  <a:pt x="1172048" y="74124"/>
                  <a:pt x="1167291" y="68761"/>
                </a:cubicBezTo>
                <a:cubicBezTo>
                  <a:pt x="1162535" y="63398"/>
                  <a:pt x="1156645" y="60716"/>
                  <a:pt x="1149622" y="60716"/>
                </a:cubicBezTo>
                <a:cubicBezTo>
                  <a:pt x="1142599" y="60716"/>
                  <a:pt x="1136694" y="63398"/>
                  <a:pt x="1131905" y="68761"/>
                </a:cubicBezTo>
                <a:cubicBezTo>
                  <a:pt x="1127117" y="74124"/>
                  <a:pt x="1124723" y="81849"/>
                  <a:pt x="1124723" y="919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705A1-9DB5-4305-B502-9E39BD20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081" y="752043"/>
            <a:ext cx="1688428" cy="844214"/>
          </a:xfrm>
          <a:custGeom xmlns:a="http://schemas.openxmlformats.org/drawingml/2006/main">
            <a:pathLst>
              <a:path w="1688428" h="844214">
                <a:moveTo>
                  <a:pt x="0" y="0"/>
                </a:moveTo>
                <a:lnTo>
                  <a:pt x="1688428" y="0"/>
                </a:lnTo>
                <a:lnTo>
                  <a:pt x="1688428" y="844214"/>
                </a:lnTo>
                <a:lnTo>
                  <a:pt x="0" y="844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10DD9-4483-4002-8980-BA23178E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081" y="752044"/>
            <a:ext cx="1688428" cy="844214"/>
          </a:xfrm>
          <a:custGeom xmlns:a="http://schemas.openxmlformats.org/drawingml/2006/main">
            <a:pathLst>
              <a:path w="1688428" h="844214" fill="none">
                <a:moveTo>
                  <a:pt x="0" y="0"/>
                </a:moveTo>
                <a:lnTo>
                  <a:pt x="1688428" y="0"/>
                </a:lnTo>
                <a:lnTo>
                  <a:pt x="1688428" y="844214"/>
                </a:lnTo>
                <a:lnTo>
                  <a:pt x="0" y="8442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7" cap="flat">
            <a:solidFill>
              <a:srgbClr val="172C51"/>
            </a:solidFill>
            <a:miter/>
          </a:ln>
        </p:spPr>
      </p:sp>
      <p:sp>
        <p:nvSpPr>
          <p:cNvPr id="10" name="Text VisualPerception">
            <a:extLst xmlns:a="http://schemas.openxmlformats.org/drawingml/2006/main">
              <a:ext uri="{FF2B5EF4-FFF2-40B4-BE49-F238E27FC236}">
                <a16:creationId xmlns:a16="http://schemas.microsoft.com/office/drawing/2014/main" id="{DD0EC004-F0E0-428F-A92F-8CD0F280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674" y="1010768"/>
            <a:ext cx="1322514" cy="157535"/>
          </a:xfrm>
          <a:custGeom xmlns:a="http://schemas.openxmlformats.org/drawingml/2006/main">
            <a:pathLst>
              <a:path w="1322514" h="157535">
                <a:moveTo>
                  <a:pt x="47773" y="123303"/>
                </a:moveTo>
                <a:lnTo>
                  <a:pt x="0" y="0"/>
                </a:lnTo>
                <a:lnTo>
                  <a:pt x="17663" y="0"/>
                </a:lnTo>
                <a:lnTo>
                  <a:pt x="49708" y="89575"/>
                </a:lnTo>
                <a:cubicBezTo>
                  <a:pt x="52287" y="96753"/>
                  <a:pt x="54446" y="103481"/>
                  <a:pt x="56184" y="109761"/>
                </a:cubicBezTo>
                <a:cubicBezTo>
                  <a:pt x="58091" y="103033"/>
                  <a:pt x="60306" y="96304"/>
                  <a:pt x="62829" y="89575"/>
                </a:cubicBezTo>
                <a:lnTo>
                  <a:pt x="96136" y="0"/>
                </a:lnTo>
                <a:lnTo>
                  <a:pt x="112789" y="0"/>
                </a:lnTo>
                <a:lnTo>
                  <a:pt x="64511" y="123303"/>
                </a:lnTo>
                <a:lnTo>
                  <a:pt x="47773" y="123303"/>
                </a:lnTo>
                <a:close/>
                <a:moveTo>
                  <a:pt x="121923" y="17410"/>
                </a:moveTo>
                <a:lnTo>
                  <a:pt x="121923" y="0"/>
                </a:lnTo>
                <a:lnTo>
                  <a:pt x="137063" y="0"/>
                </a:lnTo>
                <a:lnTo>
                  <a:pt x="137063" y="17410"/>
                </a:lnTo>
                <a:lnTo>
                  <a:pt x="121923" y="17410"/>
                </a:lnTo>
                <a:moveTo>
                  <a:pt x="121923" y="123303"/>
                </a:moveTo>
                <a:lnTo>
                  <a:pt x="121923" y="33980"/>
                </a:lnTo>
                <a:lnTo>
                  <a:pt x="137063" y="33980"/>
                </a:lnTo>
                <a:lnTo>
                  <a:pt x="137063" y="123303"/>
                </a:lnTo>
                <a:lnTo>
                  <a:pt x="121923" y="123303"/>
                </a:lnTo>
                <a:close/>
                <a:moveTo>
                  <a:pt x="153817" y="96640"/>
                </a:moveTo>
                <a:lnTo>
                  <a:pt x="168788" y="94285"/>
                </a:lnTo>
                <a:cubicBezTo>
                  <a:pt x="169629" y="100285"/>
                  <a:pt x="171970" y="104883"/>
                  <a:pt x="175811" y="108079"/>
                </a:cubicBezTo>
                <a:cubicBezTo>
                  <a:pt x="179652" y="111275"/>
                  <a:pt x="185021" y="112873"/>
                  <a:pt x="191918" y="112873"/>
                </a:cubicBezTo>
                <a:cubicBezTo>
                  <a:pt x="198871" y="112873"/>
                  <a:pt x="204029" y="111457"/>
                  <a:pt x="207394" y="108626"/>
                </a:cubicBezTo>
                <a:cubicBezTo>
                  <a:pt x="210758" y="105794"/>
                  <a:pt x="212440" y="102472"/>
                  <a:pt x="212440" y="98659"/>
                </a:cubicBezTo>
                <a:cubicBezTo>
                  <a:pt x="212440" y="95239"/>
                  <a:pt x="210954" y="92547"/>
                  <a:pt x="207983" y="90585"/>
                </a:cubicBezTo>
                <a:cubicBezTo>
                  <a:pt x="205908" y="89239"/>
                  <a:pt x="200749" y="87529"/>
                  <a:pt x="192507" y="85454"/>
                </a:cubicBezTo>
                <a:cubicBezTo>
                  <a:pt x="181404" y="82650"/>
                  <a:pt x="173708" y="80225"/>
                  <a:pt x="169419" y="78179"/>
                </a:cubicBezTo>
                <a:cubicBezTo>
                  <a:pt x="165129" y="76132"/>
                  <a:pt x="161877" y="73300"/>
                  <a:pt x="159662" y="69684"/>
                </a:cubicBezTo>
                <a:cubicBezTo>
                  <a:pt x="157448" y="66067"/>
                  <a:pt x="156340" y="62072"/>
                  <a:pt x="156340" y="57698"/>
                </a:cubicBezTo>
                <a:cubicBezTo>
                  <a:pt x="156340" y="53717"/>
                  <a:pt x="157251" y="50030"/>
                  <a:pt x="159074" y="46638"/>
                </a:cubicBezTo>
                <a:cubicBezTo>
                  <a:pt x="160896" y="43246"/>
                  <a:pt x="163377" y="40428"/>
                  <a:pt x="166517" y="38185"/>
                </a:cubicBezTo>
                <a:cubicBezTo>
                  <a:pt x="168872" y="36447"/>
                  <a:pt x="172082" y="34975"/>
                  <a:pt x="176148" y="33769"/>
                </a:cubicBezTo>
                <a:cubicBezTo>
                  <a:pt x="180213" y="32564"/>
                  <a:pt x="184572" y="31961"/>
                  <a:pt x="189226" y="31961"/>
                </a:cubicBezTo>
                <a:cubicBezTo>
                  <a:pt x="196235" y="31961"/>
                  <a:pt x="202389" y="32970"/>
                  <a:pt x="207688" y="34989"/>
                </a:cubicBezTo>
                <a:cubicBezTo>
                  <a:pt x="212987" y="37008"/>
                  <a:pt x="216898" y="39741"/>
                  <a:pt x="219421" y="43190"/>
                </a:cubicBezTo>
                <a:cubicBezTo>
                  <a:pt x="221945" y="46638"/>
                  <a:pt x="223683" y="51250"/>
                  <a:pt x="224636" y="57025"/>
                </a:cubicBezTo>
                <a:lnTo>
                  <a:pt x="209833" y="59044"/>
                </a:lnTo>
                <a:cubicBezTo>
                  <a:pt x="209160" y="54446"/>
                  <a:pt x="207212" y="50857"/>
                  <a:pt x="203987" y="48278"/>
                </a:cubicBezTo>
                <a:cubicBezTo>
                  <a:pt x="200763" y="45699"/>
                  <a:pt x="196207" y="44409"/>
                  <a:pt x="190320" y="44409"/>
                </a:cubicBezTo>
                <a:cubicBezTo>
                  <a:pt x="183367" y="44409"/>
                  <a:pt x="178404" y="45559"/>
                  <a:pt x="175433" y="47858"/>
                </a:cubicBezTo>
                <a:cubicBezTo>
                  <a:pt x="172461" y="50157"/>
                  <a:pt x="170975" y="52848"/>
                  <a:pt x="170975" y="55932"/>
                </a:cubicBezTo>
                <a:cubicBezTo>
                  <a:pt x="170975" y="57895"/>
                  <a:pt x="171592" y="59661"/>
                  <a:pt x="172825" y="61231"/>
                </a:cubicBezTo>
                <a:cubicBezTo>
                  <a:pt x="174059" y="62857"/>
                  <a:pt x="175993" y="64203"/>
                  <a:pt x="178629" y="65268"/>
                </a:cubicBezTo>
                <a:cubicBezTo>
                  <a:pt x="180143" y="65829"/>
                  <a:pt x="184600" y="67118"/>
                  <a:pt x="192002" y="69137"/>
                </a:cubicBezTo>
                <a:cubicBezTo>
                  <a:pt x="202712" y="71997"/>
                  <a:pt x="210183" y="74338"/>
                  <a:pt x="214417" y="76160"/>
                </a:cubicBezTo>
                <a:cubicBezTo>
                  <a:pt x="218650" y="77982"/>
                  <a:pt x="221973" y="80632"/>
                  <a:pt x="224384" y="84108"/>
                </a:cubicBezTo>
                <a:cubicBezTo>
                  <a:pt x="226795" y="87585"/>
                  <a:pt x="228000" y="91902"/>
                  <a:pt x="228000" y="97061"/>
                </a:cubicBezTo>
                <a:cubicBezTo>
                  <a:pt x="228000" y="102107"/>
                  <a:pt x="226528" y="106860"/>
                  <a:pt x="223585" y="111317"/>
                </a:cubicBezTo>
                <a:cubicBezTo>
                  <a:pt x="220641" y="115775"/>
                  <a:pt x="216393" y="119223"/>
                  <a:pt x="210842" y="121663"/>
                </a:cubicBezTo>
                <a:cubicBezTo>
                  <a:pt x="205291" y="124102"/>
                  <a:pt x="199011" y="125321"/>
                  <a:pt x="192002" y="125321"/>
                </a:cubicBezTo>
                <a:cubicBezTo>
                  <a:pt x="180395" y="125321"/>
                  <a:pt x="171550" y="122910"/>
                  <a:pt x="165466" y="118088"/>
                </a:cubicBezTo>
                <a:cubicBezTo>
                  <a:pt x="159382" y="113266"/>
                  <a:pt x="155499" y="106117"/>
                  <a:pt x="153817" y="96640"/>
                </a:cubicBezTo>
                <a:close/>
                <a:moveTo>
                  <a:pt x="304332" y="123303"/>
                </a:moveTo>
                <a:lnTo>
                  <a:pt x="304332" y="110182"/>
                </a:lnTo>
                <a:cubicBezTo>
                  <a:pt x="297379" y="120275"/>
                  <a:pt x="287931" y="125321"/>
                  <a:pt x="275988" y="125321"/>
                </a:cubicBezTo>
                <a:cubicBezTo>
                  <a:pt x="270717" y="125321"/>
                  <a:pt x="265797" y="124312"/>
                  <a:pt x="261227" y="122293"/>
                </a:cubicBezTo>
                <a:cubicBezTo>
                  <a:pt x="256657" y="120275"/>
                  <a:pt x="253264" y="117738"/>
                  <a:pt x="251050" y="114682"/>
                </a:cubicBezTo>
                <a:cubicBezTo>
                  <a:pt x="248835" y="111626"/>
                  <a:pt x="247279" y="107883"/>
                  <a:pt x="246382" y="103453"/>
                </a:cubicBezTo>
                <a:cubicBezTo>
                  <a:pt x="245765" y="100481"/>
                  <a:pt x="245456" y="95771"/>
                  <a:pt x="245456" y="89323"/>
                </a:cubicBezTo>
                <a:lnTo>
                  <a:pt x="245456" y="33980"/>
                </a:lnTo>
                <a:lnTo>
                  <a:pt x="260596" y="33980"/>
                </a:lnTo>
                <a:lnTo>
                  <a:pt x="260596" y="83520"/>
                </a:lnTo>
                <a:cubicBezTo>
                  <a:pt x="260596" y="91426"/>
                  <a:pt x="260904" y="96753"/>
                  <a:pt x="261521" y="99500"/>
                </a:cubicBezTo>
                <a:cubicBezTo>
                  <a:pt x="262474" y="103481"/>
                  <a:pt x="264493" y="106607"/>
                  <a:pt x="267577" y="108878"/>
                </a:cubicBezTo>
                <a:cubicBezTo>
                  <a:pt x="270661" y="111149"/>
                  <a:pt x="274474" y="112285"/>
                  <a:pt x="279016" y="112285"/>
                </a:cubicBezTo>
                <a:cubicBezTo>
                  <a:pt x="283557" y="112285"/>
                  <a:pt x="287819" y="111121"/>
                  <a:pt x="291800" y="108794"/>
                </a:cubicBezTo>
                <a:cubicBezTo>
                  <a:pt x="295781" y="106467"/>
                  <a:pt x="298599" y="103299"/>
                  <a:pt x="300253" y="99290"/>
                </a:cubicBezTo>
                <a:cubicBezTo>
                  <a:pt x="301907" y="95281"/>
                  <a:pt x="302734" y="89463"/>
                  <a:pt x="302734" y="81837"/>
                </a:cubicBezTo>
                <a:lnTo>
                  <a:pt x="302734" y="33980"/>
                </a:lnTo>
                <a:lnTo>
                  <a:pt x="317874" y="33980"/>
                </a:lnTo>
                <a:lnTo>
                  <a:pt x="317874" y="123303"/>
                </a:lnTo>
                <a:lnTo>
                  <a:pt x="304332" y="123303"/>
                </a:lnTo>
                <a:close/>
                <a:moveTo>
                  <a:pt x="399818" y="112285"/>
                </a:moveTo>
                <a:cubicBezTo>
                  <a:pt x="394211" y="117051"/>
                  <a:pt x="388814" y="120415"/>
                  <a:pt x="383628" y="122378"/>
                </a:cubicBezTo>
                <a:cubicBezTo>
                  <a:pt x="378441" y="124340"/>
                  <a:pt x="372876" y="125321"/>
                  <a:pt x="366932" y="125321"/>
                </a:cubicBezTo>
                <a:cubicBezTo>
                  <a:pt x="357119" y="125321"/>
                  <a:pt x="349578" y="122924"/>
                  <a:pt x="344307" y="118130"/>
                </a:cubicBezTo>
                <a:cubicBezTo>
                  <a:pt x="339036" y="113336"/>
                  <a:pt x="336401" y="107210"/>
                  <a:pt x="336401" y="99752"/>
                </a:cubicBezTo>
                <a:cubicBezTo>
                  <a:pt x="336401" y="95379"/>
                  <a:pt x="337396" y="91384"/>
                  <a:pt x="339387" y="87767"/>
                </a:cubicBezTo>
                <a:cubicBezTo>
                  <a:pt x="341377" y="84150"/>
                  <a:pt x="343985" y="81249"/>
                  <a:pt x="347209" y="79062"/>
                </a:cubicBezTo>
                <a:cubicBezTo>
                  <a:pt x="350433" y="76875"/>
                  <a:pt x="354063" y="75221"/>
                  <a:pt x="358101" y="74099"/>
                </a:cubicBezTo>
                <a:cubicBezTo>
                  <a:pt x="361073" y="73314"/>
                  <a:pt x="365558" y="72557"/>
                  <a:pt x="371558" y="71828"/>
                </a:cubicBezTo>
                <a:cubicBezTo>
                  <a:pt x="383782" y="70371"/>
                  <a:pt x="392781" y="68632"/>
                  <a:pt x="398557" y="66614"/>
                </a:cubicBezTo>
                <a:cubicBezTo>
                  <a:pt x="398613" y="64539"/>
                  <a:pt x="398641" y="63221"/>
                  <a:pt x="398641" y="62661"/>
                </a:cubicBezTo>
                <a:cubicBezTo>
                  <a:pt x="398641" y="56493"/>
                  <a:pt x="397211" y="52147"/>
                  <a:pt x="394351" y="49624"/>
                </a:cubicBezTo>
                <a:cubicBezTo>
                  <a:pt x="390482" y="46203"/>
                  <a:pt x="384735" y="44493"/>
                  <a:pt x="377109" y="44493"/>
                </a:cubicBezTo>
                <a:cubicBezTo>
                  <a:pt x="369988" y="44493"/>
                  <a:pt x="364731" y="45741"/>
                  <a:pt x="361339" y="48236"/>
                </a:cubicBezTo>
                <a:cubicBezTo>
                  <a:pt x="357946" y="50731"/>
                  <a:pt x="355437" y="55147"/>
                  <a:pt x="353811" y="61483"/>
                </a:cubicBezTo>
                <a:lnTo>
                  <a:pt x="339008" y="59465"/>
                </a:lnTo>
                <a:cubicBezTo>
                  <a:pt x="340354" y="53128"/>
                  <a:pt x="342569" y="48012"/>
                  <a:pt x="345653" y="44115"/>
                </a:cubicBezTo>
                <a:cubicBezTo>
                  <a:pt x="348737" y="40218"/>
                  <a:pt x="353194" y="37218"/>
                  <a:pt x="359026" y="35115"/>
                </a:cubicBezTo>
                <a:cubicBezTo>
                  <a:pt x="364857" y="33012"/>
                  <a:pt x="371614" y="31961"/>
                  <a:pt x="379296" y="31961"/>
                </a:cubicBezTo>
                <a:cubicBezTo>
                  <a:pt x="386922" y="31961"/>
                  <a:pt x="393118" y="32858"/>
                  <a:pt x="397884" y="34653"/>
                </a:cubicBezTo>
                <a:cubicBezTo>
                  <a:pt x="402650" y="36447"/>
                  <a:pt x="406155" y="38704"/>
                  <a:pt x="408397" y="41423"/>
                </a:cubicBezTo>
                <a:cubicBezTo>
                  <a:pt x="410640" y="44143"/>
                  <a:pt x="412210" y="47577"/>
                  <a:pt x="413107" y="51727"/>
                </a:cubicBezTo>
                <a:cubicBezTo>
                  <a:pt x="413612" y="54306"/>
                  <a:pt x="413864" y="58960"/>
                  <a:pt x="413864" y="65689"/>
                </a:cubicBezTo>
                <a:lnTo>
                  <a:pt x="413864" y="85875"/>
                </a:lnTo>
                <a:cubicBezTo>
                  <a:pt x="413864" y="99949"/>
                  <a:pt x="414187" y="108850"/>
                  <a:pt x="414832" y="112579"/>
                </a:cubicBezTo>
                <a:cubicBezTo>
                  <a:pt x="415477" y="116308"/>
                  <a:pt x="416752" y="119882"/>
                  <a:pt x="418659" y="123303"/>
                </a:cubicBezTo>
                <a:lnTo>
                  <a:pt x="402846" y="123303"/>
                </a:lnTo>
                <a:cubicBezTo>
                  <a:pt x="401276" y="120163"/>
                  <a:pt x="400267" y="116490"/>
                  <a:pt x="399818" y="112285"/>
                </a:cubicBezTo>
                <a:moveTo>
                  <a:pt x="398557" y="78473"/>
                </a:moveTo>
                <a:cubicBezTo>
                  <a:pt x="393062" y="80716"/>
                  <a:pt x="384819" y="82622"/>
                  <a:pt x="373829" y="84192"/>
                </a:cubicBezTo>
                <a:cubicBezTo>
                  <a:pt x="367605" y="85090"/>
                  <a:pt x="363203" y="86099"/>
                  <a:pt x="360624" y="87220"/>
                </a:cubicBezTo>
                <a:cubicBezTo>
                  <a:pt x="358045" y="88342"/>
                  <a:pt x="356054" y="89982"/>
                  <a:pt x="354652" y="92141"/>
                </a:cubicBezTo>
                <a:cubicBezTo>
                  <a:pt x="353250" y="94299"/>
                  <a:pt x="352550" y="96696"/>
                  <a:pt x="352550" y="99332"/>
                </a:cubicBezTo>
                <a:cubicBezTo>
                  <a:pt x="352550" y="103369"/>
                  <a:pt x="354077" y="106733"/>
                  <a:pt x="357133" y="109425"/>
                </a:cubicBezTo>
                <a:cubicBezTo>
                  <a:pt x="360189" y="112116"/>
                  <a:pt x="364661" y="113462"/>
                  <a:pt x="370549" y="113462"/>
                </a:cubicBezTo>
                <a:cubicBezTo>
                  <a:pt x="376380" y="113462"/>
                  <a:pt x="381567" y="112186"/>
                  <a:pt x="386109" y="109635"/>
                </a:cubicBezTo>
                <a:cubicBezTo>
                  <a:pt x="390651" y="107084"/>
                  <a:pt x="393987" y="103593"/>
                  <a:pt x="396118" y="99164"/>
                </a:cubicBezTo>
                <a:cubicBezTo>
                  <a:pt x="397744" y="95743"/>
                  <a:pt x="398557" y="90697"/>
                  <a:pt x="398557" y="84024"/>
                </a:cubicBezTo>
                <a:lnTo>
                  <a:pt x="398557" y="78473"/>
                </a:lnTo>
                <a:close/>
                <a:moveTo>
                  <a:pt x="436934" y="123303"/>
                </a:moveTo>
                <a:lnTo>
                  <a:pt x="436934" y="0"/>
                </a:lnTo>
                <a:lnTo>
                  <a:pt x="452073" y="0"/>
                </a:lnTo>
                <a:lnTo>
                  <a:pt x="452073" y="123303"/>
                </a:lnTo>
                <a:lnTo>
                  <a:pt x="436934" y="123303"/>
                </a:lnTo>
                <a:close/>
                <a:moveTo>
                  <a:pt x="525090" y="123303"/>
                </a:moveTo>
                <a:lnTo>
                  <a:pt x="525090" y="0"/>
                </a:lnTo>
                <a:lnTo>
                  <a:pt x="571602" y="0"/>
                </a:lnTo>
                <a:cubicBezTo>
                  <a:pt x="579789" y="0"/>
                  <a:pt x="586041" y="392"/>
                  <a:pt x="590358" y="1178"/>
                </a:cubicBezTo>
                <a:cubicBezTo>
                  <a:pt x="596414" y="2187"/>
                  <a:pt x="601489" y="4107"/>
                  <a:pt x="605582" y="6939"/>
                </a:cubicBezTo>
                <a:cubicBezTo>
                  <a:pt x="609675" y="9771"/>
                  <a:pt x="612969" y="13738"/>
                  <a:pt x="615465" y="18840"/>
                </a:cubicBezTo>
                <a:cubicBezTo>
                  <a:pt x="617960" y="23943"/>
                  <a:pt x="619207" y="29550"/>
                  <a:pt x="619207" y="35662"/>
                </a:cubicBezTo>
                <a:cubicBezTo>
                  <a:pt x="619207" y="46147"/>
                  <a:pt x="615871" y="55021"/>
                  <a:pt x="609199" y="62282"/>
                </a:cubicBezTo>
                <a:cubicBezTo>
                  <a:pt x="602526" y="69544"/>
                  <a:pt x="590470" y="73174"/>
                  <a:pt x="573032" y="73174"/>
                </a:cubicBezTo>
                <a:lnTo>
                  <a:pt x="541407" y="73174"/>
                </a:lnTo>
                <a:lnTo>
                  <a:pt x="541407" y="123303"/>
                </a:lnTo>
                <a:lnTo>
                  <a:pt x="525090" y="123303"/>
                </a:lnTo>
                <a:moveTo>
                  <a:pt x="541407" y="58623"/>
                </a:moveTo>
                <a:lnTo>
                  <a:pt x="573284" y="58623"/>
                </a:lnTo>
                <a:cubicBezTo>
                  <a:pt x="583826" y="58623"/>
                  <a:pt x="591311" y="56661"/>
                  <a:pt x="595741" y="52736"/>
                </a:cubicBezTo>
                <a:cubicBezTo>
                  <a:pt x="600171" y="48811"/>
                  <a:pt x="602386" y="43288"/>
                  <a:pt x="602386" y="36167"/>
                </a:cubicBezTo>
                <a:cubicBezTo>
                  <a:pt x="602386" y="31008"/>
                  <a:pt x="601082" y="26592"/>
                  <a:pt x="598475" y="22919"/>
                </a:cubicBezTo>
                <a:cubicBezTo>
                  <a:pt x="595867" y="19247"/>
                  <a:pt x="592433" y="16822"/>
                  <a:pt x="588171" y="15644"/>
                </a:cubicBezTo>
                <a:cubicBezTo>
                  <a:pt x="585424" y="14915"/>
                  <a:pt x="580349" y="14551"/>
                  <a:pt x="572948" y="14551"/>
                </a:cubicBezTo>
                <a:lnTo>
                  <a:pt x="541407" y="14551"/>
                </a:lnTo>
                <a:lnTo>
                  <a:pt x="541407" y="58623"/>
                </a:lnTo>
                <a:close/>
                <a:moveTo>
                  <a:pt x="698644" y="94538"/>
                </a:moveTo>
                <a:lnTo>
                  <a:pt x="714289" y="96472"/>
                </a:lnTo>
                <a:cubicBezTo>
                  <a:pt x="711821" y="105612"/>
                  <a:pt x="707252" y="112705"/>
                  <a:pt x="700579" y="117752"/>
                </a:cubicBezTo>
                <a:cubicBezTo>
                  <a:pt x="693906" y="122798"/>
                  <a:pt x="685383" y="125321"/>
                  <a:pt x="675010" y="125321"/>
                </a:cubicBezTo>
                <a:cubicBezTo>
                  <a:pt x="661945" y="125321"/>
                  <a:pt x="651586" y="121298"/>
                  <a:pt x="643932" y="113252"/>
                </a:cubicBezTo>
                <a:cubicBezTo>
                  <a:pt x="636278" y="105205"/>
                  <a:pt x="632451" y="93921"/>
                  <a:pt x="632451" y="79398"/>
                </a:cubicBezTo>
                <a:cubicBezTo>
                  <a:pt x="632451" y="64371"/>
                  <a:pt x="636320" y="52708"/>
                  <a:pt x="644058" y="44409"/>
                </a:cubicBezTo>
                <a:cubicBezTo>
                  <a:pt x="651796" y="36110"/>
                  <a:pt x="661833" y="31961"/>
                  <a:pt x="674169" y="31961"/>
                </a:cubicBezTo>
                <a:cubicBezTo>
                  <a:pt x="686112" y="31961"/>
                  <a:pt x="695869" y="36026"/>
                  <a:pt x="703439" y="44157"/>
                </a:cubicBezTo>
                <a:cubicBezTo>
                  <a:pt x="711008" y="52287"/>
                  <a:pt x="714793" y="63726"/>
                  <a:pt x="714793" y="78473"/>
                </a:cubicBezTo>
                <a:cubicBezTo>
                  <a:pt x="714793" y="79370"/>
                  <a:pt x="714765" y="80716"/>
                  <a:pt x="714709" y="82510"/>
                </a:cubicBezTo>
                <a:lnTo>
                  <a:pt x="648095" y="82510"/>
                </a:lnTo>
                <a:cubicBezTo>
                  <a:pt x="648656" y="92323"/>
                  <a:pt x="651432" y="99837"/>
                  <a:pt x="656422" y="105051"/>
                </a:cubicBezTo>
                <a:cubicBezTo>
                  <a:pt x="661413" y="110266"/>
                  <a:pt x="667637" y="112873"/>
                  <a:pt x="675094" y="112873"/>
                </a:cubicBezTo>
                <a:cubicBezTo>
                  <a:pt x="680645" y="112873"/>
                  <a:pt x="685383" y="111415"/>
                  <a:pt x="689308" y="108500"/>
                </a:cubicBezTo>
                <a:cubicBezTo>
                  <a:pt x="693234" y="105584"/>
                  <a:pt x="696346" y="100930"/>
                  <a:pt x="698644" y="94538"/>
                </a:cubicBezTo>
                <a:moveTo>
                  <a:pt x="648936" y="70062"/>
                </a:moveTo>
                <a:lnTo>
                  <a:pt x="698813" y="70062"/>
                </a:lnTo>
                <a:cubicBezTo>
                  <a:pt x="698140" y="62549"/>
                  <a:pt x="696233" y="56913"/>
                  <a:pt x="693093" y="53156"/>
                </a:cubicBezTo>
                <a:cubicBezTo>
                  <a:pt x="688271" y="47325"/>
                  <a:pt x="682019" y="44409"/>
                  <a:pt x="674337" y="44409"/>
                </a:cubicBezTo>
                <a:cubicBezTo>
                  <a:pt x="667384" y="44409"/>
                  <a:pt x="661539" y="46736"/>
                  <a:pt x="656801" y="51390"/>
                </a:cubicBezTo>
                <a:cubicBezTo>
                  <a:pt x="652063" y="56044"/>
                  <a:pt x="649441" y="62268"/>
                  <a:pt x="648936" y="70062"/>
                </a:cubicBezTo>
                <a:close/>
                <a:moveTo>
                  <a:pt x="733068" y="123303"/>
                </a:moveTo>
                <a:lnTo>
                  <a:pt x="733068" y="33980"/>
                </a:lnTo>
                <a:lnTo>
                  <a:pt x="746694" y="33980"/>
                </a:lnTo>
                <a:lnTo>
                  <a:pt x="746694" y="47521"/>
                </a:lnTo>
                <a:cubicBezTo>
                  <a:pt x="750170" y="41185"/>
                  <a:pt x="753380" y="37008"/>
                  <a:pt x="756324" y="34989"/>
                </a:cubicBezTo>
                <a:cubicBezTo>
                  <a:pt x="759268" y="32970"/>
                  <a:pt x="762506" y="31961"/>
                  <a:pt x="766039" y="31961"/>
                </a:cubicBezTo>
                <a:cubicBezTo>
                  <a:pt x="771141" y="31961"/>
                  <a:pt x="776328" y="33587"/>
                  <a:pt x="781599" y="36839"/>
                </a:cubicBezTo>
                <a:lnTo>
                  <a:pt x="776384" y="50885"/>
                </a:lnTo>
                <a:cubicBezTo>
                  <a:pt x="772683" y="48699"/>
                  <a:pt x="768983" y="47605"/>
                  <a:pt x="765282" y="47605"/>
                </a:cubicBezTo>
                <a:cubicBezTo>
                  <a:pt x="761974" y="47605"/>
                  <a:pt x="759002" y="48601"/>
                  <a:pt x="756366" y="50591"/>
                </a:cubicBezTo>
                <a:cubicBezTo>
                  <a:pt x="753731" y="52582"/>
                  <a:pt x="751852" y="55343"/>
                  <a:pt x="750731" y="58876"/>
                </a:cubicBezTo>
                <a:cubicBezTo>
                  <a:pt x="749049" y="64259"/>
                  <a:pt x="748208" y="70146"/>
                  <a:pt x="748208" y="76539"/>
                </a:cubicBezTo>
                <a:lnTo>
                  <a:pt x="748208" y="123303"/>
                </a:lnTo>
                <a:lnTo>
                  <a:pt x="733068" y="123303"/>
                </a:lnTo>
                <a:close/>
                <a:moveTo>
                  <a:pt x="849194" y="90585"/>
                </a:moveTo>
                <a:lnTo>
                  <a:pt x="864081" y="92519"/>
                </a:lnTo>
                <a:cubicBezTo>
                  <a:pt x="862455" y="102780"/>
                  <a:pt x="858292" y="110813"/>
                  <a:pt x="851591" y="116616"/>
                </a:cubicBezTo>
                <a:cubicBezTo>
                  <a:pt x="844890" y="122420"/>
                  <a:pt x="836662" y="125321"/>
                  <a:pt x="826905" y="125321"/>
                </a:cubicBezTo>
                <a:cubicBezTo>
                  <a:pt x="814682" y="125321"/>
                  <a:pt x="804855" y="121326"/>
                  <a:pt x="797425" y="113336"/>
                </a:cubicBezTo>
                <a:cubicBezTo>
                  <a:pt x="789996" y="105346"/>
                  <a:pt x="786281" y="93893"/>
                  <a:pt x="786281" y="78978"/>
                </a:cubicBezTo>
                <a:cubicBezTo>
                  <a:pt x="786281" y="69333"/>
                  <a:pt x="787879" y="60894"/>
                  <a:pt x="791075" y="53661"/>
                </a:cubicBezTo>
                <a:cubicBezTo>
                  <a:pt x="794271" y="46428"/>
                  <a:pt x="799136" y="41003"/>
                  <a:pt x="805668" y="37386"/>
                </a:cubicBezTo>
                <a:cubicBezTo>
                  <a:pt x="812200" y="33769"/>
                  <a:pt x="819307" y="31961"/>
                  <a:pt x="826989" y="31961"/>
                </a:cubicBezTo>
                <a:cubicBezTo>
                  <a:pt x="836690" y="31961"/>
                  <a:pt x="844624" y="34414"/>
                  <a:pt x="850792" y="39321"/>
                </a:cubicBezTo>
                <a:cubicBezTo>
                  <a:pt x="856960" y="44227"/>
                  <a:pt x="860913" y="51194"/>
                  <a:pt x="862651" y="60222"/>
                </a:cubicBezTo>
                <a:lnTo>
                  <a:pt x="847932" y="62492"/>
                </a:lnTo>
                <a:cubicBezTo>
                  <a:pt x="846531" y="56493"/>
                  <a:pt x="844049" y="51979"/>
                  <a:pt x="840489" y="48951"/>
                </a:cubicBezTo>
                <a:cubicBezTo>
                  <a:pt x="836928" y="45923"/>
                  <a:pt x="832625" y="44409"/>
                  <a:pt x="827578" y="44409"/>
                </a:cubicBezTo>
                <a:cubicBezTo>
                  <a:pt x="819952" y="44409"/>
                  <a:pt x="813756" y="47143"/>
                  <a:pt x="808990" y="52610"/>
                </a:cubicBezTo>
                <a:cubicBezTo>
                  <a:pt x="804224" y="58077"/>
                  <a:pt x="801841" y="66726"/>
                  <a:pt x="801841" y="78557"/>
                </a:cubicBezTo>
                <a:cubicBezTo>
                  <a:pt x="801841" y="90557"/>
                  <a:pt x="804140" y="99276"/>
                  <a:pt x="808738" y="104715"/>
                </a:cubicBezTo>
                <a:cubicBezTo>
                  <a:pt x="813336" y="110154"/>
                  <a:pt x="819336" y="112873"/>
                  <a:pt x="826737" y="112873"/>
                </a:cubicBezTo>
                <a:cubicBezTo>
                  <a:pt x="832681" y="112873"/>
                  <a:pt x="837643" y="111051"/>
                  <a:pt x="841624" y="107406"/>
                </a:cubicBezTo>
                <a:cubicBezTo>
                  <a:pt x="845605" y="103762"/>
                  <a:pt x="848129" y="98154"/>
                  <a:pt x="849194" y="90585"/>
                </a:cubicBezTo>
                <a:close/>
                <a:moveTo>
                  <a:pt x="937974" y="94538"/>
                </a:moveTo>
                <a:lnTo>
                  <a:pt x="953618" y="96472"/>
                </a:lnTo>
                <a:cubicBezTo>
                  <a:pt x="951151" y="105612"/>
                  <a:pt x="946581" y="112705"/>
                  <a:pt x="939908" y="117752"/>
                </a:cubicBezTo>
                <a:cubicBezTo>
                  <a:pt x="933236" y="122798"/>
                  <a:pt x="924713" y="125321"/>
                  <a:pt x="914339" y="125321"/>
                </a:cubicBezTo>
                <a:cubicBezTo>
                  <a:pt x="901275" y="125321"/>
                  <a:pt x="890915" y="121298"/>
                  <a:pt x="883261" y="113252"/>
                </a:cubicBezTo>
                <a:cubicBezTo>
                  <a:pt x="875608" y="105205"/>
                  <a:pt x="871781" y="93921"/>
                  <a:pt x="871781" y="79398"/>
                </a:cubicBezTo>
                <a:cubicBezTo>
                  <a:pt x="871781" y="64371"/>
                  <a:pt x="875650" y="52708"/>
                  <a:pt x="883388" y="44409"/>
                </a:cubicBezTo>
                <a:cubicBezTo>
                  <a:pt x="891126" y="36110"/>
                  <a:pt x="901162" y="31961"/>
                  <a:pt x="913498" y="31961"/>
                </a:cubicBezTo>
                <a:cubicBezTo>
                  <a:pt x="925442" y="31961"/>
                  <a:pt x="935198" y="36026"/>
                  <a:pt x="942768" y="44157"/>
                </a:cubicBezTo>
                <a:cubicBezTo>
                  <a:pt x="950338" y="52287"/>
                  <a:pt x="954123" y="63726"/>
                  <a:pt x="954123" y="78473"/>
                </a:cubicBezTo>
                <a:cubicBezTo>
                  <a:pt x="954123" y="79370"/>
                  <a:pt x="954095" y="80716"/>
                  <a:pt x="954038" y="82510"/>
                </a:cubicBezTo>
                <a:lnTo>
                  <a:pt x="887425" y="82510"/>
                </a:lnTo>
                <a:cubicBezTo>
                  <a:pt x="887985" y="92323"/>
                  <a:pt x="890761" y="99837"/>
                  <a:pt x="895751" y="105051"/>
                </a:cubicBezTo>
                <a:cubicBezTo>
                  <a:pt x="900742" y="110266"/>
                  <a:pt x="906966" y="112873"/>
                  <a:pt x="914424" y="112873"/>
                </a:cubicBezTo>
                <a:cubicBezTo>
                  <a:pt x="919975" y="112873"/>
                  <a:pt x="924713" y="111415"/>
                  <a:pt x="928638" y="108500"/>
                </a:cubicBezTo>
                <a:cubicBezTo>
                  <a:pt x="932563" y="105584"/>
                  <a:pt x="935675" y="100930"/>
                  <a:pt x="937974" y="94538"/>
                </a:cubicBezTo>
                <a:moveTo>
                  <a:pt x="888266" y="70062"/>
                </a:moveTo>
                <a:lnTo>
                  <a:pt x="938142" y="70062"/>
                </a:lnTo>
                <a:cubicBezTo>
                  <a:pt x="937469" y="62549"/>
                  <a:pt x="935563" y="56913"/>
                  <a:pt x="932423" y="53156"/>
                </a:cubicBezTo>
                <a:cubicBezTo>
                  <a:pt x="927600" y="47325"/>
                  <a:pt x="921348" y="44409"/>
                  <a:pt x="913667" y="44409"/>
                </a:cubicBezTo>
                <a:cubicBezTo>
                  <a:pt x="906714" y="44409"/>
                  <a:pt x="900868" y="46736"/>
                  <a:pt x="896130" y="51390"/>
                </a:cubicBezTo>
                <a:cubicBezTo>
                  <a:pt x="891392" y="56044"/>
                  <a:pt x="888770" y="62268"/>
                  <a:pt x="888266" y="70062"/>
                </a:cubicBezTo>
                <a:close/>
                <a:moveTo>
                  <a:pt x="972566" y="157535"/>
                </a:moveTo>
                <a:lnTo>
                  <a:pt x="972566" y="33980"/>
                </a:lnTo>
                <a:lnTo>
                  <a:pt x="986360" y="33980"/>
                </a:lnTo>
                <a:lnTo>
                  <a:pt x="986360" y="45587"/>
                </a:lnTo>
                <a:cubicBezTo>
                  <a:pt x="989612" y="41045"/>
                  <a:pt x="993285" y="37638"/>
                  <a:pt x="997378" y="35368"/>
                </a:cubicBezTo>
                <a:cubicBezTo>
                  <a:pt x="1001471" y="33097"/>
                  <a:pt x="1006433" y="31961"/>
                  <a:pt x="1012265" y="31961"/>
                </a:cubicBezTo>
                <a:cubicBezTo>
                  <a:pt x="1019891" y="31961"/>
                  <a:pt x="1026619" y="33924"/>
                  <a:pt x="1032451" y="37849"/>
                </a:cubicBezTo>
                <a:cubicBezTo>
                  <a:pt x="1038282" y="41774"/>
                  <a:pt x="1042684" y="47311"/>
                  <a:pt x="1045656" y="54460"/>
                </a:cubicBezTo>
                <a:cubicBezTo>
                  <a:pt x="1048628" y="61609"/>
                  <a:pt x="1050114" y="69445"/>
                  <a:pt x="1050114" y="77968"/>
                </a:cubicBezTo>
                <a:cubicBezTo>
                  <a:pt x="1050114" y="87108"/>
                  <a:pt x="1048474" y="95337"/>
                  <a:pt x="1045193" y="102654"/>
                </a:cubicBezTo>
                <a:cubicBezTo>
                  <a:pt x="1041913" y="109972"/>
                  <a:pt x="1037147" y="115579"/>
                  <a:pt x="1030895" y="119476"/>
                </a:cubicBezTo>
                <a:cubicBezTo>
                  <a:pt x="1024643" y="123373"/>
                  <a:pt x="1018068" y="125321"/>
                  <a:pt x="1011172" y="125321"/>
                </a:cubicBezTo>
                <a:cubicBezTo>
                  <a:pt x="1006125" y="125321"/>
                  <a:pt x="1001597" y="124256"/>
                  <a:pt x="997588" y="122125"/>
                </a:cubicBezTo>
                <a:cubicBezTo>
                  <a:pt x="993579" y="119994"/>
                  <a:pt x="990285" y="117303"/>
                  <a:pt x="987705" y="114051"/>
                </a:cubicBezTo>
                <a:lnTo>
                  <a:pt x="987705" y="157535"/>
                </a:lnTo>
                <a:lnTo>
                  <a:pt x="972566" y="157535"/>
                </a:lnTo>
                <a:moveTo>
                  <a:pt x="986276" y="79146"/>
                </a:moveTo>
                <a:cubicBezTo>
                  <a:pt x="986276" y="90641"/>
                  <a:pt x="988603" y="99136"/>
                  <a:pt x="993257" y="104631"/>
                </a:cubicBezTo>
                <a:cubicBezTo>
                  <a:pt x="997911" y="110126"/>
                  <a:pt x="1003546" y="112873"/>
                  <a:pt x="1010162" y="112873"/>
                </a:cubicBezTo>
                <a:cubicBezTo>
                  <a:pt x="1016891" y="112873"/>
                  <a:pt x="1022652" y="110028"/>
                  <a:pt x="1027447" y="104336"/>
                </a:cubicBezTo>
                <a:cubicBezTo>
                  <a:pt x="1032241" y="98645"/>
                  <a:pt x="1034638" y="89828"/>
                  <a:pt x="1034638" y="77884"/>
                </a:cubicBezTo>
                <a:cubicBezTo>
                  <a:pt x="1034638" y="66502"/>
                  <a:pt x="1032297" y="57979"/>
                  <a:pt x="1027615" y="52315"/>
                </a:cubicBezTo>
                <a:cubicBezTo>
                  <a:pt x="1022933" y="46652"/>
                  <a:pt x="1017340" y="43820"/>
                  <a:pt x="1010835" y="43820"/>
                </a:cubicBezTo>
                <a:cubicBezTo>
                  <a:pt x="1004387" y="43820"/>
                  <a:pt x="998682" y="46834"/>
                  <a:pt x="993719" y="52862"/>
                </a:cubicBezTo>
                <a:cubicBezTo>
                  <a:pt x="988757" y="58890"/>
                  <a:pt x="986276" y="67651"/>
                  <a:pt x="986276" y="79146"/>
                </a:cubicBezTo>
                <a:close/>
                <a:moveTo>
                  <a:pt x="1101359" y="109761"/>
                </a:moveTo>
                <a:lnTo>
                  <a:pt x="1103546" y="123134"/>
                </a:lnTo>
                <a:cubicBezTo>
                  <a:pt x="1099284" y="124032"/>
                  <a:pt x="1095471" y="124480"/>
                  <a:pt x="1092107" y="124480"/>
                </a:cubicBezTo>
                <a:cubicBezTo>
                  <a:pt x="1086612" y="124480"/>
                  <a:pt x="1082351" y="123611"/>
                  <a:pt x="1079323" y="121873"/>
                </a:cubicBezTo>
                <a:cubicBezTo>
                  <a:pt x="1076295" y="120135"/>
                  <a:pt x="1074164" y="117850"/>
                  <a:pt x="1072930" y="115018"/>
                </a:cubicBezTo>
                <a:cubicBezTo>
                  <a:pt x="1071697" y="112186"/>
                  <a:pt x="1071080" y="106229"/>
                  <a:pt x="1071080" y="97145"/>
                </a:cubicBezTo>
                <a:lnTo>
                  <a:pt x="1071080" y="45755"/>
                </a:lnTo>
                <a:lnTo>
                  <a:pt x="1059978" y="45755"/>
                </a:lnTo>
                <a:lnTo>
                  <a:pt x="1059978" y="33980"/>
                </a:lnTo>
                <a:lnTo>
                  <a:pt x="1071080" y="33980"/>
                </a:lnTo>
                <a:lnTo>
                  <a:pt x="1071080" y="11859"/>
                </a:lnTo>
                <a:lnTo>
                  <a:pt x="1086135" y="2776"/>
                </a:lnTo>
                <a:lnTo>
                  <a:pt x="1086135" y="33980"/>
                </a:lnTo>
                <a:lnTo>
                  <a:pt x="1101359" y="33980"/>
                </a:lnTo>
                <a:lnTo>
                  <a:pt x="1101359" y="45755"/>
                </a:lnTo>
                <a:lnTo>
                  <a:pt x="1086135" y="45755"/>
                </a:lnTo>
                <a:lnTo>
                  <a:pt x="1086135" y="97986"/>
                </a:lnTo>
                <a:cubicBezTo>
                  <a:pt x="1086135" y="102304"/>
                  <a:pt x="1086402" y="105079"/>
                  <a:pt x="1086934" y="106313"/>
                </a:cubicBezTo>
                <a:cubicBezTo>
                  <a:pt x="1087467" y="107546"/>
                  <a:pt x="1088336" y="108528"/>
                  <a:pt x="1089542" y="109257"/>
                </a:cubicBezTo>
                <a:cubicBezTo>
                  <a:pt x="1090747" y="109986"/>
                  <a:pt x="1092472" y="110350"/>
                  <a:pt x="1094714" y="110350"/>
                </a:cubicBezTo>
                <a:cubicBezTo>
                  <a:pt x="1096397" y="110350"/>
                  <a:pt x="1098611" y="110154"/>
                  <a:pt x="1101359" y="109761"/>
                </a:cubicBezTo>
                <a:close/>
                <a:moveTo>
                  <a:pt x="1116241" y="17410"/>
                </a:moveTo>
                <a:lnTo>
                  <a:pt x="1116241" y="0"/>
                </a:lnTo>
                <a:lnTo>
                  <a:pt x="1131380" y="0"/>
                </a:lnTo>
                <a:lnTo>
                  <a:pt x="1131380" y="17410"/>
                </a:lnTo>
                <a:lnTo>
                  <a:pt x="1116241" y="17410"/>
                </a:lnTo>
                <a:moveTo>
                  <a:pt x="1116241" y="123303"/>
                </a:moveTo>
                <a:lnTo>
                  <a:pt x="1116241" y="33980"/>
                </a:lnTo>
                <a:lnTo>
                  <a:pt x="1131380" y="33980"/>
                </a:lnTo>
                <a:lnTo>
                  <a:pt x="1131380" y="123303"/>
                </a:lnTo>
                <a:lnTo>
                  <a:pt x="1116241" y="123303"/>
                </a:lnTo>
                <a:close/>
                <a:moveTo>
                  <a:pt x="1148555" y="78641"/>
                </a:moveTo>
                <a:cubicBezTo>
                  <a:pt x="1148555" y="62100"/>
                  <a:pt x="1153153" y="49848"/>
                  <a:pt x="1162349" y="41886"/>
                </a:cubicBezTo>
                <a:cubicBezTo>
                  <a:pt x="1170030" y="35269"/>
                  <a:pt x="1179395" y="31961"/>
                  <a:pt x="1190441" y="31961"/>
                </a:cubicBezTo>
                <a:cubicBezTo>
                  <a:pt x="1202721" y="31961"/>
                  <a:pt x="1212757" y="35984"/>
                  <a:pt x="1220551" y="44031"/>
                </a:cubicBezTo>
                <a:cubicBezTo>
                  <a:pt x="1228346" y="52077"/>
                  <a:pt x="1232243" y="63193"/>
                  <a:pt x="1232243" y="77380"/>
                </a:cubicBezTo>
                <a:cubicBezTo>
                  <a:pt x="1232243" y="88874"/>
                  <a:pt x="1230518" y="97916"/>
                  <a:pt x="1227070" y="104505"/>
                </a:cubicBezTo>
                <a:cubicBezTo>
                  <a:pt x="1223621" y="111093"/>
                  <a:pt x="1218603" y="116210"/>
                  <a:pt x="1212014" y="119854"/>
                </a:cubicBezTo>
                <a:cubicBezTo>
                  <a:pt x="1205426" y="123499"/>
                  <a:pt x="1198235" y="125321"/>
                  <a:pt x="1190441" y="125321"/>
                </a:cubicBezTo>
                <a:cubicBezTo>
                  <a:pt x="1177937" y="125321"/>
                  <a:pt x="1167830" y="121312"/>
                  <a:pt x="1160120" y="113294"/>
                </a:cubicBezTo>
                <a:cubicBezTo>
                  <a:pt x="1152410" y="105276"/>
                  <a:pt x="1148555" y="93725"/>
                  <a:pt x="1148555" y="78641"/>
                </a:cubicBezTo>
                <a:moveTo>
                  <a:pt x="1164115" y="78641"/>
                </a:moveTo>
                <a:cubicBezTo>
                  <a:pt x="1164115" y="90080"/>
                  <a:pt x="1166610" y="98645"/>
                  <a:pt x="1171600" y="104336"/>
                </a:cubicBezTo>
                <a:cubicBezTo>
                  <a:pt x="1176591" y="110028"/>
                  <a:pt x="1182871" y="112873"/>
                  <a:pt x="1190441" y="112873"/>
                </a:cubicBezTo>
                <a:cubicBezTo>
                  <a:pt x="1197954" y="112873"/>
                  <a:pt x="1204206" y="110014"/>
                  <a:pt x="1209197" y="104294"/>
                </a:cubicBezTo>
                <a:cubicBezTo>
                  <a:pt x="1214187" y="98575"/>
                  <a:pt x="1216683" y="89856"/>
                  <a:pt x="1216683" y="78137"/>
                </a:cubicBezTo>
                <a:cubicBezTo>
                  <a:pt x="1216683" y="67090"/>
                  <a:pt x="1214173" y="58722"/>
                  <a:pt x="1209155" y="53030"/>
                </a:cubicBezTo>
                <a:cubicBezTo>
                  <a:pt x="1204136" y="47339"/>
                  <a:pt x="1197898" y="44493"/>
                  <a:pt x="1190441" y="44493"/>
                </a:cubicBezTo>
                <a:cubicBezTo>
                  <a:pt x="1182871" y="44493"/>
                  <a:pt x="1176591" y="47325"/>
                  <a:pt x="1171600" y="52988"/>
                </a:cubicBezTo>
                <a:cubicBezTo>
                  <a:pt x="1166610" y="58651"/>
                  <a:pt x="1164115" y="67203"/>
                  <a:pt x="1164115" y="78641"/>
                </a:cubicBezTo>
                <a:close/>
                <a:moveTo>
                  <a:pt x="1249929" y="123303"/>
                </a:moveTo>
                <a:lnTo>
                  <a:pt x="1249929" y="33980"/>
                </a:lnTo>
                <a:lnTo>
                  <a:pt x="1263554" y="33980"/>
                </a:lnTo>
                <a:lnTo>
                  <a:pt x="1263554" y="46680"/>
                </a:lnTo>
                <a:cubicBezTo>
                  <a:pt x="1270115" y="36867"/>
                  <a:pt x="1279591" y="31961"/>
                  <a:pt x="1291983" y="31961"/>
                </a:cubicBezTo>
                <a:cubicBezTo>
                  <a:pt x="1297366" y="31961"/>
                  <a:pt x="1302314" y="32928"/>
                  <a:pt x="1306828" y="34863"/>
                </a:cubicBezTo>
                <a:cubicBezTo>
                  <a:pt x="1311342" y="36797"/>
                  <a:pt x="1314720" y="39335"/>
                  <a:pt x="1316963" y="42475"/>
                </a:cubicBezTo>
                <a:cubicBezTo>
                  <a:pt x="1319206" y="45615"/>
                  <a:pt x="1320776" y="49344"/>
                  <a:pt x="1321673" y="53661"/>
                </a:cubicBezTo>
                <a:cubicBezTo>
                  <a:pt x="1322234" y="56465"/>
                  <a:pt x="1322514" y="61371"/>
                  <a:pt x="1322514" y="68380"/>
                </a:cubicBezTo>
                <a:lnTo>
                  <a:pt x="1322514" y="123303"/>
                </a:lnTo>
                <a:lnTo>
                  <a:pt x="1307375" y="123303"/>
                </a:lnTo>
                <a:lnTo>
                  <a:pt x="1307375" y="68969"/>
                </a:lnTo>
                <a:cubicBezTo>
                  <a:pt x="1307375" y="62801"/>
                  <a:pt x="1306786" y="58189"/>
                  <a:pt x="1305608" y="55133"/>
                </a:cubicBezTo>
                <a:cubicBezTo>
                  <a:pt x="1304431" y="52077"/>
                  <a:pt x="1302342" y="49638"/>
                  <a:pt x="1299342" y="47816"/>
                </a:cubicBezTo>
                <a:cubicBezTo>
                  <a:pt x="1296342" y="45993"/>
                  <a:pt x="1292824" y="45082"/>
                  <a:pt x="1288787" y="45082"/>
                </a:cubicBezTo>
                <a:cubicBezTo>
                  <a:pt x="1282338" y="45082"/>
                  <a:pt x="1276773" y="47129"/>
                  <a:pt x="1272091" y="51222"/>
                </a:cubicBezTo>
                <a:cubicBezTo>
                  <a:pt x="1267409" y="55315"/>
                  <a:pt x="1265068" y="63081"/>
                  <a:pt x="1265068" y="74520"/>
                </a:cubicBezTo>
                <a:lnTo>
                  <a:pt x="1265068" y="123303"/>
                </a:lnTo>
                <a:lnTo>
                  <a:pt x="1249929" y="1233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Module">
            <a:extLst xmlns:a="http://schemas.openxmlformats.org/drawingml/2006/main">
              <a:ext uri="{FF2B5EF4-FFF2-40B4-BE49-F238E27FC236}">
                <a16:creationId xmlns:a16="http://schemas.microsoft.com/office/drawing/2014/main" id="{743013EB-FF9D-413F-8F02-B28E1F6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108" y="1217132"/>
            <a:ext cx="544740" cy="125321"/>
          </a:xfrm>
          <a:custGeom xmlns:a="http://schemas.openxmlformats.org/drawingml/2006/main">
            <a:pathLst>
              <a:path w="544740" h="125321">
                <a:moveTo>
                  <a:pt x="0" y="123303"/>
                </a:moveTo>
                <a:lnTo>
                  <a:pt x="0" y="0"/>
                </a:lnTo>
                <a:lnTo>
                  <a:pt x="24560" y="0"/>
                </a:lnTo>
                <a:lnTo>
                  <a:pt x="53745" y="87304"/>
                </a:lnTo>
                <a:cubicBezTo>
                  <a:pt x="56437" y="95435"/>
                  <a:pt x="58399" y="101519"/>
                  <a:pt x="59633" y="105556"/>
                </a:cubicBezTo>
                <a:cubicBezTo>
                  <a:pt x="61035" y="101070"/>
                  <a:pt x="63221" y="94482"/>
                  <a:pt x="66193" y="85790"/>
                </a:cubicBezTo>
                <a:lnTo>
                  <a:pt x="95715" y="0"/>
                </a:lnTo>
                <a:lnTo>
                  <a:pt x="117667" y="0"/>
                </a:lnTo>
                <a:lnTo>
                  <a:pt x="117667" y="123303"/>
                </a:lnTo>
                <a:lnTo>
                  <a:pt x="101939" y="123303"/>
                </a:lnTo>
                <a:lnTo>
                  <a:pt x="101939" y="20102"/>
                </a:lnTo>
                <a:lnTo>
                  <a:pt x="66109" y="123303"/>
                </a:lnTo>
                <a:lnTo>
                  <a:pt x="51390" y="123303"/>
                </a:lnTo>
                <a:lnTo>
                  <a:pt x="15728" y="18336"/>
                </a:lnTo>
                <a:lnTo>
                  <a:pt x="15728" y="123303"/>
                </a:lnTo>
                <a:lnTo>
                  <a:pt x="0" y="123303"/>
                </a:lnTo>
                <a:close/>
                <a:moveTo>
                  <a:pt x="136560" y="78641"/>
                </a:moveTo>
                <a:cubicBezTo>
                  <a:pt x="136560" y="62100"/>
                  <a:pt x="141158" y="49848"/>
                  <a:pt x="150354" y="41886"/>
                </a:cubicBezTo>
                <a:cubicBezTo>
                  <a:pt x="158036" y="35269"/>
                  <a:pt x="167400" y="31961"/>
                  <a:pt x="178446" y="31961"/>
                </a:cubicBezTo>
                <a:cubicBezTo>
                  <a:pt x="190726" y="31961"/>
                  <a:pt x="200763" y="35984"/>
                  <a:pt x="208557" y="44031"/>
                </a:cubicBezTo>
                <a:cubicBezTo>
                  <a:pt x="216351" y="52077"/>
                  <a:pt x="220248" y="63193"/>
                  <a:pt x="220248" y="77380"/>
                </a:cubicBezTo>
                <a:cubicBezTo>
                  <a:pt x="220248" y="88874"/>
                  <a:pt x="218524" y="97916"/>
                  <a:pt x="215075" y="104505"/>
                </a:cubicBezTo>
                <a:cubicBezTo>
                  <a:pt x="211627" y="111093"/>
                  <a:pt x="206608" y="116210"/>
                  <a:pt x="200020" y="119854"/>
                </a:cubicBezTo>
                <a:cubicBezTo>
                  <a:pt x="193431" y="123499"/>
                  <a:pt x="186240" y="125321"/>
                  <a:pt x="178446" y="125321"/>
                </a:cubicBezTo>
                <a:cubicBezTo>
                  <a:pt x="165942" y="125321"/>
                  <a:pt x="155835" y="121312"/>
                  <a:pt x="148125" y="113294"/>
                </a:cubicBezTo>
                <a:cubicBezTo>
                  <a:pt x="140415" y="105276"/>
                  <a:pt x="136560" y="93725"/>
                  <a:pt x="136560" y="78641"/>
                </a:cubicBezTo>
                <a:moveTo>
                  <a:pt x="152120" y="78641"/>
                </a:moveTo>
                <a:cubicBezTo>
                  <a:pt x="152120" y="90080"/>
                  <a:pt x="154615" y="98645"/>
                  <a:pt x="159606" y="104336"/>
                </a:cubicBezTo>
                <a:cubicBezTo>
                  <a:pt x="164596" y="110028"/>
                  <a:pt x="170876" y="112873"/>
                  <a:pt x="178446" y="112873"/>
                </a:cubicBezTo>
                <a:cubicBezTo>
                  <a:pt x="185960" y="112873"/>
                  <a:pt x="192212" y="110014"/>
                  <a:pt x="197202" y="104294"/>
                </a:cubicBezTo>
                <a:cubicBezTo>
                  <a:pt x="202192" y="98575"/>
                  <a:pt x="204688" y="89856"/>
                  <a:pt x="204688" y="78137"/>
                </a:cubicBezTo>
                <a:cubicBezTo>
                  <a:pt x="204688" y="67090"/>
                  <a:pt x="202178" y="58722"/>
                  <a:pt x="197160" y="53030"/>
                </a:cubicBezTo>
                <a:cubicBezTo>
                  <a:pt x="192142" y="47339"/>
                  <a:pt x="185904" y="44493"/>
                  <a:pt x="178446" y="44493"/>
                </a:cubicBezTo>
                <a:cubicBezTo>
                  <a:pt x="170876" y="44493"/>
                  <a:pt x="164596" y="47325"/>
                  <a:pt x="159606" y="52988"/>
                </a:cubicBezTo>
                <a:cubicBezTo>
                  <a:pt x="154615" y="58651"/>
                  <a:pt x="152120" y="67203"/>
                  <a:pt x="152120" y="78641"/>
                </a:cubicBezTo>
                <a:close/>
                <a:moveTo>
                  <a:pt x="295885" y="123303"/>
                </a:moveTo>
                <a:lnTo>
                  <a:pt x="295885" y="112032"/>
                </a:lnTo>
                <a:cubicBezTo>
                  <a:pt x="290221" y="120892"/>
                  <a:pt x="281895" y="125321"/>
                  <a:pt x="270904" y="125321"/>
                </a:cubicBezTo>
                <a:cubicBezTo>
                  <a:pt x="263783" y="125321"/>
                  <a:pt x="257237" y="123359"/>
                  <a:pt x="251265" y="119434"/>
                </a:cubicBezTo>
                <a:cubicBezTo>
                  <a:pt x="245293" y="115509"/>
                  <a:pt x="240668" y="110028"/>
                  <a:pt x="237387" y="102991"/>
                </a:cubicBezTo>
                <a:cubicBezTo>
                  <a:pt x="234107" y="95954"/>
                  <a:pt x="232467" y="87865"/>
                  <a:pt x="232467" y="78725"/>
                </a:cubicBezTo>
                <a:cubicBezTo>
                  <a:pt x="232467" y="69810"/>
                  <a:pt x="233953" y="61721"/>
                  <a:pt x="236925" y="54460"/>
                </a:cubicBezTo>
                <a:cubicBezTo>
                  <a:pt x="239897" y="47199"/>
                  <a:pt x="244354" y="41634"/>
                  <a:pt x="250298" y="37765"/>
                </a:cubicBezTo>
                <a:cubicBezTo>
                  <a:pt x="256242" y="33896"/>
                  <a:pt x="262886" y="31961"/>
                  <a:pt x="270232" y="31961"/>
                </a:cubicBezTo>
                <a:cubicBezTo>
                  <a:pt x="275615" y="31961"/>
                  <a:pt x="280409" y="33097"/>
                  <a:pt x="284614" y="35368"/>
                </a:cubicBezTo>
                <a:cubicBezTo>
                  <a:pt x="288820" y="37638"/>
                  <a:pt x="292240" y="40596"/>
                  <a:pt x="294875" y="44241"/>
                </a:cubicBezTo>
                <a:lnTo>
                  <a:pt x="294875" y="0"/>
                </a:lnTo>
                <a:lnTo>
                  <a:pt x="309931" y="0"/>
                </a:lnTo>
                <a:lnTo>
                  <a:pt x="309931" y="123303"/>
                </a:lnTo>
                <a:lnTo>
                  <a:pt x="295885" y="123303"/>
                </a:lnTo>
                <a:moveTo>
                  <a:pt x="248027" y="78725"/>
                </a:moveTo>
                <a:cubicBezTo>
                  <a:pt x="248027" y="90164"/>
                  <a:pt x="250438" y="98715"/>
                  <a:pt x="255260" y="104378"/>
                </a:cubicBezTo>
                <a:cubicBezTo>
                  <a:pt x="260083" y="110042"/>
                  <a:pt x="265774" y="112873"/>
                  <a:pt x="272334" y="112873"/>
                </a:cubicBezTo>
                <a:cubicBezTo>
                  <a:pt x="278951" y="112873"/>
                  <a:pt x="284572" y="110168"/>
                  <a:pt x="289198" y="104757"/>
                </a:cubicBezTo>
                <a:cubicBezTo>
                  <a:pt x="293824" y="99346"/>
                  <a:pt x="296137" y="91089"/>
                  <a:pt x="296137" y="79987"/>
                </a:cubicBezTo>
                <a:cubicBezTo>
                  <a:pt x="296137" y="67763"/>
                  <a:pt x="293782" y="58792"/>
                  <a:pt x="289072" y="53072"/>
                </a:cubicBezTo>
                <a:cubicBezTo>
                  <a:pt x="284362" y="47353"/>
                  <a:pt x="278558" y="44493"/>
                  <a:pt x="271661" y="44493"/>
                </a:cubicBezTo>
                <a:cubicBezTo>
                  <a:pt x="264933" y="44493"/>
                  <a:pt x="259312" y="47241"/>
                  <a:pt x="254798" y="52736"/>
                </a:cubicBezTo>
                <a:cubicBezTo>
                  <a:pt x="250284" y="58231"/>
                  <a:pt x="248027" y="66894"/>
                  <a:pt x="248027" y="78725"/>
                </a:cubicBezTo>
                <a:close/>
                <a:moveTo>
                  <a:pt x="392212" y="123303"/>
                </a:moveTo>
                <a:lnTo>
                  <a:pt x="392212" y="110182"/>
                </a:lnTo>
                <a:cubicBezTo>
                  <a:pt x="385259" y="120275"/>
                  <a:pt x="375811" y="125321"/>
                  <a:pt x="363867" y="125321"/>
                </a:cubicBezTo>
                <a:cubicBezTo>
                  <a:pt x="358597" y="125321"/>
                  <a:pt x="353676" y="124312"/>
                  <a:pt x="349106" y="122293"/>
                </a:cubicBezTo>
                <a:cubicBezTo>
                  <a:pt x="344537" y="120275"/>
                  <a:pt x="341144" y="117738"/>
                  <a:pt x="338929" y="114682"/>
                </a:cubicBezTo>
                <a:cubicBezTo>
                  <a:pt x="336715" y="111626"/>
                  <a:pt x="335159" y="107883"/>
                  <a:pt x="334261" y="103453"/>
                </a:cubicBezTo>
                <a:cubicBezTo>
                  <a:pt x="333645" y="100481"/>
                  <a:pt x="333336" y="95771"/>
                  <a:pt x="333336" y="89323"/>
                </a:cubicBezTo>
                <a:lnTo>
                  <a:pt x="333336" y="33980"/>
                </a:lnTo>
                <a:lnTo>
                  <a:pt x="348476" y="33980"/>
                </a:lnTo>
                <a:lnTo>
                  <a:pt x="348476" y="83520"/>
                </a:lnTo>
                <a:cubicBezTo>
                  <a:pt x="348476" y="91426"/>
                  <a:pt x="348784" y="96753"/>
                  <a:pt x="349401" y="99500"/>
                </a:cubicBezTo>
                <a:cubicBezTo>
                  <a:pt x="350354" y="103481"/>
                  <a:pt x="352373" y="106607"/>
                  <a:pt x="355457" y="108878"/>
                </a:cubicBezTo>
                <a:cubicBezTo>
                  <a:pt x="358541" y="111149"/>
                  <a:pt x="362354" y="112285"/>
                  <a:pt x="366895" y="112285"/>
                </a:cubicBezTo>
                <a:cubicBezTo>
                  <a:pt x="371437" y="112285"/>
                  <a:pt x="375699" y="111121"/>
                  <a:pt x="379680" y="108794"/>
                </a:cubicBezTo>
                <a:cubicBezTo>
                  <a:pt x="383661" y="106467"/>
                  <a:pt x="386479" y="103299"/>
                  <a:pt x="388133" y="99290"/>
                </a:cubicBezTo>
                <a:cubicBezTo>
                  <a:pt x="389787" y="95281"/>
                  <a:pt x="390614" y="89463"/>
                  <a:pt x="390614" y="81837"/>
                </a:cubicBezTo>
                <a:lnTo>
                  <a:pt x="390614" y="33980"/>
                </a:lnTo>
                <a:lnTo>
                  <a:pt x="405753" y="33980"/>
                </a:lnTo>
                <a:lnTo>
                  <a:pt x="405753" y="123303"/>
                </a:lnTo>
                <a:lnTo>
                  <a:pt x="392212" y="123303"/>
                </a:lnTo>
                <a:close/>
                <a:moveTo>
                  <a:pt x="429075" y="123303"/>
                </a:moveTo>
                <a:lnTo>
                  <a:pt x="429075" y="0"/>
                </a:lnTo>
                <a:lnTo>
                  <a:pt x="444214" y="0"/>
                </a:lnTo>
                <a:lnTo>
                  <a:pt x="444214" y="123303"/>
                </a:lnTo>
                <a:lnTo>
                  <a:pt x="429075" y="123303"/>
                </a:lnTo>
                <a:close/>
                <a:moveTo>
                  <a:pt x="528591" y="94538"/>
                </a:moveTo>
                <a:lnTo>
                  <a:pt x="544236" y="96472"/>
                </a:lnTo>
                <a:cubicBezTo>
                  <a:pt x="541768" y="105612"/>
                  <a:pt x="537199" y="112705"/>
                  <a:pt x="530526" y="117752"/>
                </a:cubicBezTo>
                <a:cubicBezTo>
                  <a:pt x="523853" y="122798"/>
                  <a:pt x="515330" y="125321"/>
                  <a:pt x="504957" y="125321"/>
                </a:cubicBezTo>
                <a:cubicBezTo>
                  <a:pt x="491892" y="125321"/>
                  <a:pt x="481533" y="121298"/>
                  <a:pt x="473879" y="113252"/>
                </a:cubicBezTo>
                <a:cubicBezTo>
                  <a:pt x="466225" y="105205"/>
                  <a:pt x="462398" y="93921"/>
                  <a:pt x="462398" y="79398"/>
                </a:cubicBezTo>
                <a:cubicBezTo>
                  <a:pt x="462398" y="64371"/>
                  <a:pt x="466267" y="52708"/>
                  <a:pt x="474005" y="44409"/>
                </a:cubicBezTo>
                <a:cubicBezTo>
                  <a:pt x="481743" y="36110"/>
                  <a:pt x="491780" y="31961"/>
                  <a:pt x="504116" y="31961"/>
                </a:cubicBezTo>
                <a:cubicBezTo>
                  <a:pt x="516059" y="31961"/>
                  <a:pt x="525816" y="36026"/>
                  <a:pt x="533386" y="44157"/>
                </a:cubicBezTo>
                <a:cubicBezTo>
                  <a:pt x="540955" y="52287"/>
                  <a:pt x="544740" y="63726"/>
                  <a:pt x="544740" y="78473"/>
                </a:cubicBezTo>
                <a:cubicBezTo>
                  <a:pt x="544740" y="79370"/>
                  <a:pt x="544712" y="80716"/>
                  <a:pt x="544656" y="82510"/>
                </a:cubicBezTo>
                <a:lnTo>
                  <a:pt x="478042" y="82510"/>
                </a:lnTo>
                <a:cubicBezTo>
                  <a:pt x="478603" y="92323"/>
                  <a:pt x="481379" y="99837"/>
                  <a:pt x="486369" y="105051"/>
                </a:cubicBezTo>
                <a:cubicBezTo>
                  <a:pt x="491360" y="110266"/>
                  <a:pt x="497584" y="112873"/>
                  <a:pt x="505041" y="112873"/>
                </a:cubicBezTo>
                <a:cubicBezTo>
                  <a:pt x="510592" y="112873"/>
                  <a:pt x="515330" y="111415"/>
                  <a:pt x="519255" y="108500"/>
                </a:cubicBezTo>
                <a:cubicBezTo>
                  <a:pt x="523181" y="105584"/>
                  <a:pt x="526293" y="100930"/>
                  <a:pt x="528591" y="94538"/>
                </a:cubicBezTo>
                <a:moveTo>
                  <a:pt x="478883" y="70062"/>
                </a:moveTo>
                <a:lnTo>
                  <a:pt x="528760" y="70062"/>
                </a:lnTo>
                <a:cubicBezTo>
                  <a:pt x="528087" y="62549"/>
                  <a:pt x="526180" y="56913"/>
                  <a:pt x="523040" y="53156"/>
                </a:cubicBezTo>
                <a:cubicBezTo>
                  <a:pt x="518218" y="47325"/>
                  <a:pt x="511966" y="44409"/>
                  <a:pt x="504284" y="44409"/>
                </a:cubicBezTo>
                <a:cubicBezTo>
                  <a:pt x="497331" y="44409"/>
                  <a:pt x="491486" y="46736"/>
                  <a:pt x="486748" y="51390"/>
                </a:cubicBezTo>
                <a:cubicBezTo>
                  <a:pt x="482010" y="56044"/>
                  <a:pt x="479388" y="62268"/>
                  <a:pt x="478883" y="700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In(apple,kitchencabinet)">
            <a:extLst xmlns:a="http://schemas.openxmlformats.org/drawingml/2006/main">
              <a:ext uri="{FF2B5EF4-FFF2-40B4-BE49-F238E27FC236}">
                <a16:creationId xmlns:a16="http://schemas.microsoft.com/office/drawing/2014/main" id="{884336D5-3D71-491B-9809-D1F781AD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878" y="2392105"/>
            <a:ext cx="1794729" cy="102164"/>
          </a:xfrm>
          <a:custGeom xmlns:a="http://schemas.openxmlformats.org/drawingml/2006/main">
            <a:pathLst>
              <a:path w="1794729" h="102164">
                <a:moveTo>
                  <a:pt x="41831" y="70906"/>
                </a:moveTo>
                <a:cubicBezTo>
                  <a:pt x="44781" y="70906"/>
                  <a:pt x="46667" y="71186"/>
                  <a:pt x="47491" y="71746"/>
                </a:cubicBezTo>
                <a:cubicBezTo>
                  <a:pt x="48314" y="72305"/>
                  <a:pt x="48726" y="73356"/>
                  <a:pt x="48726" y="74899"/>
                </a:cubicBezTo>
                <a:cubicBezTo>
                  <a:pt x="48726" y="76481"/>
                  <a:pt x="48314" y="77571"/>
                  <a:pt x="47491" y="78169"/>
                </a:cubicBezTo>
                <a:cubicBezTo>
                  <a:pt x="46667" y="78766"/>
                  <a:pt x="44781" y="79065"/>
                  <a:pt x="41831" y="79065"/>
                </a:cubicBezTo>
                <a:lnTo>
                  <a:pt x="6953" y="79065"/>
                </a:lnTo>
                <a:lnTo>
                  <a:pt x="4252" y="79065"/>
                </a:lnTo>
                <a:cubicBezTo>
                  <a:pt x="2873" y="79065"/>
                  <a:pt x="1820" y="78718"/>
                  <a:pt x="1092" y="78024"/>
                </a:cubicBezTo>
                <a:cubicBezTo>
                  <a:pt x="364" y="77329"/>
                  <a:pt x="0" y="76288"/>
                  <a:pt x="0" y="74899"/>
                </a:cubicBezTo>
                <a:cubicBezTo>
                  <a:pt x="0" y="73356"/>
                  <a:pt x="421" y="72305"/>
                  <a:pt x="1264" y="71746"/>
                </a:cubicBezTo>
                <a:cubicBezTo>
                  <a:pt x="2107" y="71186"/>
                  <a:pt x="4003" y="70906"/>
                  <a:pt x="6953" y="70906"/>
                </a:cubicBezTo>
                <a:lnTo>
                  <a:pt x="19939" y="70906"/>
                </a:lnTo>
                <a:lnTo>
                  <a:pt x="19939" y="19077"/>
                </a:lnTo>
                <a:lnTo>
                  <a:pt x="6953" y="19077"/>
                </a:lnTo>
                <a:cubicBezTo>
                  <a:pt x="4080" y="19077"/>
                  <a:pt x="2203" y="18784"/>
                  <a:pt x="1322" y="18199"/>
                </a:cubicBezTo>
                <a:cubicBezTo>
                  <a:pt x="441" y="17613"/>
                  <a:pt x="0" y="16546"/>
                  <a:pt x="0" y="14997"/>
                </a:cubicBezTo>
                <a:cubicBezTo>
                  <a:pt x="0" y="13599"/>
                  <a:pt x="364" y="12569"/>
                  <a:pt x="1092" y="11909"/>
                </a:cubicBezTo>
                <a:cubicBezTo>
                  <a:pt x="1820" y="11248"/>
                  <a:pt x="2911" y="10917"/>
                  <a:pt x="4367" y="10917"/>
                </a:cubicBezTo>
                <a:lnTo>
                  <a:pt x="6953" y="10917"/>
                </a:lnTo>
                <a:lnTo>
                  <a:pt x="41831" y="10917"/>
                </a:lnTo>
                <a:lnTo>
                  <a:pt x="44532" y="10917"/>
                </a:lnTo>
                <a:cubicBezTo>
                  <a:pt x="45911" y="10917"/>
                  <a:pt x="46954" y="11257"/>
                  <a:pt x="47663" y="11937"/>
                </a:cubicBezTo>
                <a:cubicBezTo>
                  <a:pt x="48372" y="12617"/>
                  <a:pt x="48726" y="13637"/>
                  <a:pt x="48726" y="14997"/>
                </a:cubicBezTo>
                <a:cubicBezTo>
                  <a:pt x="48726" y="16546"/>
                  <a:pt x="48295" y="17613"/>
                  <a:pt x="47433" y="18199"/>
                </a:cubicBezTo>
                <a:cubicBezTo>
                  <a:pt x="46571" y="18784"/>
                  <a:pt x="44704" y="19077"/>
                  <a:pt x="41831" y="19077"/>
                </a:cubicBezTo>
                <a:lnTo>
                  <a:pt x="28845" y="19077"/>
                </a:lnTo>
                <a:lnTo>
                  <a:pt x="28845" y="70906"/>
                </a:lnTo>
                <a:lnTo>
                  <a:pt x="41831" y="70906"/>
                </a:lnTo>
                <a:close/>
                <a:moveTo>
                  <a:pt x="73336" y="70906"/>
                </a:moveTo>
                <a:lnTo>
                  <a:pt x="73336" y="34121"/>
                </a:lnTo>
                <a:lnTo>
                  <a:pt x="72244" y="34121"/>
                </a:lnTo>
                <a:cubicBezTo>
                  <a:pt x="69639" y="34121"/>
                  <a:pt x="67848" y="33815"/>
                  <a:pt x="66872" y="33203"/>
                </a:cubicBezTo>
                <a:cubicBezTo>
                  <a:pt x="65895" y="32591"/>
                  <a:pt x="65406" y="31520"/>
                  <a:pt x="65406" y="29989"/>
                </a:cubicBezTo>
                <a:cubicBezTo>
                  <a:pt x="65406" y="28574"/>
                  <a:pt x="65809" y="27551"/>
                  <a:pt x="66613" y="26920"/>
                </a:cubicBezTo>
                <a:cubicBezTo>
                  <a:pt x="67417" y="26288"/>
                  <a:pt x="68720" y="25972"/>
                  <a:pt x="70520" y="25972"/>
                </a:cubicBezTo>
                <a:lnTo>
                  <a:pt x="73221" y="25972"/>
                </a:lnTo>
                <a:lnTo>
                  <a:pt x="78737" y="25972"/>
                </a:lnTo>
                <a:cubicBezTo>
                  <a:pt x="79771" y="25972"/>
                  <a:pt x="80576" y="26184"/>
                  <a:pt x="81150" y="26609"/>
                </a:cubicBezTo>
                <a:cubicBezTo>
                  <a:pt x="81725" y="27033"/>
                  <a:pt x="82012" y="27612"/>
                  <a:pt x="82012" y="28346"/>
                </a:cubicBezTo>
                <a:lnTo>
                  <a:pt x="82012" y="32284"/>
                </a:lnTo>
                <a:cubicBezTo>
                  <a:pt x="84809" y="29662"/>
                  <a:pt x="87576" y="27725"/>
                  <a:pt x="90315" y="26473"/>
                </a:cubicBezTo>
                <a:cubicBezTo>
                  <a:pt x="93054" y="25220"/>
                  <a:pt x="95899" y="24593"/>
                  <a:pt x="98848" y="24593"/>
                </a:cubicBezTo>
                <a:cubicBezTo>
                  <a:pt x="104632" y="24593"/>
                  <a:pt x="109181" y="26392"/>
                  <a:pt x="112495" y="29989"/>
                </a:cubicBezTo>
                <a:cubicBezTo>
                  <a:pt x="115808" y="33585"/>
                  <a:pt x="117465" y="38558"/>
                  <a:pt x="117465" y="44909"/>
                </a:cubicBezTo>
                <a:lnTo>
                  <a:pt x="117465" y="70906"/>
                </a:lnTo>
                <a:lnTo>
                  <a:pt x="120166" y="70906"/>
                </a:lnTo>
                <a:cubicBezTo>
                  <a:pt x="122081" y="70906"/>
                  <a:pt x="123460" y="71224"/>
                  <a:pt x="124303" y="71861"/>
                </a:cubicBezTo>
                <a:cubicBezTo>
                  <a:pt x="125146" y="72497"/>
                  <a:pt x="125567" y="73509"/>
                  <a:pt x="125567" y="74899"/>
                </a:cubicBezTo>
                <a:cubicBezTo>
                  <a:pt x="125567" y="76404"/>
                  <a:pt x="125117" y="77475"/>
                  <a:pt x="124217" y="78112"/>
                </a:cubicBezTo>
                <a:cubicBezTo>
                  <a:pt x="123317" y="78747"/>
                  <a:pt x="121717" y="79065"/>
                  <a:pt x="119419" y="79065"/>
                </a:cubicBezTo>
                <a:lnTo>
                  <a:pt x="106720" y="79065"/>
                </a:lnTo>
                <a:cubicBezTo>
                  <a:pt x="104269" y="79065"/>
                  <a:pt x="102698" y="78776"/>
                  <a:pt x="102008" y="78198"/>
                </a:cubicBezTo>
                <a:cubicBezTo>
                  <a:pt x="101319" y="77618"/>
                  <a:pt x="100974" y="76519"/>
                  <a:pt x="100974" y="74899"/>
                </a:cubicBezTo>
                <a:cubicBezTo>
                  <a:pt x="100974" y="73395"/>
                  <a:pt x="101376" y="72353"/>
                  <a:pt x="102181" y="71775"/>
                </a:cubicBezTo>
                <a:cubicBezTo>
                  <a:pt x="102985" y="71195"/>
                  <a:pt x="104498" y="70906"/>
                  <a:pt x="106720" y="70906"/>
                </a:cubicBezTo>
                <a:lnTo>
                  <a:pt x="108731" y="70906"/>
                </a:lnTo>
                <a:lnTo>
                  <a:pt x="108731" y="47076"/>
                </a:lnTo>
                <a:cubicBezTo>
                  <a:pt x="108731" y="42607"/>
                  <a:pt x="107716" y="39199"/>
                  <a:pt x="105686" y="36850"/>
                </a:cubicBezTo>
                <a:cubicBezTo>
                  <a:pt x="103656" y="34501"/>
                  <a:pt x="100706" y="33327"/>
                  <a:pt x="96837" y="33327"/>
                </a:cubicBezTo>
                <a:cubicBezTo>
                  <a:pt x="92930" y="33327"/>
                  <a:pt x="89482" y="34645"/>
                  <a:pt x="86494" y="37281"/>
                </a:cubicBezTo>
                <a:cubicBezTo>
                  <a:pt x="83506" y="39916"/>
                  <a:pt x="82012" y="43181"/>
                  <a:pt x="82012" y="47076"/>
                </a:cubicBezTo>
                <a:lnTo>
                  <a:pt x="82012" y="70906"/>
                </a:lnTo>
                <a:lnTo>
                  <a:pt x="84023" y="70906"/>
                </a:lnTo>
                <a:cubicBezTo>
                  <a:pt x="86322" y="70906"/>
                  <a:pt x="87873" y="71195"/>
                  <a:pt x="88678" y="71775"/>
                </a:cubicBezTo>
                <a:cubicBezTo>
                  <a:pt x="89482" y="72353"/>
                  <a:pt x="89884" y="73395"/>
                  <a:pt x="89884" y="74899"/>
                </a:cubicBezTo>
                <a:cubicBezTo>
                  <a:pt x="89884" y="76519"/>
                  <a:pt x="89540" y="77618"/>
                  <a:pt x="88850" y="78198"/>
                </a:cubicBezTo>
                <a:cubicBezTo>
                  <a:pt x="88161" y="78776"/>
                  <a:pt x="86475" y="79065"/>
                  <a:pt x="83794" y="79065"/>
                </a:cubicBezTo>
                <a:lnTo>
                  <a:pt x="73336" y="79065"/>
                </a:lnTo>
                <a:lnTo>
                  <a:pt x="70233" y="79065"/>
                </a:lnTo>
                <a:cubicBezTo>
                  <a:pt x="68662" y="79065"/>
                  <a:pt x="67485" y="78728"/>
                  <a:pt x="66699" y="78052"/>
                </a:cubicBezTo>
                <a:cubicBezTo>
                  <a:pt x="65914" y="77377"/>
                  <a:pt x="65521" y="76326"/>
                  <a:pt x="65521" y="74899"/>
                </a:cubicBezTo>
                <a:cubicBezTo>
                  <a:pt x="65521" y="73356"/>
                  <a:pt x="65971" y="72305"/>
                  <a:pt x="66872" y="71746"/>
                </a:cubicBezTo>
                <a:cubicBezTo>
                  <a:pt x="67772" y="71186"/>
                  <a:pt x="69524" y="70906"/>
                  <a:pt x="72129" y="70906"/>
                </a:cubicBezTo>
                <a:lnTo>
                  <a:pt x="73336" y="70906"/>
                </a:lnTo>
                <a:close/>
                <a:moveTo>
                  <a:pt x="176724" y="11438"/>
                </a:moveTo>
                <a:cubicBezTo>
                  <a:pt x="176724" y="12244"/>
                  <a:pt x="176082" y="13980"/>
                  <a:pt x="174799" y="16645"/>
                </a:cubicBezTo>
                <a:cubicBezTo>
                  <a:pt x="173515" y="19310"/>
                  <a:pt x="172548" y="21429"/>
                  <a:pt x="171897" y="23002"/>
                </a:cubicBezTo>
                <a:cubicBezTo>
                  <a:pt x="169292" y="29100"/>
                  <a:pt x="167444" y="34680"/>
                  <a:pt x="166352" y="39743"/>
                </a:cubicBezTo>
                <a:cubicBezTo>
                  <a:pt x="165260" y="44805"/>
                  <a:pt x="164714" y="50060"/>
                  <a:pt x="164714" y="55506"/>
                </a:cubicBezTo>
                <a:cubicBezTo>
                  <a:pt x="164714" y="60531"/>
                  <a:pt x="165174" y="65392"/>
                  <a:pt x="166094" y="70091"/>
                </a:cubicBezTo>
                <a:cubicBezTo>
                  <a:pt x="167013" y="74789"/>
                  <a:pt x="168411" y="79478"/>
                  <a:pt x="170288" y="84157"/>
                </a:cubicBezTo>
                <a:cubicBezTo>
                  <a:pt x="171246" y="86688"/>
                  <a:pt x="172558" y="89669"/>
                  <a:pt x="174224" y="93102"/>
                </a:cubicBezTo>
                <a:cubicBezTo>
                  <a:pt x="175890" y="96535"/>
                  <a:pt x="176724" y="98654"/>
                  <a:pt x="176724" y="99460"/>
                </a:cubicBezTo>
                <a:cubicBezTo>
                  <a:pt x="176724" y="100304"/>
                  <a:pt x="176542" y="100965"/>
                  <a:pt x="176178" y="101444"/>
                </a:cubicBezTo>
                <a:cubicBezTo>
                  <a:pt x="175814" y="101924"/>
                  <a:pt x="175325" y="102164"/>
                  <a:pt x="174713" y="102164"/>
                </a:cubicBezTo>
                <a:cubicBezTo>
                  <a:pt x="173525" y="102164"/>
                  <a:pt x="172203" y="101540"/>
                  <a:pt x="170748" y="100293"/>
                </a:cubicBezTo>
                <a:cubicBezTo>
                  <a:pt x="169292" y="99047"/>
                  <a:pt x="167607" y="97044"/>
                  <a:pt x="165691" y="94283"/>
                </a:cubicBezTo>
                <a:cubicBezTo>
                  <a:pt x="161592" y="88415"/>
                  <a:pt x="158528" y="82259"/>
                  <a:pt x="156498" y="75815"/>
                </a:cubicBezTo>
                <a:cubicBezTo>
                  <a:pt x="154467" y="69371"/>
                  <a:pt x="153452" y="62602"/>
                  <a:pt x="153452" y="55506"/>
                </a:cubicBezTo>
                <a:cubicBezTo>
                  <a:pt x="153452" y="49024"/>
                  <a:pt x="154285" y="42839"/>
                  <a:pt x="155952" y="36952"/>
                </a:cubicBezTo>
                <a:cubicBezTo>
                  <a:pt x="157618" y="31065"/>
                  <a:pt x="160156" y="25360"/>
                  <a:pt x="163565" y="19838"/>
                </a:cubicBezTo>
                <a:cubicBezTo>
                  <a:pt x="165787" y="16194"/>
                  <a:pt x="167836" y="13452"/>
                  <a:pt x="169714" y="11611"/>
                </a:cubicBezTo>
                <a:cubicBezTo>
                  <a:pt x="171591" y="9769"/>
                  <a:pt x="173257" y="8849"/>
                  <a:pt x="174713" y="8849"/>
                </a:cubicBezTo>
                <a:cubicBezTo>
                  <a:pt x="175325" y="8849"/>
                  <a:pt x="175814" y="9089"/>
                  <a:pt x="176178" y="9569"/>
                </a:cubicBezTo>
                <a:cubicBezTo>
                  <a:pt x="176542" y="10048"/>
                  <a:pt x="176724" y="10671"/>
                  <a:pt x="176724" y="11438"/>
                </a:cubicBezTo>
                <a:close/>
                <a:moveTo>
                  <a:pt x="248163" y="53725"/>
                </a:moveTo>
                <a:cubicBezTo>
                  <a:pt x="246056" y="53036"/>
                  <a:pt x="244017" y="52528"/>
                  <a:pt x="242044" y="52202"/>
                </a:cubicBezTo>
                <a:cubicBezTo>
                  <a:pt x="240071" y="51877"/>
                  <a:pt x="238108" y="51714"/>
                  <a:pt x="236154" y="51714"/>
                </a:cubicBezTo>
                <a:cubicBezTo>
                  <a:pt x="230255" y="51714"/>
                  <a:pt x="225601" y="52710"/>
                  <a:pt x="222191" y="54702"/>
                </a:cubicBezTo>
                <a:cubicBezTo>
                  <a:pt x="218782" y="56694"/>
                  <a:pt x="217077" y="59375"/>
                  <a:pt x="217077" y="62746"/>
                </a:cubicBezTo>
                <a:cubicBezTo>
                  <a:pt x="217077" y="65351"/>
                  <a:pt x="218140" y="67496"/>
                  <a:pt x="220266" y="69182"/>
                </a:cubicBezTo>
                <a:cubicBezTo>
                  <a:pt x="222392" y="70867"/>
                  <a:pt x="225103" y="71710"/>
                  <a:pt x="228397" y="71710"/>
                </a:cubicBezTo>
                <a:cubicBezTo>
                  <a:pt x="233262" y="71710"/>
                  <a:pt x="237773" y="70437"/>
                  <a:pt x="241929" y="67889"/>
                </a:cubicBezTo>
                <a:cubicBezTo>
                  <a:pt x="246085" y="65342"/>
                  <a:pt x="248163" y="62689"/>
                  <a:pt x="248163" y="59931"/>
                </a:cubicBezTo>
                <a:lnTo>
                  <a:pt x="248163" y="53725"/>
                </a:lnTo>
                <a:moveTo>
                  <a:pt x="248623" y="71825"/>
                </a:moveTo>
                <a:cubicBezTo>
                  <a:pt x="245482" y="74660"/>
                  <a:pt x="242063" y="76824"/>
                  <a:pt x="238366" y="78318"/>
                </a:cubicBezTo>
                <a:cubicBezTo>
                  <a:pt x="234670" y="79812"/>
                  <a:pt x="230868" y="80559"/>
                  <a:pt x="226961" y="80559"/>
                </a:cubicBezTo>
                <a:cubicBezTo>
                  <a:pt x="221253" y="80559"/>
                  <a:pt x="216646" y="78967"/>
                  <a:pt x="213141" y="75783"/>
                </a:cubicBezTo>
                <a:cubicBezTo>
                  <a:pt x="209636" y="72598"/>
                  <a:pt x="207884" y="68455"/>
                  <a:pt x="207884" y="63352"/>
                </a:cubicBezTo>
                <a:cubicBezTo>
                  <a:pt x="207884" y="57290"/>
                  <a:pt x="210211" y="52590"/>
                  <a:pt x="214865" y="49252"/>
                </a:cubicBezTo>
                <a:cubicBezTo>
                  <a:pt x="219519" y="45914"/>
                  <a:pt x="226060" y="44244"/>
                  <a:pt x="234488" y="44244"/>
                </a:cubicBezTo>
                <a:cubicBezTo>
                  <a:pt x="236710" y="44244"/>
                  <a:pt x="238951" y="44388"/>
                  <a:pt x="241211" y="44675"/>
                </a:cubicBezTo>
                <a:cubicBezTo>
                  <a:pt x="243471" y="44963"/>
                  <a:pt x="245788" y="45413"/>
                  <a:pt x="248163" y="46026"/>
                </a:cubicBezTo>
                <a:lnTo>
                  <a:pt x="248163" y="45623"/>
                </a:lnTo>
                <a:cubicBezTo>
                  <a:pt x="248163" y="41235"/>
                  <a:pt x="247110" y="37992"/>
                  <a:pt x="245003" y="35896"/>
                </a:cubicBezTo>
                <a:cubicBezTo>
                  <a:pt x="242896" y="33800"/>
                  <a:pt x="239621" y="32752"/>
                  <a:pt x="235177" y="32752"/>
                </a:cubicBezTo>
                <a:cubicBezTo>
                  <a:pt x="232189" y="32752"/>
                  <a:pt x="228857" y="33557"/>
                  <a:pt x="225179" y="35166"/>
                </a:cubicBezTo>
                <a:cubicBezTo>
                  <a:pt x="221502" y="36774"/>
                  <a:pt x="219069" y="37579"/>
                  <a:pt x="217882" y="37579"/>
                </a:cubicBezTo>
                <a:cubicBezTo>
                  <a:pt x="216771" y="37579"/>
                  <a:pt x="215852" y="37129"/>
                  <a:pt x="215124" y="36229"/>
                </a:cubicBezTo>
                <a:cubicBezTo>
                  <a:pt x="214396" y="35328"/>
                  <a:pt x="214032" y="34170"/>
                  <a:pt x="214032" y="32752"/>
                </a:cubicBezTo>
                <a:cubicBezTo>
                  <a:pt x="214032" y="30477"/>
                  <a:pt x="216148" y="28548"/>
                  <a:pt x="220381" y="26967"/>
                </a:cubicBezTo>
                <a:cubicBezTo>
                  <a:pt x="224614" y="25384"/>
                  <a:pt x="230025" y="24593"/>
                  <a:pt x="236614" y="24593"/>
                </a:cubicBezTo>
                <a:cubicBezTo>
                  <a:pt x="243356" y="24593"/>
                  <a:pt x="248451" y="26310"/>
                  <a:pt x="251898" y="29743"/>
                </a:cubicBezTo>
                <a:cubicBezTo>
                  <a:pt x="255346" y="33175"/>
                  <a:pt x="257070" y="38247"/>
                  <a:pt x="257070" y="44959"/>
                </a:cubicBezTo>
                <a:lnTo>
                  <a:pt x="257070" y="71021"/>
                </a:lnTo>
                <a:lnTo>
                  <a:pt x="259885" y="71021"/>
                </a:lnTo>
                <a:cubicBezTo>
                  <a:pt x="262605" y="71021"/>
                  <a:pt x="264425" y="71306"/>
                  <a:pt x="265344" y="71877"/>
                </a:cubicBezTo>
                <a:cubicBezTo>
                  <a:pt x="266263" y="72447"/>
                  <a:pt x="266723" y="73474"/>
                  <a:pt x="266723" y="74957"/>
                </a:cubicBezTo>
                <a:cubicBezTo>
                  <a:pt x="266723" y="76326"/>
                  <a:pt x="266340" y="77353"/>
                  <a:pt x="265574" y="78038"/>
                </a:cubicBezTo>
                <a:cubicBezTo>
                  <a:pt x="264808" y="78723"/>
                  <a:pt x="263658" y="79065"/>
                  <a:pt x="262126" y="79065"/>
                </a:cubicBezTo>
                <a:lnTo>
                  <a:pt x="253105" y="79065"/>
                </a:lnTo>
                <a:cubicBezTo>
                  <a:pt x="252032" y="79065"/>
                  <a:pt x="251151" y="78742"/>
                  <a:pt x="250462" y="78097"/>
                </a:cubicBezTo>
                <a:cubicBezTo>
                  <a:pt x="249772" y="77451"/>
                  <a:pt x="249313" y="76519"/>
                  <a:pt x="249083" y="75303"/>
                </a:cubicBezTo>
                <a:lnTo>
                  <a:pt x="248623" y="71825"/>
                </a:lnTo>
                <a:close/>
                <a:moveTo>
                  <a:pt x="290931" y="93890"/>
                </a:moveTo>
                <a:lnTo>
                  <a:pt x="304721" y="93890"/>
                </a:lnTo>
                <a:cubicBezTo>
                  <a:pt x="306177" y="93890"/>
                  <a:pt x="307269" y="94232"/>
                  <a:pt x="307997" y="94917"/>
                </a:cubicBezTo>
                <a:cubicBezTo>
                  <a:pt x="308724" y="95602"/>
                  <a:pt x="309088" y="96629"/>
                  <a:pt x="309088" y="97998"/>
                </a:cubicBezTo>
                <a:cubicBezTo>
                  <a:pt x="309088" y="99481"/>
                  <a:pt x="308734" y="100527"/>
                  <a:pt x="308025" y="101135"/>
                </a:cubicBezTo>
                <a:cubicBezTo>
                  <a:pt x="307317" y="101744"/>
                  <a:pt x="306062" y="102049"/>
                  <a:pt x="304262" y="102049"/>
                </a:cubicBezTo>
                <a:lnTo>
                  <a:pt x="278922" y="102049"/>
                </a:lnTo>
                <a:cubicBezTo>
                  <a:pt x="277390" y="102049"/>
                  <a:pt x="276231" y="101707"/>
                  <a:pt x="275445" y="101022"/>
                </a:cubicBezTo>
                <a:cubicBezTo>
                  <a:pt x="274660" y="100337"/>
                  <a:pt x="274268" y="99329"/>
                  <a:pt x="274268" y="97998"/>
                </a:cubicBezTo>
                <a:cubicBezTo>
                  <a:pt x="274268" y="96477"/>
                  <a:pt x="274756" y="95411"/>
                  <a:pt x="275733" y="94802"/>
                </a:cubicBezTo>
                <a:cubicBezTo>
                  <a:pt x="276710" y="94194"/>
                  <a:pt x="278520" y="93890"/>
                  <a:pt x="281163" y="93890"/>
                </a:cubicBezTo>
                <a:lnTo>
                  <a:pt x="282254" y="93890"/>
                </a:lnTo>
                <a:lnTo>
                  <a:pt x="282254" y="34131"/>
                </a:lnTo>
                <a:lnTo>
                  <a:pt x="281163" y="34131"/>
                </a:lnTo>
                <a:cubicBezTo>
                  <a:pt x="278520" y="34131"/>
                  <a:pt x="276710" y="33825"/>
                  <a:pt x="275733" y="33212"/>
                </a:cubicBezTo>
                <a:cubicBezTo>
                  <a:pt x="274756" y="32599"/>
                  <a:pt x="274268" y="31526"/>
                  <a:pt x="274268" y="29994"/>
                </a:cubicBezTo>
                <a:cubicBezTo>
                  <a:pt x="274268" y="28653"/>
                  <a:pt x="274660" y="27648"/>
                  <a:pt x="275445" y="26978"/>
                </a:cubicBezTo>
                <a:cubicBezTo>
                  <a:pt x="276231" y="26307"/>
                  <a:pt x="277390" y="25972"/>
                  <a:pt x="278922" y="25972"/>
                </a:cubicBezTo>
                <a:lnTo>
                  <a:pt x="287656" y="25972"/>
                </a:lnTo>
                <a:cubicBezTo>
                  <a:pt x="288805" y="25972"/>
                  <a:pt x="289638" y="26163"/>
                  <a:pt x="290155" y="26547"/>
                </a:cubicBezTo>
                <a:cubicBezTo>
                  <a:pt x="290672" y="26930"/>
                  <a:pt x="290931" y="27523"/>
                  <a:pt x="290931" y="28328"/>
                </a:cubicBezTo>
                <a:lnTo>
                  <a:pt x="290931" y="33901"/>
                </a:lnTo>
                <a:cubicBezTo>
                  <a:pt x="293536" y="31220"/>
                  <a:pt x="296418" y="29209"/>
                  <a:pt x="299579" y="27868"/>
                </a:cubicBezTo>
                <a:cubicBezTo>
                  <a:pt x="302739" y="26527"/>
                  <a:pt x="306139" y="25857"/>
                  <a:pt x="309778" y="25857"/>
                </a:cubicBezTo>
                <a:cubicBezTo>
                  <a:pt x="317478" y="25857"/>
                  <a:pt x="323913" y="28462"/>
                  <a:pt x="329084" y="33672"/>
                </a:cubicBezTo>
                <a:cubicBezTo>
                  <a:pt x="334256" y="38881"/>
                  <a:pt x="336842" y="45413"/>
                  <a:pt x="336842" y="53266"/>
                </a:cubicBezTo>
                <a:cubicBezTo>
                  <a:pt x="336842" y="60812"/>
                  <a:pt x="334390" y="67018"/>
                  <a:pt x="329487" y="71883"/>
                </a:cubicBezTo>
                <a:cubicBezTo>
                  <a:pt x="324583" y="76748"/>
                  <a:pt x="318320" y="79180"/>
                  <a:pt x="310697" y="79180"/>
                </a:cubicBezTo>
                <a:cubicBezTo>
                  <a:pt x="306637" y="79180"/>
                  <a:pt x="302902" y="78462"/>
                  <a:pt x="299493" y="77025"/>
                </a:cubicBezTo>
                <a:cubicBezTo>
                  <a:pt x="296083" y="75589"/>
                  <a:pt x="293229" y="73530"/>
                  <a:pt x="290931" y="70848"/>
                </a:cubicBezTo>
                <a:lnTo>
                  <a:pt x="290931" y="93890"/>
                </a:lnTo>
                <a:moveTo>
                  <a:pt x="308744" y="70676"/>
                </a:moveTo>
                <a:cubicBezTo>
                  <a:pt x="314068" y="70676"/>
                  <a:pt x="318435" y="69003"/>
                  <a:pt x="321845" y="65657"/>
                </a:cubicBezTo>
                <a:cubicBezTo>
                  <a:pt x="325254" y="62310"/>
                  <a:pt x="326958" y="57978"/>
                  <a:pt x="326958" y="52662"/>
                </a:cubicBezTo>
                <a:cubicBezTo>
                  <a:pt x="326958" y="47461"/>
                  <a:pt x="325244" y="43168"/>
                  <a:pt x="321816" y="39784"/>
                </a:cubicBezTo>
                <a:cubicBezTo>
                  <a:pt x="318387" y="36399"/>
                  <a:pt x="314030" y="34706"/>
                  <a:pt x="308744" y="34706"/>
                </a:cubicBezTo>
                <a:cubicBezTo>
                  <a:pt x="303457" y="34706"/>
                  <a:pt x="299129" y="36389"/>
                  <a:pt x="295758" y="39755"/>
                </a:cubicBezTo>
                <a:cubicBezTo>
                  <a:pt x="292387" y="43120"/>
                  <a:pt x="290701" y="47423"/>
                  <a:pt x="290701" y="52662"/>
                </a:cubicBezTo>
                <a:cubicBezTo>
                  <a:pt x="290701" y="57940"/>
                  <a:pt x="292377" y="62262"/>
                  <a:pt x="295729" y="65628"/>
                </a:cubicBezTo>
                <a:cubicBezTo>
                  <a:pt x="299081" y="68993"/>
                  <a:pt x="303419" y="70676"/>
                  <a:pt x="308744" y="70676"/>
                </a:cubicBezTo>
                <a:close/>
                <a:moveTo>
                  <a:pt x="361279" y="93890"/>
                </a:moveTo>
                <a:lnTo>
                  <a:pt x="375069" y="93890"/>
                </a:lnTo>
                <a:cubicBezTo>
                  <a:pt x="376525" y="93890"/>
                  <a:pt x="377616" y="94232"/>
                  <a:pt x="378344" y="94917"/>
                </a:cubicBezTo>
                <a:cubicBezTo>
                  <a:pt x="379072" y="95602"/>
                  <a:pt x="379436" y="96629"/>
                  <a:pt x="379436" y="97998"/>
                </a:cubicBezTo>
                <a:cubicBezTo>
                  <a:pt x="379436" y="99481"/>
                  <a:pt x="379082" y="100527"/>
                  <a:pt x="378373" y="101135"/>
                </a:cubicBezTo>
                <a:cubicBezTo>
                  <a:pt x="377664" y="101744"/>
                  <a:pt x="376410" y="102049"/>
                  <a:pt x="374609" y="102049"/>
                </a:cubicBezTo>
                <a:lnTo>
                  <a:pt x="349269" y="102049"/>
                </a:lnTo>
                <a:cubicBezTo>
                  <a:pt x="347737" y="102049"/>
                  <a:pt x="346578" y="101707"/>
                  <a:pt x="345793" y="101022"/>
                </a:cubicBezTo>
                <a:cubicBezTo>
                  <a:pt x="345008" y="100337"/>
                  <a:pt x="344615" y="99329"/>
                  <a:pt x="344615" y="97998"/>
                </a:cubicBezTo>
                <a:cubicBezTo>
                  <a:pt x="344615" y="96477"/>
                  <a:pt x="345104" y="95411"/>
                  <a:pt x="346080" y="94802"/>
                </a:cubicBezTo>
                <a:cubicBezTo>
                  <a:pt x="347057" y="94194"/>
                  <a:pt x="348867" y="93890"/>
                  <a:pt x="351510" y="93890"/>
                </a:cubicBezTo>
                <a:lnTo>
                  <a:pt x="352602" y="93890"/>
                </a:lnTo>
                <a:lnTo>
                  <a:pt x="352602" y="34131"/>
                </a:lnTo>
                <a:lnTo>
                  <a:pt x="351510" y="34131"/>
                </a:lnTo>
                <a:cubicBezTo>
                  <a:pt x="348867" y="34131"/>
                  <a:pt x="347057" y="33825"/>
                  <a:pt x="346080" y="33212"/>
                </a:cubicBezTo>
                <a:cubicBezTo>
                  <a:pt x="345104" y="32599"/>
                  <a:pt x="344615" y="31526"/>
                  <a:pt x="344615" y="29994"/>
                </a:cubicBezTo>
                <a:cubicBezTo>
                  <a:pt x="344615" y="28653"/>
                  <a:pt x="345008" y="27648"/>
                  <a:pt x="345793" y="26978"/>
                </a:cubicBezTo>
                <a:cubicBezTo>
                  <a:pt x="346578" y="26307"/>
                  <a:pt x="347737" y="25972"/>
                  <a:pt x="349269" y="25972"/>
                </a:cubicBezTo>
                <a:lnTo>
                  <a:pt x="358003" y="25972"/>
                </a:lnTo>
                <a:cubicBezTo>
                  <a:pt x="359153" y="25972"/>
                  <a:pt x="359986" y="26163"/>
                  <a:pt x="360503" y="26547"/>
                </a:cubicBezTo>
                <a:cubicBezTo>
                  <a:pt x="361020" y="26930"/>
                  <a:pt x="361279" y="27523"/>
                  <a:pt x="361279" y="28328"/>
                </a:cubicBezTo>
                <a:lnTo>
                  <a:pt x="361279" y="33901"/>
                </a:lnTo>
                <a:cubicBezTo>
                  <a:pt x="363883" y="31220"/>
                  <a:pt x="366766" y="29209"/>
                  <a:pt x="369926" y="27868"/>
                </a:cubicBezTo>
                <a:cubicBezTo>
                  <a:pt x="373087" y="26527"/>
                  <a:pt x="376486" y="25857"/>
                  <a:pt x="380126" y="25857"/>
                </a:cubicBezTo>
                <a:cubicBezTo>
                  <a:pt x="387825" y="25857"/>
                  <a:pt x="394261" y="28462"/>
                  <a:pt x="399432" y="33672"/>
                </a:cubicBezTo>
                <a:cubicBezTo>
                  <a:pt x="404604" y="38881"/>
                  <a:pt x="407189" y="45413"/>
                  <a:pt x="407189" y="53266"/>
                </a:cubicBezTo>
                <a:cubicBezTo>
                  <a:pt x="407189" y="60812"/>
                  <a:pt x="404738" y="67018"/>
                  <a:pt x="399834" y="71883"/>
                </a:cubicBezTo>
                <a:cubicBezTo>
                  <a:pt x="394931" y="76748"/>
                  <a:pt x="388668" y="79180"/>
                  <a:pt x="381045" y="79180"/>
                </a:cubicBezTo>
                <a:cubicBezTo>
                  <a:pt x="376984" y="79180"/>
                  <a:pt x="373249" y="78462"/>
                  <a:pt x="369840" y="77025"/>
                </a:cubicBezTo>
                <a:cubicBezTo>
                  <a:pt x="366431" y="75589"/>
                  <a:pt x="363577" y="73530"/>
                  <a:pt x="361279" y="70848"/>
                </a:cubicBezTo>
                <a:lnTo>
                  <a:pt x="361279" y="93890"/>
                </a:lnTo>
                <a:moveTo>
                  <a:pt x="379091" y="70676"/>
                </a:moveTo>
                <a:cubicBezTo>
                  <a:pt x="384416" y="70676"/>
                  <a:pt x="388783" y="69003"/>
                  <a:pt x="392192" y="65657"/>
                </a:cubicBezTo>
                <a:cubicBezTo>
                  <a:pt x="395601" y="62310"/>
                  <a:pt x="397306" y="57978"/>
                  <a:pt x="397306" y="52662"/>
                </a:cubicBezTo>
                <a:cubicBezTo>
                  <a:pt x="397306" y="47461"/>
                  <a:pt x="395592" y="43168"/>
                  <a:pt x="392163" y="39784"/>
                </a:cubicBezTo>
                <a:cubicBezTo>
                  <a:pt x="388735" y="36399"/>
                  <a:pt x="384378" y="34706"/>
                  <a:pt x="379091" y="34706"/>
                </a:cubicBezTo>
                <a:cubicBezTo>
                  <a:pt x="373805" y="34706"/>
                  <a:pt x="369476" y="36389"/>
                  <a:pt x="366105" y="39755"/>
                </a:cubicBezTo>
                <a:cubicBezTo>
                  <a:pt x="362734" y="43120"/>
                  <a:pt x="361049" y="47423"/>
                  <a:pt x="361049" y="52662"/>
                </a:cubicBezTo>
                <a:cubicBezTo>
                  <a:pt x="361049" y="57940"/>
                  <a:pt x="362725" y="62262"/>
                  <a:pt x="366077" y="65628"/>
                </a:cubicBezTo>
                <a:cubicBezTo>
                  <a:pt x="369428" y="68993"/>
                  <a:pt x="373767" y="70676"/>
                  <a:pt x="379091" y="70676"/>
                </a:cubicBezTo>
                <a:close/>
                <a:moveTo>
                  <a:pt x="442602" y="12067"/>
                </a:moveTo>
                <a:lnTo>
                  <a:pt x="432834" y="12067"/>
                </a:lnTo>
                <a:cubicBezTo>
                  <a:pt x="429118" y="12067"/>
                  <a:pt x="426791" y="11774"/>
                  <a:pt x="425852" y="11189"/>
                </a:cubicBezTo>
                <a:cubicBezTo>
                  <a:pt x="424914" y="10603"/>
                  <a:pt x="424445" y="9536"/>
                  <a:pt x="424445" y="7987"/>
                </a:cubicBezTo>
                <a:cubicBezTo>
                  <a:pt x="424445" y="6627"/>
                  <a:pt x="424837" y="5607"/>
                  <a:pt x="425623" y="4927"/>
                </a:cubicBezTo>
                <a:cubicBezTo>
                  <a:pt x="426408" y="4247"/>
                  <a:pt x="427547" y="3907"/>
                  <a:pt x="429041" y="3907"/>
                </a:cubicBezTo>
                <a:lnTo>
                  <a:pt x="448003" y="3907"/>
                </a:lnTo>
                <a:cubicBezTo>
                  <a:pt x="449038" y="3907"/>
                  <a:pt x="449842" y="4118"/>
                  <a:pt x="450417" y="4539"/>
                </a:cubicBezTo>
                <a:cubicBezTo>
                  <a:pt x="450991" y="4960"/>
                  <a:pt x="451278" y="5533"/>
                  <a:pt x="451278" y="6260"/>
                </a:cubicBezTo>
                <a:lnTo>
                  <a:pt x="451278" y="70906"/>
                </a:lnTo>
                <a:lnTo>
                  <a:pt x="469321" y="70906"/>
                </a:lnTo>
                <a:cubicBezTo>
                  <a:pt x="470777" y="70906"/>
                  <a:pt x="471840" y="71224"/>
                  <a:pt x="472510" y="71861"/>
                </a:cubicBezTo>
                <a:cubicBezTo>
                  <a:pt x="473180" y="72497"/>
                  <a:pt x="473516" y="73509"/>
                  <a:pt x="473516" y="74899"/>
                </a:cubicBezTo>
                <a:cubicBezTo>
                  <a:pt x="473516" y="76481"/>
                  <a:pt x="473190" y="77571"/>
                  <a:pt x="472539" y="78169"/>
                </a:cubicBezTo>
                <a:cubicBezTo>
                  <a:pt x="471888" y="78766"/>
                  <a:pt x="470662" y="79065"/>
                  <a:pt x="468861" y="79065"/>
                </a:cubicBezTo>
                <a:lnTo>
                  <a:pt x="426456" y="79065"/>
                </a:lnTo>
                <a:cubicBezTo>
                  <a:pt x="424962" y="79065"/>
                  <a:pt x="423822" y="78718"/>
                  <a:pt x="423037" y="78024"/>
                </a:cubicBezTo>
                <a:cubicBezTo>
                  <a:pt x="422252" y="77329"/>
                  <a:pt x="421859" y="76288"/>
                  <a:pt x="421859" y="74899"/>
                </a:cubicBezTo>
                <a:cubicBezTo>
                  <a:pt x="421859" y="73549"/>
                  <a:pt x="422261" y="72546"/>
                  <a:pt x="423066" y="71890"/>
                </a:cubicBezTo>
                <a:cubicBezTo>
                  <a:pt x="423870" y="71234"/>
                  <a:pt x="425077" y="70906"/>
                  <a:pt x="426686" y="70906"/>
                </a:cubicBezTo>
                <a:lnTo>
                  <a:pt x="442602" y="70906"/>
                </a:lnTo>
                <a:lnTo>
                  <a:pt x="442602" y="12067"/>
                </a:lnTo>
                <a:close/>
                <a:moveTo>
                  <a:pt x="497378" y="55047"/>
                </a:moveTo>
                <a:cubicBezTo>
                  <a:pt x="497685" y="60581"/>
                  <a:pt x="499552" y="64857"/>
                  <a:pt x="502981" y="67875"/>
                </a:cubicBezTo>
                <a:cubicBezTo>
                  <a:pt x="506409" y="70891"/>
                  <a:pt x="511092" y="72400"/>
                  <a:pt x="517030" y="72400"/>
                </a:cubicBezTo>
                <a:cubicBezTo>
                  <a:pt x="521511" y="72400"/>
                  <a:pt x="526396" y="71203"/>
                  <a:pt x="531682" y="68808"/>
                </a:cubicBezTo>
                <a:cubicBezTo>
                  <a:pt x="536968" y="66414"/>
                  <a:pt x="540167" y="65217"/>
                  <a:pt x="541278" y="65217"/>
                </a:cubicBezTo>
                <a:cubicBezTo>
                  <a:pt x="542427" y="65217"/>
                  <a:pt x="543385" y="65581"/>
                  <a:pt x="544151" y="66309"/>
                </a:cubicBezTo>
                <a:cubicBezTo>
                  <a:pt x="544917" y="67037"/>
                  <a:pt x="545300" y="67937"/>
                  <a:pt x="545300" y="69010"/>
                </a:cubicBezTo>
                <a:cubicBezTo>
                  <a:pt x="545300" y="70120"/>
                  <a:pt x="544898" y="71136"/>
                  <a:pt x="544093" y="72055"/>
                </a:cubicBezTo>
                <a:cubicBezTo>
                  <a:pt x="543289" y="72974"/>
                  <a:pt x="542006" y="73875"/>
                  <a:pt x="540243" y="74756"/>
                </a:cubicBezTo>
                <a:cubicBezTo>
                  <a:pt x="536413" y="76633"/>
                  <a:pt x="532458" y="78069"/>
                  <a:pt x="528378" y="79065"/>
                </a:cubicBezTo>
                <a:cubicBezTo>
                  <a:pt x="524298" y="80061"/>
                  <a:pt x="520247" y="80559"/>
                  <a:pt x="516225" y="80559"/>
                </a:cubicBezTo>
                <a:cubicBezTo>
                  <a:pt x="507491" y="80559"/>
                  <a:pt x="500500" y="78038"/>
                  <a:pt x="495252" y="72996"/>
                </a:cubicBezTo>
                <a:cubicBezTo>
                  <a:pt x="490004" y="67953"/>
                  <a:pt x="487380" y="61270"/>
                  <a:pt x="487380" y="52949"/>
                </a:cubicBezTo>
                <a:cubicBezTo>
                  <a:pt x="487380" y="44475"/>
                  <a:pt x="490157" y="37612"/>
                  <a:pt x="495712" y="32359"/>
                </a:cubicBezTo>
                <a:cubicBezTo>
                  <a:pt x="501266" y="27105"/>
                  <a:pt x="508506" y="24478"/>
                  <a:pt x="517432" y="24478"/>
                </a:cubicBezTo>
                <a:cubicBezTo>
                  <a:pt x="525515" y="24478"/>
                  <a:pt x="532218" y="26930"/>
                  <a:pt x="537543" y="31833"/>
                </a:cubicBezTo>
                <a:cubicBezTo>
                  <a:pt x="542867" y="36736"/>
                  <a:pt x="545530" y="42674"/>
                  <a:pt x="545530" y="49646"/>
                </a:cubicBezTo>
                <a:cubicBezTo>
                  <a:pt x="545530" y="51791"/>
                  <a:pt x="545080" y="53227"/>
                  <a:pt x="544180" y="53955"/>
                </a:cubicBezTo>
                <a:cubicBezTo>
                  <a:pt x="543279" y="54683"/>
                  <a:pt x="540837" y="55047"/>
                  <a:pt x="536853" y="55047"/>
                </a:cubicBezTo>
                <a:lnTo>
                  <a:pt x="535991" y="55047"/>
                </a:lnTo>
                <a:lnTo>
                  <a:pt x="497378" y="55047"/>
                </a:lnTo>
                <a:moveTo>
                  <a:pt x="497666" y="47462"/>
                </a:moveTo>
                <a:lnTo>
                  <a:pt x="535072" y="47462"/>
                </a:lnTo>
                <a:cubicBezTo>
                  <a:pt x="534497" y="42938"/>
                  <a:pt x="532592" y="39299"/>
                  <a:pt x="529355" y="36543"/>
                </a:cubicBezTo>
                <a:cubicBezTo>
                  <a:pt x="526118" y="33786"/>
                  <a:pt x="522144" y="32407"/>
                  <a:pt x="517432" y="32407"/>
                </a:cubicBezTo>
                <a:cubicBezTo>
                  <a:pt x="512337" y="32407"/>
                  <a:pt x="508047" y="33738"/>
                  <a:pt x="504561" y="36399"/>
                </a:cubicBezTo>
                <a:cubicBezTo>
                  <a:pt x="501075" y="39060"/>
                  <a:pt x="498776" y="42748"/>
                  <a:pt x="497666" y="47462"/>
                </a:cubicBezTo>
                <a:close/>
                <a:moveTo>
                  <a:pt x="580368" y="63039"/>
                </a:moveTo>
                <a:cubicBezTo>
                  <a:pt x="580674" y="61734"/>
                  <a:pt x="581076" y="60900"/>
                  <a:pt x="581574" y="60536"/>
                </a:cubicBezTo>
                <a:cubicBezTo>
                  <a:pt x="582072" y="60171"/>
                  <a:pt x="582915" y="59988"/>
                  <a:pt x="584103" y="59988"/>
                </a:cubicBezTo>
                <a:lnTo>
                  <a:pt x="596686" y="59988"/>
                </a:lnTo>
                <a:cubicBezTo>
                  <a:pt x="597261" y="59988"/>
                  <a:pt x="597721" y="60103"/>
                  <a:pt x="598065" y="60333"/>
                </a:cubicBezTo>
                <a:cubicBezTo>
                  <a:pt x="598410" y="60563"/>
                  <a:pt x="598583" y="60850"/>
                  <a:pt x="598583" y="61195"/>
                </a:cubicBezTo>
                <a:cubicBezTo>
                  <a:pt x="598583" y="61387"/>
                  <a:pt x="598544" y="61636"/>
                  <a:pt x="598468" y="61942"/>
                </a:cubicBezTo>
                <a:cubicBezTo>
                  <a:pt x="598391" y="62248"/>
                  <a:pt x="598276" y="62536"/>
                  <a:pt x="598123" y="62804"/>
                </a:cubicBezTo>
                <a:lnTo>
                  <a:pt x="582321" y="95671"/>
                </a:lnTo>
                <a:cubicBezTo>
                  <a:pt x="582053" y="96246"/>
                  <a:pt x="581689" y="96705"/>
                  <a:pt x="581230" y="97050"/>
                </a:cubicBezTo>
                <a:cubicBezTo>
                  <a:pt x="580770" y="97395"/>
                  <a:pt x="580272" y="97567"/>
                  <a:pt x="579736" y="97567"/>
                </a:cubicBezTo>
                <a:cubicBezTo>
                  <a:pt x="579621" y="97567"/>
                  <a:pt x="579496" y="97552"/>
                  <a:pt x="579362" y="97521"/>
                </a:cubicBezTo>
                <a:cubicBezTo>
                  <a:pt x="579228" y="97491"/>
                  <a:pt x="579008" y="97430"/>
                  <a:pt x="578701" y="97337"/>
                </a:cubicBezTo>
                <a:lnTo>
                  <a:pt x="574679" y="95842"/>
                </a:lnTo>
                <a:cubicBezTo>
                  <a:pt x="574066" y="95572"/>
                  <a:pt x="573607" y="95265"/>
                  <a:pt x="573300" y="94919"/>
                </a:cubicBezTo>
                <a:cubicBezTo>
                  <a:pt x="572994" y="94574"/>
                  <a:pt x="572840" y="94172"/>
                  <a:pt x="572840" y="93712"/>
                </a:cubicBezTo>
                <a:cubicBezTo>
                  <a:pt x="572840" y="93289"/>
                  <a:pt x="572840" y="92992"/>
                  <a:pt x="572840" y="92820"/>
                </a:cubicBezTo>
                <a:cubicBezTo>
                  <a:pt x="572840" y="92647"/>
                  <a:pt x="572879" y="92465"/>
                  <a:pt x="572955" y="92274"/>
                </a:cubicBezTo>
                <a:lnTo>
                  <a:pt x="580368" y="63039"/>
                </a:lnTo>
                <a:close/>
                <a:moveTo>
                  <a:pt x="717386" y="57052"/>
                </a:moveTo>
                <a:lnTo>
                  <a:pt x="717386" y="74005"/>
                </a:lnTo>
                <a:cubicBezTo>
                  <a:pt x="717386" y="75538"/>
                  <a:pt x="717070" y="76765"/>
                  <a:pt x="716438" y="77686"/>
                </a:cubicBezTo>
                <a:cubicBezTo>
                  <a:pt x="715806" y="78605"/>
                  <a:pt x="714992" y="79065"/>
                  <a:pt x="713996" y="79065"/>
                </a:cubicBezTo>
                <a:lnTo>
                  <a:pt x="703366" y="79065"/>
                </a:lnTo>
                <a:cubicBezTo>
                  <a:pt x="701872" y="79065"/>
                  <a:pt x="700742" y="78718"/>
                  <a:pt x="699976" y="78024"/>
                </a:cubicBezTo>
                <a:cubicBezTo>
                  <a:pt x="699210" y="77329"/>
                  <a:pt x="698827" y="76288"/>
                  <a:pt x="698827" y="74899"/>
                </a:cubicBezTo>
                <a:cubicBezTo>
                  <a:pt x="698827" y="73356"/>
                  <a:pt x="699277" y="72305"/>
                  <a:pt x="700177" y="71746"/>
                </a:cubicBezTo>
                <a:cubicBezTo>
                  <a:pt x="701077" y="71186"/>
                  <a:pt x="703002" y="70906"/>
                  <a:pt x="705952" y="70906"/>
                </a:cubicBezTo>
                <a:lnTo>
                  <a:pt x="708710" y="70906"/>
                </a:lnTo>
                <a:lnTo>
                  <a:pt x="708710" y="12067"/>
                </a:lnTo>
                <a:lnTo>
                  <a:pt x="706354" y="12067"/>
                </a:lnTo>
                <a:cubicBezTo>
                  <a:pt x="703059" y="12067"/>
                  <a:pt x="700933" y="11770"/>
                  <a:pt x="699976" y="11176"/>
                </a:cubicBezTo>
                <a:cubicBezTo>
                  <a:pt x="699018" y="10582"/>
                  <a:pt x="698539" y="9500"/>
                  <a:pt x="698539" y="7929"/>
                </a:cubicBezTo>
                <a:cubicBezTo>
                  <a:pt x="698539" y="6550"/>
                  <a:pt x="698932" y="5516"/>
                  <a:pt x="699717" y="4827"/>
                </a:cubicBezTo>
                <a:cubicBezTo>
                  <a:pt x="700502" y="4137"/>
                  <a:pt x="701642" y="3792"/>
                  <a:pt x="703136" y="3792"/>
                </a:cubicBezTo>
                <a:lnTo>
                  <a:pt x="714111" y="3792"/>
                </a:lnTo>
                <a:cubicBezTo>
                  <a:pt x="715145" y="3792"/>
                  <a:pt x="715950" y="4004"/>
                  <a:pt x="716524" y="4426"/>
                </a:cubicBezTo>
                <a:cubicBezTo>
                  <a:pt x="717099" y="4848"/>
                  <a:pt x="717386" y="5422"/>
                  <a:pt x="717386" y="6150"/>
                </a:cubicBezTo>
                <a:lnTo>
                  <a:pt x="717386" y="47381"/>
                </a:lnTo>
                <a:lnTo>
                  <a:pt x="733992" y="33465"/>
                </a:lnTo>
                <a:cubicBezTo>
                  <a:pt x="732728" y="32931"/>
                  <a:pt x="731799" y="32340"/>
                  <a:pt x="731205" y="31693"/>
                </a:cubicBezTo>
                <a:cubicBezTo>
                  <a:pt x="730612" y="31044"/>
                  <a:pt x="730315" y="30281"/>
                  <a:pt x="730315" y="29403"/>
                </a:cubicBezTo>
                <a:cubicBezTo>
                  <a:pt x="730315" y="28260"/>
                  <a:pt x="730736" y="27402"/>
                  <a:pt x="731579" y="26830"/>
                </a:cubicBezTo>
                <a:cubicBezTo>
                  <a:pt x="732422" y="26258"/>
                  <a:pt x="733647" y="25972"/>
                  <a:pt x="735256" y="25972"/>
                </a:cubicBezTo>
                <a:lnTo>
                  <a:pt x="750828" y="25972"/>
                </a:lnTo>
                <a:cubicBezTo>
                  <a:pt x="752284" y="25972"/>
                  <a:pt x="753394" y="26298"/>
                  <a:pt x="754161" y="26949"/>
                </a:cubicBezTo>
                <a:cubicBezTo>
                  <a:pt x="754927" y="27599"/>
                  <a:pt x="755310" y="28574"/>
                  <a:pt x="755310" y="29874"/>
                </a:cubicBezTo>
                <a:cubicBezTo>
                  <a:pt x="755310" y="32170"/>
                  <a:pt x="753452" y="33509"/>
                  <a:pt x="749736" y="33891"/>
                </a:cubicBezTo>
                <a:cubicBezTo>
                  <a:pt x="749008" y="33967"/>
                  <a:pt x="748434" y="34044"/>
                  <a:pt x="748012" y="34121"/>
                </a:cubicBezTo>
                <a:cubicBezTo>
                  <a:pt x="746442" y="34312"/>
                  <a:pt x="744718" y="34915"/>
                  <a:pt x="742841" y="35929"/>
                </a:cubicBezTo>
                <a:cubicBezTo>
                  <a:pt x="740964" y="36943"/>
                  <a:pt x="739068" y="38291"/>
                  <a:pt x="737152" y="39974"/>
                </a:cubicBezTo>
                <a:lnTo>
                  <a:pt x="728821" y="47263"/>
                </a:lnTo>
                <a:lnTo>
                  <a:pt x="750598" y="70906"/>
                </a:lnTo>
                <a:lnTo>
                  <a:pt x="755540" y="70906"/>
                </a:lnTo>
                <a:cubicBezTo>
                  <a:pt x="757187" y="70906"/>
                  <a:pt x="758365" y="71215"/>
                  <a:pt x="759073" y="71832"/>
                </a:cubicBezTo>
                <a:cubicBezTo>
                  <a:pt x="759782" y="72449"/>
                  <a:pt x="760136" y="73471"/>
                  <a:pt x="760136" y="74899"/>
                </a:cubicBezTo>
                <a:cubicBezTo>
                  <a:pt x="760136" y="76250"/>
                  <a:pt x="759744" y="77281"/>
                  <a:pt x="758959" y="77995"/>
                </a:cubicBezTo>
                <a:cubicBezTo>
                  <a:pt x="758173" y="78708"/>
                  <a:pt x="757034" y="79065"/>
                  <a:pt x="755540" y="79065"/>
                </a:cubicBezTo>
                <a:lnTo>
                  <a:pt x="739968" y="79065"/>
                </a:lnTo>
                <a:cubicBezTo>
                  <a:pt x="738282" y="79065"/>
                  <a:pt x="737057" y="78778"/>
                  <a:pt x="736290" y="78203"/>
                </a:cubicBezTo>
                <a:cubicBezTo>
                  <a:pt x="735524" y="77627"/>
                  <a:pt x="735141" y="76707"/>
                  <a:pt x="735141" y="75443"/>
                </a:cubicBezTo>
                <a:cubicBezTo>
                  <a:pt x="735141" y="74408"/>
                  <a:pt x="735515" y="73517"/>
                  <a:pt x="736262" y="72770"/>
                </a:cubicBezTo>
                <a:cubicBezTo>
                  <a:pt x="737009" y="72021"/>
                  <a:pt x="738129" y="71418"/>
                  <a:pt x="739623" y="70958"/>
                </a:cubicBezTo>
                <a:lnTo>
                  <a:pt x="722558" y="52341"/>
                </a:lnTo>
                <a:lnTo>
                  <a:pt x="717386" y="57052"/>
                </a:lnTo>
                <a:close/>
                <a:moveTo>
                  <a:pt x="792906" y="9423"/>
                </a:moveTo>
                <a:cubicBezTo>
                  <a:pt x="792906" y="5286"/>
                  <a:pt x="793279" y="2681"/>
                  <a:pt x="794026" y="1609"/>
                </a:cubicBezTo>
                <a:cubicBezTo>
                  <a:pt x="794773" y="536"/>
                  <a:pt x="796373" y="0"/>
                  <a:pt x="798824" y="0"/>
                </a:cubicBezTo>
                <a:cubicBezTo>
                  <a:pt x="801199" y="0"/>
                  <a:pt x="802770" y="450"/>
                  <a:pt x="803536" y="1350"/>
                </a:cubicBezTo>
                <a:cubicBezTo>
                  <a:pt x="804302" y="2251"/>
                  <a:pt x="804685" y="4386"/>
                  <a:pt x="804685" y="7757"/>
                </a:cubicBezTo>
                <a:cubicBezTo>
                  <a:pt x="804685" y="11051"/>
                  <a:pt x="804331" y="13091"/>
                  <a:pt x="803622" y="13877"/>
                </a:cubicBezTo>
                <a:cubicBezTo>
                  <a:pt x="802913" y="14662"/>
                  <a:pt x="801314" y="15055"/>
                  <a:pt x="798824" y="15055"/>
                </a:cubicBezTo>
                <a:cubicBezTo>
                  <a:pt x="796373" y="15055"/>
                  <a:pt x="794773" y="14691"/>
                  <a:pt x="794026" y="13963"/>
                </a:cubicBezTo>
                <a:cubicBezTo>
                  <a:pt x="793279" y="13235"/>
                  <a:pt x="792906" y="11722"/>
                  <a:pt x="792906" y="9423"/>
                </a:cubicBezTo>
                <a:moveTo>
                  <a:pt x="803536" y="70906"/>
                </a:moveTo>
                <a:lnTo>
                  <a:pt x="821981" y="70906"/>
                </a:lnTo>
                <a:cubicBezTo>
                  <a:pt x="823475" y="70906"/>
                  <a:pt x="824576" y="71224"/>
                  <a:pt x="825285" y="71861"/>
                </a:cubicBezTo>
                <a:cubicBezTo>
                  <a:pt x="825993" y="72497"/>
                  <a:pt x="826348" y="73509"/>
                  <a:pt x="826348" y="74899"/>
                </a:cubicBezTo>
                <a:cubicBezTo>
                  <a:pt x="826348" y="76481"/>
                  <a:pt x="826012" y="77571"/>
                  <a:pt x="825342" y="78169"/>
                </a:cubicBezTo>
                <a:cubicBezTo>
                  <a:pt x="824672" y="78766"/>
                  <a:pt x="823436" y="79065"/>
                  <a:pt x="821636" y="79065"/>
                </a:cubicBezTo>
                <a:lnTo>
                  <a:pt x="777047" y="79065"/>
                </a:lnTo>
                <a:cubicBezTo>
                  <a:pt x="775514" y="79065"/>
                  <a:pt x="774365" y="78718"/>
                  <a:pt x="773599" y="78024"/>
                </a:cubicBezTo>
                <a:cubicBezTo>
                  <a:pt x="772833" y="77329"/>
                  <a:pt x="772450" y="76288"/>
                  <a:pt x="772450" y="74899"/>
                </a:cubicBezTo>
                <a:cubicBezTo>
                  <a:pt x="772450" y="73549"/>
                  <a:pt x="772852" y="72546"/>
                  <a:pt x="773657" y="71890"/>
                </a:cubicBezTo>
                <a:cubicBezTo>
                  <a:pt x="774461" y="71234"/>
                  <a:pt x="775668" y="70906"/>
                  <a:pt x="777277" y="70906"/>
                </a:cubicBezTo>
                <a:lnTo>
                  <a:pt x="794802" y="70906"/>
                </a:lnTo>
                <a:lnTo>
                  <a:pt x="794802" y="34131"/>
                </a:lnTo>
                <a:lnTo>
                  <a:pt x="783597" y="34131"/>
                </a:lnTo>
                <a:cubicBezTo>
                  <a:pt x="782027" y="34131"/>
                  <a:pt x="780830" y="33777"/>
                  <a:pt x="780006" y="33068"/>
                </a:cubicBezTo>
                <a:cubicBezTo>
                  <a:pt x="779182" y="32360"/>
                  <a:pt x="778771" y="31335"/>
                  <a:pt x="778771" y="29994"/>
                </a:cubicBezTo>
                <a:cubicBezTo>
                  <a:pt x="778771" y="28653"/>
                  <a:pt x="779154" y="27648"/>
                  <a:pt x="779920" y="26978"/>
                </a:cubicBezTo>
                <a:cubicBezTo>
                  <a:pt x="780686" y="26307"/>
                  <a:pt x="781835" y="25972"/>
                  <a:pt x="783367" y="25972"/>
                </a:cubicBezTo>
                <a:lnTo>
                  <a:pt x="800203" y="25972"/>
                </a:lnTo>
                <a:cubicBezTo>
                  <a:pt x="801237" y="25972"/>
                  <a:pt x="802051" y="26183"/>
                  <a:pt x="802645" y="26604"/>
                </a:cubicBezTo>
                <a:cubicBezTo>
                  <a:pt x="803239" y="27024"/>
                  <a:pt x="803536" y="27598"/>
                  <a:pt x="803536" y="28324"/>
                </a:cubicBezTo>
                <a:lnTo>
                  <a:pt x="803536" y="70906"/>
                </a:lnTo>
                <a:close/>
                <a:moveTo>
                  <a:pt x="884227" y="29190"/>
                </a:moveTo>
                <a:cubicBezTo>
                  <a:pt x="886104" y="29190"/>
                  <a:pt x="887473" y="29518"/>
                  <a:pt x="888335" y="30174"/>
                </a:cubicBezTo>
                <a:cubicBezTo>
                  <a:pt x="889197" y="30830"/>
                  <a:pt x="889628" y="31871"/>
                  <a:pt x="889628" y="33298"/>
                </a:cubicBezTo>
                <a:cubicBezTo>
                  <a:pt x="889628" y="34648"/>
                  <a:pt x="889226" y="35661"/>
                  <a:pt x="888421" y="36336"/>
                </a:cubicBezTo>
                <a:cubicBezTo>
                  <a:pt x="887617" y="37011"/>
                  <a:pt x="886410" y="37349"/>
                  <a:pt x="884801" y="37349"/>
                </a:cubicBezTo>
                <a:lnTo>
                  <a:pt x="861530" y="37349"/>
                </a:lnTo>
                <a:lnTo>
                  <a:pt x="861530" y="56541"/>
                </a:lnTo>
                <a:cubicBezTo>
                  <a:pt x="861530" y="62823"/>
                  <a:pt x="862344" y="66960"/>
                  <a:pt x="863972" y="68952"/>
                </a:cubicBezTo>
                <a:cubicBezTo>
                  <a:pt x="865600" y="70944"/>
                  <a:pt x="868387" y="71940"/>
                  <a:pt x="872332" y="71940"/>
                </a:cubicBezTo>
                <a:cubicBezTo>
                  <a:pt x="875818" y="71940"/>
                  <a:pt x="879994" y="70925"/>
                  <a:pt x="884859" y="68895"/>
                </a:cubicBezTo>
                <a:cubicBezTo>
                  <a:pt x="889724" y="66864"/>
                  <a:pt x="892731" y="65849"/>
                  <a:pt x="893880" y="65849"/>
                </a:cubicBezTo>
                <a:cubicBezTo>
                  <a:pt x="894953" y="65849"/>
                  <a:pt x="895862" y="66232"/>
                  <a:pt x="896609" y="66998"/>
                </a:cubicBezTo>
                <a:cubicBezTo>
                  <a:pt x="897356" y="67765"/>
                  <a:pt x="897730" y="68703"/>
                  <a:pt x="897730" y="69814"/>
                </a:cubicBezTo>
                <a:cubicBezTo>
                  <a:pt x="897730" y="71078"/>
                  <a:pt x="897260" y="72176"/>
                  <a:pt x="896322" y="73109"/>
                </a:cubicBezTo>
                <a:cubicBezTo>
                  <a:pt x="895383" y="74042"/>
                  <a:pt x="893784" y="74945"/>
                  <a:pt x="891524" y="75820"/>
                </a:cubicBezTo>
                <a:cubicBezTo>
                  <a:pt x="887770" y="77304"/>
                  <a:pt x="884389" y="78388"/>
                  <a:pt x="881382" y="79072"/>
                </a:cubicBezTo>
                <a:cubicBezTo>
                  <a:pt x="878375" y="79757"/>
                  <a:pt x="875550" y="80099"/>
                  <a:pt x="872907" y="80099"/>
                </a:cubicBezTo>
                <a:cubicBezTo>
                  <a:pt x="868425" y="80099"/>
                  <a:pt x="864661" y="79382"/>
                  <a:pt x="861616" y="77948"/>
                </a:cubicBezTo>
                <a:cubicBezTo>
                  <a:pt x="858571" y="76513"/>
                  <a:pt x="856301" y="74380"/>
                  <a:pt x="854807" y="71549"/>
                </a:cubicBezTo>
                <a:cubicBezTo>
                  <a:pt x="854041" y="70210"/>
                  <a:pt x="853495" y="68623"/>
                  <a:pt x="853169" y="66787"/>
                </a:cubicBezTo>
                <a:cubicBezTo>
                  <a:pt x="852844" y="64950"/>
                  <a:pt x="852681" y="62119"/>
                  <a:pt x="852681" y="58293"/>
                </a:cubicBezTo>
                <a:lnTo>
                  <a:pt x="852681" y="56516"/>
                </a:lnTo>
                <a:lnTo>
                  <a:pt x="852681" y="37349"/>
                </a:lnTo>
                <a:lnTo>
                  <a:pt x="842913" y="37349"/>
                </a:lnTo>
                <a:cubicBezTo>
                  <a:pt x="841304" y="37349"/>
                  <a:pt x="840136" y="37031"/>
                  <a:pt x="839408" y="36396"/>
                </a:cubicBezTo>
                <a:cubicBezTo>
                  <a:pt x="838680" y="35759"/>
                  <a:pt x="838316" y="34726"/>
                  <a:pt x="838316" y="33298"/>
                </a:cubicBezTo>
                <a:cubicBezTo>
                  <a:pt x="838316" y="31717"/>
                  <a:pt x="838814" y="30637"/>
                  <a:pt x="839810" y="30059"/>
                </a:cubicBezTo>
                <a:cubicBezTo>
                  <a:pt x="840806" y="29479"/>
                  <a:pt x="842932" y="29190"/>
                  <a:pt x="846188" y="29190"/>
                </a:cubicBezTo>
                <a:lnTo>
                  <a:pt x="852681" y="29190"/>
                </a:lnTo>
                <a:lnTo>
                  <a:pt x="852681" y="17410"/>
                </a:lnTo>
                <a:lnTo>
                  <a:pt x="852681" y="14365"/>
                </a:lnTo>
                <a:cubicBezTo>
                  <a:pt x="852681" y="12718"/>
                  <a:pt x="853035" y="11502"/>
                  <a:pt x="853744" y="10716"/>
                </a:cubicBezTo>
                <a:cubicBezTo>
                  <a:pt x="854453" y="9931"/>
                  <a:pt x="855554" y="9538"/>
                  <a:pt x="857048" y="9538"/>
                </a:cubicBezTo>
                <a:cubicBezTo>
                  <a:pt x="858733" y="9538"/>
                  <a:pt x="859902" y="10017"/>
                  <a:pt x="860553" y="10975"/>
                </a:cubicBezTo>
                <a:cubicBezTo>
                  <a:pt x="861204" y="11933"/>
                  <a:pt x="861530" y="14116"/>
                  <a:pt x="861530" y="17525"/>
                </a:cubicBezTo>
                <a:lnTo>
                  <a:pt x="861530" y="29190"/>
                </a:lnTo>
                <a:lnTo>
                  <a:pt x="884227" y="29190"/>
                </a:lnTo>
                <a:close/>
                <a:moveTo>
                  <a:pt x="956184" y="29450"/>
                </a:moveTo>
                <a:lnTo>
                  <a:pt x="956184" y="29220"/>
                </a:lnTo>
                <a:cubicBezTo>
                  <a:pt x="956184" y="27945"/>
                  <a:pt x="956548" y="27009"/>
                  <a:pt x="957275" y="26410"/>
                </a:cubicBezTo>
                <a:cubicBezTo>
                  <a:pt x="958003" y="25812"/>
                  <a:pt x="959133" y="25512"/>
                  <a:pt x="960666" y="25512"/>
                </a:cubicBezTo>
                <a:cubicBezTo>
                  <a:pt x="962236" y="25512"/>
                  <a:pt x="963318" y="25973"/>
                  <a:pt x="963912" y="26895"/>
                </a:cubicBezTo>
                <a:cubicBezTo>
                  <a:pt x="964506" y="27817"/>
                  <a:pt x="964803" y="29718"/>
                  <a:pt x="964803" y="32598"/>
                </a:cubicBezTo>
                <a:lnTo>
                  <a:pt x="964803" y="43314"/>
                </a:lnTo>
                <a:cubicBezTo>
                  <a:pt x="964803" y="44735"/>
                  <a:pt x="964439" y="45801"/>
                  <a:pt x="963711" y="46512"/>
                </a:cubicBezTo>
                <a:cubicBezTo>
                  <a:pt x="962983" y="47222"/>
                  <a:pt x="961891" y="47577"/>
                  <a:pt x="960436" y="47577"/>
                </a:cubicBezTo>
                <a:cubicBezTo>
                  <a:pt x="959401" y="47577"/>
                  <a:pt x="958511" y="47280"/>
                  <a:pt x="957764" y="46686"/>
                </a:cubicBezTo>
                <a:cubicBezTo>
                  <a:pt x="957017" y="46093"/>
                  <a:pt x="956107" y="44857"/>
                  <a:pt x="955035" y="42980"/>
                </a:cubicBezTo>
                <a:cubicBezTo>
                  <a:pt x="953196" y="39877"/>
                  <a:pt x="950964" y="37531"/>
                  <a:pt x="948340" y="35941"/>
                </a:cubicBezTo>
                <a:cubicBezTo>
                  <a:pt x="945716" y="34352"/>
                  <a:pt x="942700" y="33557"/>
                  <a:pt x="939290" y="33557"/>
                </a:cubicBezTo>
                <a:cubicBezTo>
                  <a:pt x="933315" y="33557"/>
                  <a:pt x="928459" y="35319"/>
                  <a:pt x="924724" y="38843"/>
                </a:cubicBezTo>
                <a:cubicBezTo>
                  <a:pt x="920989" y="42367"/>
                  <a:pt x="919122" y="46926"/>
                  <a:pt x="919122" y="52519"/>
                </a:cubicBezTo>
                <a:cubicBezTo>
                  <a:pt x="919122" y="58226"/>
                  <a:pt x="920913" y="62890"/>
                  <a:pt x="924494" y="66510"/>
                </a:cubicBezTo>
                <a:cubicBezTo>
                  <a:pt x="928076" y="70130"/>
                  <a:pt x="932683" y="71940"/>
                  <a:pt x="938314" y="71940"/>
                </a:cubicBezTo>
                <a:cubicBezTo>
                  <a:pt x="940880" y="71940"/>
                  <a:pt x="943322" y="71586"/>
                  <a:pt x="945640" y="70877"/>
                </a:cubicBezTo>
                <a:cubicBezTo>
                  <a:pt x="947957" y="70168"/>
                  <a:pt x="950150" y="69105"/>
                  <a:pt x="952219" y="67688"/>
                </a:cubicBezTo>
                <a:cubicBezTo>
                  <a:pt x="952947" y="67228"/>
                  <a:pt x="953924" y="66520"/>
                  <a:pt x="955149" y="65562"/>
                </a:cubicBezTo>
                <a:cubicBezTo>
                  <a:pt x="957639" y="63532"/>
                  <a:pt x="959593" y="62517"/>
                  <a:pt x="961010" y="62517"/>
                </a:cubicBezTo>
                <a:cubicBezTo>
                  <a:pt x="962198" y="62517"/>
                  <a:pt x="963165" y="62890"/>
                  <a:pt x="963912" y="63637"/>
                </a:cubicBezTo>
                <a:cubicBezTo>
                  <a:pt x="964659" y="64384"/>
                  <a:pt x="965033" y="65351"/>
                  <a:pt x="965033" y="66539"/>
                </a:cubicBezTo>
                <a:cubicBezTo>
                  <a:pt x="965033" y="69565"/>
                  <a:pt x="962169" y="72658"/>
                  <a:pt x="956442" y="75819"/>
                </a:cubicBezTo>
                <a:cubicBezTo>
                  <a:pt x="950715" y="78979"/>
                  <a:pt x="944634" y="80559"/>
                  <a:pt x="938199" y="80559"/>
                </a:cubicBezTo>
                <a:cubicBezTo>
                  <a:pt x="929886" y="80559"/>
                  <a:pt x="922962" y="77894"/>
                  <a:pt x="917427" y="72565"/>
                </a:cubicBezTo>
                <a:cubicBezTo>
                  <a:pt x="911892" y="67234"/>
                  <a:pt x="909124" y="60581"/>
                  <a:pt x="909124" y="52605"/>
                </a:cubicBezTo>
                <a:cubicBezTo>
                  <a:pt x="909124" y="44629"/>
                  <a:pt x="911882" y="37966"/>
                  <a:pt x="917398" y="32618"/>
                </a:cubicBezTo>
                <a:cubicBezTo>
                  <a:pt x="922914" y="27268"/>
                  <a:pt x="929810" y="24593"/>
                  <a:pt x="938084" y="24593"/>
                </a:cubicBezTo>
                <a:cubicBezTo>
                  <a:pt x="940995" y="24593"/>
                  <a:pt x="943916" y="24989"/>
                  <a:pt x="946846" y="25780"/>
                </a:cubicBezTo>
                <a:cubicBezTo>
                  <a:pt x="949777" y="26570"/>
                  <a:pt x="952889" y="27793"/>
                  <a:pt x="956184" y="29450"/>
                </a:cubicBezTo>
                <a:close/>
                <a:moveTo>
                  <a:pt x="987631" y="70906"/>
                </a:moveTo>
                <a:lnTo>
                  <a:pt x="987631" y="12067"/>
                </a:lnTo>
                <a:lnTo>
                  <a:pt x="986539" y="12067"/>
                </a:lnTo>
                <a:cubicBezTo>
                  <a:pt x="983935" y="12067"/>
                  <a:pt x="982144" y="11764"/>
                  <a:pt x="981167" y="11160"/>
                </a:cubicBezTo>
                <a:cubicBezTo>
                  <a:pt x="980190" y="10555"/>
                  <a:pt x="979702" y="9498"/>
                  <a:pt x="979702" y="7987"/>
                </a:cubicBezTo>
                <a:cubicBezTo>
                  <a:pt x="979702" y="6627"/>
                  <a:pt x="980094" y="5607"/>
                  <a:pt x="980880" y="4927"/>
                </a:cubicBezTo>
                <a:cubicBezTo>
                  <a:pt x="981665" y="4247"/>
                  <a:pt x="982805" y="3907"/>
                  <a:pt x="984298" y="3907"/>
                </a:cubicBezTo>
                <a:lnTo>
                  <a:pt x="993032" y="3907"/>
                </a:lnTo>
                <a:cubicBezTo>
                  <a:pt x="994067" y="3907"/>
                  <a:pt x="994871" y="4118"/>
                  <a:pt x="995446" y="4539"/>
                </a:cubicBezTo>
                <a:cubicBezTo>
                  <a:pt x="996020" y="4961"/>
                  <a:pt x="996308" y="5535"/>
                  <a:pt x="996308" y="6263"/>
                </a:cubicBezTo>
                <a:lnTo>
                  <a:pt x="996308" y="32285"/>
                </a:lnTo>
                <a:cubicBezTo>
                  <a:pt x="999104" y="29664"/>
                  <a:pt x="1001872" y="27726"/>
                  <a:pt x="1004611" y="26473"/>
                </a:cubicBezTo>
                <a:cubicBezTo>
                  <a:pt x="1007350" y="25220"/>
                  <a:pt x="1010194" y="24593"/>
                  <a:pt x="1013143" y="24593"/>
                </a:cubicBezTo>
                <a:cubicBezTo>
                  <a:pt x="1018928" y="24593"/>
                  <a:pt x="1023477" y="26392"/>
                  <a:pt x="1026790" y="29989"/>
                </a:cubicBezTo>
                <a:cubicBezTo>
                  <a:pt x="1030104" y="33585"/>
                  <a:pt x="1031761" y="38558"/>
                  <a:pt x="1031761" y="44909"/>
                </a:cubicBezTo>
                <a:lnTo>
                  <a:pt x="1031761" y="70906"/>
                </a:lnTo>
                <a:lnTo>
                  <a:pt x="1034461" y="70906"/>
                </a:lnTo>
                <a:cubicBezTo>
                  <a:pt x="1036376" y="70906"/>
                  <a:pt x="1037756" y="71224"/>
                  <a:pt x="1038598" y="71861"/>
                </a:cubicBezTo>
                <a:cubicBezTo>
                  <a:pt x="1039441" y="72497"/>
                  <a:pt x="1039862" y="73509"/>
                  <a:pt x="1039862" y="74899"/>
                </a:cubicBezTo>
                <a:cubicBezTo>
                  <a:pt x="1039862" y="76288"/>
                  <a:pt x="1039479" y="77329"/>
                  <a:pt x="1038713" y="78024"/>
                </a:cubicBezTo>
                <a:cubicBezTo>
                  <a:pt x="1037947" y="78718"/>
                  <a:pt x="1036798" y="79065"/>
                  <a:pt x="1035266" y="79065"/>
                </a:cubicBezTo>
                <a:lnTo>
                  <a:pt x="1019981" y="79065"/>
                </a:lnTo>
                <a:cubicBezTo>
                  <a:pt x="1018181" y="79065"/>
                  <a:pt x="1016965" y="78766"/>
                  <a:pt x="1016332" y="78169"/>
                </a:cubicBezTo>
                <a:cubicBezTo>
                  <a:pt x="1015700" y="77571"/>
                  <a:pt x="1015384" y="76481"/>
                  <a:pt x="1015384" y="74899"/>
                </a:cubicBezTo>
                <a:cubicBezTo>
                  <a:pt x="1015384" y="73356"/>
                  <a:pt x="1015777" y="72305"/>
                  <a:pt x="1016562" y="71746"/>
                </a:cubicBezTo>
                <a:cubicBezTo>
                  <a:pt x="1017348" y="71186"/>
                  <a:pt x="1018832" y="70906"/>
                  <a:pt x="1021015" y="70906"/>
                </a:cubicBezTo>
                <a:lnTo>
                  <a:pt x="1023027" y="70906"/>
                </a:lnTo>
                <a:lnTo>
                  <a:pt x="1023027" y="47076"/>
                </a:lnTo>
                <a:cubicBezTo>
                  <a:pt x="1023027" y="42607"/>
                  <a:pt x="1022011" y="39199"/>
                  <a:pt x="1019981" y="36850"/>
                </a:cubicBezTo>
                <a:cubicBezTo>
                  <a:pt x="1017951" y="34501"/>
                  <a:pt x="1015001" y="33327"/>
                  <a:pt x="1011132" y="33327"/>
                </a:cubicBezTo>
                <a:cubicBezTo>
                  <a:pt x="1007187" y="33327"/>
                  <a:pt x="1003730" y="34645"/>
                  <a:pt x="1000761" y="37281"/>
                </a:cubicBezTo>
                <a:cubicBezTo>
                  <a:pt x="997792" y="39916"/>
                  <a:pt x="996308" y="43181"/>
                  <a:pt x="996308" y="47076"/>
                </a:cubicBezTo>
                <a:lnTo>
                  <a:pt x="996308" y="70906"/>
                </a:lnTo>
                <a:lnTo>
                  <a:pt x="998319" y="70906"/>
                </a:lnTo>
                <a:cubicBezTo>
                  <a:pt x="1000617" y="70906"/>
                  <a:pt x="1002169" y="71195"/>
                  <a:pt x="1002973" y="71775"/>
                </a:cubicBezTo>
                <a:cubicBezTo>
                  <a:pt x="1003777" y="72353"/>
                  <a:pt x="1004180" y="73395"/>
                  <a:pt x="1004180" y="74899"/>
                </a:cubicBezTo>
                <a:cubicBezTo>
                  <a:pt x="1004180" y="76481"/>
                  <a:pt x="1003864" y="77571"/>
                  <a:pt x="1003232" y="78169"/>
                </a:cubicBezTo>
                <a:cubicBezTo>
                  <a:pt x="1002600" y="78766"/>
                  <a:pt x="1001383" y="79065"/>
                  <a:pt x="999583" y="79065"/>
                </a:cubicBezTo>
                <a:lnTo>
                  <a:pt x="984298" y="79065"/>
                </a:lnTo>
                <a:cubicBezTo>
                  <a:pt x="982805" y="79065"/>
                  <a:pt x="981684" y="78718"/>
                  <a:pt x="980937" y="78024"/>
                </a:cubicBezTo>
                <a:cubicBezTo>
                  <a:pt x="980190" y="77329"/>
                  <a:pt x="979817" y="76288"/>
                  <a:pt x="979817" y="74899"/>
                </a:cubicBezTo>
                <a:cubicBezTo>
                  <a:pt x="979817" y="73356"/>
                  <a:pt x="980267" y="72305"/>
                  <a:pt x="981167" y="71746"/>
                </a:cubicBezTo>
                <a:cubicBezTo>
                  <a:pt x="982067" y="71186"/>
                  <a:pt x="983820" y="70906"/>
                  <a:pt x="986425" y="70906"/>
                </a:cubicBezTo>
                <a:lnTo>
                  <a:pt x="987631" y="70906"/>
                </a:lnTo>
                <a:close/>
                <a:moveTo>
                  <a:pt x="1060163" y="55047"/>
                </a:moveTo>
                <a:cubicBezTo>
                  <a:pt x="1060469" y="60581"/>
                  <a:pt x="1062337" y="64857"/>
                  <a:pt x="1065765" y="67875"/>
                </a:cubicBezTo>
                <a:cubicBezTo>
                  <a:pt x="1069193" y="70891"/>
                  <a:pt x="1073876" y="72400"/>
                  <a:pt x="1079814" y="72400"/>
                </a:cubicBezTo>
                <a:cubicBezTo>
                  <a:pt x="1084296" y="72400"/>
                  <a:pt x="1089180" y="71203"/>
                  <a:pt x="1094466" y="68808"/>
                </a:cubicBezTo>
                <a:cubicBezTo>
                  <a:pt x="1099753" y="66414"/>
                  <a:pt x="1102951" y="65217"/>
                  <a:pt x="1104062" y="65217"/>
                </a:cubicBezTo>
                <a:cubicBezTo>
                  <a:pt x="1105211" y="65217"/>
                  <a:pt x="1106169" y="65581"/>
                  <a:pt x="1106935" y="66309"/>
                </a:cubicBezTo>
                <a:cubicBezTo>
                  <a:pt x="1107701" y="67037"/>
                  <a:pt x="1108084" y="67937"/>
                  <a:pt x="1108084" y="69010"/>
                </a:cubicBezTo>
                <a:cubicBezTo>
                  <a:pt x="1108084" y="70120"/>
                  <a:pt x="1107682" y="71136"/>
                  <a:pt x="1106878" y="72055"/>
                </a:cubicBezTo>
                <a:cubicBezTo>
                  <a:pt x="1106073" y="72974"/>
                  <a:pt x="1104790" y="73875"/>
                  <a:pt x="1103028" y="74756"/>
                </a:cubicBezTo>
                <a:cubicBezTo>
                  <a:pt x="1099197" y="76633"/>
                  <a:pt x="1095242" y="78069"/>
                  <a:pt x="1091162" y="79065"/>
                </a:cubicBezTo>
                <a:cubicBezTo>
                  <a:pt x="1087083" y="80061"/>
                  <a:pt x="1083032" y="80559"/>
                  <a:pt x="1079010" y="80559"/>
                </a:cubicBezTo>
                <a:cubicBezTo>
                  <a:pt x="1070276" y="80559"/>
                  <a:pt x="1063285" y="78038"/>
                  <a:pt x="1058037" y="72996"/>
                </a:cubicBezTo>
                <a:cubicBezTo>
                  <a:pt x="1052789" y="67953"/>
                  <a:pt x="1050165" y="61270"/>
                  <a:pt x="1050165" y="52949"/>
                </a:cubicBezTo>
                <a:cubicBezTo>
                  <a:pt x="1050165" y="44475"/>
                  <a:pt x="1052942" y="37612"/>
                  <a:pt x="1058496" y="32359"/>
                </a:cubicBezTo>
                <a:cubicBezTo>
                  <a:pt x="1064051" y="27105"/>
                  <a:pt x="1071291" y="24478"/>
                  <a:pt x="1080216" y="24478"/>
                </a:cubicBezTo>
                <a:cubicBezTo>
                  <a:pt x="1088299" y="24478"/>
                  <a:pt x="1095003" y="26930"/>
                  <a:pt x="1100327" y="31833"/>
                </a:cubicBezTo>
                <a:cubicBezTo>
                  <a:pt x="1105652" y="36736"/>
                  <a:pt x="1108314" y="42674"/>
                  <a:pt x="1108314" y="49646"/>
                </a:cubicBezTo>
                <a:cubicBezTo>
                  <a:pt x="1108314" y="51791"/>
                  <a:pt x="1107864" y="53227"/>
                  <a:pt x="1106964" y="53955"/>
                </a:cubicBezTo>
                <a:cubicBezTo>
                  <a:pt x="1106064" y="54683"/>
                  <a:pt x="1103622" y="55047"/>
                  <a:pt x="1099638" y="55047"/>
                </a:cubicBezTo>
                <a:lnTo>
                  <a:pt x="1098776" y="55047"/>
                </a:lnTo>
                <a:lnTo>
                  <a:pt x="1060163" y="55047"/>
                </a:lnTo>
                <a:moveTo>
                  <a:pt x="1060450" y="47462"/>
                </a:moveTo>
                <a:lnTo>
                  <a:pt x="1097856" y="47462"/>
                </a:lnTo>
                <a:cubicBezTo>
                  <a:pt x="1097282" y="42938"/>
                  <a:pt x="1095376" y="39299"/>
                  <a:pt x="1092139" y="36543"/>
                </a:cubicBezTo>
                <a:cubicBezTo>
                  <a:pt x="1088902" y="33786"/>
                  <a:pt x="1084928" y="32407"/>
                  <a:pt x="1080216" y="32407"/>
                </a:cubicBezTo>
                <a:cubicBezTo>
                  <a:pt x="1075121" y="32407"/>
                  <a:pt x="1070831" y="33738"/>
                  <a:pt x="1067345" y="36399"/>
                </a:cubicBezTo>
                <a:cubicBezTo>
                  <a:pt x="1063859" y="39060"/>
                  <a:pt x="1061561" y="42748"/>
                  <a:pt x="1060450" y="47462"/>
                </a:cubicBezTo>
                <a:close/>
                <a:moveTo>
                  <a:pt x="1128557" y="70906"/>
                </a:moveTo>
                <a:lnTo>
                  <a:pt x="1128557" y="34121"/>
                </a:lnTo>
                <a:lnTo>
                  <a:pt x="1127465" y="34121"/>
                </a:lnTo>
                <a:cubicBezTo>
                  <a:pt x="1124861" y="34121"/>
                  <a:pt x="1123070" y="33815"/>
                  <a:pt x="1122093" y="33203"/>
                </a:cubicBezTo>
                <a:cubicBezTo>
                  <a:pt x="1121116" y="32591"/>
                  <a:pt x="1120628" y="31520"/>
                  <a:pt x="1120628" y="29989"/>
                </a:cubicBezTo>
                <a:cubicBezTo>
                  <a:pt x="1120628" y="28574"/>
                  <a:pt x="1121030" y="27551"/>
                  <a:pt x="1121834" y="26920"/>
                </a:cubicBezTo>
                <a:cubicBezTo>
                  <a:pt x="1122639" y="26288"/>
                  <a:pt x="1123941" y="25972"/>
                  <a:pt x="1125742" y="25972"/>
                </a:cubicBezTo>
                <a:lnTo>
                  <a:pt x="1128442" y="25972"/>
                </a:lnTo>
                <a:lnTo>
                  <a:pt x="1133958" y="25972"/>
                </a:lnTo>
                <a:cubicBezTo>
                  <a:pt x="1134993" y="25972"/>
                  <a:pt x="1135797" y="26184"/>
                  <a:pt x="1136372" y="26609"/>
                </a:cubicBezTo>
                <a:cubicBezTo>
                  <a:pt x="1136946" y="27033"/>
                  <a:pt x="1137234" y="27612"/>
                  <a:pt x="1137234" y="28346"/>
                </a:cubicBezTo>
                <a:lnTo>
                  <a:pt x="1137234" y="32284"/>
                </a:lnTo>
                <a:cubicBezTo>
                  <a:pt x="1140030" y="29662"/>
                  <a:pt x="1142798" y="27725"/>
                  <a:pt x="1145537" y="26473"/>
                </a:cubicBezTo>
                <a:cubicBezTo>
                  <a:pt x="1148276" y="25220"/>
                  <a:pt x="1151120" y="24593"/>
                  <a:pt x="1154069" y="24593"/>
                </a:cubicBezTo>
                <a:cubicBezTo>
                  <a:pt x="1159854" y="24593"/>
                  <a:pt x="1164403" y="26392"/>
                  <a:pt x="1167716" y="29989"/>
                </a:cubicBezTo>
                <a:cubicBezTo>
                  <a:pt x="1171030" y="33585"/>
                  <a:pt x="1172687" y="38558"/>
                  <a:pt x="1172687" y="44909"/>
                </a:cubicBezTo>
                <a:lnTo>
                  <a:pt x="1172687" y="70906"/>
                </a:lnTo>
                <a:lnTo>
                  <a:pt x="1175387" y="70906"/>
                </a:lnTo>
                <a:cubicBezTo>
                  <a:pt x="1177302" y="70906"/>
                  <a:pt x="1178682" y="71224"/>
                  <a:pt x="1179524" y="71861"/>
                </a:cubicBezTo>
                <a:cubicBezTo>
                  <a:pt x="1180367" y="72497"/>
                  <a:pt x="1180788" y="73509"/>
                  <a:pt x="1180788" y="74899"/>
                </a:cubicBezTo>
                <a:cubicBezTo>
                  <a:pt x="1180788" y="76404"/>
                  <a:pt x="1180338" y="77475"/>
                  <a:pt x="1179438" y="78112"/>
                </a:cubicBezTo>
                <a:cubicBezTo>
                  <a:pt x="1178538" y="78747"/>
                  <a:pt x="1176939" y="79065"/>
                  <a:pt x="1174640" y="79065"/>
                </a:cubicBezTo>
                <a:lnTo>
                  <a:pt x="1161941" y="79065"/>
                </a:lnTo>
                <a:cubicBezTo>
                  <a:pt x="1159490" y="79065"/>
                  <a:pt x="1157919" y="78776"/>
                  <a:pt x="1157230" y="78198"/>
                </a:cubicBezTo>
                <a:cubicBezTo>
                  <a:pt x="1156540" y="77618"/>
                  <a:pt x="1156195" y="76519"/>
                  <a:pt x="1156195" y="74899"/>
                </a:cubicBezTo>
                <a:cubicBezTo>
                  <a:pt x="1156195" y="73395"/>
                  <a:pt x="1156598" y="72353"/>
                  <a:pt x="1157402" y="71775"/>
                </a:cubicBezTo>
                <a:cubicBezTo>
                  <a:pt x="1158207" y="71195"/>
                  <a:pt x="1159720" y="70906"/>
                  <a:pt x="1161941" y="70906"/>
                </a:cubicBezTo>
                <a:lnTo>
                  <a:pt x="1163953" y="70906"/>
                </a:lnTo>
                <a:lnTo>
                  <a:pt x="1163953" y="47076"/>
                </a:lnTo>
                <a:cubicBezTo>
                  <a:pt x="1163953" y="42607"/>
                  <a:pt x="1162937" y="39199"/>
                  <a:pt x="1160907" y="36850"/>
                </a:cubicBezTo>
                <a:cubicBezTo>
                  <a:pt x="1158877" y="34501"/>
                  <a:pt x="1155927" y="33327"/>
                  <a:pt x="1152058" y="33327"/>
                </a:cubicBezTo>
                <a:cubicBezTo>
                  <a:pt x="1148151" y="33327"/>
                  <a:pt x="1144703" y="34645"/>
                  <a:pt x="1141716" y="37281"/>
                </a:cubicBezTo>
                <a:cubicBezTo>
                  <a:pt x="1138728" y="39916"/>
                  <a:pt x="1137234" y="43181"/>
                  <a:pt x="1137234" y="47076"/>
                </a:cubicBezTo>
                <a:lnTo>
                  <a:pt x="1137234" y="70906"/>
                </a:lnTo>
                <a:lnTo>
                  <a:pt x="1139245" y="70906"/>
                </a:lnTo>
                <a:cubicBezTo>
                  <a:pt x="1141543" y="70906"/>
                  <a:pt x="1143095" y="71195"/>
                  <a:pt x="1143899" y="71775"/>
                </a:cubicBezTo>
                <a:cubicBezTo>
                  <a:pt x="1144703" y="72353"/>
                  <a:pt x="1145106" y="73395"/>
                  <a:pt x="1145106" y="74899"/>
                </a:cubicBezTo>
                <a:cubicBezTo>
                  <a:pt x="1145106" y="76519"/>
                  <a:pt x="1144761" y="77618"/>
                  <a:pt x="1144071" y="78198"/>
                </a:cubicBezTo>
                <a:cubicBezTo>
                  <a:pt x="1143382" y="78776"/>
                  <a:pt x="1141696" y="79065"/>
                  <a:pt x="1139015" y="79065"/>
                </a:cubicBezTo>
                <a:lnTo>
                  <a:pt x="1128557" y="79065"/>
                </a:lnTo>
                <a:lnTo>
                  <a:pt x="1125454" y="79065"/>
                </a:lnTo>
                <a:cubicBezTo>
                  <a:pt x="1123884" y="79065"/>
                  <a:pt x="1122706" y="78728"/>
                  <a:pt x="1121921" y="78052"/>
                </a:cubicBezTo>
                <a:cubicBezTo>
                  <a:pt x="1121135" y="77377"/>
                  <a:pt x="1120743" y="76326"/>
                  <a:pt x="1120743" y="74899"/>
                </a:cubicBezTo>
                <a:cubicBezTo>
                  <a:pt x="1120743" y="73356"/>
                  <a:pt x="1121193" y="72305"/>
                  <a:pt x="1122093" y="71746"/>
                </a:cubicBezTo>
                <a:cubicBezTo>
                  <a:pt x="1122993" y="71186"/>
                  <a:pt x="1124746" y="70906"/>
                  <a:pt x="1127351" y="70906"/>
                </a:cubicBezTo>
                <a:lnTo>
                  <a:pt x="1128557" y="70906"/>
                </a:lnTo>
                <a:close/>
                <a:moveTo>
                  <a:pt x="1307924" y="29450"/>
                </a:moveTo>
                <a:lnTo>
                  <a:pt x="1307924" y="29220"/>
                </a:lnTo>
                <a:cubicBezTo>
                  <a:pt x="1307924" y="27945"/>
                  <a:pt x="1308288" y="27009"/>
                  <a:pt x="1309015" y="26410"/>
                </a:cubicBezTo>
                <a:cubicBezTo>
                  <a:pt x="1309743" y="25812"/>
                  <a:pt x="1310873" y="25512"/>
                  <a:pt x="1312406" y="25512"/>
                </a:cubicBezTo>
                <a:cubicBezTo>
                  <a:pt x="1313976" y="25512"/>
                  <a:pt x="1315058" y="25973"/>
                  <a:pt x="1315652" y="26895"/>
                </a:cubicBezTo>
                <a:cubicBezTo>
                  <a:pt x="1316246" y="27817"/>
                  <a:pt x="1316543" y="29718"/>
                  <a:pt x="1316543" y="32598"/>
                </a:cubicBezTo>
                <a:lnTo>
                  <a:pt x="1316543" y="43314"/>
                </a:lnTo>
                <a:cubicBezTo>
                  <a:pt x="1316543" y="44735"/>
                  <a:pt x="1316179" y="45801"/>
                  <a:pt x="1315451" y="46512"/>
                </a:cubicBezTo>
                <a:cubicBezTo>
                  <a:pt x="1314723" y="47222"/>
                  <a:pt x="1313631" y="47577"/>
                  <a:pt x="1312176" y="47577"/>
                </a:cubicBezTo>
                <a:cubicBezTo>
                  <a:pt x="1311141" y="47577"/>
                  <a:pt x="1310251" y="47280"/>
                  <a:pt x="1309504" y="46686"/>
                </a:cubicBezTo>
                <a:cubicBezTo>
                  <a:pt x="1308757" y="46093"/>
                  <a:pt x="1307847" y="44857"/>
                  <a:pt x="1306774" y="42980"/>
                </a:cubicBezTo>
                <a:cubicBezTo>
                  <a:pt x="1304936" y="39877"/>
                  <a:pt x="1302704" y="37531"/>
                  <a:pt x="1300080" y="35941"/>
                </a:cubicBezTo>
                <a:cubicBezTo>
                  <a:pt x="1297456" y="34352"/>
                  <a:pt x="1294440" y="33557"/>
                  <a:pt x="1291030" y="33557"/>
                </a:cubicBezTo>
                <a:cubicBezTo>
                  <a:pt x="1285055" y="33557"/>
                  <a:pt x="1280199" y="35319"/>
                  <a:pt x="1276464" y="38843"/>
                </a:cubicBezTo>
                <a:cubicBezTo>
                  <a:pt x="1272729" y="42367"/>
                  <a:pt x="1270862" y="46926"/>
                  <a:pt x="1270862" y="52519"/>
                </a:cubicBezTo>
                <a:cubicBezTo>
                  <a:pt x="1270862" y="58226"/>
                  <a:pt x="1272653" y="62890"/>
                  <a:pt x="1276234" y="66510"/>
                </a:cubicBezTo>
                <a:cubicBezTo>
                  <a:pt x="1279816" y="70130"/>
                  <a:pt x="1284423" y="71940"/>
                  <a:pt x="1290054" y="71940"/>
                </a:cubicBezTo>
                <a:cubicBezTo>
                  <a:pt x="1292620" y="71940"/>
                  <a:pt x="1295062" y="71586"/>
                  <a:pt x="1297380" y="70877"/>
                </a:cubicBezTo>
                <a:cubicBezTo>
                  <a:pt x="1299697" y="70168"/>
                  <a:pt x="1301890" y="69105"/>
                  <a:pt x="1303959" y="67688"/>
                </a:cubicBezTo>
                <a:cubicBezTo>
                  <a:pt x="1304687" y="67228"/>
                  <a:pt x="1305664" y="66520"/>
                  <a:pt x="1306889" y="65562"/>
                </a:cubicBezTo>
                <a:cubicBezTo>
                  <a:pt x="1309379" y="63532"/>
                  <a:pt x="1311333" y="62517"/>
                  <a:pt x="1312750" y="62517"/>
                </a:cubicBezTo>
                <a:cubicBezTo>
                  <a:pt x="1313938" y="62517"/>
                  <a:pt x="1314905" y="62890"/>
                  <a:pt x="1315652" y="63637"/>
                </a:cubicBezTo>
                <a:cubicBezTo>
                  <a:pt x="1316399" y="64384"/>
                  <a:pt x="1316773" y="65351"/>
                  <a:pt x="1316773" y="66539"/>
                </a:cubicBezTo>
                <a:cubicBezTo>
                  <a:pt x="1316773" y="69565"/>
                  <a:pt x="1313909" y="72658"/>
                  <a:pt x="1308182" y="75819"/>
                </a:cubicBezTo>
                <a:cubicBezTo>
                  <a:pt x="1302455" y="78979"/>
                  <a:pt x="1296374" y="80559"/>
                  <a:pt x="1289939" y="80559"/>
                </a:cubicBezTo>
                <a:cubicBezTo>
                  <a:pt x="1281626" y="80559"/>
                  <a:pt x="1274702" y="77894"/>
                  <a:pt x="1269167" y="72565"/>
                </a:cubicBezTo>
                <a:cubicBezTo>
                  <a:pt x="1263632" y="67234"/>
                  <a:pt x="1260864" y="60581"/>
                  <a:pt x="1260864" y="52605"/>
                </a:cubicBezTo>
                <a:cubicBezTo>
                  <a:pt x="1260864" y="44629"/>
                  <a:pt x="1263622" y="37966"/>
                  <a:pt x="1269138" y="32618"/>
                </a:cubicBezTo>
                <a:cubicBezTo>
                  <a:pt x="1274654" y="27268"/>
                  <a:pt x="1281550" y="24593"/>
                  <a:pt x="1289824" y="24593"/>
                </a:cubicBezTo>
                <a:cubicBezTo>
                  <a:pt x="1292735" y="24593"/>
                  <a:pt x="1295656" y="24989"/>
                  <a:pt x="1298586" y="25780"/>
                </a:cubicBezTo>
                <a:cubicBezTo>
                  <a:pt x="1301517" y="26570"/>
                  <a:pt x="1304629" y="27793"/>
                  <a:pt x="1307924" y="29450"/>
                </a:cubicBezTo>
                <a:close/>
                <a:moveTo>
                  <a:pt x="1373733" y="53725"/>
                </a:moveTo>
                <a:cubicBezTo>
                  <a:pt x="1371626" y="53036"/>
                  <a:pt x="1369586" y="52528"/>
                  <a:pt x="1367613" y="52202"/>
                </a:cubicBezTo>
                <a:cubicBezTo>
                  <a:pt x="1365640" y="51877"/>
                  <a:pt x="1363677" y="51714"/>
                  <a:pt x="1361723" y="51714"/>
                </a:cubicBezTo>
                <a:cubicBezTo>
                  <a:pt x="1355824" y="51714"/>
                  <a:pt x="1351170" y="52710"/>
                  <a:pt x="1347761" y="54702"/>
                </a:cubicBezTo>
                <a:cubicBezTo>
                  <a:pt x="1344351" y="56694"/>
                  <a:pt x="1342647" y="59375"/>
                  <a:pt x="1342647" y="62746"/>
                </a:cubicBezTo>
                <a:cubicBezTo>
                  <a:pt x="1342647" y="65351"/>
                  <a:pt x="1343710" y="67496"/>
                  <a:pt x="1345836" y="69182"/>
                </a:cubicBezTo>
                <a:cubicBezTo>
                  <a:pt x="1347962" y="70867"/>
                  <a:pt x="1350672" y="71710"/>
                  <a:pt x="1353966" y="71710"/>
                </a:cubicBezTo>
                <a:cubicBezTo>
                  <a:pt x="1358831" y="71710"/>
                  <a:pt x="1363342" y="70437"/>
                  <a:pt x="1367498" y="67889"/>
                </a:cubicBezTo>
                <a:cubicBezTo>
                  <a:pt x="1371654" y="65342"/>
                  <a:pt x="1373733" y="62689"/>
                  <a:pt x="1373733" y="59931"/>
                </a:cubicBezTo>
                <a:lnTo>
                  <a:pt x="1373733" y="53725"/>
                </a:lnTo>
                <a:moveTo>
                  <a:pt x="1374192" y="71825"/>
                </a:moveTo>
                <a:cubicBezTo>
                  <a:pt x="1371051" y="74660"/>
                  <a:pt x="1367632" y="76824"/>
                  <a:pt x="1363936" y="78318"/>
                </a:cubicBezTo>
                <a:cubicBezTo>
                  <a:pt x="1360239" y="79812"/>
                  <a:pt x="1356437" y="80559"/>
                  <a:pt x="1352530" y="80559"/>
                </a:cubicBezTo>
                <a:cubicBezTo>
                  <a:pt x="1346822" y="80559"/>
                  <a:pt x="1342216" y="78967"/>
                  <a:pt x="1338711" y="75783"/>
                </a:cubicBezTo>
                <a:cubicBezTo>
                  <a:pt x="1335206" y="72598"/>
                  <a:pt x="1333453" y="68455"/>
                  <a:pt x="1333453" y="63352"/>
                </a:cubicBezTo>
                <a:cubicBezTo>
                  <a:pt x="1333453" y="57290"/>
                  <a:pt x="1335780" y="52590"/>
                  <a:pt x="1340434" y="49252"/>
                </a:cubicBezTo>
                <a:cubicBezTo>
                  <a:pt x="1345089" y="45914"/>
                  <a:pt x="1351630" y="44244"/>
                  <a:pt x="1360057" y="44244"/>
                </a:cubicBezTo>
                <a:cubicBezTo>
                  <a:pt x="1362279" y="44244"/>
                  <a:pt x="1364520" y="44388"/>
                  <a:pt x="1366780" y="44675"/>
                </a:cubicBezTo>
                <a:cubicBezTo>
                  <a:pt x="1369040" y="44963"/>
                  <a:pt x="1371358" y="45413"/>
                  <a:pt x="1373733" y="46026"/>
                </a:cubicBezTo>
                <a:lnTo>
                  <a:pt x="1373733" y="45623"/>
                </a:lnTo>
                <a:cubicBezTo>
                  <a:pt x="1373733" y="41235"/>
                  <a:pt x="1372679" y="37992"/>
                  <a:pt x="1370572" y="35896"/>
                </a:cubicBezTo>
                <a:cubicBezTo>
                  <a:pt x="1368465" y="33800"/>
                  <a:pt x="1365190" y="32752"/>
                  <a:pt x="1360747" y="32752"/>
                </a:cubicBezTo>
                <a:cubicBezTo>
                  <a:pt x="1357759" y="32752"/>
                  <a:pt x="1354426" y="33557"/>
                  <a:pt x="1350749" y="35166"/>
                </a:cubicBezTo>
                <a:cubicBezTo>
                  <a:pt x="1347071" y="36774"/>
                  <a:pt x="1344639" y="37579"/>
                  <a:pt x="1343451" y="37579"/>
                </a:cubicBezTo>
                <a:cubicBezTo>
                  <a:pt x="1342340" y="37579"/>
                  <a:pt x="1341421" y="37129"/>
                  <a:pt x="1340693" y="36229"/>
                </a:cubicBezTo>
                <a:cubicBezTo>
                  <a:pt x="1339965" y="35328"/>
                  <a:pt x="1339601" y="34170"/>
                  <a:pt x="1339601" y="32752"/>
                </a:cubicBezTo>
                <a:cubicBezTo>
                  <a:pt x="1339601" y="30477"/>
                  <a:pt x="1341718" y="28548"/>
                  <a:pt x="1345951" y="26967"/>
                </a:cubicBezTo>
                <a:cubicBezTo>
                  <a:pt x="1350184" y="25384"/>
                  <a:pt x="1355594" y="24593"/>
                  <a:pt x="1362183" y="24593"/>
                </a:cubicBezTo>
                <a:cubicBezTo>
                  <a:pt x="1368925" y="24593"/>
                  <a:pt x="1374020" y="26310"/>
                  <a:pt x="1377467" y="29743"/>
                </a:cubicBezTo>
                <a:cubicBezTo>
                  <a:pt x="1380915" y="33175"/>
                  <a:pt x="1382639" y="38247"/>
                  <a:pt x="1382639" y="44959"/>
                </a:cubicBezTo>
                <a:lnTo>
                  <a:pt x="1382639" y="71021"/>
                </a:lnTo>
                <a:lnTo>
                  <a:pt x="1385454" y="71021"/>
                </a:lnTo>
                <a:cubicBezTo>
                  <a:pt x="1388174" y="71021"/>
                  <a:pt x="1389994" y="71306"/>
                  <a:pt x="1390913" y="71877"/>
                </a:cubicBezTo>
                <a:cubicBezTo>
                  <a:pt x="1391832" y="72447"/>
                  <a:pt x="1392292" y="73474"/>
                  <a:pt x="1392292" y="74957"/>
                </a:cubicBezTo>
                <a:cubicBezTo>
                  <a:pt x="1392292" y="76326"/>
                  <a:pt x="1391909" y="77353"/>
                  <a:pt x="1391143" y="78038"/>
                </a:cubicBezTo>
                <a:cubicBezTo>
                  <a:pt x="1390377" y="78723"/>
                  <a:pt x="1389228" y="79065"/>
                  <a:pt x="1387695" y="79065"/>
                </a:cubicBezTo>
                <a:lnTo>
                  <a:pt x="1378674" y="79065"/>
                </a:lnTo>
                <a:cubicBezTo>
                  <a:pt x="1377602" y="79065"/>
                  <a:pt x="1376720" y="78742"/>
                  <a:pt x="1376031" y="78097"/>
                </a:cubicBezTo>
                <a:cubicBezTo>
                  <a:pt x="1375341" y="77451"/>
                  <a:pt x="1374882" y="76519"/>
                  <a:pt x="1374652" y="75303"/>
                </a:cubicBezTo>
                <a:lnTo>
                  <a:pt x="1374192" y="71825"/>
                </a:lnTo>
                <a:close/>
                <a:moveTo>
                  <a:pt x="1434427" y="71021"/>
                </a:moveTo>
                <a:cubicBezTo>
                  <a:pt x="1439828" y="71021"/>
                  <a:pt x="1444215" y="69319"/>
                  <a:pt x="1447586" y="65916"/>
                </a:cubicBezTo>
                <a:cubicBezTo>
                  <a:pt x="1450957" y="62511"/>
                  <a:pt x="1452642" y="58093"/>
                  <a:pt x="1452642" y="52662"/>
                </a:cubicBezTo>
                <a:cubicBezTo>
                  <a:pt x="1452642" y="47346"/>
                  <a:pt x="1450928" y="42967"/>
                  <a:pt x="1447499" y="39525"/>
                </a:cubicBezTo>
                <a:cubicBezTo>
                  <a:pt x="1444071" y="36083"/>
                  <a:pt x="1439714" y="34361"/>
                  <a:pt x="1434427" y="34361"/>
                </a:cubicBezTo>
                <a:cubicBezTo>
                  <a:pt x="1429103" y="34361"/>
                  <a:pt x="1424745" y="36073"/>
                  <a:pt x="1421355" y="39497"/>
                </a:cubicBezTo>
                <a:cubicBezTo>
                  <a:pt x="1417965" y="42919"/>
                  <a:pt x="1416270" y="47308"/>
                  <a:pt x="1416270" y="52662"/>
                </a:cubicBezTo>
                <a:cubicBezTo>
                  <a:pt x="1416270" y="58017"/>
                  <a:pt x="1417965" y="62415"/>
                  <a:pt x="1421355" y="65858"/>
                </a:cubicBezTo>
                <a:cubicBezTo>
                  <a:pt x="1424745" y="69300"/>
                  <a:pt x="1429103" y="71021"/>
                  <a:pt x="1434427" y="71021"/>
                </a:cubicBezTo>
                <a:moveTo>
                  <a:pt x="1416500" y="34246"/>
                </a:moveTo>
                <a:cubicBezTo>
                  <a:pt x="1418645" y="31565"/>
                  <a:pt x="1421326" y="29515"/>
                  <a:pt x="1424544" y="28098"/>
                </a:cubicBezTo>
                <a:cubicBezTo>
                  <a:pt x="1427762" y="26681"/>
                  <a:pt x="1431401" y="25972"/>
                  <a:pt x="1435461" y="25972"/>
                </a:cubicBezTo>
                <a:cubicBezTo>
                  <a:pt x="1443161" y="25972"/>
                  <a:pt x="1449578" y="28567"/>
                  <a:pt x="1454711" y="33758"/>
                </a:cubicBezTo>
                <a:cubicBezTo>
                  <a:pt x="1459844" y="38948"/>
                  <a:pt x="1462410" y="45374"/>
                  <a:pt x="1462410" y="53036"/>
                </a:cubicBezTo>
                <a:cubicBezTo>
                  <a:pt x="1462410" y="60582"/>
                  <a:pt x="1459777" y="66979"/>
                  <a:pt x="1454510" y="72227"/>
                </a:cubicBezTo>
                <a:cubicBezTo>
                  <a:pt x="1449242" y="77475"/>
                  <a:pt x="1442816" y="80099"/>
                  <a:pt x="1435232" y="80099"/>
                </a:cubicBezTo>
                <a:cubicBezTo>
                  <a:pt x="1431209" y="80099"/>
                  <a:pt x="1427704" y="79387"/>
                  <a:pt x="1424716" y="77961"/>
                </a:cubicBezTo>
                <a:cubicBezTo>
                  <a:pt x="1421729" y="76534"/>
                  <a:pt x="1419277" y="74375"/>
                  <a:pt x="1417362" y="71484"/>
                </a:cubicBezTo>
                <a:lnTo>
                  <a:pt x="1417362" y="76113"/>
                </a:lnTo>
                <a:cubicBezTo>
                  <a:pt x="1417362" y="77156"/>
                  <a:pt x="1417180" y="77909"/>
                  <a:pt x="1416816" y="78372"/>
                </a:cubicBezTo>
                <a:cubicBezTo>
                  <a:pt x="1416452" y="78834"/>
                  <a:pt x="1415848" y="79065"/>
                  <a:pt x="1415006" y="79065"/>
                </a:cubicBezTo>
                <a:lnTo>
                  <a:pt x="1404490" y="79065"/>
                </a:lnTo>
                <a:cubicBezTo>
                  <a:pt x="1402997" y="79065"/>
                  <a:pt x="1401886" y="78718"/>
                  <a:pt x="1401158" y="78024"/>
                </a:cubicBezTo>
                <a:cubicBezTo>
                  <a:pt x="1400430" y="77329"/>
                  <a:pt x="1400066" y="76288"/>
                  <a:pt x="1400066" y="74899"/>
                </a:cubicBezTo>
                <a:cubicBezTo>
                  <a:pt x="1400066" y="73356"/>
                  <a:pt x="1400507" y="72305"/>
                  <a:pt x="1401388" y="71746"/>
                </a:cubicBezTo>
                <a:cubicBezTo>
                  <a:pt x="1402269" y="71186"/>
                  <a:pt x="1404012" y="70906"/>
                  <a:pt x="1406617" y="70906"/>
                </a:cubicBezTo>
                <a:lnTo>
                  <a:pt x="1407823" y="70906"/>
                </a:lnTo>
                <a:lnTo>
                  <a:pt x="1407823" y="12067"/>
                </a:lnTo>
                <a:lnTo>
                  <a:pt x="1406731" y="12067"/>
                </a:lnTo>
                <a:cubicBezTo>
                  <a:pt x="1404127" y="12067"/>
                  <a:pt x="1402345" y="11764"/>
                  <a:pt x="1401388" y="11160"/>
                </a:cubicBezTo>
                <a:cubicBezTo>
                  <a:pt x="1400430" y="10555"/>
                  <a:pt x="1399951" y="9498"/>
                  <a:pt x="1399951" y="7987"/>
                </a:cubicBezTo>
                <a:cubicBezTo>
                  <a:pt x="1399951" y="6627"/>
                  <a:pt x="1400334" y="5607"/>
                  <a:pt x="1401100" y="4927"/>
                </a:cubicBezTo>
                <a:cubicBezTo>
                  <a:pt x="1401866" y="4247"/>
                  <a:pt x="1402997" y="3907"/>
                  <a:pt x="1404490" y="3907"/>
                </a:cubicBezTo>
                <a:lnTo>
                  <a:pt x="1413224" y="3907"/>
                </a:lnTo>
                <a:cubicBezTo>
                  <a:pt x="1414374" y="3907"/>
                  <a:pt x="1415207" y="4099"/>
                  <a:pt x="1415724" y="4482"/>
                </a:cubicBezTo>
                <a:cubicBezTo>
                  <a:pt x="1416241" y="4864"/>
                  <a:pt x="1416500" y="5456"/>
                  <a:pt x="1416500" y="6260"/>
                </a:cubicBezTo>
                <a:lnTo>
                  <a:pt x="1416500" y="34246"/>
                </a:lnTo>
                <a:close/>
                <a:moveTo>
                  <a:pt x="1496386" y="9423"/>
                </a:moveTo>
                <a:cubicBezTo>
                  <a:pt x="1496386" y="5286"/>
                  <a:pt x="1496759" y="2681"/>
                  <a:pt x="1497506" y="1609"/>
                </a:cubicBezTo>
                <a:cubicBezTo>
                  <a:pt x="1498253" y="536"/>
                  <a:pt x="1499853" y="0"/>
                  <a:pt x="1502304" y="0"/>
                </a:cubicBezTo>
                <a:cubicBezTo>
                  <a:pt x="1504679" y="0"/>
                  <a:pt x="1506250" y="450"/>
                  <a:pt x="1507016" y="1350"/>
                </a:cubicBezTo>
                <a:cubicBezTo>
                  <a:pt x="1507782" y="2251"/>
                  <a:pt x="1508165" y="4386"/>
                  <a:pt x="1508165" y="7757"/>
                </a:cubicBezTo>
                <a:cubicBezTo>
                  <a:pt x="1508165" y="11051"/>
                  <a:pt x="1507811" y="13091"/>
                  <a:pt x="1507102" y="13877"/>
                </a:cubicBezTo>
                <a:cubicBezTo>
                  <a:pt x="1506394" y="14662"/>
                  <a:pt x="1504794" y="15055"/>
                  <a:pt x="1502304" y="15055"/>
                </a:cubicBezTo>
                <a:cubicBezTo>
                  <a:pt x="1499853" y="15055"/>
                  <a:pt x="1498253" y="14691"/>
                  <a:pt x="1497506" y="13963"/>
                </a:cubicBezTo>
                <a:cubicBezTo>
                  <a:pt x="1496759" y="13235"/>
                  <a:pt x="1496386" y="11722"/>
                  <a:pt x="1496386" y="9423"/>
                </a:cubicBezTo>
                <a:moveTo>
                  <a:pt x="1507016" y="70906"/>
                </a:moveTo>
                <a:lnTo>
                  <a:pt x="1525461" y="70906"/>
                </a:lnTo>
                <a:cubicBezTo>
                  <a:pt x="1526955" y="70906"/>
                  <a:pt x="1528056" y="71224"/>
                  <a:pt x="1528765" y="71861"/>
                </a:cubicBezTo>
                <a:cubicBezTo>
                  <a:pt x="1529473" y="72497"/>
                  <a:pt x="1529828" y="73509"/>
                  <a:pt x="1529828" y="74899"/>
                </a:cubicBezTo>
                <a:cubicBezTo>
                  <a:pt x="1529828" y="76481"/>
                  <a:pt x="1529493" y="77571"/>
                  <a:pt x="1528822" y="78169"/>
                </a:cubicBezTo>
                <a:cubicBezTo>
                  <a:pt x="1528152" y="78766"/>
                  <a:pt x="1526916" y="79065"/>
                  <a:pt x="1525116" y="79065"/>
                </a:cubicBezTo>
                <a:lnTo>
                  <a:pt x="1480527" y="79065"/>
                </a:lnTo>
                <a:cubicBezTo>
                  <a:pt x="1478995" y="79065"/>
                  <a:pt x="1477846" y="78718"/>
                  <a:pt x="1477079" y="78024"/>
                </a:cubicBezTo>
                <a:cubicBezTo>
                  <a:pt x="1476313" y="77329"/>
                  <a:pt x="1475930" y="76288"/>
                  <a:pt x="1475930" y="74899"/>
                </a:cubicBezTo>
                <a:cubicBezTo>
                  <a:pt x="1475930" y="73549"/>
                  <a:pt x="1476332" y="72546"/>
                  <a:pt x="1477137" y="71890"/>
                </a:cubicBezTo>
                <a:cubicBezTo>
                  <a:pt x="1477941" y="71234"/>
                  <a:pt x="1479148" y="70906"/>
                  <a:pt x="1480757" y="70906"/>
                </a:cubicBezTo>
                <a:lnTo>
                  <a:pt x="1498282" y="70906"/>
                </a:lnTo>
                <a:lnTo>
                  <a:pt x="1498282" y="34131"/>
                </a:lnTo>
                <a:lnTo>
                  <a:pt x="1487077" y="34131"/>
                </a:lnTo>
                <a:cubicBezTo>
                  <a:pt x="1485507" y="34131"/>
                  <a:pt x="1484310" y="33777"/>
                  <a:pt x="1483486" y="33068"/>
                </a:cubicBezTo>
                <a:cubicBezTo>
                  <a:pt x="1482663" y="32360"/>
                  <a:pt x="1482251" y="31335"/>
                  <a:pt x="1482251" y="29994"/>
                </a:cubicBezTo>
                <a:cubicBezTo>
                  <a:pt x="1482251" y="28653"/>
                  <a:pt x="1482634" y="27648"/>
                  <a:pt x="1483400" y="26978"/>
                </a:cubicBezTo>
                <a:cubicBezTo>
                  <a:pt x="1484166" y="26307"/>
                  <a:pt x="1485315" y="25972"/>
                  <a:pt x="1486848" y="25972"/>
                </a:cubicBezTo>
                <a:lnTo>
                  <a:pt x="1503683" y="25972"/>
                </a:lnTo>
                <a:cubicBezTo>
                  <a:pt x="1504718" y="25972"/>
                  <a:pt x="1505532" y="26183"/>
                  <a:pt x="1506125" y="26604"/>
                </a:cubicBezTo>
                <a:cubicBezTo>
                  <a:pt x="1506719" y="27024"/>
                  <a:pt x="1507016" y="27598"/>
                  <a:pt x="1507016" y="28324"/>
                </a:cubicBezTo>
                <a:lnTo>
                  <a:pt x="1507016" y="70906"/>
                </a:lnTo>
                <a:close/>
                <a:moveTo>
                  <a:pt x="1550645" y="70906"/>
                </a:moveTo>
                <a:lnTo>
                  <a:pt x="1550645" y="34121"/>
                </a:lnTo>
                <a:lnTo>
                  <a:pt x="1549553" y="34121"/>
                </a:lnTo>
                <a:cubicBezTo>
                  <a:pt x="1546948" y="34121"/>
                  <a:pt x="1545158" y="33815"/>
                  <a:pt x="1544181" y="33203"/>
                </a:cubicBezTo>
                <a:cubicBezTo>
                  <a:pt x="1543204" y="32591"/>
                  <a:pt x="1542716" y="31520"/>
                  <a:pt x="1542716" y="29989"/>
                </a:cubicBezTo>
                <a:cubicBezTo>
                  <a:pt x="1542716" y="28574"/>
                  <a:pt x="1543118" y="27551"/>
                  <a:pt x="1543922" y="26920"/>
                </a:cubicBezTo>
                <a:cubicBezTo>
                  <a:pt x="1544727" y="26288"/>
                  <a:pt x="1546029" y="25972"/>
                  <a:pt x="1547830" y="25972"/>
                </a:cubicBezTo>
                <a:lnTo>
                  <a:pt x="1550530" y="25972"/>
                </a:lnTo>
                <a:lnTo>
                  <a:pt x="1556046" y="25972"/>
                </a:lnTo>
                <a:cubicBezTo>
                  <a:pt x="1557081" y="25972"/>
                  <a:pt x="1557885" y="26184"/>
                  <a:pt x="1558460" y="26609"/>
                </a:cubicBezTo>
                <a:cubicBezTo>
                  <a:pt x="1559034" y="27033"/>
                  <a:pt x="1559322" y="27612"/>
                  <a:pt x="1559322" y="28346"/>
                </a:cubicBezTo>
                <a:lnTo>
                  <a:pt x="1559322" y="32284"/>
                </a:lnTo>
                <a:cubicBezTo>
                  <a:pt x="1562118" y="29662"/>
                  <a:pt x="1564886" y="27725"/>
                  <a:pt x="1567625" y="26473"/>
                </a:cubicBezTo>
                <a:cubicBezTo>
                  <a:pt x="1570363" y="25220"/>
                  <a:pt x="1573208" y="24593"/>
                  <a:pt x="1576157" y="24593"/>
                </a:cubicBezTo>
                <a:cubicBezTo>
                  <a:pt x="1581942" y="24593"/>
                  <a:pt x="1586491" y="26392"/>
                  <a:pt x="1589804" y="29989"/>
                </a:cubicBezTo>
                <a:cubicBezTo>
                  <a:pt x="1593118" y="33585"/>
                  <a:pt x="1594774" y="38558"/>
                  <a:pt x="1594774" y="44909"/>
                </a:cubicBezTo>
                <a:lnTo>
                  <a:pt x="1594774" y="70906"/>
                </a:lnTo>
                <a:lnTo>
                  <a:pt x="1597475" y="70906"/>
                </a:lnTo>
                <a:cubicBezTo>
                  <a:pt x="1599390" y="70906"/>
                  <a:pt x="1600769" y="71224"/>
                  <a:pt x="1601612" y="71861"/>
                </a:cubicBezTo>
                <a:cubicBezTo>
                  <a:pt x="1602455" y="72497"/>
                  <a:pt x="1602876" y="73509"/>
                  <a:pt x="1602876" y="74899"/>
                </a:cubicBezTo>
                <a:cubicBezTo>
                  <a:pt x="1602876" y="76404"/>
                  <a:pt x="1602426" y="77475"/>
                  <a:pt x="1601526" y="78112"/>
                </a:cubicBezTo>
                <a:cubicBezTo>
                  <a:pt x="1600626" y="78747"/>
                  <a:pt x="1599026" y="79065"/>
                  <a:pt x="1596728" y="79065"/>
                </a:cubicBezTo>
                <a:lnTo>
                  <a:pt x="1584029" y="79065"/>
                </a:lnTo>
                <a:cubicBezTo>
                  <a:pt x="1581578" y="79065"/>
                  <a:pt x="1580007" y="78776"/>
                  <a:pt x="1579318" y="78198"/>
                </a:cubicBezTo>
                <a:cubicBezTo>
                  <a:pt x="1578628" y="77618"/>
                  <a:pt x="1578283" y="76519"/>
                  <a:pt x="1578283" y="74899"/>
                </a:cubicBezTo>
                <a:cubicBezTo>
                  <a:pt x="1578283" y="73395"/>
                  <a:pt x="1578686" y="72353"/>
                  <a:pt x="1579490" y="71775"/>
                </a:cubicBezTo>
                <a:cubicBezTo>
                  <a:pt x="1580294" y="71195"/>
                  <a:pt x="1581808" y="70906"/>
                  <a:pt x="1584029" y="70906"/>
                </a:cubicBezTo>
                <a:lnTo>
                  <a:pt x="1586040" y="70906"/>
                </a:lnTo>
                <a:lnTo>
                  <a:pt x="1586040" y="47076"/>
                </a:lnTo>
                <a:cubicBezTo>
                  <a:pt x="1586040" y="42607"/>
                  <a:pt x="1585025" y="39199"/>
                  <a:pt x="1582995" y="36850"/>
                </a:cubicBezTo>
                <a:cubicBezTo>
                  <a:pt x="1580965" y="34501"/>
                  <a:pt x="1578015" y="33327"/>
                  <a:pt x="1574146" y="33327"/>
                </a:cubicBezTo>
                <a:cubicBezTo>
                  <a:pt x="1570239" y="33327"/>
                  <a:pt x="1566791" y="34645"/>
                  <a:pt x="1563803" y="37281"/>
                </a:cubicBezTo>
                <a:cubicBezTo>
                  <a:pt x="1560816" y="39916"/>
                  <a:pt x="1559322" y="43181"/>
                  <a:pt x="1559322" y="47076"/>
                </a:cubicBezTo>
                <a:lnTo>
                  <a:pt x="1559322" y="70906"/>
                </a:lnTo>
                <a:lnTo>
                  <a:pt x="1561333" y="70906"/>
                </a:lnTo>
                <a:cubicBezTo>
                  <a:pt x="1563631" y="70906"/>
                  <a:pt x="1565182" y="71195"/>
                  <a:pt x="1565987" y="71775"/>
                </a:cubicBezTo>
                <a:cubicBezTo>
                  <a:pt x="1566791" y="72353"/>
                  <a:pt x="1567194" y="73395"/>
                  <a:pt x="1567194" y="74899"/>
                </a:cubicBezTo>
                <a:cubicBezTo>
                  <a:pt x="1567194" y="76519"/>
                  <a:pt x="1566849" y="77618"/>
                  <a:pt x="1566159" y="78198"/>
                </a:cubicBezTo>
                <a:cubicBezTo>
                  <a:pt x="1565470" y="78776"/>
                  <a:pt x="1563784" y="79065"/>
                  <a:pt x="1561103" y="79065"/>
                </a:cubicBezTo>
                <a:lnTo>
                  <a:pt x="1550645" y="79065"/>
                </a:lnTo>
                <a:lnTo>
                  <a:pt x="1547542" y="79065"/>
                </a:lnTo>
                <a:cubicBezTo>
                  <a:pt x="1545972" y="79065"/>
                  <a:pt x="1544794" y="78728"/>
                  <a:pt x="1544008" y="78052"/>
                </a:cubicBezTo>
                <a:cubicBezTo>
                  <a:pt x="1543223" y="77377"/>
                  <a:pt x="1542830" y="76326"/>
                  <a:pt x="1542830" y="74899"/>
                </a:cubicBezTo>
                <a:cubicBezTo>
                  <a:pt x="1542830" y="73356"/>
                  <a:pt x="1543281" y="72305"/>
                  <a:pt x="1544181" y="71746"/>
                </a:cubicBezTo>
                <a:cubicBezTo>
                  <a:pt x="1545081" y="71186"/>
                  <a:pt x="1546834" y="70906"/>
                  <a:pt x="1549438" y="70906"/>
                </a:cubicBezTo>
                <a:lnTo>
                  <a:pt x="1550645" y="70906"/>
                </a:lnTo>
                <a:close/>
                <a:moveTo>
                  <a:pt x="1622947" y="55047"/>
                </a:moveTo>
                <a:cubicBezTo>
                  <a:pt x="1623253" y="60581"/>
                  <a:pt x="1625121" y="64857"/>
                  <a:pt x="1628549" y="67875"/>
                </a:cubicBezTo>
                <a:cubicBezTo>
                  <a:pt x="1631978" y="70891"/>
                  <a:pt x="1636661" y="72400"/>
                  <a:pt x="1642598" y="72400"/>
                </a:cubicBezTo>
                <a:cubicBezTo>
                  <a:pt x="1647080" y="72400"/>
                  <a:pt x="1651964" y="71203"/>
                  <a:pt x="1657251" y="68808"/>
                </a:cubicBezTo>
                <a:cubicBezTo>
                  <a:pt x="1662537" y="66414"/>
                  <a:pt x="1665736" y="65217"/>
                  <a:pt x="1666846" y="65217"/>
                </a:cubicBezTo>
                <a:cubicBezTo>
                  <a:pt x="1667996" y="65217"/>
                  <a:pt x="1668953" y="65581"/>
                  <a:pt x="1669719" y="66309"/>
                </a:cubicBezTo>
                <a:cubicBezTo>
                  <a:pt x="1670486" y="67037"/>
                  <a:pt x="1670869" y="67937"/>
                  <a:pt x="1670869" y="69010"/>
                </a:cubicBezTo>
                <a:cubicBezTo>
                  <a:pt x="1670869" y="70120"/>
                  <a:pt x="1670466" y="71136"/>
                  <a:pt x="1669662" y="72055"/>
                </a:cubicBezTo>
                <a:cubicBezTo>
                  <a:pt x="1668858" y="72974"/>
                  <a:pt x="1667574" y="73875"/>
                  <a:pt x="1665812" y="74756"/>
                </a:cubicBezTo>
                <a:cubicBezTo>
                  <a:pt x="1661981" y="76633"/>
                  <a:pt x="1658026" y="78069"/>
                  <a:pt x="1653947" y="79065"/>
                </a:cubicBezTo>
                <a:cubicBezTo>
                  <a:pt x="1649867" y="80061"/>
                  <a:pt x="1645816" y="80559"/>
                  <a:pt x="1641794" y="80559"/>
                </a:cubicBezTo>
                <a:cubicBezTo>
                  <a:pt x="1633060" y="80559"/>
                  <a:pt x="1626069" y="78038"/>
                  <a:pt x="1620821" y="72996"/>
                </a:cubicBezTo>
                <a:cubicBezTo>
                  <a:pt x="1615573" y="67953"/>
                  <a:pt x="1612949" y="61270"/>
                  <a:pt x="1612949" y="52949"/>
                </a:cubicBezTo>
                <a:cubicBezTo>
                  <a:pt x="1612949" y="44475"/>
                  <a:pt x="1615726" y="37612"/>
                  <a:pt x="1621281" y="32359"/>
                </a:cubicBezTo>
                <a:cubicBezTo>
                  <a:pt x="1626835" y="27105"/>
                  <a:pt x="1634075" y="24478"/>
                  <a:pt x="1643001" y="24478"/>
                </a:cubicBezTo>
                <a:cubicBezTo>
                  <a:pt x="1651083" y="24478"/>
                  <a:pt x="1657787" y="26930"/>
                  <a:pt x="1663112" y="31833"/>
                </a:cubicBezTo>
                <a:cubicBezTo>
                  <a:pt x="1668436" y="36736"/>
                  <a:pt x="1671098" y="42674"/>
                  <a:pt x="1671098" y="49646"/>
                </a:cubicBezTo>
                <a:cubicBezTo>
                  <a:pt x="1671098" y="51791"/>
                  <a:pt x="1670648" y="53227"/>
                  <a:pt x="1669748" y="53955"/>
                </a:cubicBezTo>
                <a:cubicBezTo>
                  <a:pt x="1668848" y="54683"/>
                  <a:pt x="1666406" y="55047"/>
                  <a:pt x="1662422" y="55047"/>
                </a:cubicBezTo>
                <a:lnTo>
                  <a:pt x="1661560" y="55047"/>
                </a:lnTo>
                <a:lnTo>
                  <a:pt x="1622947" y="55047"/>
                </a:lnTo>
                <a:moveTo>
                  <a:pt x="1623234" y="47462"/>
                </a:moveTo>
                <a:lnTo>
                  <a:pt x="1660641" y="47462"/>
                </a:lnTo>
                <a:cubicBezTo>
                  <a:pt x="1660066" y="42938"/>
                  <a:pt x="1658160" y="39299"/>
                  <a:pt x="1654923" y="36543"/>
                </a:cubicBezTo>
                <a:cubicBezTo>
                  <a:pt x="1651687" y="33786"/>
                  <a:pt x="1647712" y="32407"/>
                  <a:pt x="1643001" y="32407"/>
                </a:cubicBezTo>
                <a:cubicBezTo>
                  <a:pt x="1637906" y="32407"/>
                  <a:pt x="1633615" y="33738"/>
                  <a:pt x="1630129" y="36399"/>
                </a:cubicBezTo>
                <a:cubicBezTo>
                  <a:pt x="1626644" y="39060"/>
                  <a:pt x="1624345" y="42748"/>
                  <a:pt x="1623234" y="47462"/>
                </a:cubicBezTo>
                <a:close/>
                <a:moveTo>
                  <a:pt x="1728403" y="29190"/>
                </a:moveTo>
                <a:cubicBezTo>
                  <a:pt x="1730280" y="29190"/>
                  <a:pt x="1731649" y="29518"/>
                  <a:pt x="1732511" y="30174"/>
                </a:cubicBezTo>
                <a:cubicBezTo>
                  <a:pt x="1733373" y="30830"/>
                  <a:pt x="1733804" y="31871"/>
                  <a:pt x="1733804" y="33298"/>
                </a:cubicBezTo>
                <a:cubicBezTo>
                  <a:pt x="1733804" y="34648"/>
                  <a:pt x="1733402" y="35661"/>
                  <a:pt x="1732598" y="36336"/>
                </a:cubicBezTo>
                <a:cubicBezTo>
                  <a:pt x="1731793" y="37011"/>
                  <a:pt x="1730586" y="37349"/>
                  <a:pt x="1728978" y="37349"/>
                </a:cubicBezTo>
                <a:lnTo>
                  <a:pt x="1705706" y="37349"/>
                </a:lnTo>
                <a:lnTo>
                  <a:pt x="1705706" y="56541"/>
                </a:lnTo>
                <a:cubicBezTo>
                  <a:pt x="1705706" y="62823"/>
                  <a:pt x="1706520" y="66960"/>
                  <a:pt x="1708148" y="68952"/>
                </a:cubicBezTo>
                <a:cubicBezTo>
                  <a:pt x="1709776" y="70944"/>
                  <a:pt x="1712563" y="71940"/>
                  <a:pt x="1716509" y="71940"/>
                </a:cubicBezTo>
                <a:cubicBezTo>
                  <a:pt x="1719995" y="71940"/>
                  <a:pt x="1724170" y="70925"/>
                  <a:pt x="1729035" y="68895"/>
                </a:cubicBezTo>
                <a:cubicBezTo>
                  <a:pt x="1733900" y="66864"/>
                  <a:pt x="1736907" y="65849"/>
                  <a:pt x="1738056" y="65849"/>
                </a:cubicBezTo>
                <a:cubicBezTo>
                  <a:pt x="1739129" y="65849"/>
                  <a:pt x="1740039" y="66232"/>
                  <a:pt x="1740786" y="66998"/>
                </a:cubicBezTo>
                <a:cubicBezTo>
                  <a:pt x="1741533" y="67765"/>
                  <a:pt x="1741906" y="68703"/>
                  <a:pt x="1741906" y="69814"/>
                </a:cubicBezTo>
                <a:cubicBezTo>
                  <a:pt x="1741906" y="71078"/>
                  <a:pt x="1741437" y="72176"/>
                  <a:pt x="1740498" y="73109"/>
                </a:cubicBezTo>
                <a:cubicBezTo>
                  <a:pt x="1739560" y="74042"/>
                  <a:pt x="1737961" y="74945"/>
                  <a:pt x="1735700" y="75820"/>
                </a:cubicBezTo>
                <a:cubicBezTo>
                  <a:pt x="1731946" y="77304"/>
                  <a:pt x="1728566" y="78388"/>
                  <a:pt x="1725559" y="79072"/>
                </a:cubicBezTo>
                <a:cubicBezTo>
                  <a:pt x="1722552" y="79757"/>
                  <a:pt x="1719727" y="80099"/>
                  <a:pt x="1717083" y="80099"/>
                </a:cubicBezTo>
                <a:cubicBezTo>
                  <a:pt x="1712601" y="80099"/>
                  <a:pt x="1708838" y="79382"/>
                  <a:pt x="1705792" y="77948"/>
                </a:cubicBezTo>
                <a:cubicBezTo>
                  <a:pt x="1702747" y="76513"/>
                  <a:pt x="1700477" y="74380"/>
                  <a:pt x="1698983" y="71549"/>
                </a:cubicBezTo>
                <a:cubicBezTo>
                  <a:pt x="1698217" y="70210"/>
                  <a:pt x="1697671" y="68623"/>
                  <a:pt x="1697346" y="66787"/>
                </a:cubicBezTo>
                <a:cubicBezTo>
                  <a:pt x="1697020" y="64950"/>
                  <a:pt x="1696857" y="62119"/>
                  <a:pt x="1696857" y="58293"/>
                </a:cubicBezTo>
                <a:lnTo>
                  <a:pt x="1696857" y="56516"/>
                </a:lnTo>
                <a:lnTo>
                  <a:pt x="1696857" y="37349"/>
                </a:lnTo>
                <a:lnTo>
                  <a:pt x="1687089" y="37349"/>
                </a:lnTo>
                <a:cubicBezTo>
                  <a:pt x="1685480" y="37349"/>
                  <a:pt x="1684312" y="37031"/>
                  <a:pt x="1683584" y="36396"/>
                </a:cubicBezTo>
                <a:cubicBezTo>
                  <a:pt x="1682856" y="35759"/>
                  <a:pt x="1682492" y="34726"/>
                  <a:pt x="1682492" y="33298"/>
                </a:cubicBezTo>
                <a:cubicBezTo>
                  <a:pt x="1682492" y="31717"/>
                  <a:pt x="1682990" y="30637"/>
                  <a:pt x="1683986" y="30059"/>
                </a:cubicBezTo>
                <a:cubicBezTo>
                  <a:pt x="1684982" y="29479"/>
                  <a:pt x="1687108" y="29190"/>
                  <a:pt x="1690364" y="29190"/>
                </a:cubicBezTo>
                <a:lnTo>
                  <a:pt x="1696857" y="29190"/>
                </a:lnTo>
                <a:lnTo>
                  <a:pt x="1696857" y="17410"/>
                </a:lnTo>
                <a:lnTo>
                  <a:pt x="1696857" y="14365"/>
                </a:lnTo>
                <a:cubicBezTo>
                  <a:pt x="1696857" y="12718"/>
                  <a:pt x="1697212" y="11502"/>
                  <a:pt x="1697920" y="10716"/>
                </a:cubicBezTo>
                <a:cubicBezTo>
                  <a:pt x="1698629" y="9931"/>
                  <a:pt x="1699730" y="9538"/>
                  <a:pt x="1701224" y="9538"/>
                </a:cubicBezTo>
                <a:cubicBezTo>
                  <a:pt x="1702910" y="9538"/>
                  <a:pt x="1704078" y="10017"/>
                  <a:pt x="1704729" y="10975"/>
                </a:cubicBezTo>
                <a:cubicBezTo>
                  <a:pt x="1705381" y="11933"/>
                  <a:pt x="1705706" y="14116"/>
                  <a:pt x="1705706" y="17525"/>
                </a:cubicBezTo>
                <a:lnTo>
                  <a:pt x="1705706" y="29190"/>
                </a:lnTo>
                <a:lnTo>
                  <a:pt x="1728403" y="29190"/>
                </a:lnTo>
                <a:close/>
                <a:moveTo>
                  <a:pt x="1771342" y="99460"/>
                </a:moveTo>
                <a:cubicBezTo>
                  <a:pt x="1771342" y="98693"/>
                  <a:pt x="1771994" y="96995"/>
                  <a:pt x="1773296" y="94367"/>
                </a:cubicBezTo>
                <a:cubicBezTo>
                  <a:pt x="1774599" y="91741"/>
                  <a:pt x="1775595" y="89641"/>
                  <a:pt x="1776284" y="88068"/>
                </a:cubicBezTo>
                <a:cubicBezTo>
                  <a:pt x="1778851" y="81932"/>
                  <a:pt x="1780689" y="76323"/>
                  <a:pt x="1781800" y="71242"/>
                </a:cubicBezTo>
                <a:cubicBezTo>
                  <a:pt x="1782911" y="66160"/>
                  <a:pt x="1783467" y="60915"/>
                  <a:pt x="1783467" y="55506"/>
                </a:cubicBezTo>
                <a:cubicBezTo>
                  <a:pt x="1783467" y="50597"/>
                  <a:pt x="1782997" y="45774"/>
                  <a:pt x="1782059" y="41037"/>
                </a:cubicBezTo>
                <a:cubicBezTo>
                  <a:pt x="1781120" y="36300"/>
                  <a:pt x="1779693" y="31554"/>
                  <a:pt x="1777778" y="26798"/>
                </a:cubicBezTo>
                <a:cubicBezTo>
                  <a:pt x="1776782" y="24267"/>
                  <a:pt x="1775460" y="21286"/>
                  <a:pt x="1773813" y="17854"/>
                </a:cubicBezTo>
                <a:cubicBezTo>
                  <a:pt x="1772166" y="14421"/>
                  <a:pt x="1771342" y="12282"/>
                  <a:pt x="1771342" y="11438"/>
                </a:cubicBezTo>
                <a:cubicBezTo>
                  <a:pt x="1771342" y="10671"/>
                  <a:pt x="1771534" y="10048"/>
                  <a:pt x="1771917" y="9569"/>
                </a:cubicBezTo>
                <a:cubicBezTo>
                  <a:pt x="1772300" y="9089"/>
                  <a:pt x="1772798" y="8849"/>
                  <a:pt x="1773411" y="8849"/>
                </a:cubicBezTo>
                <a:cubicBezTo>
                  <a:pt x="1774675" y="8849"/>
                  <a:pt x="1776025" y="9473"/>
                  <a:pt x="1777462" y="10720"/>
                </a:cubicBezTo>
                <a:cubicBezTo>
                  <a:pt x="1778898" y="11966"/>
                  <a:pt x="1780574" y="13950"/>
                  <a:pt x="1782490" y="16672"/>
                </a:cubicBezTo>
                <a:cubicBezTo>
                  <a:pt x="1786589" y="22502"/>
                  <a:pt x="1789653" y="28658"/>
                  <a:pt x="1791683" y="35140"/>
                </a:cubicBezTo>
                <a:cubicBezTo>
                  <a:pt x="1793714" y="41623"/>
                  <a:pt x="1794729" y="48411"/>
                  <a:pt x="1794729" y="55506"/>
                </a:cubicBezTo>
                <a:cubicBezTo>
                  <a:pt x="1794729" y="61989"/>
                  <a:pt x="1793876" y="68183"/>
                  <a:pt x="1792172" y="74089"/>
                </a:cubicBezTo>
                <a:cubicBezTo>
                  <a:pt x="1790467" y="79996"/>
                  <a:pt x="1787910" y="85711"/>
                  <a:pt x="1784501" y="91234"/>
                </a:cubicBezTo>
                <a:cubicBezTo>
                  <a:pt x="1782126" y="94992"/>
                  <a:pt x="1780048" y="97753"/>
                  <a:pt x="1778266" y="99517"/>
                </a:cubicBezTo>
                <a:cubicBezTo>
                  <a:pt x="1776485" y="101282"/>
                  <a:pt x="1774867" y="102164"/>
                  <a:pt x="1773411" y="102164"/>
                </a:cubicBezTo>
                <a:cubicBezTo>
                  <a:pt x="1772798" y="102164"/>
                  <a:pt x="1772300" y="101914"/>
                  <a:pt x="1771917" y="101415"/>
                </a:cubicBezTo>
                <a:cubicBezTo>
                  <a:pt x="1771534" y="100917"/>
                  <a:pt x="1771342" y="100265"/>
                  <a:pt x="1771342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In(cupcake,fridge)">
            <a:extLst xmlns:a="http://schemas.openxmlformats.org/drawingml/2006/main">
              <a:ext uri="{FF2B5EF4-FFF2-40B4-BE49-F238E27FC236}">
                <a16:creationId xmlns:a16="http://schemas.microsoft.com/office/drawing/2014/main" id="{181113FF-BBB2-4560-B450-857A7A4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878" y="2533660"/>
            <a:ext cx="1302293" cy="102164"/>
          </a:xfrm>
          <a:custGeom xmlns:a="http://schemas.openxmlformats.org/drawingml/2006/main">
            <a:pathLst>
              <a:path w="1302293" h="102164">
                <a:moveTo>
                  <a:pt x="41831" y="70906"/>
                </a:moveTo>
                <a:cubicBezTo>
                  <a:pt x="44781" y="70906"/>
                  <a:pt x="46667" y="71186"/>
                  <a:pt x="47491" y="71746"/>
                </a:cubicBezTo>
                <a:cubicBezTo>
                  <a:pt x="48314" y="72305"/>
                  <a:pt x="48726" y="73356"/>
                  <a:pt x="48726" y="74899"/>
                </a:cubicBezTo>
                <a:cubicBezTo>
                  <a:pt x="48726" y="76481"/>
                  <a:pt x="48314" y="77571"/>
                  <a:pt x="47491" y="78169"/>
                </a:cubicBezTo>
                <a:cubicBezTo>
                  <a:pt x="46667" y="78766"/>
                  <a:pt x="44781" y="79065"/>
                  <a:pt x="41831" y="79065"/>
                </a:cubicBezTo>
                <a:lnTo>
                  <a:pt x="6953" y="79065"/>
                </a:lnTo>
                <a:lnTo>
                  <a:pt x="4252" y="79065"/>
                </a:lnTo>
                <a:cubicBezTo>
                  <a:pt x="2873" y="79065"/>
                  <a:pt x="1820" y="78718"/>
                  <a:pt x="1092" y="78024"/>
                </a:cubicBezTo>
                <a:cubicBezTo>
                  <a:pt x="364" y="77329"/>
                  <a:pt x="0" y="76288"/>
                  <a:pt x="0" y="74899"/>
                </a:cubicBezTo>
                <a:cubicBezTo>
                  <a:pt x="0" y="73356"/>
                  <a:pt x="421" y="72305"/>
                  <a:pt x="1264" y="71746"/>
                </a:cubicBezTo>
                <a:cubicBezTo>
                  <a:pt x="2107" y="71186"/>
                  <a:pt x="4003" y="70906"/>
                  <a:pt x="6953" y="70906"/>
                </a:cubicBezTo>
                <a:lnTo>
                  <a:pt x="19939" y="70906"/>
                </a:lnTo>
                <a:lnTo>
                  <a:pt x="19939" y="19077"/>
                </a:lnTo>
                <a:lnTo>
                  <a:pt x="6953" y="19077"/>
                </a:lnTo>
                <a:cubicBezTo>
                  <a:pt x="4080" y="19077"/>
                  <a:pt x="2203" y="18784"/>
                  <a:pt x="1322" y="18199"/>
                </a:cubicBezTo>
                <a:cubicBezTo>
                  <a:pt x="441" y="17613"/>
                  <a:pt x="0" y="16546"/>
                  <a:pt x="0" y="14997"/>
                </a:cubicBezTo>
                <a:cubicBezTo>
                  <a:pt x="0" y="13599"/>
                  <a:pt x="364" y="12569"/>
                  <a:pt x="1092" y="11909"/>
                </a:cubicBezTo>
                <a:cubicBezTo>
                  <a:pt x="1820" y="11248"/>
                  <a:pt x="2911" y="10917"/>
                  <a:pt x="4367" y="10917"/>
                </a:cubicBezTo>
                <a:lnTo>
                  <a:pt x="6953" y="10917"/>
                </a:lnTo>
                <a:lnTo>
                  <a:pt x="41831" y="10917"/>
                </a:lnTo>
                <a:lnTo>
                  <a:pt x="44532" y="10917"/>
                </a:lnTo>
                <a:cubicBezTo>
                  <a:pt x="45911" y="10917"/>
                  <a:pt x="46954" y="11257"/>
                  <a:pt x="47663" y="11937"/>
                </a:cubicBezTo>
                <a:cubicBezTo>
                  <a:pt x="48372" y="12617"/>
                  <a:pt x="48726" y="13637"/>
                  <a:pt x="48726" y="14997"/>
                </a:cubicBezTo>
                <a:cubicBezTo>
                  <a:pt x="48726" y="16546"/>
                  <a:pt x="48295" y="17613"/>
                  <a:pt x="47433" y="18199"/>
                </a:cubicBezTo>
                <a:cubicBezTo>
                  <a:pt x="46571" y="18784"/>
                  <a:pt x="44704" y="19077"/>
                  <a:pt x="41831" y="19077"/>
                </a:cubicBezTo>
                <a:lnTo>
                  <a:pt x="28845" y="19077"/>
                </a:lnTo>
                <a:lnTo>
                  <a:pt x="28845" y="70906"/>
                </a:lnTo>
                <a:lnTo>
                  <a:pt x="41831" y="70906"/>
                </a:lnTo>
                <a:close/>
                <a:moveTo>
                  <a:pt x="73336" y="70906"/>
                </a:moveTo>
                <a:lnTo>
                  <a:pt x="73336" y="34121"/>
                </a:lnTo>
                <a:lnTo>
                  <a:pt x="72244" y="34121"/>
                </a:lnTo>
                <a:cubicBezTo>
                  <a:pt x="69639" y="34121"/>
                  <a:pt x="67848" y="33815"/>
                  <a:pt x="66872" y="33203"/>
                </a:cubicBezTo>
                <a:cubicBezTo>
                  <a:pt x="65895" y="32591"/>
                  <a:pt x="65406" y="31520"/>
                  <a:pt x="65406" y="29989"/>
                </a:cubicBezTo>
                <a:cubicBezTo>
                  <a:pt x="65406" y="28574"/>
                  <a:pt x="65809" y="27551"/>
                  <a:pt x="66613" y="26920"/>
                </a:cubicBezTo>
                <a:cubicBezTo>
                  <a:pt x="67417" y="26288"/>
                  <a:pt x="68720" y="25972"/>
                  <a:pt x="70520" y="25972"/>
                </a:cubicBezTo>
                <a:lnTo>
                  <a:pt x="73221" y="25972"/>
                </a:lnTo>
                <a:lnTo>
                  <a:pt x="78737" y="25972"/>
                </a:lnTo>
                <a:cubicBezTo>
                  <a:pt x="79771" y="25972"/>
                  <a:pt x="80576" y="26184"/>
                  <a:pt x="81150" y="26609"/>
                </a:cubicBezTo>
                <a:cubicBezTo>
                  <a:pt x="81725" y="27033"/>
                  <a:pt x="82012" y="27612"/>
                  <a:pt x="82012" y="28346"/>
                </a:cubicBezTo>
                <a:lnTo>
                  <a:pt x="82012" y="32284"/>
                </a:lnTo>
                <a:cubicBezTo>
                  <a:pt x="84809" y="29662"/>
                  <a:pt x="87576" y="27725"/>
                  <a:pt x="90315" y="26473"/>
                </a:cubicBezTo>
                <a:cubicBezTo>
                  <a:pt x="93054" y="25220"/>
                  <a:pt x="95899" y="24593"/>
                  <a:pt x="98848" y="24593"/>
                </a:cubicBezTo>
                <a:cubicBezTo>
                  <a:pt x="104632" y="24593"/>
                  <a:pt x="109181" y="26392"/>
                  <a:pt x="112495" y="29989"/>
                </a:cubicBezTo>
                <a:cubicBezTo>
                  <a:pt x="115808" y="33585"/>
                  <a:pt x="117465" y="38558"/>
                  <a:pt x="117465" y="44909"/>
                </a:cubicBezTo>
                <a:lnTo>
                  <a:pt x="117465" y="70906"/>
                </a:lnTo>
                <a:lnTo>
                  <a:pt x="120166" y="70906"/>
                </a:lnTo>
                <a:cubicBezTo>
                  <a:pt x="122081" y="70906"/>
                  <a:pt x="123460" y="71224"/>
                  <a:pt x="124303" y="71861"/>
                </a:cubicBezTo>
                <a:cubicBezTo>
                  <a:pt x="125146" y="72497"/>
                  <a:pt x="125567" y="73509"/>
                  <a:pt x="125567" y="74899"/>
                </a:cubicBezTo>
                <a:cubicBezTo>
                  <a:pt x="125567" y="76404"/>
                  <a:pt x="125117" y="77475"/>
                  <a:pt x="124217" y="78112"/>
                </a:cubicBezTo>
                <a:cubicBezTo>
                  <a:pt x="123317" y="78747"/>
                  <a:pt x="121717" y="79065"/>
                  <a:pt x="119419" y="79065"/>
                </a:cubicBezTo>
                <a:lnTo>
                  <a:pt x="106720" y="79065"/>
                </a:lnTo>
                <a:cubicBezTo>
                  <a:pt x="104269" y="79065"/>
                  <a:pt x="102698" y="78776"/>
                  <a:pt x="102008" y="78198"/>
                </a:cubicBezTo>
                <a:cubicBezTo>
                  <a:pt x="101319" y="77618"/>
                  <a:pt x="100974" y="76519"/>
                  <a:pt x="100974" y="74899"/>
                </a:cubicBezTo>
                <a:cubicBezTo>
                  <a:pt x="100974" y="73395"/>
                  <a:pt x="101376" y="72353"/>
                  <a:pt x="102181" y="71775"/>
                </a:cubicBezTo>
                <a:cubicBezTo>
                  <a:pt x="102985" y="71195"/>
                  <a:pt x="104498" y="70906"/>
                  <a:pt x="106720" y="70906"/>
                </a:cubicBezTo>
                <a:lnTo>
                  <a:pt x="108731" y="70906"/>
                </a:lnTo>
                <a:lnTo>
                  <a:pt x="108731" y="47076"/>
                </a:lnTo>
                <a:cubicBezTo>
                  <a:pt x="108731" y="42607"/>
                  <a:pt x="107716" y="39199"/>
                  <a:pt x="105686" y="36850"/>
                </a:cubicBezTo>
                <a:cubicBezTo>
                  <a:pt x="103656" y="34501"/>
                  <a:pt x="100706" y="33327"/>
                  <a:pt x="96837" y="33327"/>
                </a:cubicBezTo>
                <a:cubicBezTo>
                  <a:pt x="92930" y="33327"/>
                  <a:pt x="89482" y="34645"/>
                  <a:pt x="86494" y="37281"/>
                </a:cubicBezTo>
                <a:cubicBezTo>
                  <a:pt x="83506" y="39916"/>
                  <a:pt x="82012" y="43181"/>
                  <a:pt x="82012" y="47076"/>
                </a:cubicBezTo>
                <a:lnTo>
                  <a:pt x="82012" y="70906"/>
                </a:lnTo>
                <a:lnTo>
                  <a:pt x="84023" y="70906"/>
                </a:lnTo>
                <a:cubicBezTo>
                  <a:pt x="86322" y="70906"/>
                  <a:pt x="87873" y="71195"/>
                  <a:pt x="88678" y="71775"/>
                </a:cubicBezTo>
                <a:cubicBezTo>
                  <a:pt x="89482" y="72353"/>
                  <a:pt x="89884" y="73395"/>
                  <a:pt x="89884" y="74899"/>
                </a:cubicBezTo>
                <a:cubicBezTo>
                  <a:pt x="89884" y="76519"/>
                  <a:pt x="89540" y="77618"/>
                  <a:pt x="88850" y="78198"/>
                </a:cubicBezTo>
                <a:cubicBezTo>
                  <a:pt x="88161" y="78776"/>
                  <a:pt x="86475" y="79065"/>
                  <a:pt x="83794" y="79065"/>
                </a:cubicBezTo>
                <a:lnTo>
                  <a:pt x="73336" y="79065"/>
                </a:lnTo>
                <a:lnTo>
                  <a:pt x="70233" y="79065"/>
                </a:lnTo>
                <a:cubicBezTo>
                  <a:pt x="68662" y="79065"/>
                  <a:pt x="67485" y="78728"/>
                  <a:pt x="66699" y="78052"/>
                </a:cubicBezTo>
                <a:cubicBezTo>
                  <a:pt x="65914" y="77377"/>
                  <a:pt x="65521" y="76326"/>
                  <a:pt x="65521" y="74899"/>
                </a:cubicBezTo>
                <a:cubicBezTo>
                  <a:pt x="65521" y="73356"/>
                  <a:pt x="65971" y="72305"/>
                  <a:pt x="66872" y="71746"/>
                </a:cubicBezTo>
                <a:cubicBezTo>
                  <a:pt x="67772" y="71186"/>
                  <a:pt x="69524" y="70906"/>
                  <a:pt x="72129" y="70906"/>
                </a:cubicBezTo>
                <a:lnTo>
                  <a:pt x="73336" y="70906"/>
                </a:lnTo>
                <a:close/>
                <a:moveTo>
                  <a:pt x="176724" y="11438"/>
                </a:moveTo>
                <a:cubicBezTo>
                  <a:pt x="176724" y="12244"/>
                  <a:pt x="176082" y="13980"/>
                  <a:pt x="174799" y="16645"/>
                </a:cubicBezTo>
                <a:cubicBezTo>
                  <a:pt x="173515" y="19310"/>
                  <a:pt x="172548" y="21429"/>
                  <a:pt x="171897" y="23002"/>
                </a:cubicBezTo>
                <a:cubicBezTo>
                  <a:pt x="169292" y="29100"/>
                  <a:pt x="167444" y="34680"/>
                  <a:pt x="166352" y="39743"/>
                </a:cubicBezTo>
                <a:cubicBezTo>
                  <a:pt x="165260" y="44805"/>
                  <a:pt x="164714" y="50060"/>
                  <a:pt x="164714" y="55506"/>
                </a:cubicBezTo>
                <a:cubicBezTo>
                  <a:pt x="164714" y="60531"/>
                  <a:pt x="165174" y="65392"/>
                  <a:pt x="166094" y="70091"/>
                </a:cubicBezTo>
                <a:cubicBezTo>
                  <a:pt x="167013" y="74789"/>
                  <a:pt x="168411" y="79478"/>
                  <a:pt x="170288" y="84157"/>
                </a:cubicBezTo>
                <a:cubicBezTo>
                  <a:pt x="171246" y="86688"/>
                  <a:pt x="172558" y="89669"/>
                  <a:pt x="174224" y="93102"/>
                </a:cubicBezTo>
                <a:cubicBezTo>
                  <a:pt x="175890" y="96535"/>
                  <a:pt x="176724" y="98654"/>
                  <a:pt x="176724" y="99460"/>
                </a:cubicBezTo>
                <a:cubicBezTo>
                  <a:pt x="176724" y="100304"/>
                  <a:pt x="176542" y="100965"/>
                  <a:pt x="176178" y="101444"/>
                </a:cubicBezTo>
                <a:cubicBezTo>
                  <a:pt x="175814" y="101924"/>
                  <a:pt x="175325" y="102164"/>
                  <a:pt x="174713" y="102164"/>
                </a:cubicBezTo>
                <a:cubicBezTo>
                  <a:pt x="173525" y="102164"/>
                  <a:pt x="172203" y="101540"/>
                  <a:pt x="170748" y="100293"/>
                </a:cubicBezTo>
                <a:cubicBezTo>
                  <a:pt x="169292" y="99047"/>
                  <a:pt x="167607" y="97044"/>
                  <a:pt x="165691" y="94283"/>
                </a:cubicBezTo>
                <a:cubicBezTo>
                  <a:pt x="161592" y="88415"/>
                  <a:pt x="158528" y="82259"/>
                  <a:pt x="156498" y="75815"/>
                </a:cubicBezTo>
                <a:cubicBezTo>
                  <a:pt x="154467" y="69371"/>
                  <a:pt x="153452" y="62602"/>
                  <a:pt x="153452" y="55506"/>
                </a:cubicBezTo>
                <a:cubicBezTo>
                  <a:pt x="153452" y="49024"/>
                  <a:pt x="154285" y="42839"/>
                  <a:pt x="155952" y="36952"/>
                </a:cubicBezTo>
                <a:cubicBezTo>
                  <a:pt x="157618" y="31065"/>
                  <a:pt x="160156" y="25360"/>
                  <a:pt x="163565" y="19838"/>
                </a:cubicBezTo>
                <a:cubicBezTo>
                  <a:pt x="165787" y="16194"/>
                  <a:pt x="167836" y="13452"/>
                  <a:pt x="169714" y="11611"/>
                </a:cubicBezTo>
                <a:cubicBezTo>
                  <a:pt x="171591" y="9769"/>
                  <a:pt x="173257" y="8849"/>
                  <a:pt x="174713" y="8849"/>
                </a:cubicBezTo>
                <a:cubicBezTo>
                  <a:pt x="175325" y="8849"/>
                  <a:pt x="175814" y="9089"/>
                  <a:pt x="176178" y="9569"/>
                </a:cubicBezTo>
                <a:cubicBezTo>
                  <a:pt x="176542" y="10048"/>
                  <a:pt x="176724" y="10671"/>
                  <a:pt x="176724" y="11438"/>
                </a:cubicBezTo>
                <a:close/>
                <a:moveTo>
                  <a:pt x="252703" y="29450"/>
                </a:moveTo>
                <a:lnTo>
                  <a:pt x="252703" y="29220"/>
                </a:lnTo>
                <a:cubicBezTo>
                  <a:pt x="252703" y="27945"/>
                  <a:pt x="253067" y="27009"/>
                  <a:pt x="253794" y="26410"/>
                </a:cubicBezTo>
                <a:cubicBezTo>
                  <a:pt x="254522" y="25812"/>
                  <a:pt x="255652" y="25512"/>
                  <a:pt x="257185" y="25512"/>
                </a:cubicBezTo>
                <a:cubicBezTo>
                  <a:pt x="258755" y="25512"/>
                  <a:pt x="259837" y="25973"/>
                  <a:pt x="260431" y="26895"/>
                </a:cubicBezTo>
                <a:cubicBezTo>
                  <a:pt x="261025" y="27817"/>
                  <a:pt x="261322" y="29718"/>
                  <a:pt x="261322" y="32598"/>
                </a:cubicBezTo>
                <a:lnTo>
                  <a:pt x="261322" y="43314"/>
                </a:lnTo>
                <a:cubicBezTo>
                  <a:pt x="261322" y="44735"/>
                  <a:pt x="260958" y="45801"/>
                  <a:pt x="260230" y="46512"/>
                </a:cubicBezTo>
                <a:cubicBezTo>
                  <a:pt x="259502" y="47222"/>
                  <a:pt x="258410" y="47577"/>
                  <a:pt x="256955" y="47577"/>
                </a:cubicBezTo>
                <a:cubicBezTo>
                  <a:pt x="255920" y="47577"/>
                  <a:pt x="255030" y="47280"/>
                  <a:pt x="254283" y="46686"/>
                </a:cubicBezTo>
                <a:cubicBezTo>
                  <a:pt x="253536" y="46093"/>
                  <a:pt x="252626" y="44857"/>
                  <a:pt x="251553" y="42980"/>
                </a:cubicBezTo>
                <a:cubicBezTo>
                  <a:pt x="249715" y="39877"/>
                  <a:pt x="247483" y="37531"/>
                  <a:pt x="244859" y="35941"/>
                </a:cubicBezTo>
                <a:cubicBezTo>
                  <a:pt x="242235" y="34352"/>
                  <a:pt x="239219" y="33557"/>
                  <a:pt x="235809" y="33557"/>
                </a:cubicBezTo>
                <a:cubicBezTo>
                  <a:pt x="229834" y="33557"/>
                  <a:pt x="224978" y="35319"/>
                  <a:pt x="221243" y="38843"/>
                </a:cubicBezTo>
                <a:cubicBezTo>
                  <a:pt x="217508" y="42367"/>
                  <a:pt x="215641" y="46926"/>
                  <a:pt x="215641" y="52519"/>
                </a:cubicBezTo>
                <a:cubicBezTo>
                  <a:pt x="215641" y="58226"/>
                  <a:pt x="217432" y="62890"/>
                  <a:pt x="221013" y="66510"/>
                </a:cubicBezTo>
                <a:cubicBezTo>
                  <a:pt x="224595" y="70130"/>
                  <a:pt x="229201" y="71940"/>
                  <a:pt x="234833" y="71940"/>
                </a:cubicBezTo>
                <a:cubicBezTo>
                  <a:pt x="237399" y="71940"/>
                  <a:pt x="239841" y="71586"/>
                  <a:pt x="242159" y="70877"/>
                </a:cubicBezTo>
                <a:cubicBezTo>
                  <a:pt x="244476" y="70168"/>
                  <a:pt x="246669" y="69105"/>
                  <a:pt x="248738" y="67688"/>
                </a:cubicBezTo>
                <a:cubicBezTo>
                  <a:pt x="249466" y="67228"/>
                  <a:pt x="250443" y="66520"/>
                  <a:pt x="251668" y="65562"/>
                </a:cubicBezTo>
                <a:cubicBezTo>
                  <a:pt x="254158" y="63532"/>
                  <a:pt x="256112" y="62517"/>
                  <a:pt x="257529" y="62517"/>
                </a:cubicBezTo>
                <a:cubicBezTo>
                  <a:pt x="258717" y="62517"/>
                  <a:pt x="259684" y="62890"/>
                  <a:pt x="260431" y="63637"/>
                </a:cubicBezTo>
                <a:cubicBezTo>
                  <a:pt x="261178" y="64384"/>
                  <a:pt x="261552" y="65351"/>
                  <a:pt x="261552" y="66539"/>
                </a:cubicBezTo>
                <a:cubicBezTo>
                  <a:pt x="261552" y="69565"/>
                  <a:pt x="258688" y="72658"/>
                  <a:pt x="252961" y="75819"/>
                </a:cubicBezTo>
                <a:cubicBezTo>
                  <a:pt x="247234" y="78979"/>
                  <a:pt x="241153" y="80559"/>
                  <a:pt x="234718" y="80559"/>
                </a:cubicBezTo>
                <a:cubicBezTo>
                  <a:pt x="226405" y="80559"/>
                  <a:pt x="219481" y="77894"/>
                  <a:pt x="213946" y="72565"/>
                </a:cubicBezTo>
                <a:cubicBezTo>
                  <a:pt x="208411" y="67234"/>
                  <a:pt x="205643" y="60581"/>
                  <a:pt x="205643" y="52605"/>
                </a:cubicBezTo>
                <a:cubicBezTo>
                  <a:pt x="205643" y="44629"/>
                  <a:pt x="208401" y="37966"/>
                  <a:pt x="213917" y="32618"/>
                </a:cubicBezTo>
                <a:cubicBezTo>
                  <a:pt x="219433" y="27268"/>
                  <a:pt x="226328" y="24593"/>
                  <a:pt x="234603" y="24593"/>
                </a:cubicBezTo>
                <a:cubicBezTo>
                  <a:pt x="237514" y="24593"/>
                  <a:pt x="240435" y="24989"/>
                  <a:pt x="243365" y="25780"/>
                </a:cubicBezTo>
                <a:cubicBezTo>
                  <a:pt x="246296" y="26570"/>
                  <a:pt x="249408" y="27793"/>
                  <a:pt x="252703" y="29450"/>
                </a:cubicBezTo>
                <a:close/>
                <a:moveTo>
                  <a:pt x="291448" y="57823"/>
                </a:moveTo>
                <a:cubicBezTo>
                  <a:pt x="291448" y="62643"/>
                  <a:pt x="292463" y="66164"/>
                  <a:pt x="294493" y="68383"/>
                </a:cubicBezTo>
                <a:cubicBezTo>
                  <a:pt x="296524" y="70601"/>
                  <a:pt x="299742" y="71710"/>
                  <a:pt x="304147" y="71710"/>
                </a:cubicBezTo>
                <a:cubicBezTo>
                  <a:pt x="308322" y="71710"/>
                  <a:pt x="311894" y="70391"/>
                  <a:pt x="314863" y="67753"/>
                </a:cubicBezTo>
                <a:cubicBezTo>
                  <a:pt x="317832" y="65113"/>
                  <a:pt x="319316" y="61804"/>
                  <a:pt x="319316" y="57826"/>
                </a:cubicBezTo>
                <a:lnTo>
                  <a:pt x="319316" y="34131"/>
                </a:lnTo>
                <a:lnTo>
                  <a:pt x="311444" y="34131"/>
                </a:lnTo>
                <a:cubicBezTo>
                  <a:pt x="309950" y="34131"/>
                  <a:pt x="308868" y="33815"/>
                  <a:pt x="308198" y="33183"/>
                </a:cubicBezTo>
                <a:cubicBezTo>
                  <a:pt x="307527" y="32551"/>
                  <a:pt x="307192" y="31565"/>
                  <a:pt x="307192" y="30224"/>
                </a:cubicBezTo>
                <a:cubicBezTo>
                  <a:pt x="307192" y="28768"/>
                  <a:pt x="307556" y="27696"/>
                  <a:pt x="308284" y="27006"/>
                </a:cubicBezTo>
                <a:cubicBezTo>
                  <a:pt x="309012" y="26317"/>
                  <a:pt x="310180" y="25972"/>
                  <a:pt x="311789" y="25972"/>
                </a:cubicBezTo>
                <a:lnTo>
                  <a:pt x="324028" y="25972"/>
                </a:lnTo>
                <a:cubicBezTo>
                  <a:pt x="325484" y="25972"/>
                  <a:pt x="326508" y="26288"/>
                  <a:pt x="327102" y="26920"/>
                </a:cubicBezTo>
                <a:cubicBezTo>
                  <a:pt x="327696" y="27551"/>
                  <a:pt x="327993" y="29090"/>
                  <a:pt x="327993" y="31538"/>
                </a:cubicBezTo>
                <a:lnTo>
                  <a:pt x="327993" y="70906"/>
                </a:lnTo>
                <a:lnTo>
                  <a:pt x="330636" y="70906"/>
                </a:lnTo>
                <a:cubicBezTo>
                  <a:pt x="332513" y="70906"/>
                  <a:pt x="333863" y="71215"/>
                  <a:pt x="334687" y="71832"/>
                </a:cubicBezTo>
                <a:cubicBezTo>
                  <a:pt x="335510" y="72449"/>
                  <a:pt x="335922" y="73471"/>
                  <a:pt x="335922" y="74899"/>
                </a:cubicBezTo>
                <a:cubicBezTo>
                  <a:pt x="335922" y="76288"/>
                  <a:pt x="335530" y="77329"/>
                  <a:pt x="334744" y="78024"/>
                </a:cubicBezTo>
                <a:cubicBezTo>
                  <a:pt x="333959" y="78718"/>
                  <a:pt x="332819" y="79065"/>
                  <a:pt x="331325" y="79065"/>
                </a:cubicBezTo>
                <a:lnTo>
                  <a:pt x="322591" y="79065"/>
                </a:lnTo>
                <a:cubicBezTo>
                  <a:pt x="321557" y="79065"/>
                  <a:pt x="320753" y="78853"/>
                  <a:pt x="320178" y="78428"/>
                </a:cubicBezTo>
                <a:cubicBezTo>
                  <a:pt x="319604" y="78003"/>
                  <a:pt x="319316" y="77423"/>
                  <a:pt x="319316" y="76689"/>
                </a:cubicBezTo>
                <a:lnTo>
                  <a:pt x="319316" y="72752"/>
                </a:lnTo>
                <a:cubicBezTo>
                  <a:pt x="315639" y="75606"/>
                  <a:pt x="312488" y="77563"/>
                  <a:pt x="309864" y="78623"/>
                </a:cubicBezTo>
                <a:cubicBezTo>
                  <a:pt x="307240" y="79684"/>
                  <a:pt x="304472" y="80214"/>
                  <a:pt x="301561" y="80214"/>
                </a:cubicBezTo>
                <a:cubicBezTo>
                  <a:pt x="295240" y="80214"/>
                  <a:pt x="290500" y="78538"/>
                  <a:pt x="287340" y="75187"/>
                </a:cubicBezTo>
                <a:cubicBezTo>
                  <a:pt x="284179" y="71835"/>
                  <a:pt x="282599" y="66769"/>
                  <a:pt x="282599" y="59988"/>
                </a:cubicBezTo>
                <a:lnTo>
                  <a:pt x="282599" y="34131"/>
                </a:lnTo>
                <a:lnTo>
                  <a:pt x="281393" y="34131"/>
                </a:lnTo>
                <a:cubicBezTo>
                  <a:pt x="278788" y="34131"/>
                  <a:pt x="277006" y="33825"/>
                  <a:pt x="276049" y="33212"/>
                </a:cubicBezTo>
                <a:cubicBezTo>
                  <a:pt x="275091" y="32599"/>
                  <a:pt x="274612" y="31526"/>
                  <a:pt x="274612" y="29994"/>
                </a:cubicBezTo>
                <a:cubicBezTo>
                  <a:pt x="274612" y="28653"/>
                  <a:pt x="274986" y="27648"/>
                  <a:pt x="275733" y="26978"/>
                </a:cubicBezTo>
                <a:cubicBezTo>
                  <a:pt x="276480" y="26307"/>
                  <a:pt x="277639" y="25972"/>
                  <a:pt x="279209" y="25972"/>
                </a:cubicBezTo>
                <a:lnTo>
                  <a:pt x="287886" y="25972"/>
                </a:lnTo>
                <a:cubicBezTo>
                  <a:pt x="289226" y="25972"/>
                  <a:pt x="290155" y="26240"/>
                  <a:pt x="290672" y="26776"/>
                </a:cubicBezTo>
                <a:cubicBezTo>
                  <a:pt x="291190" y="27312"/>
                  <a:pt x="291448" y="28497"/>
                  <a:pt x="291448" y="30334"/>
                </a:cubicBezTo>
                <a:lnTo>
                  <a:pt x="291448" y="57823"/>
                </a:lnTo>
                <a:close/>
                <a:moveTo>
                  <a:pt x="361279" y="93890"/>
                </a:moveTo>
                <a:lnTo>
                  <a:pt x="375069" y="93890"/>
                </a:lnTo>
                <a:cubicBezTo>
                  <a:pt x="376525" y="93890"/>
                  <a:pt x="377616" y="94232"/>
                  <a:pt x="378344" y="94917"/>
                </a:cubicBezTo>
                <a:cubicBezTo>
                  <a:pt x="379072" y="95602"/>
                  <a:pt x="379436" y="96629"/>
                  <a:pt x="379436" y="97998"/>
                </a:cubicBezTo>
                <a:cubicBezTo>
                  <a:pt x="379436" y="99481"/>
                  <a:pt x="379082" y="100527"/>
                  <a:pt x="378373" y="101135"/>
                </a:cubicBezTo>
                <a:cubicBezTo>
                  <a:pt x="377664" y="101744"/>
                  <a:pt x="376410" y="102049"/>
                  <a:pt x="374609" y="102049"/>
                </a:cubicBezTo>
                <a:lnTo>
                  <a:pt x="349269" y="102049"/>
                </a:lnTo>
                <a:cubicBezTo>
                  <a:pt x="347737" y="102049"/>
                  <a:pt x="346578" y="101707"/>
                  <a:pt x="345793" y="101022"/>
                </a:cubicBezTo>
                <a:cubicBezTo>
                  <a:pt x="345008" y="100337"/>
                  <a:pt x="344615" y="99329"/>
                  <a:pt x="344615" y="97998"/>
                </a:cubicBezTo>
                <a:cubicBezTo>
                  <a:pt x="344615" y="96477"/>
                  <a:pt x="345104" y="95411"/>
                  <a:pt x="346080" y="94802"/>
                </a:cubicBezTo>
                <a:cubicBezTo>
                  <a:pt x="347057" y="94194"/>
                  <a:pt x="348867" y="93890"/>
                  <a:pt x="351510" y="93890"/>
                </a:cubicBezTo>
                <a:lnTo>
                  <a:pt x="352602" y="93890"/>
                </a:lnTo>
                <a:lnTo>
                  <a:pt x="352602" y="34131"/>
                </a:lnTo>
                <a:lnTo>
                  <a:pt x="351510" y="34131"/>
                </a:lnTo>
                <a:cubicBezTo>
                  <a:pt x="348867" y="34131"/>
                  <a:pt x="347057" y="33825"/>
                  <a:pt x="346080" y="33212"/>
                </a:cubicBezTo>
                <a:cubicBezTo>
                  <a:pt x="345104" y="32599"/>
                  <a:pt x="344615" y="31526"/>
                  <a:pt x="344615" y="29994"/>
                </a:cubicBezTo>
                <a:cubicBezTo>
                  <a:pt x="344615" y="28653"/>
                  <a:pt x="345008" y="27648"/>
                  <a:pt x="345793" y="26978"/>
                </a:cubicBezTo>
                <a:cubicBezTo>
                  <a:pt x="346578" y="26307"/>
                  <a:pt x="347737" y="25972"/>
                  <a:pt x="349269" y="25972"/>
                </a:cubicBezTo>
                <a:lnTo>
                  <a:pt x="358003" y="25972"/>
                </a:lnTo>
                <a:cubicBezTo>
                  <a:pt x="359153" y="25972"/>
                  <a:pt x="359986" y="26163"/>
                  <a:pt x="360503" y="26547"/>
                </a:cubicBezTo>
                <a:cubicBezTo>
                  <a:pt x="361020" y="26930"/>
                  <a:pt x="361279" y="27523"/>
                  <a:pt x="361279" y="28328"/>
                </a:cubicBezTo>
                <a:lnTo>
                  <a:pt x="361279" y="33901"/>
                </a:lnTo>
                <a:cubicBezTo>
                  <a:pt x="363883" y="31220"/>
                  <a:pt x="366766" y="29209"/>
                  <a:pt x="369926" y="27868"/>
                </a:cubicBezTo>
                <a:cubicBezTo>
                  <a:pt x="373087" y="26527"/>
                  <a:pt x="376486" y="25857"/>
                  <a:pt x="380126" y="25857"/>
                </a:cubicBezTo>
                <a:cubicBezTo>
                  <a:pt x="387825" y="25857"/>
                  <a:pt x="394261" y="28462"/>
                  <a:pt x="399432" y="33672"/>
                </a:cubicBezTo>
                <a:cubicBezTo>
                  <a:pt x="404604" y="38881"/>
                  <a:pt x="407189" y="45413"/>
                  <a:pt x="407189" y="53266"/>
                </a:cubicBezTo>
                <a:cubicBezTo>
                  <a:pt x="407189" y="60812"/>
                  <a:pt x="404738" y="67018"/>
                  <a:pt x="399834" y="71883"/>
                </a:cubicBezTo>
                <a:cubicBezTo>
                  <a:pt x="394931" y="76748"/>
                  <a:pt x="388668" y="79180"/>
                  <a:pt x="381045" y="79180"/>
                </a:cubicBezTo>
                <a:cubicBezTo>
                  <a:pt x="376984" y="79180"/>
                  <a:pt x="373249" y="78462"/>
                  <a:pt x="369840" y="77025"/>
                </a:cubicBezTo>
                <a:cubicBezTo>
                  <a:pt x="366431" y="75589"/>
                  <a:pt x="363577" y="73530"/>
                  <a:pt x="361279" y="70848"/>
                </a:cubicBezTo>
                <a:lnTo>
                  <a:pt x="361279" y="93890"/>
                </a:lnTo>
                <a:moveTo>
                  <a:pt x="379091" y="70676"/>
                </a:moveTo>
                <a:cubicBezTo>
                  <a:pt x="384416" y="70676"/>
                  <a:pt x="388783" y="69003"/>
                  <a:pt x="392192" y="65657"/>
                </a:cubicBezTo>
                <a:cubicBezTo>
                  <a:pt x="395601" y="62310"/>
                  <a:pt x="397306" y="57978"/>
                  <a:pt x="397306" y="52662"/>
                </a:cubicBezTo>
                <a:cubicBezTo>
                  <a:pt x="397306" y="47461"/>
                  <a:pt x="395592" y="43168"/>
                  <a:pt x="392163" y="39784"/>
                </a:cubicBezTo>
                <a:cubicBezTo>
                  <a:pt x="388735" y="36399"/>
                  <a:pt x="384378" y="34706"/>
                  <a:pt x="379091" y="34706"/>
                </a:cubicBezTo>
                <a:cubicBezTo>
                  <a:pt x="373805" y="34706"/>
                  <a:pt x="369476" y="36389"/>
                  <a:pt x="366105" y="39755"/>
                </a:cubicBezTo>
                <a:cubicBezTo>
                  <a:pt x="362734" y="43120"/>
                  <a:pt x="361049" y="47423"/>
                  <a:pt x="361049" y="52662"/>
                </a:cubicBezTo>
                <a:cubicBezTo>
                  <a:pt x="361049" y="57940"/>
                  <a:pt x="362725" y="62262"/>
                  <a:pt x="366077" y="65628"/>
                </a:cubicBezTo>
                <a:cubicBezTo>
                  <a:pt x="369428" y="68993"/>
                  <a:pt x="373767" y="70676"/>
                  <a:pt x="379091" y="70676"/>
                </a:cubicBezTo>
                <a:close/>
                <a:moveTo>
                  <a:pt x="463747" y="29450"/>
                </a:moveTo>
                <a:lnTo>
                  <a:pt x="463747" y="29220"/>
                </a:lnTo>
                <a:cubicBezTo>
                  <a:pt x="463747" y="27945"/>
                  <a:pt x="464111" y="27009"/>
                  <a:pt x="464839" y="26410"/>
                </a:cubicBezTo>
                <a:cubicBezTo>
                  <a:pt x="465567" y="25812"/>
                  <a:pt x="466697" y="25512"/>
                  <a:pt x="468229" y="25512"/>
                </a:cubicBezTo>
                <a:cubicBezTo>
                  <a:pt x="469800" y="25512"/>
                  <a:pt x="470882" y="25973"/>
                  <a:pt x="471476" y="26895"/>
                </a:cubicBezTo>
                <a:cubicBezTo>
                  <a:pt x="472069" y="27817"/>
                  <a:pt x="472366" y="29718"/>
                  <a:pt x="472366" y="32598"/>
                </a:cubicBezTo>
                <a:lnTo>
                  <a:pt x="472366" y="43314"/>
                </a:lnTo>
                <a:cubicBezTo>
                  <a:pt x="472366" y="44735"/>
                  <a:pt x="472002" y="45801"/>
                  <a:pt x="471275" y="46512"/>
                </a:cubicBezTo>
                <a:cubicBezTo>
                  <a:pt x="470547" y="47222"/>
                  <a:pt x="469455" y="47577"/>
                  <a:pt x="467999" y="47577"/>
                </a:cubicBezTo>
                <a:cubicBezTo>
                  <a:pt x="466965" y="47577"/>
                  <a:pt x="466074" y="47280"/>
                  <a:pt x="465327" y="46686"/>
                </a:cubicBezTo>
                <a:cubicBezTo>
                  <a:pt x="464580" y="46093"/>
                  <a:pt x="463671" y="44857"/>
                  <a:pt x="462598" y="42980"/>
                </a:cubicBezTo>
                <a:cubicBezTo>
                  <a:pt x="460759" y="39877"/>
                  <a:pt x="458528" y="37531"/>
                  <a:pt x="455904" y="35941"/>
                </a:cubicBezTo>
                <a:cubicBezTo>
                  <a:pt x="453280" y="34352"/>
                  <a:pt x="450263" y="33557"/>
                  <a:pt x="446854" y="33557"/>
                </a:cubicBezTo>
                <a:cubicBezTo>
                  <a:pt x="440878" y="33557"/>
                  <a:pt x="436023" y="35319"/>
                  <a:pt x="432288" y="38843"/>
                </a:cubicBezTo>
                <a:cubicBezTo>
                  <a:pt x="428553" y="42367"/>
                  <a:pt x="426686" y="46926"/>
                  <a:pt x="426686" y="52519"/>
                </a:cubicBezTo>
                <a:cubicBezTo>
                  <a:pt x="426686" y="58226"/>
                  <a:pt x="428476" y="62890"/>
                  <a:pt x="432058" y="66510"/>
                </a:cubicBezTo>
                <a:cubicBezTo>
                  <a:pt x="435640" y="70130"/>
                  <a:pt x="440246" y="71940"/>
                  <a:pt x="445877" y="71940"/>
                </a:cubicBezTo>
                <a:cubicBezTo>
                  <a:pt x="448444" y="71940"/>
                  <a:pt x="450886" y="71586"/>
                  <a:pt x="453203" y="70877"/>
                </a:cubicBezTo>
                <a:cubicBezTo>
                  <a:pt x="455521" y="70168"/>
                  <a:pt x="457714" y="69105"/>
                  <a:pt x="459783" y="67688"/>
                </a:cubicBezTo>
                <a:cubicBezTo>
                  <a:pt x="460510" y="67228"/>
                  <a:pt x="461487" y="66520"/>
                  <a:pt x="462713" y="65562"/>
                </a:cubicBezTo>
                <a:cubicBezTo>
                  <a:pt x="465203" y="63532"/>
                  <a:pt x="467157" y="62517"/>
                  <a:pt x="468574" y="62517"/>
                </a:cubicBezTo>
                <a:cubicBezTo>
                  <a:pt x="469761" y="62517"/>
                  <a:pt x="470729" y="62890"/>
                  <a:pt x="471476" y="63637"/>
                </a:cubicBezTo>
                <a:cubicBezTo>
                  <a:pt x="472223" y="64384"/>
                  <a:pt x="472596" y="65351"/>
                  <a:pt x="472596" y="66539"/>
                </a:cubicBezTo>
                <a:cubicBezTo>
                  <a:pt x="472596" y="69565"/>
                  <a:pt x="469733" y="72658"/>
                  <a:pt x="464006" y="75819"/>
                </a:cubicBezTo>
                <a:cubicBezTo>
                  <a:pt x="458279" y="78979"/>
                  <a:pt x="452198" y="80559"/>
                  <a:pt x="445762" y="80559"/>
                </a:cubicBezTo>
                <a:cubicBezTo>
                  <a:pt x="437450" y="80559"/>
                  <a:pt x="430526" y="77894"/>
                  <a:pt x="424990" y="72565"/>
                </a:cubicBezTo>
                <a:cubicBezTo>
                  <a:pt x="419455" y="67234"/>
                  <a:pt x="416688" y="60581"/>
                  <a:pt x="416688" y="52605"/>
                </a:cubicBezTo>
                <a:cubicBezTo>
                  <a:pt x="416688" y="44629"/>
                  <a:pt x="419446" y="37966"/>
                  <a:pt x="424962" y="32618"/>
                </a:cubicBezTo>
                <a:cubicBezTo>
                  <a:pt x="430478" y="27268"/>
                  <a:pt x="437373" y="24593"/>
                  <a:pt x="445647" y="24593"/>
                </a:cubicBezTo>
                <a:cubicBezTo>
                  <a:pt x="448559" y="24593"/>
                  <a:pt x="451480" y="24989"/>
                  <a:pt x="454410" y="25780"/>
                </a:cubicBezTo>
                <a:cubicBezTo>
                  <a:pt x="457341" y="26570"/>
                  <a:pt x="460453" y="27793"/>
                  <a:pt x="463747" y="29450"/>
                </a:cubicBezTo>
                <a:close/>
                <a:moveTo>
                  <a:pt x="529556" y="53725"/>
                </a:moveTo>
                <a:cubicBezTo>
                  <a:pt x="527449" y="53036"/>
                  <a:pt x="525409" y="52528"/>
                  <a:pt x="523436" y="52202"/>
                </a:cubicBezTo>
                <a:cubicBezTo>
                  <a:pt x="521464" y="51877"/>
                  <a:pt x="519500" y="51714"/>
                  <a:pt x="517547" y="51714"/>
                </a:cubicBezTo>
                <a:cubicBezTo>
                  <a:pt x="511648" y="51714"/>
                  <a:pt x="506993" y="52710"/>
                  <a:pt x="503584" y="54702"/>
                </a:cubicBezTo>
                <a:cubicBezTo>
                  <a:pt x="500175" y="56694"/>
                  <a:pt x="498470" y="59375"/>
                  <a:pt x="498470" y="62746"/>
                </a:cubicBezTo>
                <a:cubicBezTo>
                  <a:pt x="498470" y="65351"/>
                  <a:pt x="499533" y="67496"/>
                  <a:pt x="501659" y="69182"/>
                </a:cubicBezTo>
                <a:cubicBezTo>
                  <a:pt x="503785" y="70867"/>
                  <a:pt x="506495" y="71710"/>
                  <a:pt x="509790" y="71710"/>
                </a:cubicBezTo>
                <a:cubicBezTo>
                  <a:pt x="514655" y="71710"/>
                  <a:pt x="519165" y="70437"/>
                  <a:pt x="523321" y="67889"/>
                </a:cubicBezTo>
                <a:cubicBezTo>
                  <a:pt x="527478" y="65342"/>
                  <a:pt x="529556" y="62689"/>
                  <a:pt x="529556" y="59931"/>
                </a:cubicBezTo>
                <a:lnTo>
                  <a:pt x="529556" y="53725"/>
                </a:lnTo>
                <a:moveTo>
                  <a:pt x="530016" y="71825"/>
                </a:moveTo>
                <a:cubicBezTo>
                  <a:pt x="526874" y="74660"/>
                  <a:pt x="523456" y="76824"/>
                  <a:pt x="519759" y="78318"/>
                </a:cubicBezTo>
                <a:cubicBezTo>
                  <a:pt x="516062" y="79812"/>
                  <a:pt x="512260" y="80559"/>
                  <a:pt x="508353" y="80559"/>
                </a:cubicBezTo>
                <a:cubicBezTo>
                  <a:pt x="502645" y="80559"/>
                  <a:pt x="498039" y="78967"/>
                  <a:pt x="494534" y="75783"/>
                </a:cubicBezTo>
                <a:cubicBezTo>
                  <a:pt x="491029" y="72598"/>
                  <a:pt x="489276" y="68455"/>
                  <a:pt x="489276" y="63352"/>
                </a:cubicBezTo>
                <a:cubicBezTo>
                  <a:pt x="489276" y="57290"/>
                  <a:pt x="491604" y="52590"/>
                  <a:pt x="496258" y="49252"/>
                </a:cubicBezTo>
                <a:cubicBezTo>
                  <a:pt x="500912" y="45914"/>
                  <a:pt x="507453" y="44244"/>
                  <a:pt x="515880" y="44244"/>
                </a:cubicBezTo>
                <a:cubicBezTo>
                  <a:pt x="518102" y="44244"/>
                  <a:pt x="520343" y="44388"/>
                  <a:pt x="522603" y="44675"/>
                </a:cubicBezTo>
                <a:cubicBezTo>
                  <a:pt x="524863" y="44963"/>
                  <a:pt x="527181" y="45413"/>
                  <a:pt x="529556" y="46026"/>
                </a:cubicBezTo>
                <a:lnTo>
                  <a:pt x="529556" y="45623"/>
                </a:lnTo>
                <a:cubicBezTo>
                  <a:pt x="529556" y="41235"/>
                  <a:pt x="528502" y="37992"/>
                  <a:pt x="526396" y="35896"/>
                </a:cubicBezTo>
                <a:cubicBezTo>
                  <a:pt x="524289" y="33800"/>
                  <a:pt x="521014" y="32752"/>
                  <a:pt x="516570" y="32752"/>
                </a:cubicBezTo>
                <a:cubicBezTo>
                  <a:pt x="513582" y="32752"/>
                  <a:pt x="510249" y="33557"/>
                  <a:pt x="506572" y="35166"/>
                </a:cubicBezTo>
                <a:cubicBezTo>
                  <a:pt x="502894" y="36774"/>
                  <a:pt x="500462" y="37579"/>
                  <a:pt x="499274" y="37579"/>
                </a:cubicBezTo>
                <a:cubicBezTo>
                  <a:pt x="498164" y="37579"/>
                  <a:pt x="497244" y="37129"/>
                  <a:pt x="496516" y="36229"/>
                </a:cubicBezTo>
                <a:cubicBezTo>
                  <a:pt x="495789" y="35328"/>
                  <a:pt x="495425" y="34170"/>
                  <a:pt x="495425" y="32752"/>
                </a:cubicBezTo>
                <a:cubicBezTo>
                  <a:pt x="495425" y="30477"/>
                  <a:pt x="497541" y="28548"/>
                  <a:pt x="501774" y="26967"/>
                </a:cubicBezTo>
                <a:cubicBezTo>
                  <a:pt x="506007" y="25384"/>
                  <a:pt x="511418" y="24593"/>
                  <a:pt x="518006" y="24593"/>
                </a:cubicBezTo>
                <a:cubicBezTo>
                  <a:pt x="524748" y="24593"/>
                  <a:pt x="529843" y="26310"/>
                  <a:pt x="533291" y="29743"/>
                </a:cubicBezTo>
                <a:cubicBezTo>
                  <a:pt x="536738" y="33175"/>
                  <a:pt x="538462" y="38247"/>
                  <a:pt x="538462" y="44959"/>
                </a:cubicBezTo>
                <a:lnTo>
                  <a:pt x="538462" y="71021"/>
                </a:lnTo>
                <a:lnTo>
                  <a:pt x="541278" y="71021"/>
                </a:lnTo>
                <a:cubicBezTo>
                  <a:pt x="543998" y="71021"/>
                  <a:pt x="545817" y="71306"/>
                  <a:pt x="546736" y="71877"/>
                </a:cubicBezTo>
                <a:cubicBezTo>
                  <a:pt x="547656" y="72447"/>
                  <a:pt x="548116" y="73474"/>
                  <a:pt x="548116" y="74957"/>
                </a:cubicBezTo>
                <a:cubicBezTo>
                  <a:pt x="548116" y="76326"/>
                  <a:pt x="547732" y="77353"/>
                  <a:pt x="546966" y="78038"/>
                </a:cubicBezTo>
                <a:cubicBezTo>
                  <a:pt x="546200" y="78723"/>
                  <a:pt x="545051" y="79065"/>
                  <a:pt x="543519" y="79065"/>
                </a:cubicBezTo>
                <a:lnTo>
                  <a:pt x="534497" y="79065"/>
                </a:lnTo>
                <a:cubicBezTo>
                  <a:pt x="533425" y="79065"/>
                  <a:pt x="532544" y="78742"/>
                  <a:pt x="531854" y="78097"/>
                </a:cubicBezTo>
                <a:cubicBezTo>
                  <a:pt x="531165" y="77451"/>
                  <a:pt x="530705" y="76519"/>
                  <a:pt x="530475" y="75303"/>
                </a:cubicBezTo>
                <a:lnTo>
                  <a:pt x="530016" y="71825"/>
                </a:lnTo>
                <a:close/>
                <a:moveTo>
                  <a:pt x="576690" y="57052"/>
                </a:moveTo>
                <a:lnTo>
                  <a:pt x="576690" y="74005"/>
                </a:lnTo>
                <a:cubicBezTo>
                  <a:pt x="576690" y="75538"/>
                  <a:pt x="576374" y="76765"/>
                  <a:pt x="575742" y="77686"/>
                </a:cubicBezTo>
                <a:cubicBezTo>
                  <a:pt x="575110" y="78605"/>
                  <a:pt x="574296" y="79065"/>
                  <a:pt x="573300" y="79065"/>
                </a:cubicBezTo>
                <a:lnTo>
                  <a:pt x="562670" y="79065"/>
                </a:lnTo>
                <a:cubicBezTo>
                  <a:pt x="561176" y="79065"/>
                  <a:pt x="560046" y="78718"/>
                  <a:pt x="559280" y="78024"/>
                </a:cubicBezTo>
                <a:cubicBezTo>
                  <a:pt x="558514" y="77329"/>
                  <a:pt x="558131" y="76288"/>
                  <a:pt x="558131" y="74899"/>
                </a:cubicBezTo>
                <a:cubicBezTo>
                  <a:pt x="558131" y="73356"/>
                  <a:pt x="558581" y="72305"/>
                  <a:pt x="559481" y="71746"/>
                </a:cubicBezTo>
                <a:cubicBezTo>
                  <a:pt x="560381" y="71186"/>
                  <a:pt x="562306" y="70906"/>
                  <a:pt x="565256" y="70906"/>
                </a:cubicBezTo>
                <a:lnTo>
                  <a:pt x="568014" y="70906"/>
                </a:lnTo>
                <a:lnTo>
                  <a:pt x="568014" y="12067"/>
                </a:lnTo>
                <a:lnTo>
                  <a:pt x="565658" y="12067"/>
                </a:lnTo>
                <a:cubicBezTo>
                  <a:pt x="562364" y="12067"/>
                  <a:pt x="560238" y="11770"/>
                  <a:pt x="559280" y="11176"/>
                </a:cubicBezTo>
                <a:cubicBezTo>
                  <a:pt x="558322" y="10582"/>
                  <a:pt x="557843" y="9500"/>
                  <a:pt x="557843" y="7929"/>
                </a:cubicBezTo>
                <a:cubicBezTo>
                  <a:pt x="557843" y="6550"/>
                  <a:pt x="558236" y="5516"/>
                  <a:pt x="559021" y="4827"/>
                </a:cubicBezTo>
                <a:cubicBezTo>
                  <a:pt x="559807" y="4137"/>
                  <a:pt x="560946" y="3792"/>
                  <a:pt x="562440" y="3792"/>
                </a:cubicBezTo>
                <a:lnTo>
                  <a:pt x="573415" y="3792"/>
                </a:lnTo>
                <a:cubicBezTo>
                  <a:pt x="574449" y="3792"/>
                  <a:pt x="575254" y="4004"/>
                  <a:pt x="575828" y="4426"/>
                </a:cubicBezTo>
                <a:cubicBezTo>
                  <a:pt x="576403" y="4848"/>
                  <a:pt x="576690" y="5422"/>
                  <a:pt x="576690" y="6150"/>
                </a:cubicBezTo>
                <a:lnTo>
                  <a:pt x="576690" y="47381"/>
                </a:lnTo>
                <a:lnTo>
                  <a:pt x="593296" y="33465"/>
                </a:lnTo>
                <a:cubicBezTo>
                  <a:pt x="592032" y="32931"/>
                  <a:pt x="591103" y="32340"/>
                  <a:pt x="590509" y="31693"/>
                </a:cubicBezTo>
                <a:cubicBezTo>
                  <a:pt x="589916" y="31044"/>
                  <a:pt x="589619" y="30281"/>
                  <a:pt x="589619" y="29403"/>
                </a:cubicBezTo>
                <a:cubicBezTo>
                  <a:pt x="589619" y="28260"/>
                  <a:pt x="590040" y="27402"/>
                  <a:pt x="590883" y="26830"/>
                </a:cubicBezTo>
                <a:cubicBezTo>
                  <a:pt x="591726" y="26258"/>
                  <a:pt x="592951" y="25972"/>
                  <a:pt x="594560" y="25972"/>
                </a:cubicBezTo>
                <a:lnTo>
                  <a:pt x="610132" y="25972"/>
                </a:lnTo>
                <a:cubicBezTo>
                  <a:pt x="611588" y="25972"/>
                  <a:pt x="612699" y="26298"/>
                  <a:pt x="613465" y="26949"/>
                </a:cubicBezTo>
                <a:cubicBezTo>
                  <a:pt x="614231" y="27599"/>
                  <a:pt x="614614" y="28574"/>
                  <a:pt x="614614" y="29874"/>
                </a:cubicBezTo>
                <a:cubicBezTo>
                  <a:pt x="614614" y="32170"/>
                  <a:pt x="612756" y="33509"/>
                  <a:pt x="609040" y="33891"/>
                </a:cubicBezTo>
                <a:cubicBezTo>
                  <a:pt x="608312" y="33967"/>
                  <a:pt x="607738" y="34044"/>
                  <a:pt x="607316" y="34121"/>
                </a:cubicBezTo>
                <a:cubicBezTo>
                  <a:pt x="605746" y="34312"/>
                  <a:pt x="604022" y="34915"/>
                  <a:pt x="602145" y="35929"/>
                </a:cubicBezTo>
                <a:cubicBezTo>
                  <a:pt x="600268" y="36943"/>
                  <a:pt x="598372" y="38291"/>
                  <a:pt x="596457" y="39974"/>
                </a:cubicBezTo>
                <a:lnTo>
                  <a:pt x="588125" y="47263"/>
                </a:lnTo>
                <a:lnTo>
                  <a:pt x="609902" y="70906"/>
                </a:lnTo>
                <a:lnTo>
                  <a:pt x="614844" y="70906"/>
                </a:lnTo>
                <a:cubicBezTo>
                  <a:pt x="616491" y="70906"/>
                  <a:pt x="617669" y="71215"/>
                  <a:pt x="618378" y="71832"/>
                </a:cubicBezTo>
                <a:cubicBezTo>
                  <a:pt x="619086" y="72449"/>
                  <a:pt x="619441" y="73471"/>
                  <a:pt x="619441" y="74899"/>
                </a:cubicBezTo>
                <a:cubicBezTo>
                  <a:pt x="619441" y="76250"/>
                  <a:pt x="619048" y="77281"/>
                  <a:pt x="618263" y="77995"/>
                </a:cubicBezTo>
                <a:cubicBezTo>
                  <a:pt x="617477" y="78708"/>
                  <a:pt x="616338" y="79065"/>
                  <a:pt x="614844" y="79065"/>
                </a:cubicBezTo>
                <a:lnTo>
                  <a:pt x="599272" y="79065"/>
                </a:lnTo>
                <a:cubicBezTo>
                  <a:pt x="597587" y="79065"/>
                  <a:pt x="596361" y="78778"/>
                  <a:pt x="595595" y="78203"/>
                </a:cubicBezTo>
                <a:cubicBezTo>
                  <a:pt x="594828" y="77627"/>
                  <a:pt x="594445" y="76707"/>
                  <a:pt x="594445" y="75443"/>
                </a:cubicBezTo>
                <a:cubicBezTo>
                  <a:pt x="594445" y="74408"/>
                  <a:pt x="594819" y="73517"/>
                  <a:pt x="595566" y="72770"/>
                </a:cubicBezTo>
                <a:cubicBezTo>
                  <a:pt x="596313" y="72021"/>
                  <a:pt x="597433" y="71418"/>
                  <a:pt x="598927" y="70958"/>
                </a:cubicBezTo>
                <a:lnTo>
                  <a:pt x="581862" y="52341"/>
                </a:lnTo>
                <a:lnTo>
                  <a:pt x="576690" y="57052"/>
                </a:lnTo>
                <a:close/>
                <a:moveTo>
                  <a:pt x="638074" y="55047"/>
                </a:moveTo>
                <a:cubicBezTo>
                  <a:pt x="638381" y="60581"/>
                  <a:pt x="640248" y="64857"/>
                  <a:pt x="643677" y="67875"/>
                </a:cubicBezTo>
                <a:cubicBezTo>
                  <a:pt x="647105" y="70891"/>
                  <a:pt x="651788" y="72400"/>
                  <a:pt x="657726" y="72400"/>
                </a:cubicBezTo>
                <a:cubicBezTo>
                  <a:pt x="662208" y="72400"/>
                  <a:pt x="667092" y="71203"/>
                  <a:pt x="672378" y="68808"/>
                </a:cubicBezTo>
                <a:cubicBezTo>
                  <a:pt x="677664" y="66414"/>
                  <a:pt x="680863" y="65217"/>
                  <a:pt x="681974" y="65217"/>
                </a:cubicBezTo>
                <a:cubicBezTo>
                  <a:pt x="683123" y="65217"/>
                  <a:pt x="684081" y="65581"/>
                  <a:pt x="684847" y="66309"/>
                </a:cubicBezTo>
                <a:cubicBezTo>
                  <a:pt x="685613" y="67037"/>
                  <a:pt x="685996" y="67937"/>
                  <a:pt x="685996" y="69010"/>
                </a:cubicBezTo>
                <a:cubicBezTo>
                  <a:pt x="685996" y="70120"/>
                  <a:pt x="685594" y="71136"/>
                  <a:pt x="684789" y="72055"/>
                </a:cubicBezTo>
                <a:cubicBezTo>
                  <a:pt x="683985" y="72974"/>
                  <a:pt x="682702" y="73875"/>
                  <a:pt x="680940" y="74756"/>
                </a:cubicBezTo>
                <a:cubicBezTo>
                  <a:pt x="677109" y="76633"/>
                  <a:pt x="673154" y="78069"/>
                  <a:pt x="669074" y="79065"/>
                </a:cubicBezTo>
                <a:cubicBezTo>
                  <a:pt x="664994" y="80061"/>
                  <a:pt x="660944" y="80559"/>
                  <a:pt x="656921" y="80559"/>
                </a:cubicBezTo>
                <a:cubicBezTo>
                  <a:pt x="648187" y="80559"/>
                  <a:pt x="641196" y="78038"/>
                  <a:pt x="635948" y="72996"/>
                </a:cubicBezTo>
                <a:cubicBezTo>
                  <a:pt x="630700" y="67953"/>
                  <a:pt x="628076" y="61270"/>
                  <a:pt x="628076" y="52949"/>
                </a:cubicBezTo>
                <a:cubicBezTo>
                  <a:pt x="628076" y="44475"/>
                  <a:pt x="630854" y="37612"/>
                  <a:pt x="636408" y="32359"/>
                </a:cubicBezTo>
                <a:cubicBezTo>
                  <a:pt x="641963" y="27105"/>
                  <a:pt x="649203" y="24478"/>
                  <a:pt x="658128" y="24478"/>
                </a:cubicBezTo>
                <a:cubicBezTo>
                  <a:pt x="666211" y="24478"/>
                  <a:pt x="672914" y="26930"/>
                  <a:pt x="678239" y="31833"/>
                </a:cubicBezTo>
                <a:cubicBezTo>
                  <a:pt x="683564" y="36736"/>
                  <a:pt x="686226" y="42674"/>
                  <a:pt x="686226" y="49646"/>
                </a:cubicBezTo>
                <a:cubicBezTo>
                  <a:pt x="686226" y="51791"/>
                  <a:pt x="685776" y="53227"/>
                  <a:pt x="684876" y="53955"/>
                </a:cubicBezTo>
                <a:cubicBezTo>
                  <a:pt x="683975" y="54683"/>
                  <a:pt x="681533" y="55047"/>
                  <a:pt x="677550" y="55047"/>
                </a:cubicBezTo>
                <a:lnTo>
                  <a:pt x="676688" y="55047"/>
                </a:lnTo>
                <a:lnTo>
                  <a:pt x="638074" y="55047"/>
                </a:lnTo>
                <a:moveTo>
                  <a:pt x="638362" y="47462"/>
                </a:moveTo>
                <a:lnTo>
                  <a:pt x="675768" y="47462"/>
                </a:lnTo>
                <a:cubicBezTo>
                  <a:pt x="675194" y="42938"/>
                  <a:pt x="673288" y="39299"/>
                  <a:pt x="670051" y="36543"/>
                </a:cubicBezTo>
                <a:cubicBezTo>
                  <a:pt x="666814" y="33786"/>
                  <a:pt x="662840" y="32407"/>
                  <a:pt x="658128" y="32407"/>
                </a:cubicBezTo>
                <a:cubicBezTo>
                  <a:pt x="653033" y="32407"/>
                  <a:pt x="648743" y="33738"/>
                  <a:pt x="645257" y="36399"/>
                </a:cubicBezTo>
                <a:cubicBezTo>
                  <a:pt x="641771" y="39060"/>
                  <a:pt x="639473" y="42748"/>
                  <a:pt x="638362" y="47462"/>
                </a:cubicBezTo>
                <a:close/>
                <a:moveTo>
                  <a:pt x="721064" y="63039"/>
                </a:moveTo>
                <a:cubicBezTo>
                  <a:pt x="721370" y="61734"/>
                  <a:pt x="721772" y="60900"/>
                  <a:pt x="722270" y="60536"/>
                </a:cubicBezTo>
                <a:cubicBezTo>
                  <a:pt x="722768" y="60171"/>
                  <a:pt x="723611" y="59988"/>
                  <a:pt x="724798" y="59988"/>
                </a:cubicBezTo>
                <a:lnTo>
                  <a:pt x="737382" y="59988"/>
                </a:lnTo>
                <a:cubicBezTo>
                  <a:pt x="737957" y="59988"/>
                  <a:pt x="738417" y="60103"/>
                  <a:pt x="738761" y="60333"/>
                </a:cubicBezTo>
                <a:cubicBezTo>
                  <a:pt x="739106" y="60563"/>
                  <a:pt x="739278" y="60850"/>
                  <a:pt x="739278" y="61195"/>
                </a:cubicBezTo>
                <a:cubicBezTo>
                  <a:pt x="739278" y="61387"/>
                  <a:pt x="739240" y="61636"/>
                  <a:pt x="739164" y="61942"/>
                </a:cubicBezTo>
                <a:cubicBezTo>
                  <a:pt x="739087" y="62248"/>
                  <a:pt x="738972" y="62536"/>
                  <a:pt x="738819" y="62804"/>
                </a:cubicBezTo>
                <a:lnTo>
                  <a:pt x="723017" y="95671"/>
                </a:lnTo>
                <a:cubicBezTo>
                  <a:pt x="722749" y="96246"/>
                  <a:pt x="722385" y="96705"/>
                  <a:pt x="721925" y="97050"/>
                </a:cubicBezTo>
                <a:cubicBezTo>
                  <a:pt x="721466" y="97395"/>
                  <a:pt x="720968" y="97567"/>
                  <a:pt x="720432" y="97567"/>
                </a:cubicBezTo>
                <a:cubicBezTo>
                  <a:pt x="720317" y="97567"/>
                  <a:pt x="720192" y="97552"/>
                  <a:pt x="720058" y="97521"/>
                </a:cubicBezTo>
                <a:cubicBezTo>
                  <a:pt x="719924" y="97491"/>
                  <a:pt x="719704" y="97430"/>
                  <a:pt x="719397" y="97337"/>
                </a:cubicBezTo>
                <a:lnTo>
                  <a:pt x="715375" y="95842"/>
                </a:lnTo>
                <a:cubicBezTo>
                  <a:pt x="714762" y="95572"/>
                  <a:pt x="714302" y="95265"/>
                  <a:pt x="713996" y="94919"/>
                </a:cubicBezTo>
                <a:cubicBezTo>
                  <a:pt x="713690" y="94574"/>
                  <a:pt x="713536" y="94172"/>
                  <a:pt x="713536" y="93712"/>
                </a:cubicBezTo>
                <a:cubicBezTo>
                  <a:pt x="713536" y="93289"/>
                  <a:pt x="713536" y="92992"/>
                  <a:pt x="713536" y="92820"/>
                </a:cubicBezTo>
                <a:cubicBezTo>
                  <a:pt x="713536" y="92647"/>
                  <a:pt x="713575" y="92465"/>
                  <a:pt x="713651" y="92274"/>
                </a:cubicBezTo>
                <a:lnTo>
                  <a:pt x="721064" y="63039"/>
                </a:lnTo>
                <a:close/>
                <a:moveTo>
                  <a:pt x="886238" y="70906"/>
                </a:moveTo>
                <a:cubicBezTo>
                  <a:pt x="887808" y="70906"/>
                  <a:pt x="889005" y="71248"/>
                  <a:pt x="889829" y="71933"/>
                </a:cubicBezTo>
                <a:cubicBezTo>
                  <a:pt x="890653" y="72618"/>
                  <a:pt x="891064" y="73626"/>
                  <a:pt x="891064" y="74957"/>
                </a:cubicBezTo>
                <a:cubicBezTo>
                  <a:pt x="891064" y="76326"/>
                  <a:pt x="890672" y="77353"/>
                  <a:pt x="889886" y="78038"/>
                </a:cubicBezTo>
                <a:cubicBezTo>
                  <a:pt x="889101" y="78723"/>
                  <a:pt x="887962" y="79065"/>
                  <a:pt x="886468" y="79065"/>
                </a:cubicBezTo>
                <a:lnTo>
                  <a:pt x="848889" y="79065"/>
                </a:lnTo>
                <a:cubicBezTo>
                  <a:pt x="847318" y="79065"/>
                  <a:pt x="846121" y="78723"/>
                  <a:pt x="845297" y="78038"/>
                </a:cubicBezTo>
                <a:cubicBezTo>
                  <a:pt x="844474" y="77353"/>
                  <a:pt x="844062" y="76326"/>
                  <a:pt x="844062" y="74957"/>
                </a:cubicBezTo>
                <a:cubicBezTo>
                  <a:pt x="844062" y="73626"/>
                  <a:pt x="844455" y="72618"/>
                  <a:pt x="845240" y="71933"/>
                </a:cubicBezTo>
                <a:cubicBezTo>
                  <a:pt x="846025" y="71248"/>
                  <a:pt x="847165" y="70906"/>
                  <a:pt x="848659" y="70906"/>
                </a:cubicBezTo>
                <a:lnTo>
                  <a:pt x="858427" y="70906"/>
                </a:lnTo>
                <a:lnTo>
                  <a:pt x="858427" y="35740"/>
                </a:lnTo>
                <a:lnTo>
                  <a:pt x="849004" y="35740"/>
                </a:lnTo>
                <a:cubicBezTo>
                  <a:pt x="847433" y="35740"/>
                  <a:pt x="846217" y="35374"/>
                  <a:pt x="845355" y="34641"/>
                </a:cubicBezTo>
                <a:cubicBezTo>
                  <a:pt x="844493" y="33909"/>
                  <a:pt x="844062" y="32867"/>
                  <a:pt x="844062" y="31517"/>
                </a:cubicBezTo>
                <a:cubicBezTo>
                  <a:pt x="844062" y="30128"/>
                  <a:pt x="844464" y="29087"/>
                  <a:pt x="845269" y="28392"/>
                </a:cubicBezTo>
                <a:cubicBezTo>
                  <a:pt x="846073" y="27698"/>
                  <a:pt x="847241" y="27351"/>
                  <a:pt x="848774" y="27351"/>
                </a:cubicBezTo>
                <a:lnTo>
                  <a:pt x="857852" y="27351"/>
                </a:lnTo>
                <a:lnTo>
                  <a:pt x="857852" y="23444"/>
                </a:lnTo>
                <a:cubicBezTo>
                  <a:pt x="857852" y="16510"/>
                  <a:pt x="859825" y="11482"/>
                  <a:pt x="863771" y="8360"/>
                </a:cubicBezTo>
                <a:cubicBezTo>
                  <a:pt x="867716" y="5238"/>
                  <a:pt x="874094" y="3677"/>
                  <a:pt x="882905" y="3677"/>
                </a:cubicBezTo>
                <a:cubicBezTo>
                  <a:pt x="887195" y="3677"/>
                  <a:pt x="890365" y="4156"/>
                  <a:pt x="892415" y="5114"/>
                </a:cubicBezTo>
                <a:cubicBezTo>
                  <a:pt x="894464" y="6072"/>
                  <a:pt x="895489" y="7566"/>
                  <a:pt x="895489" y="9596"/>
                </a:cubicBezTo>
                <a:cubicBezTo>
                  <a:pt x="895489" y="10783"/>
                  <a:pt x="895048" y="11760"/>
                  <a:pt x="894167" y="12526"/>
                </a:cubicBezTo>
                <a:cubicBezTo>
                  <a:pt x="893286" y="13292"/>
                  <a:pt x="892156" y="13675"/>
                  <a:pt x="890777" y="13675"/>
                </a:cubicBezTo>
                <a:cubicBezTo>
                  <a:pt x="890088" y="13675"/>
                  <a:pt x="888431" y="13446"/>
                  <a:pt x="885807" y="12986"/>
                </a:cubicBezTo>
                <a:cubicBezTo>
                  <a:pt x="883183" y="12526"/>
                  <a:pt x="880932" y="12296"/>
                  <a:pt x="879055" y="12296"/>
                </a:cubicBezTo>
                <a:cubicBezTo>
                  <a:pt x="874727" y="12296"/>
                  <a:pt x="871624" y="13206"/>
                  <a:pt x="869747" y="15026"/>
                </a:cubicBezTo>
                <a:cubicBezTo>
                  <a:pt x="867870" y="16845"/>
                  <a:pt x="866931" y="19862"/>
                  <a:pt x="866931" y="24076"/>
                </a:cubicBezTo>
                <a:lnTo>
                  <a:pt x="866931" y="27351"/>
                </a:lnTo>
                <a:lnTo>
                  <a:pt x="887272" y="27351"/>
                </a:lnTo>
                <a:cubicBezTo>
                  <a:pt x="888843" y="27351"/>
                  <a:pt x="890040" y="27698"/>
                  <a:pt x="890863" y="28392"/>
                </a:cubicBezTo>
                <a:cubicBezTo>
                  <a:pt x="891687" y="29087"/>
                  <a:pt x="892099" y="30128"/>
                  <a:pt x="892099" y="31517"/>
                </a:cubicBezTo>
                <a:cubicBezTo>
                  <a:pt x="892099" y="32828"/>
                  <a:pt x="891677" y="33860"/>
                  <a:pt x="890835" y="34613"/>
                </a:cubicBezTo>
                <a:cubicBezTo>
                  <a:pt x="889992" y="35364"/>
                  <a:pt x="888843" y="35740"/>
                  <a:pt x="887387" y="35740"/>
                </a:cubicBezTo>
                <a:lnTo>
                  <a:pt x="867506" y="35740"/>
                </a:lnTo>
                <a:lnTo>
                  <a:pt x="867506" y="70906"/>
                </a:lnTo>
                <a:lnTo>
                  <a:pt x="886238" y="70906"/>
                </a:lnTo>
                <a:close/>
                <a:moveTo>
                  <a:pt x="933257" y="70906"/>
                </a:moveTo>
                <a:lnTo>
                  <a:pt x="952334" y="70906"/>
                </a:lnTo>
                <a:cubicBezTo>
                  <a:pt x="953828" y="70906"/>
                  <a:pt x="954929" y="71224"/>
                  <a:pt x="955638" y="71861"/>
                </a:cubicBezTo>
                <a:cubicBezTo>
                  <a:pt x="956347" y="72497"/>
                  <a:pt x="956701" y="73509"/>
                  <a:pt x="956701" y="74899"/>
                </a:cubicBezTo>
                <a:cubicBezTo>
                  <a:pt x="956701" y="76481"/>
                  <a:pt x="956366" y="77571"/>
                  <a:pt x="955695" y="78169"/>
                </a:cubicBezTo>
                <a:cubicBezTo>
                  <a:pt x="955025" y="78766"/>
                  <a:pt x="953790" y="79065"/>
                  <a:pt x="951989" y="79065"/>
                </a:cubicBezTo>
                <a:lnTo>
                  <a:pt x="914410" y="79065"/>
                </a:lnTo>
                <a:cubicBezTo>
                  <a:pt x="912916" y="79065"/>
                  <a:pt x="911786" y="78718"/>
                  <a:pt x="911020" y="78024"/>
                </a:cubicBezTo>
                <a:cubicBezTo>
                  <a:pt x="910254" y="77329"/>
                  <a:pt x="909871" y="76288"/>
                  <a:pt x="909871" y="74899"/>
                </a:cubicBezTo>
                <a:cubicBezTo>
                  <a:pt x="909871" y="73549"/>
                  <a:pt x="910264" y="72546"/>
                  <a:pt x="911049" y="71890"/>
                </a:cubicBezTo>
                <a:cubicBezTo>
                  <a:pt x="911834" y="71234"/>
                  <a:pt x="913050" y="70906"/>
                  <a:pt x="914698" y="70906"/>
                </a:cubicBezTo>
                <a:lnTo>
                  <a:pt x="924696" y="70906"/>
                </a:lnTo>
                <a:lnTo>
                  <a:pt x="924696" y="34131"/>
                </a:lnTo>
                <a:lnTo>
                  <a:pt x="920788" y="34131"/>
                </a:lnTo>
                <a:cubicBezTo>
                  <a:pt x="917073" y="34131"/>
                  <a:pt x="914755" y="33834"/>
                  <a:pt x="913836" y="33241"/>
                </a:cubicBezTo>
                <a:cubicBezTo>
                  <a:pt x="912916" y="32647"/>
                  <a:pt x="912457" y="31565"/>
                  <a:pt x="912457" y="29994"/>
                </a:cubicBezTo>
                <a:cubicBezTo>
                  <a:pt x="912457" y="28653"/>
                  <a:pt x="912830" y="27648"/>
                  <a:pt x="913577" y="26978"/>
                </a:cubicBezTo>
                <a:cubicBezTo>
                  <a:pt x="914324" y="26307"/>
                  <a:pt x="915464" y="25972"/>
                  <a:pt x="916996" y="25972"/>
                </a:cubicBezTo>
                <a:lnTo>
                  <a:pt x="930097" y="25972"/>
                </a:lnTo>
                <a:cubicBezTo>
                  <a:pt x="931131" y="25972"/>
                  <a:pt x="931916" y="26173"/>
                  <a:pt x="932453" y="26575"/>
                </a:cubicBezTo>
                <a:cubicBezTo>
                  <a:pt x="932989" y="26978"/>
                  <a:pt x="933257" y="27562"/>
                  <a:pt x="933257" y="28328"/>
                </a:cubicBezTo>
                <a:lnTo>
                  <a:pt x="933257" y="38096"/>
                </a:lnTo>
                <a:cubicBezTo>
                  <a:pt x="936896" y="33538"/>
                  <a:pt x="940689" y="30147"/>
                  <a:pt x="944634" y="27926"/>
                </a:cubicBezTo>
                <a:cubicBezTo>
                  <a:pt x="948580" y="25704"/>
                  <a:pt x="952832" y="24593"/>
                  <a:pt x="957390" y="24593"/>
                </a:cubicBezTo>
                <a:cubicBezTo>
                  <a:pt x="960800" y="24593"/>
                  <a:pt x="963558" y="25282"/>
                  <a:pt x="965665" y="26661"/>
                </a:cubicBezTo>
                <a:cubicBezTo>
                  <a:pt x="967772" y="28041"/>
                  <a:pt x="968825" y="29822"/>
                  <a:pt x="968825" y="32005"/>
                </a:cubicBezTo>
                <a:cubicBezTo>
                  <a:pt x="968825" y="33423"/>
                  <a:pt x="968298" y="34677"/>
                  <a:pt x="967245" y="35769"/>
                </a:cubicBezTo>
                <a:cubicBezTo>
                  <a:pt x="966191" y="36861"/>
                  <a:pt x="965033" y="37407"/>
                  <a:pt x="963768" y="37407"/>
                </a:cubicBezTo>
                <a:cubicBezTo>
                  <a:pt x="962887" y="37407"/>
                  <a:pt x="961403" y="36822"/>
                  <a:pt x="959315" y="35654"/>
                </a:cubicBezTo>
                <a:cubicBezTo>
                  <a:pt x="957228" y="34486"/>
                  <a:pt x="955360" y="33901"/>
                  <a:pt x="953713" y="33901"/>
                </a:cubicBezTo>
                <a:cubicBezTo>
                  <a:pt x="950725" y="33901"/>
                  <a:pt x="947574" y="34963"/>
                  <a:pt x="944261" y="37085"/>
                </a:cubicBezTo>
                <a:cubicBezTo>
                  <a:pt x="940947" y="39208"/>
                  <a:pt x="937279" y="42564"/>
                  <a:pt x="933257" y="47155"/>
                </a:cubicBezTo>
                <a:lnTo>
                  <a:pt x="933257" y="70906"/>
                </a:lnTo>
                <a:close/>
                <a:moveTo>
                  <a:pt x="1003950" y="9423"/>
                </a:moveTo>
                <a:cubicBezTo>
                  <a:pt x="1003950" y="5286"/>
                  <a:pt x="1004323" y="2681"/>
                  <a:pt x="1005070" y="1609"/>
                </a:cubicBezTo>
                <a:cubicBezTo>
                  <a:pt x="1005817" y="536"/>
                  <a:pt x="1007417" y="0"/>
                  <a:pt x="1009868" y="0"/>
                </a:cubicBezTo>
                <a:cubicBezTo>
                  <a:pt x="1012243" y="0"/>
                  <a:pt x="1013814" y="450"/>
                  <a:pt x="1014580" y="1350"/>
                </a:cubicBezTo>
                <a:cubicBezTo>
                  <a:pt x="1015346" y="2251"/>
                  <a:pt x="1015729" y="4386"/>
                  <a:pt x="1015729" y="7757"/>
                </a:cubicBezTo>
                <a:cubicBezTo>
                  <a:pt x="1015729" y="11051"/>
                  <a:pt x="1015375" y="13091"/>
                  <a:pt x="1014666" y="13877"/>
                </a:cubicBezTo>
                <a:cubicBezTo>
                  <a:pt x="1013957" y="14662"/>
                  <a:pt x="1012358" y="15055"/>
                  <a:pt x="1009868" y="15055"/>
                </a:cubicBezTo>
                <a:cubicBezTo>
                  <a:pt x="1007417" y="15055"/>
                  <a:pt x="1005817" y="14691"/>
                  <a:pt x="1005070" y="13963"/>
                </a:cubicBezTo>
                <a:cubicBezTo>
                  <a:pt x="1004323" y="13235"/>
                  <a:pt x="1003950" y="11722"/>
                  <a:pt x="1003950" y="9423"/>
                </a:cubicBezTo>
                <a:moveTo>
                  <a:pt x="1014580" y="70906"/>
                </a:moveTo>
                <a:lnTo>
                  <a:pt x="1033025" y="70906"/>
                </a:lnTo>
                <a:cubicBezTo>
                  <a:pt x="1034519" y="70906"/>
                  <a:pt x="1035620" y="71224"/>
                  <a:pt x="1036329" y="71861"/>
                </a:cubicBezTo>
                <a:cubicBezTo>
                  <a:pt x="1037037" y="72497"/>
                  <a:pt x="1037392" y="73509"/>
                  <a:pt x="1037392" y="74899"/>
                </a:cubicBezTo>
                <a:cubicBezTo>
                  <a:pt x="1037392" y="76481"/>
                  <a:pt x="1037056" y="77571"/>
                  <a:pt x="1036386" y="78169"/>
                </a:cubicBezTo>
                <a:cubicBezTo>
                  <a:pt x="1035716" y="78766"/>
                  <a:pt x="1034480" y="79065"/>
                  <a:pt x="1032680" y="79065"/>
                </a:cubicBezTo>
                <a:lnTo>
                  <a:pt x="988091" y="79065"/>
                </a:lnTo>
                <a:cubicBezTo>
                  <a:pt x="986559" y="79065"/>
                  <a:pt x="985409" y="78718"/>
                  <a:pt x="984643" y="78024"/>
                </a:cubicBezTo>
                <a:cubicBezTo>
                  <a:pt x="983877" y="77329"/>
                  <a:pt x="983494" y="76288"/>
                  <a:pt x="983494" y="74899"/>
                </a:cubicBezTo>
                <a:cubicBezTo>
                  <a:pt x="983494" y="73549"/>
                  <a:pt x="983896" y="72546"/>
                  <a:pt x="984701" y="71890"/>
                </a:cubicBezTo>
                <a:cubicBezTo>
                  <a:pt x="985505" y="71234"/>
                  <a:pt x="986712" y="70906"/>
                  <a:pt x="988321" y="70906"/>
                </a:cubicBezTo>
                <a:lnTo>
                  <a:pt x="1005846" y="70906"/>
                </a:lnTo>
                <a:lnTo>
                  <a:pt x="1005846" y="34131"/>
                </a:lnTo>
                <a:lnTo>
                  <a:pt x="994641" y="34131"/>
                </a:lnTo>
                <a:cubicBezTo>
                  <a:pt x="993071" y="34131"/>
                  <a:pt x="991874" y="33777"/>
                  <a:pt x="991050" y="33068"/>
                </a:cubicBezTo>
                <a:cubicBezTo>
                  <a:pt x="990226" y="32360"/>
                  <a:pt x="989815" y="31335"/>
                  <a:pt x="989815" y="29994"/>
                </a:cubicBezTo>
                <a:cubicBezTo>
                  <a:pt x="989815" y="28653"/>
                  <a:pt x="990198" y="27648"/>
                  <a:pt x="990964" y="26978"/>
                </a:cubicBezTo>
                <a:cubicBezTo>
                  <a:pt x="991730" y="26307"/>
                  <a:pt x="992879" y="25972"/>
                  <a:pt x="994411" y="25972"/>
                </a:cubicBezTo>
                <a:lnTo>
                  <a:pt x="1011247" y="25972"/>
                </a:lnTo>
                <a:cubicBezTo>
                  <a:pt x="1012282" y="25972"/>
                  <a:pt x="1013096" y="26183"/>
                  <a:pt x="1013689" y="26604"/>
                </a:cubicBezTo>
                <a:cubicBezTo>
                  <a:pt x="1014283" y="27024"/>
                  <a:pt x="1014580" y="27598"/>
                  <a:pt x="1014580" y="28324"/>
                </a:cubicBezTo>
                <a:lnTo>
                  <a:pt x="1014580" y="70906"/>
                </a:lnTo>
                <a:close/>
                <a:moveTo>
                  <a:pt x="1096880" y="79065"/>
                </a:moveTo>
                <a:cubicBezTo>
                  <a:pt x="1096075" y="79065"/>
                  <a:pt x="1095510" y="78866"/>
                  <a:pt x="1095185" y="78467"/>
                </a:cubicBezTo>
                <a:cubicBezTo>
                  <a:pt x="1094859" y="78067"/>
                  <a:pt x="1094696" y="77297"/>
                  <a:pt x="1094696" y="76156"/>
                </a:cubicBezTo>
                <a:lnTo>
                  <a:pt x="1094696" y="71480"/>
                </a:lnTo>
                <a:cubicBezTo>
                  <a:pt x="1092398" y="74353"/>
                  <a:pt x="1089525" y="76585"/>
                  <a:pt x="1086077" y="78174"/>
                </a:cubicBezTo>
                <a:cubicBezTo>
                  <a:pt x="1082629" y="79764"/>
                  <a:pt x="1078895" y="80559"/>
                  <a:pt x="1074872" y="80559"/>
                </a:cubicBezTo>
                <a:cubicBezTo>
                  <a:pt x="1067632" y="80559"/>
                  <a:pt x="1061570" y="77981"/>
                  <a:pt x="1056686" y="72823"/>
                </a:cubicBezTo>
                <a:cubicBezTo>
                  <a:pt x="1051802" y="67665"/>
                  <a:pt x="1049360" y="61251"/>
                  <a:pt x="1049360" y="53582"/>
                </a:cubicBezTo>
                <a:cubicBezTo>
                  <a:pt x="1049360" y="45644"/>
                  <a:pt x="1051965" y="39039"/>
                  <a:pt x="1057175" y="33767"/>
                </a:cubicBezTo>
                <a:cubicBezTo>
                  <a:pt x="1062384" y="28494"/>
                  <a:pt x="1068877" y="25857"/>
                  <a:pt x="1076654" y="25857"/>
                </a:cubicBezTo>
                <a:cubicBezTo>
                  <a:pt x="1080599" y="25857"/>
                  <a:pt x="1084143" y="26556"/>
                  <a:pt x="1087284" y="27954"/>
                </a:cubicBezTo>
                <a:cubicBezTo>
                  <a:pt x="1090425" y="29353"/>
                  <a:pt x="1093126" y="31412"/>
                  <a:pt x="1095386" y="34131"/>
                </a:cubicBezTo>
                <a:lnTo>
                  <a:pt x="1095386" y="12067"/>
                </a:lnTo>
                <a:lnTo>
                  <a:pt x="1092340" y="12067"/>
                </a:lnTo>
                <a:cubicBezTo>
                  <a:pt x="1089008" y="12067"/>
                  <a:pt x="1086853" y="11774"/>
                  <a:pt x="1085876" y="11189"/>
                </a:cubicBezTo>
                <a:cubicBezTo>
                  <a:pt x="1084899" y="10603"/>
                  <a:pt x="1084411" y="9536"/>
                  <a:pt x="1084411" y="7987"/>
                </a:cubicBezTo>
                <a:cubicBezTo>
                  <a:pt x="1084411" y="6627"/>
                  <a:pt x="1084803" y="5607"/>
                  <a:pt x="1085589" y="4927"/>
                </a:cubicBezTo>
                <a:cubicBezTo>
                  <a:pt x="1086374" y="4247"/>
                  <a:pt x="1087514" y="3907"/>
                  <a:pt x="1089008" y="3907"/>
                </a:cubicBezTo>
                <a:lnTo>
                  <a:pt x="1100787" y="3907"/>
                </a:lnTo>
                <a:cubicBezTo>
                  <a:pt x="1101936" y="3907"/>
                  <a:pt x="1102769" y="4099"/>
                  <a:pt x="1103286" y="4482"/>
                </a:cubicBezTo>
                <a:cubicBezTo>
                  <a:pt x="1103804" y="4865"/>
                  <a:pt x="1104062" y="5459"/>
                  <a:pt x="1104062" y="6263"/>
                </a:cubicBezTo>
                <a:lnTo>
                  <a:pt x="1104062" y="71021"/>
                </a:lnTo>
                <a:lnTo>
                  <a:pt x="1106648" y="71021"/>
                </a:lnTo>
                <a:cubicBezTo>
                  <a:pt x="1108525" y="71021"/>
                  <a:pt x="1109885" y="71335"/>
                  <a:pt x="1110727" y="71963"/>
                </a:cubicBezTo>
                <a:cubicBezTo>
                  <a:pt x="1111570" y="72591"/>
                  <a:pt x="1111992" y="73588"/>
                  <a:pt x="1111992" y="74957"/>
                </a:cubicBezTo>
                <a:cubicBezTo>
                  <a:pt x="1111992" y="76251"/>
                  <a:pt x="1111628" y="77259"/>
                  <a:pt x="1110900" y="77982"/>
                </a:cubicBezTo>
                <a:cubicBezTo>
                  <a:pt x="1110172" y="78704"/>
                  <a:pt x="1109195" y="79065"/>
                  <a:pt x="1107969" y="79065"/>
                </a:cubicBezTo>
                <a:lnTo>
                  <a:pt x="1096880" y="79065"/>
                </a:lnTo>
                <a:moveTo>
                  <a:pt x="1059243" y="53294"/>
                </a:moveTo>
                <a:cubicBezTo>
                  <a:pt x="1059243" y="58589"/>
                  <a:pt x="1060948" y="62925"/>
                  <a:pt x="1064357" y="66302"/>
                </a:cubicBezTo>
                <a:cubicBezTo>
                  <a:pt x="1067766" y="69678"/>
                  <a:pt x="1072095" y="71365"/>
                  <a:pt x="1077343" y="71365"/>
                </a:cubicBezTo>
                <a:cubicBezTo>
                  <a:pt x="1082629" y="71365"/>
                  <a:pt x="1086977" y="69611"/>
                  <a:pt x="1090387" y="66101"/>
                </a:cubicBezTo>
                <a:cubicBezTo>
                  <a:pt x="1093796" y="62590"/>
                  <a:pt x="1095501" y="58129"/>
                  <a:pt x="1095501" y="52720"/>
                </a:cubicBezTo>
                <a:cubicBezTo>
                  <a:pt x="1095501" y="47387"/>
                  <a:pt x="1093805" y="42994"/>
                  <a:pt x="1090415" y="39542"/>
                </a:cubicBezTo>
                <a:cubicBezTo>
                  <a:pt x="1087025" y="36088"/>
                  <a:pt x="1082668" y="34361"/>
                  <a:pt x="1077343" y="34361"/>
                </a:cubicBezTo>
                <a:cubicBezTo>
                  <a:pt x="1071942" y="34361"/>
                  <a:pt x="1067575" y="36107"/>
                  <a:pt x="1064242" y="39599"/>
                </a:cubicBezTo>
                <a:cubicBezTo>
                  <a:pt x="1060910" y="43090"/>
                  <a:pt x="1059243" y="47655"/>
                  <a:pt x="1059243" y="53294"/>
                </a:cubicBezTo>
                <a:close/>
                <a:moveTo>
                  <a:pt x="1148323" y="34476"/>
                </a:moveTo>
                <a:cubicBezTo>
                  <a:pt x="1143305" y="34476"/>
                  <a:pt x="1139206" y="36025"/>
                  <a:pt x="1136027" y="39123"/>
                </a:cubicBezTo>
                <a:cubicBezTo>
                  <a:pt x="1132848" y="42220"/>
                  <a:pt x="1131258" y="46235"/>
                  <a:pt x="1131258" y="51168"/>
                </a:cubicBezTo>
                <a:cubicBezTo>
                  <a:pt x="1131258" y="56025"/>
                  <a:pt x="1132848" y="60012"/>
                  <a:pt x="1136027" y="63129"/>
                </a:cubicBezTo>
                <a:cubicBezTo>
                  <a:pt x="1139206" y="66245"/>
                  <a:pt x="1143305" y="67803"/>
                  <a:pt x="1148323" y="67803"/>
                </a:cubicBezTo>
                <a:cubicBezTo>
                  <a:pt x="1153303" y="67803"/>
                  <a:pt x="1157393" y="66245"/>
                  <a:pt x="1160591" y="63129"/>
                </a:cubicBezTo>
                <a:cubicBezTo>
                  <a:pt x="1163790" y="60012"/>
                  <a:pt x="1165389" y="56025"/>
                  <a:pt x="1165389" y="51168"/>
                </a:cubicBezTo>
                <a:cubicBezTo>
                  <a:pt x="1165389" y="46312"/>
                  <a:pt x="1163790" y="42316"/>
                  <a:pt x="1160591" y="39181"/>
                </a:cubicBezTo>
                <a:cubicBezTo>
                  <a:pt x="1157393" y="36044"/>
                  <a:pt x="1153303" y="34476"/>
                  <a:pt x="1148323" y="34476"/>
                </a:cubicBezTo>
                <a:moveTo>
                  <a:pt x="1173261" y="76056"/>
                </a:moveTo>
                <a:cubicBezTo>
                  <a:pt x="1173261" y="81423"/>
                  <a:pt x="1172993" y="85228"/>
                  <a:pt x="1172457" y="87470"/>
                </a:cubicBezTo>
                <a:cubicBezTo>
                  <a:pt x="1171920" y="89714"/>
                  <a:pt x="1171001" y="91679"/>
                  <a:pt x="1169699" y="93365"/>
                </a:cubicBezTo>
                <a:cubicBezTo>
                  <a:pt x="1167553" y="96203"/>
                  <a:pt x="1164546" y="98359"/>
                  <a:pt x="1160677" y="99835"/>
                </a:cubicBezTo>
                <a:cubicBezTo>
                  <a:pt x="1156808" y="101311"/>
                  <a:pt x="1152250" y="102049"/>
                  <a:pt x="1147002" y="102049"/>
                </a:cubicBezTo>
                <a:cubicBezTo>
                  <a:pt x="1142635" y="102049"/>
                  <a:pt x="1139446" y="101625"/>
                  <a:pt x="1137435" y="100776"/>
                </a:cubicBezTo>
                <a:cubicBezTo>
                  <a:pt x="1135424" y="99928"/>
                  <a:pt x="1134418" y="98579"/>
                  <a:pt x="1134418" y="96729"/>
                </a:cubicBezTo>
                <a:cubicBezTo>
                  <a:pt x="1134418" y="95534"/>
                  <a:pt x="1134907" y="94484"/>
                  <a:pt x="1135883" y="93579"/>
                </a:cubicBezTo>
                <a:cubicBezTo>
                  <a:pt x="1136860" y="92675"/>
                  <a:pt x="1138019" y="92223"/>
                  <a:pt x="1139360" y="92223"/>
                </a:cubicBezTo>
                <a:cubicBezTo>
                  <a:pt x="1140394" y="92223"/>
                  <a:pt x="1141984" y="92367"/>
                  <a:pt x="1144129" y="92654"/>
                </a:cubicBezTo>
                <a:cubicBezTo>
                  <a:pt x="1146274" y="92942"/>
                  <a:pt x="1147902" y="93085"/>
                  <a:pt x="1149013" y="93085"/>
                </a:cubicBezTo>
                <a:cubicBezTo>
                  <a:pt x="1154682" y="93085"/>
                  <a:pt x="1158705" y="91780"/>
                  <a:pt x="1161080" y="89169"/>
                </a:cubicBezTo>
                <a:cubicBezTo>
                  <a:pt x="1163455" y="86558"/>
                  <a:pt x="1164642" y="82085"/>
                  <a:pt x="1164642" y="75749"/>
                </a:cubicBezTo>
                <a:lnTo>
                  <a:pt x="1164642" y="68780"/>
                </a:lnTo>
                <a:cubicBezTo>
                  <a:pt x="1162305" y="71500"/>
                  <a:pt x="1159720" y="73491"/>
                  <a:pt x="1156885" y="74756"/>
                </a:cubicBezTo>
                <a:cubicBezTo>
                  <a:pt x="1154050" y="76020"/>
                  <a:pt x="1150794" y="76652"/>
                  <a:pt x="1147117" y="76652"/>
                </a:cubicBezTo>
                <a:cubicBezTo>
                  <a:pt x="1139953" y="76652"/>
                  <a:pt x="1134025" y="74270"/>
                  <a:pt x="1129333" y="69507"/>
                </a:cubicBezTo>
                <a:cubicBezTo>
                  <a:pt x="1124640" y="64743"/>
                  <a:pt x="1122294" y="58706"/>
                  <a:pt x="1122294" y="51398"/>
                </a:cubicBezTo>
                <a:cubicBezTo>
                  <a:pt x="1122294" y="44052"/>
                  <a:pt x="1124707" y="37958"/>
                  <a:pt x="1129534" y="33119"/>
                </a:cubicBezTo>
                <a:cubicBezTo>
                  <a:pt x="1134361" y="28278"/>
                  <a:pt x="1140336" y="25857"/>
                  <a:pt x="1147462" y="25857"/>
                </a:cubicBezTo>
                <a:cubicBezTo>
                  <a:pt x="1150411" y="25857"/>
                  <a:pt x="1153294" y="26403"/>
                  <a:pt x="1156109" y="27495"/>
                </a:cubicBezTo>
                <a:cubicBezTo>
                  <a:pt x="1158925" y="28586"/>
                  <a:pt x="1161769" y="30243"/>
                  <a:pt x="1164642" y="32465"/>
                </a:cubicBezTo>
                <a:lnTo>
                  <a:pt x="1164642" y="28328"/>
                </a:lnTo>
                <a:cubicBezTo>
                  <a:pt x="1164642" y="27523"/>
                  <a:pt x="1164901" y="26930"/>
                  <a:pt x="1165418" y="26547"/>
                </a:cubicBezTo>
                <a:cubicBezTo>
                  <a:pt x="1165935" y="26163"/>
                  <a:pt x="1166749" y="25972"/>
                  <a:pt x="1167860" y="25972"/>
                </a:cubicBezTo>
                <a:lnTo>
                  <a:pt x="1176536" y="25972"/>
                </a:lnTo>
                <a:cubicBezTo>
                  <a:pt x="1178069" y="25972"/>
                  <a:pt x="1179218" y="26307"/>
                  <a:pt x="1179984" y="26978"/>
                </a:cubicBezTo>
                <a:cubicBezTo>
                  <a:pt x="1180750" y="27648"/>
                  <a:pt x="1181133" y="28653"/>
                  <a:pt x="1181133" y="29994"/>
                </a:cubicBezTo>
                <a:cubicBezTo>
                  <a:pt x="1181133" y="31526"/>
                  <a:pt x="1180654" y="32599"/>
                  <a:pt x="1179697" y="33212"/>
                </a:cubicBezTo>
                <a:cubicBezTo>
                  <a:pt x="1178739" y="33825"/>
                  <a:pt x="1176939" y="34131"/>
                  <a:pt x="1174295" y="34131"/>
                </a:cubicBezTo>
                <a:lnTo>
                  <a:pt x="1173261" y="34131"/>
                </a:lnTo>
                <a:lnTo>
                  <a:pt x="1173261" y="76056"/>
                </a:lnTo>
                <a:close/>
                <a:moveTo>
                  <a:pt x="1200859" y="55047"/>
                </a:moveTo>
                <a:cubicBezTo>
                  <a:pt x="1201165" y="60581"/>
                  <a:pt x="1203033" y="64857"/>
                  <a:pt x="1206461" y="67875"/>
                </a:cubicBezTo>
                <a:cubicBezTo>
                  <a:pt x="1209890" y="70891"/>
                  <a:pt x="1214573" y="72400"/>
                  <a:pt x="1220510" y="72400"/>
                </a:cubicBezTo>
                <a:cubicBezTo>
                  <a:pt x="1224992" y="72400"/>
                  <a:pt x="1229876" y="71203"/>
                  <a:pt x="1235162" y="68808"/>
                </a:cubicBezTo>
                <a:cubicBezTo>
                  <a:pt x="1240449" y="66414"/>
                  <a:pt x="1243647" y="65217"/>
                  <a:pt x="1244758" y="65217"/>
                </a:cubicBezTo>
                <a:cubicBezTo>
                  <a:pt x="1245907" y="65217"/>
                  <a:pt x="1246865" y="65581"/>
                  <a:pt x="1247631" y="66309"/>
                </a:cubicBezTo>
                <a:cubicBezTo>
                  <a:pt x="1248397" y="67037"/>
                  <a:pt x="1248780" y="67937"/>
                  <a:pt x="1248780" y="69010"/>
                </a:cubicBezTo>
                <a:cubicBezTo>
                  <a:pt x="1248780" y="70120"/>
                  <a:pt x="1248378" y="71136"/>
                  <a:pt x="1247574" y="72055"/>
                </a:cubicBezTo>
                <a:cubicBezTo>
                  <a:pt x="1246769" y="72974"/>
                  <a:pt x="1245486" y="73875"/>
                  <a:pt x="1243724" y="74756"/>
                </a:cubicBezTo>
                <a:cubicBezTo>
                  <a:pt x="1239893" y="76633"/>
                  <a:pt x="1235938" y="78069"/>
                  <a:pt x="1231858" y="79065"/>
                </a:cubicBezTo>
                <a:cubicBezTo>
                  <a:pt x="1227779" y="80061"/>
                  <a:pt x="1223728" y="80559"/>
                  <a:pt x="1219706" y="80559"/>
                </a:cubicBezTo>
                <a:cubicBezTo>
                  <a:pt x="1210972" y="80559"/>
                  <a:pt x="1203981" y="78038"/>
                  <a:pt x="1198733" y="72996"/>
                </a:cubicBezTo>
                <a:cubicBezTo>
                  <a:pt x="1193485" y="67953"/>
                  <a:pt x="1190861" y="61270"/>
                  <a:pt x="1190861" y="52949"/>
                </a:cubicBezTo>
                <a:cubicBezTo>
                  <a:pt x="1190861" y="44475"/>
                  <a:pt x="1193638" y="37612"/>
                  <a:pt x="1199192" y="32359"/>
                </a:cubicBezTo>
                <a:cubicBezTo>
                  <a:pt x="1204747" y="27105"/>
                  <a:pt x="1211987" y="24478"/>
                  <a:pt x="1220912" y="24478"/>
                </a:cubicBezTo>
                <a:cubicBezTo>
                  <a:pt x="1228995" y="24478"/>
                  <a:pt x="1235699" y="26930"/>
                  <a:pt x="1241023" y="31833"/>
                </a:cubicBezTo>
                <a:cubicBezTo>
                  <a:pt x="1246348" y="36736"/>
                  <a:pt x="1249010" y="42674"/>
                  <a:pt x="1249010" y="49646"/>
                </a:cubicBezTo>
                <a:cubicBezTo>
                  <a:pt x="1249010" y="51791"/>
                  <a:pt x="1248560" y="53227"/>
                  <a:pt x="1247660" y="53955"/>
                </a:cubicBezTo>
                <a:cubicBezTo>
                  <a:pt x="1246760" y="54683"/>
                  <a:pt x="1244318" y="55047"/>
                  <a:pt x="1240334" y="55047"/>
                </a:cubicBezTo>
                <a:lnTo>
                  <a:pt x="1239472" y="55047"/>
                </a:lnTo>
                <a:lnTo>
                  <a:pt x="1200859" y="55047"/>
                </a:lnTo>
                <a:moveTo>
                  <a:pt x="1201146" y="47462"/>
                </a:moveTo>
                <a:lnTo>
                  <a:pt x="1238553" y="47462"/>
                </a:lnTo>
                <a:cubicBezTo>
                  <a:pt x="1237978" y="42938"/>
                  <a:pt x="1236072" y="39299"/>
                  <a:pt x="1232835" y="36543"/>
                </a:cubicBezTo>
                <a:cubicBezTo>
                  <a:pt x="1229598" y="33786"/>
                  <a:pt x="1225624" y="32407"/>
                  <a:pt x="1220912" y="32407"/>
                </a:cubicBezTo>
                <a:cubicBezTo>
                  <a:pt x="1215818" y="32407"/>
                  <a:pt x="1211527" y="33738"/>
                  <a:pt x="1208041" y="36399"/>
                </a:cubicBezTo>
                <a:cubicBezTo>
                  <a:pt x="1204555" y="39060"/>
                  <a:pt x="1202257" y="42748"/>
                  <a:pt x="1201146" y="47462"/>
                </a:cubicBezTo>
                <a:close/>
                <a:moveTo>
                  <a:pt x="1278906" y="99460"/>
                </a:moveTo>
                <a:cubicBezTo>
                  <a:pt x="1278906" y="98693"/>
                  <a:pt x="1279558" y="96995"/>
                  <a:pt x="1280860" y="94367"/>
                </a:cubicBezTo>
                <a:cubicBezTo>
                  <a:pt x="1282162" y="91741"/>
                  <a:pt x="1283158" y="89641"/>
                  <a:pt x="1283848" y="88068"/>
                </a:cubicBezTo>
                <a:cubicBezTo>
                  <a:pt x="1286414" y="81932"/>
                  <a:pt x="1288253" y="76323"/>
                  <a:pt x="1289364" y="71242"/>
                </a:cubicBezTo>
                <a:cubicBezTo>
                  <a:pt x="1290475" y="66160"/>
                  <a:pt x="1291030" y="60915"/>
                  <a:pt x="1291030" y="55506"/>
                </a:cubicBezTo>
                <a:cubicBezTo>
                  <a:pt x="1291030" y="50597"/>
                  <a:pt x="1290561" y="45774"/>
                  <a:pt x="1289623" y="41037"/>
                </a:cubicBezTo>
                <a:cubicBezTo>
                  <a:pt x="1288684" y="36300"/>
                  <a:pt x="1287257" y="31554"/>
                  <a:pt x="1285342" y="26798"/>
                </a:cubicBezTo>
                <a:cubicBezTo>
                  <a:pt x="1284346" y="24267"/>
                  <a:pt x="1283024" y="21286"/>
                  <a:pt x="1281377" y="17854"/>
                </a:cubicBezTo>
                <a:cubicBezTo>
                  <a:pt x="1279730" y="14421"/>
                  <a:pt x="1278906" y="12282"/>
                  <a:pt x="1278906" y="11438"/>
                </a:cubicBezTo>
                <a:cubicBezTo>
                  <a:pt x="1278906" y="10671"/>
                  <a:pt x="1279098" y="10048"/>
                  <a:pt x="1279481" y="9569"/>
                </a:cubicBezTo>
                <a:cubicBezTo>
                  <a:pt x="1279864" y="9089"/>
                  <a:pt x="1280362" y="8849"/>
                  <a:pt x="1280975" y="8849"/>
                </a:cubicBezTo>
                <a:cubicBezTo>
                  <a:pt x="1282239" y="8849"/>
                  <a:pt x="1283589" y="9473"/>
                  <a:pt x="1285026" y="10720"/>
                </a:cubicBezTo>
                <a:cubicBezTo>
                  <a:pt x="1286462" y="11966"/>
                  <a:pt x="1288138" y="13950"/>
                  <a:pt x="1290054" y="16672"/>
                </a:cubicBezTo>
                <a:cubicBezTo>
                  <a:pt x="1294152" y="22502"/>
                  <a:pt x="1297217" y="28658"/>
                  <a:pt x="1299247" y="35140"/>
                </a:cubicBezTo>
                <a:cubicBezTo>
                  <a:pt x="1301277" y="41623"/>
                  <a:pt x="1302293" y="48411"/>
                  <a:pt x="1302293" y="55506"/>
                </a:cubicBezTo>
                <a:cubicBezTo>
                  <a:pt x="1302293" y="61989"/>
                  <a:pt x="1301440" y="68183"/>
                  <a:pt x="1299736" y="74089"/>
                </a:cubicBezTo>
                <a:cubicBezTo>
                  <a:pt x="1298031" y="79996"/>
                  <a:pt x="1295474" y="85711"/>
                  <a:pt x="1292065" y="91234"/>
                </a:cubicBezTo>
                <a:cubicBezTo>
                  <a:pt x="1289690" y="94992"/>
                  <a:pt x="1287612" y="97753"/>
                  <a:pt x="1285830" y="99517"/>
                </a:cubicBezTo>
                <a:cubicBezTo>
                  <a:pt x="1284049" y="101282"/>
                  <a:pt x="1282431" y="102164"/>
                  <a:pt x="1280975" y="102164"/>
                </a:cubicBezTo>
                <a:cubicBezTo>
                  <a:pt x="1280362" y="102164"/>
                  <a:pt x="1279864" y="101914"/>
                  <a:pt x="1279481" y="101415"/>
                </a:cubicBezTo>
                <a:cubicBezTo>
                  <a:pt x="1279098" y="100917"/>
                  <a:pt x="1278906" y="100265"/>
                  <a:pt x="1278906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Closed(fridge)">
            <a:extLst xmlns:a="http://schemas.openxmlformats.org/drawingml/2006/main">
              <a:ext uri="{FF2B5EF4-FFF2-40B4-BE49-F238E27FC236}">
                <a16:creationId xmlns:a16="http://schemas.microsoft.com/office/drawing/2014/main" id="{B00B52F7-7119-4074-BCFA-3E88F943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43" y="2673510"/>
            <a:ext cx="956988" cy="102164"/>
          </a:xfrm>
          <a:custGeom xmlns:a="http://schemas.openxmlformats.org/drawingml/2006/main">
            <a:pathLst>
              <a:path w="956988" h="102164">
                <a:moveTo>
                  <a:pt x="48956" y="12814"/>
                </a:moveTo>
                <a:cubicBezTo>
                  <a:pt x="49339" y="11779"/>
                  <a:pt x="49875" y="11051"/>
                  <a:pt x="50565" y="10630"/>
                </a:cubicBezTo>
                <a:cubicBezTo>
                  <a:pt x="51254" y="10209"/>
                  <a:pt x="52250" y="9998"/>
                  <a:pt x="53553" y="9998"/>
                </a:cubicBezTo>
                <a:cubicBezTo>
                  <a:pt x="54970" y="9998"/>
                  <a:pt x="55966" y="10343"/>
                  <a:pt x="56541" y="11032"/>
                </a:cubicBezTo>
                <a:cubicBezTo>
                  <a:pt x="57115" y="11722"/>
                  <a:pt x="57403" y="13139"/>
                  <a:pt x="57403" y="15284"/>
                </a:cubicBezTo>
                <a:cubicBezTo>
                  <a:pt x="57403" y="19038"/>
                  <a:pt x="57441" y="22534"/>
                  <a:pt x="57518" y="25771"/>
                </a:cubicBezTo>
                <a:cubicBezTo>
                  <a:pt x="57594" y="29008"/>
                  <a:pt x="57632" y="30416"/>
                  <a:pt x="57632" y="29994"/>
                </a:cubicBezTo>
                <a:cubicBezTo>
                  <a:pt x="57632" y="31795"/>
                  <a:pt x="57326" y="33011"/>
                  <a:pt x="56713" y="33643"/>
                </a:cubicBezTo>
                <a:cubicBezTo>
                  <a:pt x="56100" y="34275"/>
                  <a:pt x="55008" y="34591"/>
                  <a:pt x="53438" y="34591"/>
                </a:cubicBezTo>
                <a:cubicBezTo>
                  <a:pt x="50910" y="34591"/>
                  <a:pt x="49262" y="32785"/>
                  <a:pt x="48496" y="29172"/>
                </a:cubicBezTo>
                <a:cubicBezTo>
                  <a:pt x="48228" y="28096"/>
                  <a:pt x="48017" y="27270"/>
                  <a:pt x="47864" y="26694"/>
                </a:cubicBezTo>
                <a:cubicBezTo>
                  <a:pt x="47136" y="23811"/>
                  <a:pt x="45393" y="21457"/>
                  <a:pt x="42635" y="19632"/>
                </a:cubicBezTo>
                <a:cubicBezTo>
                  <a:pt x="39877" y="17806"/>
                  <a:pt x="36640" y="16893"/>
                  <a:pt x="32925" y="16893"/>
                </a:cubicBezTo>
                <a:cubicBezTo>
                  <a:pt x="26144" y="16893"/>
                  <a:pt x="20705" y="19374"/>
                  <a:pt x="16606" y="24334"/>
                </a:cubicBezTo>
                <a:cubicBezTo>
                  <a:pt x="12507" y="29295"/>
                  <a:pt x="10458" y="35951"/>
                  <a:pt x="10458" y="44302"/>
                </a:cubicBezTo>
                <a:cubicBezTo>
                  <a:pt x="10458" y="52653"/>
                  <a:pt x="12536" y="59308"/>
                  <a:pt x="16692" y="64269"/>
                </a:cubicBezTo>
                <a:cubicBezTo>
                  <a:pt x="20848" y="69230"/>
                  <a:pt x="26336" y="71710"/>
                  <a:pt x="33154" y="71710"/>
                </a:cubicBezTo>
                <a:cubicBezTo>
                  <a:pt x="35376" y="71710"/>
                  <a:pt x="37636" y="71394"/>
                  <a:pt x="39935" y="70762"/>
                </a:cubicBezTo>
                <a:cubicBezTo>
                  <a:pt x="42233" y="70130"/>
                  <a:pt x="44493" y="69182"/>
                  <a:pt x="46715" y="67918"/>
                </a:cubicBezTo>
                <a:cubicBezTo>
                  <a:pt x="47749" y="67382"/>
                  <a:pt x="49167" y="66472"/>
                  <a:pt x="50967" y="65188"/>
                </a:cubicBezTo>
                <a:cubicBezTo>
                  <a:pt x="52768" y="63905"/>
                  <a:pt x="54051" y="63264"/>
                  <a:pt x="54817" y="63264"/>
                </a:cubicBezTo>
                <a:cubicBezTo>
                  <a:pt x="56004" y="63264"/>
                  <a:pt x="57010" y="63656"/>
                  <a:pt x="57834" y="64441"/>
                </a:cubicBezTo>
                <a:cubicBezTo>
                  <a:pt x="58657" y="65227"/>
                  <a:pt x="59069" y="66194"/>
                  <a:pt x="59069" y="67343"/>
                </a:cubicBezTo>
                <a:cubicBezTo>
                  <a:pt x="59069" y="68492"/>
                  <a:pt x="58619" y="69595"/>
                  <a:pt x="57719" y="70651"/>
                </a:cubicBezTo>
                <a:cubicBezTo>
                  <a:pt x="56818" y="71707"/>
                  <a:pt x="55143" y="73010"/>
                  <a:pt x="52691" y="74562"/>
                </a:cubicBezTo>
                <a:cubicBezTo>
                  <a:pt x="49473" y="76696"/>
                  <a:pt x="46236" y="78267"/>
                  <a:pt x="42980" y="79275"/>
                </a:cubicBezTo>
                <a:cubicBezTo>
                  <a:pt x="39724" y="80284"/>
                  <a:pt x="36296" y="80789"/>
                  <a:pt x="32695" y="80789"/>
                </a:cubicBezTo>
                <a:cubicBezTo>
                  <a:pt x="23233" y="80789"/>
                  <a:pt x="15418" y="77441"/>
                  <a:pt x="9251" y="70746"/>
                </a:cubicBezTo>
                <a:cubicBezTo>
                  <a:pt x="3084" y="64051"/>
                  <a:pt x="0" y="55485"/>
                  <a:pt x="0" y="45049"/>
                </a:cubicBezTo>
                <a:cubicBezTo>
                  <a:pt x="0" y="34727"/>
                  <a:pt x="3122" y="26152"/>
                  <a:pt x="9366" y="19323"/>
                </a:cubicBezTo>
                <a:cubicBezTo>
                  <a:pt x="15610" y="12493"/>
                  <a:pt x="23463" y="9079"/>
                  <a:pt x="32925" y="9079"/>
                </a:cubicBezTo>
                <a:cubicBezTo>
                  <a:pt x="35453" y="9079"/>
                  <a:pt x="38029" y="9395"/>
                  <a:pt x="40653" y="10027"/>
                </a:cubicBezTo>
                <a:cubicBezTo>
                  <a:pt x="43277" y="10659"/>
                  <a:pt x="46045" y="11588"/>
                  <a:pt x="48956" y="12814"/>
                </a:cubicBezTo>
                <a:close/>
                <a:moveTo>
                  <a:pt x="97297" y="12067"/>
                </a:moveTo>
                <a:lnTo>
                  <a:pt x="87529" y="12067"/>
                </a:lnTo>
                <a:cubicBezTo>
                  <a:pt x="83813" y="12067"/>
                  <a:pt x="81486" y="11774"/>
                  <a:pt x="80547" y="11189"/>
                </a:cubicBezTo>
                <a:cubicBezTo>
                  <a:pt x="79609" y="10603"/>
                  <a:pt x="79139" y="9536"/>
                  <a:pt x="79139" y="7987"/>
                </a:cubicBezTo>
                <a:cubicBezTo>
                  <a:pt x="79139" y="6627"/>
                  <a:pt x="79532" y="5607"/>
                  <a:pt x="80317" y="4927"/>
                </a:cubicBezTo>
                <a:cubicBezTo>
                  <a:pt x="81103" y="4247"/>
                  <a:pt x="82242" y="3907"/>
                  <a:pt x="83736" y="3907"/>
                </a:cubicBezTo>
                <a:lnTo>
                  <a:pt x="102698" y="3907"/>
                </a:lnTo>
                <a:cubicBezTo>
                  <a:pt x="103732" y="3907"/>
                  <a:pt x="104537" y="4118"/>
                  <a:pt x="105111" y="4539"/>
                </a:cubicBezTo>
                <a:cubicBezTo>
                  <a:pt x="105686" y="4960"/>
                  <a:pt x="105973" y="5533"/>
                  <a:pt x="105973" y="6260"/>
                </a:cubicBezTo>
                <a:lnTo>
                  <a:pt x="105973" y="70906"/>
                </a:lnTo>
                <a:lnTo>
                  <a:pt x="124016" y="70906"/>
                </a:lnTo>
                <a:cubicBezTo>
                  <a:pt x="125471" y="70906"/>
                  <a:pt x="126534" y="71224"/>
                  <a:pt x="127205" y="71861"/>
                </a:cubicBezTo>
                <a:cubicBezTo>
                  <a:pt x="127875" y="72497"/>
                  <a:pt x="128210" y="73509"/>
                  <a:pt x="128210" y="74899"/>
                </a:cubicBezTo>
                <a:cubicBezTo>
                  <a:pt x="128210" y="76481"/>
                  <a:pt x="127885" y="77571"/>
                  <a:pt x="127233" y="78169"/>
                </a:cubicBezTo>
                <a:cubicBezTo>
                  <a:pt x="126582" y="78766"/>
                  <a:pt x="125356" y="79065"/>
                  <a:pt x="123556" y="79065"/>
                </a:cubicBezTo>
                <a:lnTo>
                  <a:pt x="81150" y="79065"/>
                </a:lnTo>
                <a:cubicBezTo>
                  <a:pt x="79656" y="79065"/>
                  <a:pt x="78517" y="78718"/>
                  <a:pt x="77732" y="78024"/>
                </a:cubicBezTo>
                <a:cubicBezTo>
                  <a:pt x="76946" y="77329"/>
                  <a:pt x="76554" y="76288"/>
                  <a:pt x="76554" y="74899"/>
                </a:cubicBezTo>
                <a:cubicBezTo>
                  <a:pt x="76554" y="73549"/>
                  <a:pt x="76956" y="72546"/>
                  <a:pt x="77760" y="71890"/>
                </a:cubicBezTo>
                <a:cubicBezTo>
                  <a:pt x="78565" y="71234"/>
                  <a:pt x="79771" y="70906"/>
                  <a:pt x="81380" y="70906"/>
                </a:cubicBezTo>
                <a:lnTo>
                  <a:pt x="97297" y="70906"/>
                </a:lnTo>
                <a:lnTo>
                  <a:pt x="97297" y="12067"/>
                </a:lnTo>
                <a:close/>
                <a:moveTo>
                  <a:pt x="171495" y="72400"/>
                </a:moveTo>
                <a:cubicBezTo>
                  <a:pt x="177394" y="72400"/>
                  <a:pt x="182230" y="70538"/>
                  <a:pt x="186003" y="66814"/>
                </a:cubicBezTo>
                <a:cubicBezTo>
                  <a:pt x="189777" y="63089"/>
                  <a:pt x="191663" y="58344"/>
                  <a:pt x="191663" y="52576"/>
                </a:cubicBezTo>
                <a:cubicBezTo>
                  <a:pt x="191663" y="46808"/>
                  <a:pt x="189767" y="42043"/>
                  <a:pt x="185975" y="38281"/>
                </a:cubicBezTo>
                <a:cubicBezTo>
                  <a:pt x="182182" y="34519"/>
                  <a:pt x="177356" y="32637"/>
                  <a:pt x="171495" y="32637"/>
                </a:cubicBezTo>
                <a:cubicBezTo>
                  <a:pt x="165634" y="32637"/>
                  <a:pt x="160817" y="34519"/>
                  <a:pt x="157044" y="38281"/>
                </a:cubicBezTo>
                <a:cubicBezTo>
                  <a:pt x="153270" y="42043"/>
                  <a:pt x="151384" y="46808"/>
                  <a:pt x="151384" y="52576"/>
                </a:cubicBezTo>
                <a:cubicBezTo>
                  <a:pt x="151384" y="58382"/>
                  <a:pt x="153261" y="63137"/>
                  <a:pt x="157015" y="66842"/>
                </a:cubicBezTo>
                <a:cubicBezTo>
                  <a:pt x="160769" y="70547"/>
                  <a:pt x="165596" y="72400"/>
                  <a:pt x="171495" y="72400"/>
                </a:cubicBezTo>
                <a:moveTo>
                  <a:pt x="201661" y="52605"/>
                </a:moveTo>
                <a:cubicBezTo>
                  <a:pt x="201661" y="60811"/>
                  <a:pt x="198865" y="67522"/>
                  <a:pt x="193272" y="72737"/>
                </a:cubicBezTo>
                <a:cubicBezTo>
                  <a:pt x="187679" y="77952"/>
                  <a:pt x="180420" y="80559"/>
                  <a:pt x="171495" y="80559"/>
                </a:cubicBezTo>
                <a:cubicBezTo>
                  <a:pt x="162608" y="80559"/>
                  <a:pt x="155368" y="77952"/>
                  <a:pt x="149775" y="72737"/>
                </a:cubicBezTo>
                <a:cubicBezTo>
                  <a:pt x="144182" y="67522"/>
                  <a:pt x="141386" y="60811"/>
                  <a:pt x="141386" y="52605"/>
                </a:cubicBezTo>
                <a:cubicBezTo>
                  <a:pt x="141386" y="44399"/>
                  <a:pt x="144182" y="37698"/>
                  <a:pt x="149775" y="32503"/>
                </a:cubicBezTo>
                <a:cubicBezTo>
                  <a:pt x="155368" y="27306"/>
                  <a:pt x="162608" y="24708"/>
                  <a:pt x="171495" y="24708"/>
                </a:cubicBezTo>
                <a:cubicBezTo>
                  <a:pt x="180382" y="24708"/>
                  <a:pt x="187631" y="27316"/>
                  <a:pt x="193243" y="32531"/>
                </a:cubicBezTo>
                <a:cubicBezTo>
                  <a:pt x="198855" y="37746"/>
                  <a:pt x="201661" y="44437"/>
                  <a:pt x="201661" y="52605"/>
                </a:cubicBezTo>
                <a:close/>
                <a:moveTo>
                  <a:pt x="216790" y="74969"/>
                </a:moveTo>
                <a:lnTo>
                  <a:pt x="216790" y="64713"/>
                </a:lnTo>
                <a:cubicBezTo>
                  <a:pt x="216790" y="63022"/>
                  <a:pt x="217106" y="61813"/>
                  <a:pt x="217738" y="61084"/>
                </a:cubicBezTo>
                <a:cubicBezTo>
                  <a:pt x="218370" y="60353"/>
                  <a:pt x="219395" y="59988"/>
                  <a:pt x="220812" y="59988"/>
                </a:cubicBezTo>
                <a:cubicBezTo>
                  <a:pt x="222383" y="59988"/>
                  <a:pt x="223628" y="61061"/>
                  <a:pt x="224547" y="63206"/>
                </a:cubicBezTo>
                <a:cubicBezTo>
                  <a:pt x="225160" y="64509"/>
                  <a:pt x="225716" y="65485"/>
                  <a:pt x="226214" y="66137"/>
                </a:cubicBezTo>
                <a:cubicBezTo>
                  <a:pt x="227822" y="68205"/>
                  <a:pt x="230197" y="69862"/>
                  <a:pt x="233339" y="71107"/>
                </a:cubicBezTo>
                <a:cubicBezTo>
                  <a:pt x="236480" y="72352"/>
                  <a:pt x="239947" y="72974"/>
                  <a:pt x="243739" y="72974"/>
                </a:cubicBezTo>
                <a:cubicBezTo>
                  <a:pt x="247799" y="72974"/>
                  <a:pt x="251055" y="72148"/>
                  <a:pt x="253507" y="70495"/>
                </a:cubicBezTo>
                <a:cubicBezTo>
                  <a:pt x="255959" y="68841"/>
                  <a:pt x="257185" y="66670"/>
                  <a:pt x="257185" y="63980"/>
                </a:cubicBezTo>
                <a:cubicBezTo>
                  <a:pt x="257185" y="61251"/>
                  <a:pt x="256198" y="59310"/>
                  <a:pt x="254225" y="58157"/>
                </a:cubicBezTo>
                <a:cubicBezTo>
                  <a:pt x="252253" y="57003"/>
                  <a:pt x="248872" y="56426"/>
                  <a:pt x="244084" y="56426"/>
                </a:cubicBezTo>
                <a:lnTo>
                  <a:pt x="240923" y="56426"/>
                </a:lnTo>
                <a:cubicBezTo>
                  <a:pt x="233109" y="56426"/>
                  <a:pt x="227152" y="55068"/>
                  <a:pt x="223053" y="52353"/>
                </a:cubicBezTo>
                <a:cubicBezTo>
                  <a:pt x="218954" y="49638"/>
                  <a:pt x="216905" y="45700"/>
                  <a:pt x="216905" y="40538"/>
                </a:cubicBezTo>
                <a:cubicBezTo>
                  <a:pt x="216905" y="35491"/>
                  <a:pt x="218907" y="31572"/>
                  <a:pt x="222910" y="28780"/>
                </a:cubicBezTo>
                <a:cubicBezTo>
                  <a:pt x="226913" y="25989"/>
                  <a:pt x="232534" y="24593"/>
                  <a:pt x="239774" y="24593"/>
                </a:cubicBezTo>
                <a:cubicBezTo>
                  <a:pt x="242724" y="24593"/>
                  <a:pt x="245731" y="25005"/>
                  <a:pt x="248795" y="25828"/>
                </a:cubicBezTo>
                <a:cubicBezTo>
                  <a:pt x="251860" y="26652"/>
                  <a:pt x="253469" y="27064"/>
                  <a:pt x="253622" y="27064"/>
                </a:cubicBezTo>
                <a:cubicBezTo>
                  <a:pt x="254043" y="27064"/>
                  <a:pt x="254848" y="26690"/>
                  <a:pt x="256035" y="25943"/>
                </a:cubicBezTo>
                <a:cubicBezTo>
                  <a:pt x="257223" y="25196"/>
                  <a:pt x="258391" y="24823"/>
                  <a:pt x="259540" y="24823"/>
                </a:cubicBezTo>
                <a:cubicBezTo>
                  <a:pt x="260843" y="24823"/>
                  <a:pt x="261810" y="25303"/>
                  <a:pt x="262442" y="26265"/>
                </a:cubicBezTo>
                <a:cubicBezTo>
                  <a:pt x="263074" y="27225"/>
                  <a:pt x="263390" y="28665"/>
                  <a:pt x="263390" y="30587"/>
                </a:cubicBezTo>
                <a:lnTo>
                  <a:pt x="263390" y="37331"/>
                </a:lnTo>
                <a:cubicBezTo>
                  <a:pt x="263390" y="39367"/>
                  <a:pt x="263084" y="40837"/>
                  <a:pt x="262471" y="41741"/>
                </a:cubicBezTo>
                <a:cubicBezTo>
                  <a:pt x="261858" y="42644"/>
                  <a:pt x="260881" y="43095"/>
                  <a:pt x="259540" y="43095"/>
                </a:cubicBezTo>
                <a:cubicBezTo>
                  <a:pt x="258391" y="43095"/>
                  <a:pt x="256974" y="42118"/>
                  <a:pt x="255288" y="40165"/>
                </a:cubicBezTo>
                <a:cubicBezTo>
                  <a:pt x="254101" y="38824"/>
                  <a:pt x="253124" y="37809"/>
                  <a:pt x="252358" y="37119"/>
                </a:cubicBezTo>
                <a:cubicBezTo>
                  <a:pt x="250328" y="35242"/>
                  <a:pt x="248163" y="33892"/>
                  <a:pt x="245865" y="33068"/>
                </a:cubicBezTo>
                <a:cubicBezTo>
                  <a:pt x="243567" y="32245"/>
                  <a:pt x="240866" y="31833"/>
                  <a:pt x="237763" y="31833"/>
                </a:cubicBezTo>
                <a:cubicBezTo>
                  <a:pt x="234162" y="31833"/>
                  <a:pt x="231260" y="32622"/>
                  <a:pt x="229058" y="34200"/>
                </a:cubicBezTo>
                <a:cubicBezTo>
                  <a:pt x="226855" y="35777"/>
                  <a:pt x="225754" y="37783"/>
                  <a:pt x="225754" y="40217"/>
                </a:cubicBezTo>
                <a:cubicBezTo>
                  <a:pt x="225754" y="42612"/>
                  <a:pt x="226884" y="44323"/>
                  <a:pt x="229144" y="45350"/>
                </a:cubicBezTo>
                <a:cubicBezTo>
                  <a:pt x="231404" y="46376"/>
                  <a:pt x="236269" y="46965"/>
                  <a:pt x="243739" y="47117"/>
                </a:cubicBezTo>
                <a:cubicBezTo>
                  <a:pt x="251707" y="47310"/>
                  <a:pt x="257529" y="48703"/>
                  <a:pt x="261207" y="51298"/>
                </a:cubicBezTo>
                <a:cubicBezTo>
                  <a:pt x="264884" y="53892"/>
                  <a:pt x="266723" y="57899"/>
                  <a:pt x="266723" y="63319"/>
                </a:cubicBezTo>
                <a:cubicBezTo>
                  <a:pt x="266723" y="68509"/>
                  <a:pt x="264693" y="72660"/>
                  <a:pt x="260632" y="75774"/>
                </a:cubicBezTo>
                <a:cubicBezTo>
                  <a:pt x="256572" y="78887"/>
                  <a:pt x="251094" y="80444"/>
                  <a:pt x="244199" y="80444"/>
                </a:cubicBezTo>
                <a:cubicBezTo>
                  <a:pt x="242015" y="80444"/>
                  <a:pt x="239583" y="80243"/>
                  <a:pt x="236901" y="79841"/>
                </a:cubicBezTo>
                <a:cubicBezTo>
                  <a:pt x="234220" y="79439"/>
                  <a:pt x="230849" y="78759"/>
                  <a:pt x="226788" y="77801"/>
                </a:cubicBezTo>
                <a:cubicBezTo>
                  <a:pt x="225447" y="78682"/>
                  <a:pt x="224298" y="79343"/>
                  <a:pt x="223341" y="79783"/>
                </a:cubicBezTo>
                <a:cubicBezTo>
                  <a:pt x="222383" y="80224"/>
                  <a:pt x="221578" y="80444"/>
                  <a:pt x="220927" y="80444"/>
                </a:cubicBezTo>
                <a:cubicBezTo>
                  <a:pt x="219586" y="80444"/>
                  <a:pt x="218562" y="79974"/>
                  <a:pt x="217853" y="79033"/>
                </a:cubicBezTo>
                <a:cubicBezTo>
                  <a:pt x="217144" y="78092"/>
                  <a:pt x="216790" y="76737"/>
                  <a:pt x="216790" y="74969"/>
                </a:cubicBezTo>
                <a:close/>
                <a:moveTo>
                  <a:pt x="292770" y="55047"/>
                </a:moveTo>
                <a:cubicBezTo>
                  <a:pt x="293076" y="60581"/>
                  <a:pt x="294944" y="64857"/>
                  <a:pt x="298372" y="67875"/>
                </a:cubicBezTo>
                <a:cubicBezTo>
                  <a:pt x="301801" y="70891"/>
                  <a:pt x="306484" y="72400"/>
                  <a:pt x="312421" y="72400"/>
                </a:cubicBezTo>
                <a:cubicBezTo>
                  <a:pt x="316903" y="72400"/>
                  <a:pt x="321787" y="71203"/>
                  <a:pt x="327073" y="68808"/>
                </a:cubicBezTo>
                <a:cubicBezTo>
                  <a:pt x="332360" y="66414"/>
                  <a:pt x="335558" y="65217"/>
                  <a:pt x="336669" y="65217"/>
                </a:cubicBezTo>
                <a:cubicBezTo>
                  <a:pt x="337818" y="65217"/>
                  <a:pt x="338776" y="65581"/>
                  <a:pt x="339542" y="66309"/>
                </a:cubicBezTo>
                <a:cubicBezTo>
                  <a:pt x="340308" y="67037"/>
                  <a:pt x="340691" y="67937"/>
                  <a:pt x="340691" y="69010"/>
                </a:cubicBezTo>
                <a:cubicBezTo>
                  <a:pt x="340691" y="70120"/>
                  <a:pt x="340289" y="71136"/>
                  <a:pt x="339485" y="72055"/>
                </a:cubicBezTo>
                <a:cubicBezTo>
                  <a:pt x="338680" y="72974"/>
                  <a:pt x="337397" y="73875"/>
                  <a:pt x="335635" y="74756"/>
                </a:cubicBezTo>
                <a:cubicBezTo>
                  <a:pt x="331804" y="76633"/>
                  <a:pt x="327849" y="78069"/>
                  <a:pt x="323769" y="79065"/>
                </a:cubicBezTo>
                <a:cubicBezTo>
                  <a:pt x="319690" y="80061"/>
                  <a:pt x="315639" y="80559"/>
                  <a:pt x="311617" y="80559"/>
                </a:cubicBezTo>
                <a:cubicBezTo>
                  <a:pt x="302883" y="80559"/>
                  <a:pt x="295892" y="78038"/>
                  <a:pt x="290644" y="72996"/>
                </a:cubicBezTo>
                <a:cubicBezTo>
                  <a:pt x="285396" y="67953"/>
                  <a:pt x="282772" y="61270"/>
                  <a:pt x="282772" y="52949"/>
                </a:cubicBezTo>
                <a:cubicBezTo>
                  <a:pt x="282772" y="44475"/>
                  <a:pt x="285549" y="37612"/>
                  <a:pt x="291103" y="32359"/>
                </a:cubicBezTo>
                <a:cubicBezTo>
                  <a:pt x="296658" y="27105"/>
                  <a:pt x="303898" y="24478"/>
                  <a:pt x="312823" y="24478"/>
                </a:cubicBezTo>
                <a:cubicBezTo>
                  <a:pt x="320906" y="24478"/>
                  <a:pt x="327610" y="26930"/>
                  <a:pt x="332934" y="31833"/>
                </a:cubicBezTo>
                <a:cubicBezTo>
                  <a:pt x="338259" y="36736"/>
                  <a:pt x="340921" y="42674"/>
                  <a:pt x="340921" y="49646"/>
                </a:cubicBezTo>
                <a:cubicBezTo>
                  <a:pt x="340921" y="51791"/>
                  <a:pt x="340471" y="53227"/>
                  <a:pt x="339571" y="53955"/>
                </a:cubicBezTo>
                <a:cubicBezTo>
                  <a:pt x="338671" y="54683"/>
                  <a:pt x="336229" y="55047"/>
                  <a:pt x="332245" y="55047"/>
                </a:cubicBezTo>
                <a:lnTo>
                  <a:pt x="331383" y="55047"/>
                </a:lnTo>
                <a:lnTo>
                  <a:pt x="292770" y="55047"/>
                </a:lnTo>
                <a:moveTo>
                  <a:pt x="293057" y="47462"/>
                </a:moveTo>
                <a:lnTo>
                  <a:pt x="330464" y="47462"/>
                </a:lnTo>
                <a:cubicBezTo>
                  <a:pt x="329889" y="42938"/>
                  <a:pt x="327983" y="39299"/>
                  <a:pt x="324746" y="36543"/>
                </a:cubicBezTo>
                <a:cubicBezTo>
                  <a:pt x="321509" y="33786"/>
                  <a:pt x="317535" y="32407"/>
                  <a:pt x="312823" y="32407"/>
                </a:cubicBezTo>
                <a:cubicBezTo>
                  <a:pt x="307728" y="32407"/>
                  <a:pt x="303438" y="33738"/>
                  <a:pt x="299952" y="36399"/>
                </a:cubicBezTo>
                <a:cubicBezTo>
                  <a:pt x="296466" y="39060"/>
                  <a:pt x="294168" y="42748"/>
                  <a:pt x="293057" y="47462"/>
                </a:cubicBezTo>
                <a:close/>
                <a:moveTo>
                  <a:pt x="399834" y="79065"/>
                </a:moveTo>
                <a:cubicBezTo>
                  <a:pt x="399030" y="79065"/>
                  <a:pt x="398465" y="78866"/>
                  <a:pt x="398139" y="78467"/>
                </a:cubicBezTo>
                <a:cubicBezTo>
                  <a:pt x="397814" y="78067"/>
                  <a:pt x="397651" y="77297"/>
                  <a:pt x="397651" y="76156"/>
                </a:cubicBezTo>
                <a:lnTo>
                  <a:pt x="397651" y="71480"/>
                </a:lnTo>
                <a:cubicBezTo>
                  <a:pt x="395352" y="74353"/>
                  <a:pt x="392479" y="76585"/>
                  <a:pt x="389032" y="78174"/>
                </a:cubicBezTo>
                <a:cubicBezTo>
                  <a:pt x="385584" y="79764"/>
                  <a:pt x="381849" y="80559"/>
                  <a:pt x="377827" y="80559"/>
                </a:cubicBezTo>
                <a:cubicBezTo>
                  <a:pt x="370587" y="80559"/>
                  <a:pt x="364525" y="77981"/>
                  <a:pt x="359641" y="72823"/>
                </a:cubicBezTo>
                <a:cubicBezTo>
                  <a:pt x="354757" y="67665"/>
                  <a:pt x="352315" y="61251"/>
                  <a:pt x="352315" y="53582"/>
                </a:cubicBezTo>
                <a:cubicBezTo>
                  <a:pt x="352315" y="45644"/>
                  <a:pt x="354920" y="39039"/>
                  <a:pt x="360129" y="33767"/>
                </a:cubicBezTo>
                <a:cubicBezTo>
                  <a:pt x="365339" y="28494"/>
                  <a:pt x="371832" y="25857"/>
                  <a:pt x="379608" y="25857"/>
                </a:cubicBezTo>
                <a:cubicBezTo>
                  <a:pt x="383554" y="25857"/>
                  <a:pt x="387097" y="26556"/>
                  <a:pt x="390239" y="27954"/>
                </a:cubicBezTo>
                <a:cubicBezTo>
                  <a:pt x="393380" y="29353"/>
                  <a:pt x="396080" y="31412"/>
                  <a:pt x="398340" y="34131"/>
                </a:cubicBezTo>
                <a:lnTo>
                  <a:pt x="398340" y="12067"/>
                </a:lnTo>
                <a:lnTo>
                  <a:pt x="395295" y="12067"/>
                </a:lnTo>
                <a:cubicBezTo>
                  <a:pt x="391962" y="12067"/>
                  <a:pt x="389808" y="11774"/>
                  <a:pt x="388831" y="11189"/>
                </a:cubicBezTo>
                <a:cubicBezTo>
                  <a:pt x="387854" y="10603"/>
                  <a:pt x="387366" y="9536"/>
                  <a:pt x="387366" y="7987"/>
                </a:cubicBezTo>
                <a:cubicBezTo>
                  <a:pt x="387366" y="6627"/>
                  <a:pt x="387758" y="5607"/>
                  <a:pt x="388543" y="4927"/>
                </a:cubicBezTo>
                <a:cubicBezTo>
                  <a:pt x="389329" y="4247"/>
                  <a:pt x="390468" y="3907"/>
                  <a:pt x="391962" y="3907"/>
                </a:cubicBezTo>
                <a:lnTo>
                  <a:pt x="403742" y="3907"/>
                </a:lnTo>
                <a:cubicBezTo>
                  <a:pt x="404891" y="3907"/>
                  <a:pt x="405724" y="4099"/>
                  <a:pt x="406241" y="4482"/>
                </a:cubicBezTo>
                <a:cubicBezTo>
                  <a:pt x="406758" y="4865"/>
                  <a:pt x="407017" y="5459"/>
                  <a:pt x="407017" y="6263"/>
                </a:cubicBezTo>
                <a:lnTo>
                  <a:pt x="407017" y="71021"/>
                </a:lnTo>
                <a:lnTo>
                  <a:pt x="409603" y="71021"/>
                </a:lnTo>
                <a:cubicBezTo>
                  <a:pt x="411480" y="71021"/>
                  <a:pt x="412839" y="71335"/>
                  <a:pt x="413682" y="71963"/>
                </a:cubicBezTo>
                <a:cubicBezTo>
                  <a:pt x="414525" y="72591"/>
                  <a:pt x="414946" y="73588"/>
                  <a:pt x="414946" y="74957"/>
                </a:cubicBezTo>
                <a:cubicBezTo>
                  <a:pt x="414946" y="76251"/>
                  <a:pt x="414582" y="77259"/>
                  <a:pt x="413855" y="77982"/>
                </a:cubicBezTo>
                <a:cubicBezTo>
                  <a:pt x="413127" y="78704"/>
                  <a:pt x="412150" y="79065"/>
                  <a:pt x="410924" y="79065"/>
                </a:cubicBezTo>
                <a:lnTo>
                  <a:pt x="399834" y="79065"/>
                </a:lnTo>
                <a:moveTo>
                  <a:pt x="362198" y="53294"/>
                </a:moveTo>
                <a:cubicBezTo>
                  <a:pt x="362198" y="58589"/>
                  <a:pt x="363903" y="62925"/>
                  <a:pt x="367312" y="66302"/>
                </a:cubicBezTo>
                <a:cubicBezTo>
                  <a:pt x="370721" y="69678"/>
                  <a:pt x="375050" y="71365"/>
                  <a:pt x="380298" y="71365"/>
                </a:cubicBezTo>
                <a:cubicBezTo>
                  <a:pt x="385584" y="71365"/>
                  <a:pt x="389932" y="69611"/>
                  <a:pt x="393341" y="66101"/>
                </a:cubicBezTo>
                <a:cubicBezTo>
                  <a:pt x="396751" y="62590"/>
                  <a:pt x="398455" y="58129"/>
                  <a:pt x="398455" y="52720"/>
                </a:cubicBezTo>
                <a:cubicBezTo>
                  <a:pt x="398455" y="47387"/>
                  <a:pt x="396760" y="42994"/>
                  <a:pt x="393370" y="39542"/>
                </a:cubicBezTo>
                <a:cubicBezTo>
                  <a:pt x="389980" y="36088"/>
                  <a:pt x="385623" y="34361"/>
                  <a:pt x="380298" y="34361"/>
                </a:cubicBezTo>
                <a:cubicBezTo>
                  <a:pt x="374897" y="34361"/>
                  <a:pt x="370530" y="36107"/>
                  <a:pt x="367197" y="39599"/>
                </a:cubicBezTo>
                <a:cubicBezTo>
                  <a:pt x="363864" y="43090"/>
                  <a:pt x="362198" y="47655"/>
                  <a:pt x="362198" y="53294"/>
                </a:cubicBezTo>
                <a:close/>
                <a:moveTo>
                  <a:pt x="464552" y="11438"/>
                </a:moveTo>
                <a:cubicBezTo>
                  <a:pt x="464552" y="12244"/>
                  <a:pt x="463910" y="13980"/>
                  <a:pt x="462627" y="16645"/>
                </a:cubicBezTo>
                <a:cubicBezTo>
                  <a:pt x="461344" y="19310"/>
                  <a:pt x="460376" y="21429"/>
                  <a:pt x="459725" y="23002"/>
                </a:cubicBezTo>
                <a:cubicBezTo>
                  <a:pt x="457120" y="29100"/>
                  <a:pt x="455272" y="34680"/>
                  <a:pt x="454180" y="39743"/>
                </a:cubicBezTo>
                <a:cubicBezTo>
                  <a:pt x="453088" y="44805"/>
                  <a:pt x="452543" y="50060"/>
                  <a:pt x="452543" y="55506"/>
                </a:cubicBezTo>
                <a:cubicBezTo>
                  <a:pt x="452543" y="60531"/>
                  <a:pt x="453002" y="65392"/>
                  <a:pt x="453922" y="70091"/>
                </a:cubicBezTo>
                <a:cubicBezTo>
                  <a:pt x="454841" y="74789"/>
                  <a:pt x="456239" y="79478"/>
                  <a:pt x="458116" y="84157"/>
                </a:cubicBezTo>
                <a:cubicBezTo>
                  <a:pt x="459074" y="86688"/>
                  <a:pt x="460386" y="89669"/>
                  <a:pt x="462052" y="93102"/>
                </a:cubicBezTo>
                <a:cubicBezTo>
                  <a:pt x="463719" y="96535"/>
                  <a:pt x="464552" y="98654"/>
                  <a:pt x="464552" y="99460"/>
                </a:cubicBezTo>
                <a:cubicBezTo>
                  <a:pt x="464552" y="100304"/>
                  <a:pt x="464370" y="100965"/>
                  <a:pt x="464006" y="101444"/>
                </a:cubicBezTo>
                <a:cubicBezTo>
                  <a:pt x="463642" y="101924"/>
                  <a:pt x="463154" y="102164"/>
                  <a:pt x="462541" y="102164"/>
                </a:cubicBezTo>
                <a:cubicBezTo>
                  <a:pt x="461353" y="102164"/>
                  <a:pt x="460032" y="101540"/>
                  <a:pt x="458576" y="100293"/>
                </a:cubicBezTo>
                <a:cubicBezTo>
                  <a:pt x="457120" y="99047"/>
                  <a:pt x="455435" y="97044"/>
                  <a:pt x="453519" y="94283"/>
                </a:cubicBezTo>
                <a:cubicBezTo>
                  <a:pt x="449421" y="88415"/>
                  <a:pt x="446356" y="82259"/>
                  <a:pt x="444326" y="75815"/>
                </a:cubicBezTo>
                <a:cubicBezTo>
                  <a:pt x="442296" y="69371"/>
                  <a:pt x="441280" y="62602"/>
                  <a:pt x="441280" y="55506"/>
                </a:cubicBezTo>
                <a:cubicBezTo>
                  <a:pt x="441280" y="49024"/>
                  <a:pt x="442114" y="42839"/>
                  <a:pt x="443780" y="36952"/>
                </a:cubicBezTo>
                <a:cubicBezTo>
                  <a:pt x="445446" y="31065"/>
                  <a:pt x="447984" y="25360"/>
                  <a:pt x="451393" y="19838"/>
                </a:cubicBezTo>
                <a:cubicBezTo>
                  <a:pt x="453615" y="16194"/>
                  <a:pt x="455665" y="13452"/>
                  <a:pt x="457542" y="11611"/>
                </a:cubicBezTo>
                <a:cubicBezTo>
                  <a:pt x="459419" y="9769"/>
                  <a:pt x="461085" y="8849"/>
                  <a:pt x="462541" y="8849"/>
                </a:cubicBezTo>
                <a:cubicBezTo>
                  <a:pt x="463154" y="8849"/>
                  <a:pt x="463642" y="9089"/>
                  <a:pt x="464006" y="9569"/>
                </a:cubicBezTo>
                <a:cubicBezTo>
                  <a:pt x="464370" y="10048"/>
                  <a:pt x="464552" y="10671"/>
                  <a:pt x="464552" y="11438"/>
                </a:cubicBezTo>
                <a:close/>
                <a:moveTo>
                  <a:pt x="540933" y="70906"/>
                </a:moveTo>
                <a:cubicBezTo>
                  <a:pt x="542504" y="70906"/>
                  <a:pt x="543701" y="71248"/>
                  <a:pt x="544524" y="71933"/>
                </a:cubicBezTo>
                <a:cubicBezTo>
                  <a:pt x="545348" y="72618"/>
                  <a:pt x="545760" y="73626"/>
                  <a:pt x="545760" y="74957"/>
                </a:cubicBezTo>
                <a:cubicBezTo>
                  <a:pt x="545760" y="76326"/>
                  <a:pt x="545367" y="77353"/>
                  <a:pt x="544582" y="78038"/>
                </a:cubicBezTo>
                <a:cubicBezTo>
                  <a:pt x="543796" y="78723"/>
                  <a:pt x="542657" y="79065"/>
                  <a:pt x="541163" y="79065"/>
                </a:cubicBezTo>
                <a:lnTo>
                  <a:pt x="503584" y="79065"/>
                </a:lnTo>
                <a:cubicBezTo>
                  <a:pt x="502013" y="79065"/>
                  <a:pt x="500816" y="78723"/>
                  <a:pt x="499993" y="78038"/>
                </a:cubicBezTo>
                <a:cubicBezTo>
                  <a:pt x="499169" y="77353"/>
                  <a:pt x="498757" y="76326"/>
                  <a:pt x="498757" y="74957"/>
                </a:cubicBezTo>
                <a:cubicBezTo>
                  <a:pt x="498757" y="73626"/>
                  <a:pt x="499150" y="72618"/>
                  <a:pt x="499935" y="71933"/>
                </a:cubicBezTo>
                <a:cubicBezTo>
                  <a:pt x="500721" y="71248"/>
                  <a:pt x="501860" y="70906"/>
                  <a:pt x="503354" y="70906"/>
                </a:cubicBezTo>
                <a:lnTo>
                  <a:pt x="513122" y="70906"/>
                </a:lnTo>
                <a:lnTo>
                  <a:pt x="513122" y="35740"/>
                </a:lnTo>
                <a:lnTo>
                  <a:pt x="503699" y="35740"/>
                </a:lnTo>
                <a:cubicBezTo>
                  <a:pt x="502128" y="35740"/>
                  <a:pt x="500912" y="35374"/>
                  <a:pt x="500050" y="34641"/>
                </a:cubicBezTo>
                <a:cubicBezTo>
                  <a:pt x="499188" y="33909"/>
                  <a:pt x="498757" y="32867"/>
                  <a:pt x="498757" y="31517"/>
                </a:cubicBezTo>
                <a:cubicBezTo>
                  <a:pt x="498757" y="30128"/>
                  <a:pt x="499160" y="29087"/>
                  <a:pt x="499964" y="28392"/>
                </a:cubicBezTo>
                <a:cubicBezTo>
                  <a:pt x="500768" y="27698"/>
                  <a:pt x="501937" y="27351"/>
                  <a:pt x="503469" y="27351"/>
                </a:cubicBezTo>
                <a:lnTo>
                  <a:pt x="512548" y="27351"/>
                </a:lnTo>
                <a:lnTo>
                  <a:pt x="512548" y="23444"/>
                </a:lnTo>
                <a:cubicBezTo>
                  <a:pt x="512548" y="16510"/>
                  <a:pt x="514521" y="11482"/>
                  <a:pt x="518466" y="8360"/>
                </a:cubicBezTo>
                <a:cubicBezTo>
                  <a:pt x="522412" y="5238"/>
                  <a:pt x="528790" y="3677"/>
                  <a:pt x="537600" y="3677"/>
                </a:cubicBezTo>
                <a:cubicBezTo>
                  <a:pt x="541891" y="3677"/>
                  <a:pt x="545061" y="4156"/>
                  <a:pt x="547110" y="5114"/>
                </a:cubicBezTo>
                <a:cubicBezTo>
                  <a:pt x="549159" y="6072"/>
                  <a:pt x="550184" y="7566"/>
                  <a:pt x="550184" y="9596"/>
                </a:cubicBezTo>
                <a:cubicBezTo>
                  <a:pt x="550184" y="10783"/>
                  <a:pt x="549744" y="11760"/>
                  <a:pt x="548863" y="12526"/>
                </a:cubicBezTo>
                <a:cubicBezTo>
                  <a:pt x="547981" y="13292"/>
                  <a:pt x="546851" y="13675"/>
                  <a:pt x="545472" y="13675"/>
                </a:cubicBezTo>
                <a:cubicBezTo>
                  <a:pt x="544783" y="13675"/>
                  <a:pt x="543126" y="13446"/>
                  <a:pt x="540502" y="12986"/>
                </a:cubicBezTo>
                <a:cubicBezTo>
                  <a:pt x="537878" y="12526"/>
                  <a:pt x="535628" y="12296"/>
                  <a:pt x="533751" y="12296"/>
                </a:cubicBezTo>
                <a:cubicBezTo>
                  <a:pt x="529422" y="12296"/>
                  <a:pt x="526319" y="13206"/>
                  <a:pt x="524442" y="15026"/>
                </a:cubicBezTo>
                <a:cubicBezTo>
                  <a:pt x="522565" y="16845"/>
                  <a:pt x="521626" y="19862"/>
                  <a:pt x="521626" y="24076"/>
                </a:cubicBezTo>
                <a:lnTo>
                  <a:pt x="521626" y="27351"/>
                </a:lnTo>
                <a:lnTo>
                  <a:pt x="541967" y="27351"/>
                </a:lnTo>
                <a:cubicBezTo>
                  <a:pt x="543538" y="27351"/>
                  <a:pt x="544735" y="27698"/>
                  <a:pt x="545559" y="28392"/>
                </a:cubicBezTo>
                <a:cubicBezTo>
                  <a:pt x="546382" y="29087"/>
                  <a:pt x="546794" y="30128"/>
                  <a:pt x="546794" y="31517"/>
                </a:cubicBezTo>
                <a:cubicBezTo>
                  <a:pt x="546794" y="32828"/>
                  <a:pt x="546373" y="33860"/>
                  <a:pt x="545530" y="34613"/>
                </a:cubicBezTo>
                <a:cubicBezTo>
                  <a:pt x="544687" y="35364"/>
                  <a:pt x="543538" y="35740"/>
                  <a:pt x="542082" y="35740"/>
                </a:cubicBezTo>
                <a:lnTo>
                  <a:pt x="522201" y="35740"/>
                </a:lnTo>
                <a:lnTo>
                  <a:pt x="522201" y="70906"/>
                </a:lnTo>
                <a:lnTo>
                  <a:pt x="540933" y="70906"/>
                </a:lnTo>
                <a:close/>
                <a:moveTo>
                  <a:pt x="587952" y="70906"/>
                </a:moveTo>
                <a:lnTo>
                  <a:pt x="607029" y="70906"/>
                </a:lnTo>
                <a:cubicBezTo>
                  <a:pt x="608523" y="70906"/>
                  <a:pt x="609624" y="71224"/>
                  <a:pt x="610333" y="71861"/>
                </a:cubicBezTo>
                <a:cubicBezTo>
                  <a:pt x="611042" y="72497"/>
                  <a:pt x="611396" y="73509"/>
                  <a:pt x="611396" y="74899"/>
                </a:cubicBezTo>
                <a:cubicBezTo>
                  <a:pt x="611396" y="76481"/>
                  <a:pt x="611061" y="77571"/>
                  <a:pt x="610391" y="78169"/>
                </a:cubicBezTo>
                <a:cubicBezTo>
                  <a:pt x="609720" y="78766"/>
                  <a:pt x="608485" y="79065"/>
                  <a:pt x="606684" y="79065"/>
                </a:cubicBezTo>
                <a:lnTo>
                  <a:pt x="569106" y="79065"/>
                </a:lnTo>
                <a:cubicBezTo>
                  <a:pt x="567612" y="79065"/>
                  <a:pt x="566482" y="78718"/>
                  <a:pt x="565715" y="78024"/>
                </a:cubicBezTo>
                <a:cubicBezTo>
                  <a:pt x="564949" y="77329"/>
                  <a:pt x="564566" y="76288"/>
                  <a:pt x="564566" y="74899"/>
                </a:cubicBezTo>
                <a:cubicBezTo>
                  <a:pt x="564566" y="73549"/>
                  <a:pt x="564959" y="72546"/>
                  <a:pt x="565744" y="71890"/>
                </a:cubicBezTo>
                <a:cubicBezTo>
                  <a:pt x="566529" y="71234"/>
                  <a:pt x="567746" y="70906"/>
                  <a:pt x="569393" y="70906"/>
                </a:cubicBezTo>
                <a:lnTo>
                  <a:pt x="579391" y="70906"/>
                </a:lnTo>
                <a:lnTo>
                  <a:pt x="579391" y="34131"/>
                </a:lnTo>
                <a:lnTo>
                  <a:pt x="575484" y="34131"/>
                </a:lnTo>
                <a:cubicBezTo>
                  <a:pt x="571768" y="34131"/>
                  <a:pt x="569450" y="33834"/>
                  <a:pt x="568531" y="33241"/>
                </a:cubicBezTo>
                <a:cubicBezTo>
                  <a:pt x="567612" y="32647"/>
                  <a:pt x="567152" y="31565"/>
                  <a:pt x="567152" y="29994"/>
                </a:cubicBezTo>
                <a:cubicBezTo>
                  <a:pt x="567152" y="28653"/>
                  <a:pt x="567525" y="27648"/>
                  <a:pt x="568272" y="26978"/>
                </a:cubicBezTo>
                <a:cubicBezTo>
                  <a:pt x="569019" y="26307"/>
                  <a:pt x="570159" y="25972"/>
                  <a:pt x="571691" y="25972"/>
                </a:cubicBezTo>
                <a:lnTo>
                  <a:pt x="584792" y="25972"/>
                </a:lnTo>
                <a:cubicBezTo>
                  <a:pt x="585826" y="25972"/>
                  <a:pt x="586612" y="26173"/>
                  <a:pt x="587148" y="26575"/>
                </a:cubicBezTo>
                <a:cubicBezTo>
                  <a:pt x="587684" y="26978"/>
                  <a:pt x="587952" y="27562"/>
                  <a:pt x="587952" y="28328"/>
                </a:cubicBezTo>
                <a:lnTo>
                  <a:pt x="587952" y="38096"/>
                </a:lnTo>
                <a:cubicBezTo>
                  <a:pt x="591592" y="33538"/>
                  <a:pt x="595384" y="30147"/>
                  <a:pt x="599330" y="27926"/>
                </a:cubicBezTo>
                <a:cubicBezTo>
                  <a:pt x="603275" y="25704"/>
                  <a:pt x="607527" y="24593"/>
                  <a:pt x="612086" y="24593"/>
                </a:cubicBezTo>
                <a:cubicBezTo>
                  <a:pt x="615495" y="24593"/>
                  <a:pt x="618253" y="25282"/>
                  <a:pt x="620360" y="26661"/>
                </a:cubicBezTo>
                <a:cubicBezTo>
                  <a:pt x="622467" y="28041"/>
                  <a:pt x="623520" y="29822"/>
                  <a:pt x="623520" y="32005"/>
                </a:cubicBezTo>
                <a:cubicBezTo>
                  <a:pt x="623520" y="33423"/>
                  <a:pt x="622994" y="34677"/>
                  <a:pt x="621940" y="35769"/>
                </a:cubicBezTo>
                <a:cubicBezTo>
                  <a:pt x="620887" y="36861"/>
                  <a:pt x="619728" y="37407"/>
                  <a:pt x="618464" y="37407"/>
                </a:cubicBezTo>
                <a:cubicBezTo>
                  <a:pt x="617583" y="37407"/>
                  <a:pt x="616098" y="36822"/>
                  <a:pt x="614011" y="35654"/>
                </a:cubicBezTo>
                <a:cubicBezTo>
                  <a:pt x="611923" y="34486"/>
                  <a:pt x="610055" y="33901"/>
                  <a:pt x="608408" y="33901"/>
                </a:cubicBezTo>
                <a:cubicBezTo>
                  <a:pt x="605420" y="33901"/>
                  <a:pt x="602270" y="34963"/>
                  <a:pt x="598956" y="37085"/>
                </a:cubicBezTo>
                <a:cubicBezTo>
                  <a:pt x="595643" y="39208"/>
                  <a:pt x="591975" y="42564"/>
                  <a:pt x="587952" y="47155"/>
                </a:cubicBezTo>
                <a:lnTo>
                  <a:pt x="587952" y="70906"/>
                </a:lnTo>
                <a:close/>
                <a:moveTo>
                  <a:pt x="658645" y="9423"/>
                </a:moveTo>
                <a:cubicBezTo>
                  <a:pt x="658645" y="5286"/>
                  <a:pt x="659019" y="2681"/>
                  <a:pt x="659766" y="1609"/>
                </a:cubicBezTo>
                <a:cubicBezTo>
                  <a:pt x="660513" y="536"/>
                  <a:pt x="662112" y="0"/>
                  <a:pt x="664564" y="0"/>
                </a:cubicBezTo>
                <a:cubicBezTo>
                  <a:pt x="666939" y="0"/>
                  <a:pt x="668509" y="450"/>
                  <a:pt x="669275" y="1350"/>
                </a:cubicBezTo>
                <a:cubicBezTo>
                  <a:pt x="670041" y="2251"/>
                  <a:pt x="670424" y="4386"/>
                  <a:pt x="670424" y="7757"/>
                </a:cubicBezTo>
                <a:cubicBezTo>
                  <a:pt x="670424" y="11051"/>
                  <a:pt x="670070" y="13091"/>
                  <a:pt x="669361" y="13877"/>
                </a:cubicBezTo>
                <a:cubicBezTo>
                  <a:pt x="668653" y="14662"/>
                  <a:pt x="667053" y="15055"/>
                  <a:pt x="664564" y="15055"/>
                </a:cubicBezTo>
                <a:cubicBezTo>
                  <a:pt x="662112" y="15055"/>
                  <a:pt x="660513" y="14691"/>
                  <a:pt x="659766" y="13963"/>
                </a:cubicBezTo>
                <a:cubicBezTo>
                  <a:pt x="659019" y="13235"/>
                  <a:pt x="658645" y="11722"/>
                  <a:pt x="658645" y="9423"/>
                </a:cubicBezTo>
                <a:moveTo>
                  <a:pt x="669275" y="70906"/>
                </a:moveTo>
                <a:lnTo>
                  <a:pt x="687720" y="70906"/>
                </a:lnTo>
                <a:cubicBezTo>
                  <a:pt x="689214" y="70906"/>
                  <a:pt x="690315" y="71224"/>
                  <a:pt x="691024" y="71861"/>
                </a:cubicBezTo>
                <a:cubicBezTo>
                  <a:pt x="691733" y="72497"/>
                  <a:pt x="692087" y="73509"/>
                  <a:pt x="692087" y="74899"/>
                </a:cubicBezTo>
                <a:cubicBezTo>
                  <a:pt x="692087" y="76481"/>
                  <a:pt x="691752" y="77571"/>
                  <a:pt x="691081" y="78169"/>
                </a:cubicBezTo>
                <a:cubicBezTo>
                  <a:pt x="690411" y="78766"/>
                  <a:pt x="689176" y="79065"/>
                  <a:pt x="687375" y="79065"/>
                </a:cubicBezTo>
                <a:lnTo>
                  <a:pt x="642786" y="79065"/>
                </a:lnTo>
                <a:cubicBezTo>
                  <a:pt x="641254" y="79065"/>
                  <a:pt x="640105" y="78718"/>
                  <a:pt x="639339" y="78024"/>
                </a:cubicBezTo>
                <a:cubicBezTo>
                  <a:pt x="638572" y="77329"/>
                  <a:pt x="638189" y="76288"/>
                  <a:pt x="638189" y="74899"/>
                </a:cubicBezTo>
                <a:cubicBezTo>
                  <a:pt x="638189" y="73549"/>
                  <a:pt x="638592" y="72546"/>
                  <a:pt x="639396" y="71890"/>
                </a:cubicBezTo>
                <a:cubicBezTo>
                  <a:pt x="640200" y="71234"/>
                  <a:pt x="641407" y="70906"/>
                  <a:pt x="643016" y="70906"/>
                </a:cubicBezTo>
                <a:lnTo>
                  <a:pt x="660541" y="70906"/>
                </a:lnTo>
                <a:lnTo>
                  <a:pt x="660541" y="34131"/>
                </a:lnTo>
                <a:lnTo>
                  <a:pt x="649337" y="34131"/>
                </a:lnTo>
                <a:cubicBezTo>
                  <a:pt x="647766" y="34131"/>
                  <a:pt x="646569" y="33777"/>
                  <a:pt x="645745" y="33068"/>
                </a:cubicBezTo>
                <a:cubicBezTo>
                  <a:pt x="644922" y="32360"/>
                  <a:pt x="644510" y="31335"/>
                  <a:pt x="644510" y="29994"/>
                </a:cubicBezTo>
                <a:cubicBezTo>
                  <a:pt x="644510" y="28653"/>
                  <a:pt x="644893" y="27648"/>
                  <a:pt x="645659" y="26978"/>
                </a:cubicBezTo>
                <a:cubicBezTo>
                  <a:pt x="646425" y="26307"/>
                  <a:pt x="647574" y="25972"/>
                  <a:pt x="649107" y="25972"/>
                </a:cubicBezTo>
                <a:lnTo>
                  <a:pt x="665943" y="25972"/>
                </a:lnTo>
                <a:cubicBezTo>
                  <a:pt x="666977" y="25972"/>
                  <a:pt x="667791" y="26183"/>
                  <a:pt x="668385" y="26604"/>
                </a:cubicBezTo>
                <a:cubicBezTo>
                  <a:pt x="668978" y="27024"/>
                  <a:pt x="669275" y="27598"/>
                  <a:pt x="669275" y="28324"/>
                </a:cubicBezTo>
                <a:lnTo>
                  <a:pt x="669275" y="70906"/>
                </a:lnTo>
                <a:close/>
                <a:moveTo>
                  <a:pt x="751575" y="79065"/>
                </a:moveTo>
                <a:cubicBezTo>
                  <a:pt x="750770" y="79065"/>
                  <a:pt x="750205" y="78866"/>
                  <a:pt x="749880" y="78467"/>
                </a:cubicBezTo>
                <a:cubicBezTo>
                  <a:pt x="749554" y="78067"/>
                  <a:pt x="749391" y="77297"/>
                  <a:pt x="749391" y="76156"/>
                </a:cubicBezTo>
                <a:lnTo>
                  <a:pt x="749391" y="71480"/>
                </a:lnTo>
                <a:cubicBezTo>
                  <a:pt x="747093" y="74353"/>
                  <a:pt x="744220" y="76585"/>
                  <a:pt x="740772" y="78174"/>
                </a:cubicBezTo>
                <a:cubicBezTo>
                  <a:pt x="737325" y="79764"/>
                  <a:pt x="733590" y="80559"/>
                  <a:pt x="729568" y="80559"/>
                </a:cubicBezTo>
                <a:cubicBezTo>
                  <a:pt x="722328" y="80559"/>
                  <a:pt x="716266" y="77981"/>
                  <a:pt x="711382" y="72823"/>
                </a:cubicBezTo>
                <a:cubicBezTo>
                  <a:pt x="706497" y="67665"/>
                  <a:pt x="704055" y="61251"/>
                  <a:pt x="704055" y="53582"/>
                </a:cubicBezTo>
                <a:cubicBezTo>
                  <a:pt x="704055" y="45644"/>
                  <a:pt x="706660" y="39039"/>
                  <a:pt x="711870" y="33767"/>
                </a:cubicBezTo>
                <a:cubicBezTo>
                  <a:pt x="717080" y="28494"/>
                  <a:pt x="723573" y="25857"/>
                  <a:pt x="731349" y="25857"/>
                </a:cubicBezTo>
                <a:cubicBezTo>
                  <a:pt x="735295" y="25857"/>
                  <a:pt x="738838" y="26556"/>
                  <a:pt x="741979" y="27954"/>
                </a:cubicBezTo>
                <a:cubicBezTo>
                  <a:pt x="745120" y="29353"/>
                  <a:pt x="747821" y="31412"/>
                  <a:pt x="750081" y="34131"/>
                </a:cubicBezTo>
                <a:lnTo>
                  <a:pt x="750081" y="12067"/>
                </a:lnTo>
                <a:lnTo>
                  <a:pt x="747036" y="12067"/>
                </a:lnTo>
                <a:cubicBezTo>
                  <a:pt x="743703" y="12067"/>
                  <a:pt x="741548" y="11774"/>
                  <a:pt x="740571" y="11189"/>
                </a:cubicBezTo>
                <a:cubicBezTo>
                  <a:pt x="739594" y="10603"/>
                  <a:pt x="739106" y="9536"/>
                  <a:pt x="739106" y="7987"/>
                </a:cubicBezTo>
                <a:cubicBezTo>
                  <a:pt x="739106" y="6627"/>
                  <a:pt x="739499" y="5607"/>
                  <a:pt x="740284" y="4927"/>
                </a:cubicBezTo>
                <a:cubicBezTo>
                  <a:pt x="741069" y="4247"/>
                  <a:pt x="742209" y="3907"/>
                  <a:pt x="743703" y="3907"/>
                </a:cubicBezTo>
                <a:lnTo>
                  <a:pt x="755482" y="3907"/>
                </a:lnTo>
                <a:cubicBezTo>
                  <a:pt x="756631" y="3907"/>
                  <a:pt x="757465" y="4099"/>
                  <a:pt x="757982" y="4482"/>
                </a:cubicBezTo>
                <a:cubicBezTo>
                  <a:pt x="758499" y="4865"/>
                  <a:pt x="758757" y="5459"/>
                  <a:pt x="758757" y="6263"/>
                </a:cubicBezTo>
                <a:lnTo>
                  <a:pt x="758757" y="71021"/>
                </a:lnTo>
                <a:lnTo>
                  <a:pt x="761343" y="71021"/>
                </a:lnTo>
                <a:cubicBezTo>
                  <a:pt x="763220" y="71021"/>
                  <a:pt x="764580" y="71335"/>
                  <a:pt x="765423" y="71963"/>
                </a:cubicBezTo>
                <a:cubicBezTo>
                  <a:pt x="766266" y="72591"/>
                  <a:pt x="766687" y="73588"/>
                  <a:pt x="766687" y="74957"/>
                </a:cubicBezTo>
                <a:cubicBezTo>
                  <a:pt x="766687" y="76251"/>
                  <a:pt x="766323" y="77259"/>
                  <a:pt x="765595" y="77982"/>
                </a:cubicBezTo>
                <a:cubicBezTo>
                  <a:pt x="764867" y="78704"/>
                  <a:pt x="763890" y="79065"/>
                  <a:pt x="762665" y="79065"/>
                </a:cubicBezTo>
                <a:lnTo>
                  <a:pt x="751575" y="79065"/>
                </a:lnTo>
                <a:moveTo>
                  <a:pt x="713939" y="53294"/>
                </a:moveTo>
                <a:cubicBezTo>
                  <a:pt x="713939" y="58589"/>
                  <a:pt x="715643" y="62925"/>
                  <a:pt x="719052" y="66302"/>
                </a:cubicBezTo>
                <a:cubicBezTo>
                  <a:pt x="722462" y="69678"/>
                  <a:pt x="726790" y="71365"/>
                  <a:pt x="732038" y="71365"/>
                </a:cubicBezTo>
                <a:cubicBezTo>
                  <a:pt x="737325" y="71365"/>
                  <a:pt x="741673" y="69611"/>
                  <a:pt x="745082" y="66101"/>
                </a:cubicBezTo>
                <a:cubicBezTo>
                  <a:pt x="748491" y="62590"/>
                  <a:pt x="750196" y="58129"/>
                  <a:pt x="750196" y="52720"/>
                </a:cubicBezTo>
                <a:cubicBezTo>
                  <a:pt x="750196" y="47387"/>
                  <a:pt x="748501" y="42994"/>
                  <a:pt x="745111" y="39542"/>
                </a:cubicBezTo>
                <a:cubicBezTo>
                  <a:pt x="741720" y="36088"/>
                  <a:pt x="737363" y="34361"/>
                  <a:pt x="732038" y="34361"/>
                </a:cubicBezTo>
                <a:cubicBezTo>
                  <a:pt x="726637" y="34361"/>
                  <a:pt x="722270" y="36107"/>
                  <a:pt x="718938" y="39599"/>
                </a:cubicBezTo>
                <a:cubicBezTo>
                  <a:pt x="715605" y="43090"/>
                  <a:pt x="713939" y="47655"/>
                  <a:pt x="713939" y="53294"/>
                </a:cubicBezTo>
                <a:close/>
                <a:moveTo>
                  <a:pt x="803019" y="34476"/>
                </a:moveTo>
                <a:cubicBezTo>
                  <a:pt x="798001" y="34476"/>
                  <a:pt x="793902" y="36025"/>
                  <a:pt x="790722" y="39123"/>
                </a:cubicBezTo>
                <a:cubicBezTo>
                  <a:pt x="787543" y="42220"/>
                  <a:pt x="785953" y="46235"/>
                  <a:pt x="785953" y="51168"/>
                </a:cubicBezTo>
                <a:cubicBezTo>
                  <a:pt x="785953" y="56025"/>
                  <a:pt x="787543" y="60012"/>
                  <a:pt x="790722" y="63129"/>
                </a:cubicBezTo>
                <a:cubicBezTo>
                  <a:pt x="793902" y="66245"/>
                  <a:pt x="798001" y="67803"/>
                  <a:pt x="803019" y="67803"/>
                </a:cubicBezTo>
                <a:cubicBezTo>
                  <a:pt x="807999" y="67803"/>
                  <a:pt x="812088" y="66245"/>
                  <a:pt x="815286" y="63129"/>
                </a:cubicBezTo>
                <a:cubicBezTo>
                  <a:pt x="818485" y="60012"/>
                  <a:pt x="820084" y="56025"/>
                  <a:pt x="820084" y="51168"/>
                </a:cubicBezTo>
                <a:cubicBezTo>
                  <a:pt x="820084" y="46312"/>
                  <a:pt x="818485" y="42316"/>
                  <a:pt x="815286" y="39181"/>
                </a:cubicBezTo>
                <a:cubicBezTo>
                  <a:pt x="812088" y="36044"/>
                  <a:pt x="807999" y="34476"/>
                  <a:pt x="803019" y="34476"/>
                </a:cubicBezTo>
                <a:moveTo>
                  <a:pt x="827956" y="76056"/>
                </a:moveTo>
                <a:cubicBezTo>
                  <a:pt x="827956" y="81423"/>
                  <a:pt x="827688" y="85228"/>
                  <a:pt x="827152" y="87470"/>
                </a:cubicBezTo>
                <a:cubicBezTo>
                  <a:pt x="826616" y="89714"/>
                  <a:pt x="825696" y="91679"/>
                  <a:pt x="824394" y="93365"/>
                </a:cubicBezTo>
                <a:cubicBezTo>
                  <a:pt x="822249" y="96203"/>
                  <a:pt x="819242" y="98359"/>
                  <a:pt x="815373" y="99835"/>
                </a:cubicBezTo>
                <a:cubicBezTo>
                  <a:pt x="811504" y="101311"/>
                  <a:pt x="806945" y="102049"/>
                  <a:pt x="801697" y="102049"/>
                </a:cubicBezTo>
                <a:cubicBezTo>
                  <a:pt x="797330" y="102049"/>
                  <a:pt x="794141" y="101625"/>
                  <a:pt x="792130" y="100776"/>
                </a:cubicBezTo>
                <a:cubicBezTo>
                  <a:pt x="790119" y="99928"/>
                  <a:pt x="789113" y="98579"/>
                  <a:pt x="789113" y="96729"/>
                </a:cubicBezTo>
                <a:cubicBezTo>
                  <a:pt x="789113" y="95534"/>
                  <a:pt x="789602" y="94484"/>
                  <a:pt x="790579" y="93579"/>
                </a:cubicBezTo>
                <a:cubicBezTo>
                  <a:pt x="791555" y="92675"/>
                  <a:pt x="792714" y="92223"/>
                  <a:pt x="794055" y="92223"/>
                </a:cubicBezTo>
                <a:cubicBezTo>
                  <a:pt x="795089" y="92223"/>
                  <a:pt x="796679" y="92367"/>
                  <a:pt x="798824" y="92654"/>
                </a:cubicBezTo>
                <a:cubicBezTo>
                  <a:pt x="800969" y="92942"/>
                  <a:pt x="802597" y="93085"/>
                  <a:pt x="803708" y="93085"/>
                </a:cubicBezTo>
                <a:cubicBezTo>
                  <a:pt x="809378" y="93085"/>
                  <a:pt x="813400" y="91780"/>
                  <a:pt x="815775" y="89169"/>
                </a:cubicBezTo>
                <a:cubicBezTo>
                  <a:pt x="818150" y="86558"/>
                  <a:pt x="819337" y="82085"/>
                  <a:pt x="819337" y="75749"/>
                </a:cubicBezTo>
                <a:lnTo>
                  <a:pt x="819337" y="68780"/>
                </a:lnTo>
                <a:cubicBezTo>
                  <a:pt x="817001" y="71500"/>
                  <a:pt x="814415" y="73491"/>
                  <a:pt x="811580" y="74756"/>
                </a:cubicBezTo>
                <a:cubicBezTo>
                  <a:pt x="808746" y="76020"/>
                  <a:pt x="805490" y="76652"/>
                  <a:pt x="801812" y="76652"/>
                </a:cubicBezTo>
                <a:cubicBezTo>
                  <a:pt x="794649" y="76652"/>
                  <a:pt x="788721" y="74270"/>
                  <a:pt x="784028" y="69507"/>
                </a:cubicBezTo>
                <a:cubicBezTo>
                  <a:pt x="779336" y="64743"/>
                  <a:pt x="776989" y="58706"/>
                  <a:pt x="776989" y="51398"/>
                </a:cubicBezTo>
                <a:cubicBezTo>
                  <a:pt x="776989" y="44052"/>
                  <a:pt x="779403" y="37958"/>
                  <a:pt x="784229" y="33119"/>
                </a:cubicBezTo>
                <a:cubicBezTo>
                  <a:pt x="789056" y="28278"/>
                  <a:pt x="795032" y="25857"/>
                  <a:pt x="802157" y="25857"/>
                </a:cubicBezTo>
                <a:cubicBezTo>
                  <a:pt x="805106" y="25857"/>
                  <a:pt x="807989" y="26403"/>
                  <a:pt x="810805" y="27495"/>
                </a:cubicBezTo>
                <a:cubicBezTo>
                  <a:pt x="813620" y="28586"/>
                  <a:pt x="816464" y="30243"/>
                  <a:pt x="819337" y="32465"/>
                </a:cubicBezTo>
                <a:lnTo>
                  <a:pt x="819337" y="28328"/>
                </a:lnTo>
                <a:cubicBezTo>
                  <a:pt x="819337" y="27523"/>
                  <a:pt x="819596" y="26930"/>
                  <a:pt x="820113" y="26547"/>
                </a:cubicBezTo>
                <a:cubicBezTo>
                  <a:pt x="820630" y="26163"/>
                  <a:pt x="821444" y="25972"/>
                  <a:pt x="822555" y="25972"/>
                </a:cubicBezTo>
                <a:lnTo>
                  <a:pt x="831232" y="25972"/>
                </a:lnTo>
                <a:cubicBezTo>
                  <a:pt x="832764" y="25972"/>
                  <a:pt x="833913" y="26307"/>
                  <a:pt x="834679" y="26978"/>
                </a:cubicBezTo>
                <a:cubicBezTo>
                  <a:pt x="835445" y="27648"/>
                  <a:pt x="835828" y="28653"/>
                  <a:pt x="835828" y="29994"/>
                </a:cubicBezTo>
                <a:cubicBezTo>
                  <a:pt x="835828" y="31526"/>
                  <a:pt x="835350" y="32599"/>
                  <a:pt x="834392" y="33212"/>
                </a:cubicBezTo>
                <a:cubicBezTo>
                  <a:pt x="833434" y="33825"/>
                  <a:pt x="831634" y="34131"/>
                  <a:pt x="828991" y="34131"/>
                </a:cubicBezTo>
                <a:lnTo>
                  <a:pt x="827956" y="34131"/>
                </a:lnTo>
                <a:lnTo>
                  <a:pt x="827956" y="76056"/>
                </a:lnTo>
                <a:close/>
                <a:moveTo>
                  <a:pt x="855554" y="55047"/>
                </a:moveTo>
                <a:cubicBezTo>
                  <a:pt x="855860" y="60581"/>
                  <a:pt x="857728" y="64857"/>
                  <a:pt x="861156" y="67875"/>
                </a:cubicBezTo>
                <a:cubicBezTo>
                  <a:pt x="864585" y="70891"/>
                  <a:pt x="869268" y="72400"/>
                  <a:pt x="875205" y="72400"/>
                </a:cubicBezTo>
                <a:cubicBezTo>
                  <a:pt x="879687" y="72400"/>
                  <a:pt x="884571" y="71203"/>
                  <a:pt x="889858" y="68808"/>
                </a:cubicBezTo>
                <a:cubicBezTo>
                  <a:pt x="895144" y="66414"/>
                  <a:pt x="898343" y="65217"/>
                  <a:pt x="899454" y="65217"/>
                </a:cubicBezTo>
                <a:cubicBezTo>
                  <a:pt x="900603" y="65217"/>
                  <a:pt x="901560" y="65581"/>
                  <a:pt x="902327" y="66309"/>
                </a:cubicBezTo>
                <a:cubicBezTo>
                  <a:pt x="903093" y="67037"/>
                  <a:pt x="903476" y="67937"/>
                  <a:pt x="903476" y="69010"/>
                </a:cubicBezTo>
                <a:cubicBezTo>
                  <a:pt x="903476" y="70120"/>
                  <a:pt x="903074" y="71136"/>
                  <a:pt x="902269" y="72055"/>
                </a:cubicBezTo>
                <a:cubicBezTo>
                  <a:pt x="901465" y="72974"/>
                  <a:pt x="900181" y="73875"/>
                  <a:pt x="898419" y="74756"/>
                </a:cubicBezTo>
                <a:cubicBezTo>
                  <a:pt x="894589" y="76633"/>
                  <a:pt x="890633" y="78069"/>
                  <a:pt x="886554" y="79065"/>
                </a:cubicBezTo>
                <a:cubicBezTo>
                  <a:pt x="882474" y="80061"/>
                  <a:pt x="878423" y="80559"/>
                  <a:pt x="874401" y="80559"/>
                </a:cubicBezTo>
                <a:cubicBezTo>
                  <a:pt x="865667" y="80559"/>
                  <a:pt x="858676" y="78038"/>
                  <a:pt x="853428" y="72996"/>
                </a:cubicBezTo>
                <a:cubicBezTo>
                  <a:pt x="848180" y="67953"/>
                  <a:pt x="845556" y="61270"/>
                  <a:pt x="845556" y="52949"/>
                </a:cubicBezTo>
                <a:cubicBezTo>
                  <a:pt x="845556" y="44475"/>
                  <a:pt x="848333" y="37612"/>
                  <a:pt x="853888" y="32359"/>
                </a:cubicBezTo>
                <a:cubicBezTo>
                  <a:pt x="859442" y="27105"/>
                  <a:pt x="866682" y="24478"/>
                  <a:pt x="875608" y="24478"/>
                </a:cubicBezTo>
                <a:cubicBezTo>
                  <a:pt x="883690" y="24478"/>
                  <a:pt x="890394" y="26930"/>
                  <a:pt x="895719" y="31833"/>
                </a:cubicBezTo>
                <a:cubicBezTo>
                  <a:pt x="901043" y="36736"/>
                  <a:pt x="903706" y="42674"/>
                  <a:pt x="903706" y="49646"/>
                </a:cubicBezTo>
                <a:cubicBezTo>
                  <a:pt x="903706" y="51791"/>
                  <a:pt x="903255" y="53227"/>
                  <a:pt x="902355" y="53955"/>
                </a:cubicBezTo>
                <a:cubicBezTo>
                  <a:pt x="901455" y="54683"/>
                  <a:pt x="899013" y="55047"/>
                  <a:pt x="895029" y="55047"/>
                </a:cubicBezTo>
                <a:lnTo>
                  <a:pt x="894167" y="55047"/>
                </a:lnTo>
                <a:lnTo>
                  <a:pt x="855554" y="55047"/>
                </a:lnTo>
                <a:moveTo>
                  <a:pt x="855841" y="47462"/>
                </a:moveTo>
                <a:lnTo>
                  <a:pt x="893248" y="47462"/>
                </a:lnTo>
                <a:cubicBezTo>
                  <a:pt x="892673" y="42938"/>
                  <a:pt x="890767" y="39299"/>
                  <a:pt x="887531" y="36543"/>
                </a:cubicBezTo>
                <a:cubicBezTo>
                  <a:pt x="884294" y="33786"/>
                  <a:pt x="880319" y="32407"/>
                  <a:pt x="875608" y="32407"/>
                </a:cubicBezTo>
                <a:cubicBezTo>
                  <a:pt x="870513" y="32407"/>
                  <a:pt x="866222" y="33738"/>
                  <a:pt x="862737" y="36399"/>
                </a:cubicBezTo>
                <a:cubicBezTo>
                  <a:pt x="859251" y="39060"/>
                  <a:pt x="856952" y="42748"/>
                  <a:pt x="855841" y="47462"/>
                </a:cubicBezTo>
                <a:close/>
                <a:moveTo>
                  <a:pt x="933602" y="99460"/>
                </a:moveTo>
                <a:cubicBezTo>
                  <a:pt x="933602" y="98693"/>
                  <a:pt x="934253" y="96995"/>
                  <a:pt x="935556" y="94367"/>
                </a:cubicBezTo>
                <a:cubicBezTo>
                  <a:pt x="936858" y="91741"/>
                  <a:pt x="937854" y="89641"/>
                  <a:pt x="938543" y="88068"/>
                </a:cubicBezTo>
                <a:cubicBezTo>
                  <a:pt x="941110" y="81932"/>
                  <a:pt x="942949" y="76323"/>
                  <a:pt x="944060" y="71242"/>
                </a:cubicBezTo>
                <a:cubicBezTo>
                  <a:pt x="945171" y="66160"/>
                  <a:pt x="945726" y="60915"/>
                  <a:pt x="945726" y="55506"/>
                </a:cubicBezTo>
                <a:cubicBezTo>
                  <a:pt x="945726" y="50597"/>
                  <a:pt x="945257" y="45774"/>
                  <a:pt x="944318" y="41037"/>
                </a:cubicBezTo>
                <a:cubicBezTo>
                  <a:pt x="943380" y="36300"/>
                  <a:pt x="941953" y="31554"/>
                  <a:pt x="940037" y="26798"/>
                </a:cubicBezTo>
                <a:cubicBezTo>
                  <a:pt x="939041" y="24267"/>
                  <a:pt x="937720" y="21286"/>
                  <a:pt x="936073" y="17854"/>
                </a:cubicBezTo>
                <a:cubicBezTo>
                  <a:pt x="934426" y="14421"/>
                  <a:pt x="933602" y="12282"/>
                  <a:pt x="933602" y="11438"/>
                </a:cubicBezTo>
                <a:cubicBezTo>
                  <a:pt x="933602" y="10671"/>
                  <a:pt x="933793" y="10048"/>
                  <a:pt x="934177" y="9569"/>
                </a:cubicBezTo>
                <a:cubicBezTo>
                  <a:pt x="934560" y="9089"/>
                  <a:pt x="935058" y="8849"/>
                  <a:pt x="935670" y="8849"/>
                </a:cubicBezTo>
                <a:cubicBezTo>
                  <a:pt x="936935" y="8849"/>
                  <a:pt x="938285" y="9473"/>
                  <a:pt x="939721" y="10720"/>
                </a:cubicBezTo>
                <a:cubicBezTo>
                  <a:pt x="941158" y="11966"/>
                  <a:pt x="942834" y="13950"/>
                  <a:pt x="944749" y="16672"/>
                </a:cubicBezTo>
                <a:cubicBezTo>
                  <a:pt x="948848" y="22502"/>
                  <a:pt x="951913" y="28658"/>
                  <a:pt x="953943" y="35140"/>
                </a:cubicBezTo>
                <a:cubicBezTo>
                  <a:pt x="955973" y="41623"/>
                  <a:pt x="956988" y="48411"/>
                  <a:pt x="956988" y="55506"/>
                </a:cubicBezTo>
                <a:cubicBezTo>
                  <a:pt x="956988" y="61989"/>
                  <a:pt x="956136" y="68183"/>
                  <a:pt x="954431" y="74089"/>
                </a:cubicBezTo>
                <a:cubicBezTo>
                  <a:pt x="952727" y="79996"/>
                  <a:pt x="950170" y="85711"/>
                  <a:pt x="946760" y="91234"/>
                </a:cubicBezTo>
                <a:cubicBezTo>
                  <a:pt x="944385" y="94992"/>
                  <a:pt x="942307" y="97753"/>
                  <a:pt x="940526" y="99517"/>
                </a:cubicBezTo>
                <a:cubicBezTo>
                  <a:pt x="938745" y="101282"/>
                  <a:pt x="937126" y="102164"/>
                  <a:pt x="935670" y="102164"/>
                </a:cubicBezTo>
                <a:cubicBezTo>
                  <a:pt x="935058" y="102164"/>
                  <a:pt x="934560" y="101914"/>
                  <a:pt x="934177" y="101415"/>
                </a:cubicBezTo>
                <a:cubicBezTo>
                  <a:pt x="933793" y="100917"/>
                  <a:pt x="933602" y="100265"/>
                  <a:pt x="933602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Closed(kitchencabinet)">
            <a:extLst xmlns:a="http://schemas.openxmlformats.org/drawingml/2006/main">
              <a:ext uri="{FF2B5EF4-FFF2-40B4-BE49-F238E27FC236}">
                <a16:creationId xmlns:a16="http://schemas.microsoft.com/office/drawing/2014/main" id="{498D8CCD-8DD6-40C6-93EA-0F7465E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443" y="2815065"/>
            <a:ext cx="1590120" cy="102164"/>
          </a:xfrm>
          <a:custGeom xmlns:a="http://schemas.openxmlformats.org/drawingml/2006/main">
            <a:pathLst>
              <a:path w="1590120" h="102164">
                <a:moveTo>
                  <a:pt x="48956" y="12814"/>
                </a:moveTo>
                <a:cubicBezTo>
                  <a:pt x="49339" y="11779"/>
                  <a:pt x="49875" y="11051"/>
                  <a:pt x="50565" y="10630"/>
                </a:cubicBezTo>
                <a:cubicBezTo>
                  <a:pt x="51254" y="10209"/>
                  <a:pt x="52250" y="9998"/>
                  <a:pt x="53553" y="9998"/>
                </a:cubicBezTo>
                <a:cubicBezTo>
                  <a:pt x="54970" y="9998"/>
                  <a:pt x="55966" y="10343"/>
                  <a:pt x="56541" y="11032"/>
                </a:cubicBezTo>
                <a:cubicBezTo>
                  <a:pt x="57115" y="11722"/>
                  <a:pt x="57403" y="13139"/>
                  <a:pt x="57403" y="15284"/>
                </a:cubicBezTo>
                <a:cubicBezTo>
                  <a:pt x="57403" y="19038"/>
                  <a:pt x="57441" y="22534"/>
                  <a:pt x="57518" y="25771"/>
                </a:cubicBezTo>
                <a:cubicBezTo>
                  <a:pt x="57594" y="29008"/>
                  <a:pt x="57632" y="30416"/>
                  <a:pt x="57632" y="29994"/>
                </a:cubicBezTo>
                <a:cubicBezTo>
                  <a:pt x="57632" y="31795"/>
                  <a:pt x="57326" y="33011"/>
                  <a:pt x="56713" y="33643"/>
                </a:cubicBezTo>
                <a:cubicBezTo>
                  <a:pt x="56100" y="34275"/>
                  <a:pt x="55008" y="34591"/>
                  <a:pt x="53438" y="34591"/>
                </a:cubicBezTo>
                <a:cubicBezTo>
                  <a:pt x="50910" y="34591"/>
                  <a:pt x="49262" y="32785"/>
                  <a:pt x="48496" y="29172"/>
                </a:cubicBezTo>
                <a:cubicBezTo>
                  <a:pt x="48228" y="28096"/>
                  <a:pt x="48017" y="27270"/>
                  <a:pt x="47864" y="26694"/>
                </a:cubicBezTo>
                <a:cubicBezTo>
                  <a:pt x="47136" y="23811"/>
                  <a:pt x="45393" y="21457"/>
                  <a:pt x="42635" y="19632"/>
                </a:cubicBezTo>
                <a:cubicBezTo>
                  <a:pt x="39877" y="17806"/>
                  <a:pt x="36640" y="16893"/>
                  <a:pt x="32925" y="16893"/>
                </a:cubicBezTo>
                <a:cubicBezTo>
                  <a:pt x="26144" y="16893"/>
                  <a:pt x="20705" y="19374"/>
                  <a:pt x="16606" y="24334"/>
                </a:cubicBezTo>
                <a:cubicBezTo>
                  <a:pt x="12507" y="29295"/>
                  <a:pt x="10458" y="35951"/>
                  <a:pt x="10458" y="44302"/>
                </a:cubicBezTo>
                <a:cubicBezTo>
                  <a:pt x="10458" y="52653"/>
                  <a:pt x="12536" y="59308"/>
                  <a:pt x="16692" y="64269"/>
                </a:cubicBezTo>
                <a:cubicBezTo>
                  <a:pt x="20848" y="69230"/>
                  <a:pt x="26336" y="71710"/>
                  <a:pt x="33154" y="71710"/>
                </a:cubicBezTo>
                <a:cubicBezTo>
                  <a:pt x="35376" y="71710"/>
                  <a:pt x="37636" y="71394"/>
                  <a:pt x="39935" y="70762"/>
                </a:cubicBezTo>
                <a:cubicBezTo>
                  <a:pt x="42233" y="70130"/>
                  <a:pt x="44493" y="69182"/>
                  <a:pt x="46715" y="67918"/>
                </a:cubicBezTo>
                <a:cubicBezTo>
                  <a:pt x="47749" y="67382"/>
                  <a:pt x="49167" y="66472"/>
                  <a:pt x="50967" y="65188"/>
                </a:cubicBezTo>
                <a:cubicBezTo>
                  <a:pt x="52768" y="63905"/>
                  <a:pt x="54051" y="63264"/>
                  <a:pt x="54817" y="63264"/>
                </a:cubicBezTo>
                <a:cubicBezTo>
                  <a:pt x="56004" y="63264"/>
                  <a:pt x="57010" y="63656"/>
                  <a:pt x="57834" y="64441"/>
                </a:cubicBezTo>
                <a:cubicBezTo>
                  <a:pt x="58657" y="65227"/>
                  <a:pt x="59069" y="66194"/>
                  <a:pt x="59069" y="67343"/>
                </a:cubicBezTo>
                <a:cubicBezTo>
                  <a:pt x="59069" y="68492"/>
                  <a:pt x="58619" y="69595"/>
                  <a:pt x="57719" y="70651"/>
                </a:cubicBezTo>
                <a:cubicBezTo>
                  <a:pt x="56818" y="71707"/>
                  <a:pt x="55143" y="73010"/>
                  <a:pt x="52691" y="74562"/>
                </a:cubicBezTo>
                <a:cubicBezTo>
                  <a:pt x="49473" y="76696"/>
                  <a:pt x="46236" y="78267"/>
                  <a:pt x="42980" y="79275"/>
                </a:cubicBezTo>
                <a:cubicBezTo>
                  <a:pt x="39724" y="80284"/>
                  <a:pt x="36296" y="80789"/>
                  <a:pt x="32695" y="80789"/>
                </a:cubicBezTo>
                <a:cubicBezTo>
                  <a:pt x="23233" y="80789"/>
                  <a:pt x="15418" y="77441"/>
                  <a:pt x="9251" y="70746"/>
                </a:cubicBezTo>
                <a:cubicBezTo>
                  <a:pt x="3084" y="64051"/>
                  <a:pt x="0" y="55485"/>
                  <a:pt x="0" y="45049"/>
                </a:cubicBezTo>
                <a:cubicBezTo>
                  <a:pt x="0" y="34727"/>
                  <a:pt x="3122" y="26152"/>
                  <a:pt x="9366" y="19323"/>
                </a:cubicBezTo>
                <a:cubicBezTo>
                  <a:pt x="15610" y="12493"/>
                  <a:pt x="23463" y="9079"/>
                  <a:pt x="32925" y="9079"/>
                </a:cubicBezTo>
                <a:cubicBezTo>
                  <a:pt x="35453" y="9079"/>
                  <a:pt x="38029" y="9395"/>
                  <a:pt x="40653" y="10027"/>
                </a:cubicBezTo>
                <a:cubicBezTo>
                  <a:pt x="43277" y="10659"/>
                  <a:pt x="46045" y="11588"/>
                  <a:pt x="48956" y="12814"/>
                </a:cubicBezTo>
                <a:close/>
                <a:moveTo>
                  <a:pt x="97297" y="12067"/>
                </a:moveTo>
                <a:lnTo>
                  <a:pt x="87529" y="12067"/>
                </a:lnTo>
                <a:cubicBezTo>
                  <a:pt x="83813" y="12067"/>
                  <a:pt x="81486" y="11774"/>
                  <a:pt x="80547" y="11189"/>
                </a:cubicBezTo>
                <a:cubicBezTo>
                  <a:pt x="79609" y="10603"/>
                  <a:pt x="79139" y="9536"/>
                  <a:pt x="79139" y="7987"/>
                </a:cubicBezTo>
                <a:cubicBezTo>
                  <a:pt x="79139" y="6627"/>
                  <a:pt x="79532" y="5607"/>
                  <a:pt x="80317" y="4927"/>
                </a:cubicBezTo>
                <a:cubicBezTo>
                  <a:pt x="81103" y="4247"/>
                  <a:pt x="82242" y="3907"/>
                  <a:pt x="83736" y="3907"/>
                </a:cubicBezTo>
                <a:lnTo>
                  <a:pt x="102698" y="3907"/>
                </a:lnTo>
                <a:cubicBezTo>
                  <a:pt x="103732" y="3907"/>
                  <a:pt x="104537" y="4118"/>
                  <a:pt x="105111" y="4539"/>
                </a:cubicBezTo>
                <a:cubicBezTo>
                  <a:pt x="105686" y="4960"/>
                  <a:pt x="105973" y="5533"/>
                  <a:pt x="105973" y="6260"/>
                </a:cubicBezTo>
                <a:lnTo>
                  <a:pt x="105973" y="70906"/>
                </a:lnTo>
                <a:lnTo>
                  <a:pt x="124016" y="70906"/>
                </a:lnTo>
                <a:cubicBezTo>
                  <a:pt x="125471" y="70906"/>
                  <a:pt x="126534" y="71224"/>
                  <a:pt x="127205" y="71861"/>
                </a:cubicBezTo>
                <a:cubicBezTo>
                  <a:pt x="127875" y="72497"/>
                  <a:pt x="128210" y="73509"/>
                  <a:pt x="128210" y="74899"/>
                </a:cubicBezTo>
                <a:cubicBezTo>
                  <a:pt x="128210" y="76481"/>
                  <a:pt x="127885" y="77571"/>
                  <a:pt x="127233" y="78169"/>
                </a:cubicBezTo>
                <a:cubicBezTo>
                  <a:pt x="126582" y="78766"/>
                  <a:pt x="125356" y="79065"/>
                  <a:pt x="123556" y="79065"/>
                </a:cubicBezTo>
                <a:lnTo>
                  <a:pt x="81150" y="79065"/>
                </a:lnTo>
                <a:cubicBezTo>
                  <a:pt x="79656" y="79065"/>
                  <a:pt x="78517" y="78718"/>
                  <a:pt x="77732" y="78024"/>
                </a:cubicBezTo>
                <a:cubicBezTo>
                  <a:pt x="76946" y="77329"/>
                  <a:pt x="76554" y="76288"/>
                  <a:pt x="76554" y="74899"/>
                </a:cubicBezTo>
                <a:cubicBezTo>
                  <a:pt x="76554" y="73549"/>
                  <a:pt x="76956" y="72546"/>
                  <a:pt x="77760" y="71890"/>
                </a:cubicBezTo>
                <a:cubicBezTo>
                  <a:pt x="78565" y="71234"/>
                  <a:pt x="79771" y="70906"/>
                  <a:pt x="81380" y="70906"/>
                </a:cubicBezTo>
                <a:lnTo>
                  <a:pt x="97297" y="70906"/>
                </a:lnTo>
                <a:lnTo>
                  <a:pt x="97297" y="12067"/>
                </a:lnTo>
                <a:close/>
                <a:moveTo>
                  <a:pt x="171495" y="72400"/>
                </a:moveTo>
                <a:cubicBezTo>
                  <a:pt x="177394" y="72400"/>
                  <a:pt x="182230" y="70538"/>
                  <a:pt x="186003" y="66814"/>
                </a:cubicBezTo>
                <a:cubicBezTo>
                  <a:pt x="189777" y="63089"/>
                  <a:pt x="191663" y="58344"/>
                  <a:pt x="191663" y="52576"/>
                </a:cubicBezTo>
                <a:cubicBezTo>
                  <a:pt x="191663" y="46808"/>
                  <a:pt x="189767" y="42043"/>
                  <a:pt x="185975" y="38281"/>
                </a:cubicBezTo>
                <a:cubicBezTo>
                  <a:pt x="182182" y="34519"/>
                  <a:pt x="177356" y="32637"/>
                  <a:pt x="171495" y="32637"/>
                </a:cubicBezTo>
                <a:cubicBezTo>
                  <a:pt x="165634" y="32637"/>
                  <a:pt x="160817" y="34519"/>
                  <a:pt x="157044" y="38281"/>
                </a:cubicBezTo>
                <a:cubicBezTo>
                  <a:pt x="153270" y="42043"/>
                  <a:pt x="151384" y="46808"/>
                  <a:pt x="151384" y="52576"/>
                </a:cubicBezTo>
                <a:cubicBezTo>
                  <a:pt x="151384" y="58382"/>
                  <a:pt x="153261" y="63137"/>
                  <a:pt x="157015" y="66842"/>
                </a:cubicBezTo>
                <a:cubicBezTo>
                  <a:pt x="160769" y="70547"/>
                  <a:pt x="165596" y="72400"/>
                  <a:pt x="171495" y="72400"/>
                </a:cubicBezTo>
                <a:moveTo>
                  <a:pt x="201661" y="52605"/>
                </a:moveTo>
                <a:cubicBezTo>
                  <a:pt x="201661" y="60811"/>
                  <a:pt x="198865" y="67522"/>
                  <a:pt x="193272" y="72737"/>
                </a:cubicBezTo>
                <a:cubicBezTo>
                  <a:pt x="187679" y="77952"/>
                  <a:pt x="180420" y="80559"/>
                  <a:pt x="171495" y="80559"/>
                </a:cubicBezTo>
                <a:cubicBezTo>
                  <a:pt x="162608" y="80559"/>
                  <a:pt x="155368" y="77952"/>
                  <a:pt x="149775" y="72737"/>
                </a:cubicBezTo>
                <a:cubicBezTo>
                  <a:pt x="144182" y="67522"/>
                  <a:pt x="141386" y="60811"/>
                  <a:pt x="141386" y="52605"/>
                </a:cubicBezTo>
                <a:cubicBezTo>
                  <a:pt x="141386" y="44399"/>
                  <a:pt x="144182" y="37698"/>
                  <a:pt x="149775" y="32503"/>
                </a:cubicBezTo>
                <a:cubicBezTo>
                  <a:pt x="155368" y="27306"/>
                  <a:pt x="162608" y="24708"/>
                  <a:pt x="171495" y="24708"/>
                </a:cubicBezTo>
                <a:cubicBezTo>
                  <a:pt x="180382" y="24708"/>
                  <a:pt x="187631" y="27316"/>
                  <a:pt x="193243" y="32531"/>
                </a:cubicBezTo>
                <a:cubicBezTo>
                  <a:pt x="198855" y="37746"/>
                  <a:pt x="201661" y="44437"/>
                  <a:pt x="201661" y="52605"/>
                </a:cubicBezTo>
                <a:close/>
                <a:moveTo>
                  <a:pt x="216790" y="74969"/>
                </a:moveTo>
                <a:lnTo>
                  <a:pt x="216790" y="64713"/>
                </a:lnTo>
                <a:cubicBezTo>
                  <a:pt x="216790" y="63022"/>
                  <a:pt x="217106" y="61813"/>
                  <a:pt x="217738" y="61084"/>
                </a:cubicBezTo>
                <a:cubicBezTo>
                  <a:pt x="218370" y="60353"/>
                  <a:pt x="219395" y="59988"/>
                  <a:pt x="220812" y="59988"/>
                </a:cubicBezTo>
                <a:cubicBezTo>
                  <a:pt x="222383" y="59988"/>
                  <a:pt x="223628" y="61061"/>
                  <a:pt x="224547" y="63206"/>
                </a:cubicBezTo>
                <a:cubicBezTo>
                  <a:pt x="225160" y="64509"/>
                  <a:pt x="225716" y="65485"/>
                  <a:pt x="226214" y="66137"/>
                </a:cubicBezTo>
                <a:cubicBezTo>
                  <a:pt x="227822" y="68205"/>
                  <a:pt x="230197" y="69862"/>
                  <a:pt x="233339" y="71107"/>
                </a:cubicBezTo>
                <a:cubicBezTo>
                  <a:pt x="236480" y="72352"/>
                  <a:pt x="239947" y="72974"/>
                  <a:pt x="243739" y="72974"/>
                </a:cubicBezTo>
                <a:cubicBezTo>
                  <a:pt x="247799" y="72974"/>
                  <a:pt x="251055" y="72148"/>
                  <a:pt x="253507" y="70495"/>
                </a:cubicBezTo>
                <a:cubicBezTo>
                  <a:pt x="255959" y="68841"/>
                  <a:pt x="257185" y="66670"/>
                  <a:pt x="257185" y="63980"/>
                </a:cubicBezTo>
                <a:cubicBezTo>
                  <a:pt x="257185" y="61251"/>
                  <a:pt x="256198" y="59310"/>
                  <a:pt x="254225" y="58157"/>
                </a:cubicBezTo>
                <a:cubicBezTo>
                  <a:pt x="252253" y="57003"/>
                  <a:pt x="248872" y="56426"/>
                  <a:pt x="244084" y="56426"/>
                </a:cubicBezTo>
                <a:lnTo>
                  <a:pt x="240923" y="56426"/>
                </a:lnTo>
                <a:cubicBezTo>
                  <a:pt x="233109" y="56426"/>
                  <a:pt x="227152" y="55068"/>
                  <a:pt x="223053" y="52353"/>
                </a:cubicBezTo>
                <a:cubicBezTo>
                  <a:pt x="218954" y="49638"/>
                  <a:pt x="216905" y="45700"/>
                  <a:pt x="216905" y="40538"/>
                </a:cubicBezTo>
                <a:cubicBezTo>
                  <a:pt x="216905" y="35491"/>
                  <a:pt x="218907" y="31572"/>
                  <a:pt x="222910" y="28780"/>
                </a:cubicBezTo>
                <a:cubicBezTo>
                  <a:pt x="226913" y="25989"/>
                  <a:pt x="232534" y="24593"/>
                  <a:pt x="239774" y="24593"/>
                </a:cubicBezTo>
                <a:cubicBezTo>
                  <a:pt x="242724" y="24593"/>
                  <a:pt x="245731" y="25005"/>
                  <a:pt x="248795" y="25828"/>
                </a:cubicBezTo>
                <a:cubicBezTo>
                  <a:pt x="251860" y="26652"/>
                  <a:pt x="253469" y="27064"/>
                  <a:pt x="253622" y="27064"/>
                </a:cubicBezTo>
                <a:cubicBezTo>
                  <a:pt x="254043" y="27064"/>
                  <a:pt x="254848" y="26690"/>
                  <a:pt x="256035" y="25943"/>
                </a:cubicBezTo>
                <a:cubicBezTo>
                  <a:pt x="257223" y="25196"/>
                  <a:pt x="258391" y="24823"/>
                  <a:pt x="259540" y="24823"/>
                </a:cubicBezTo>
                <a:cubicBezTo>
                  <a:pt x="260843" y="24823"/>
                  <a:pt x="261810" y="25303"/>
                  <a:pt x="262442" y="26265"/>
                </a:cubicBezTo>
                <a:cubicBezTo>
                  <a:pt x="263074" y="27225"/>
                  <a:pt x="263390" y="28665"/>
                  <a:pt x="263390" y="30587"/>
                </a:cubicBezTo>
                <a:lnTo>
                  <a:pt x="263390" y="37331"/>
                </a:lnTo>
                <a:cubicBezTo>
                  <a:pt x="263390" y="39367"/>
                  <a:pt x="263084" y="40837"/>
                  <a:pt x="262471" y="41741"/>
                </a:cubicBezTo>
                <a:cubicBezTo>
                  <a:pt x="261858" y="42644"/>
                  <a:pt x="260881" y="43095"/>
                  <a:pt x="259540" y="43095"/>
                </a:cubicBezTo>
                <a:cubicBezTo>
                  <a:pt x="258391" y="43095"/>
                  <a:pt x="256974" y="42118"/>
                  <a:pt x="255288" y="40165"/>
                </a:cubicBezTo>
                <a:cubicBezTo>
                  <a:pt x="254101" y="38824"/>
                  <a:pt x="253124" y="37809"/>
                  <a:pt x="252358" y="37119"/>
                </a:cubicBezTo>
                <a:cubicBezTo>
                  <a:pt x="250328" y="35242"/>
                  <a:pt x="248163" y="33892"/>
                  <a:pt x="245865" y="33068"/>
                </a:cubicBezTo>
                <a:cubicBezTo>
                  <a:pt x="243567" y="32245"/>
                  <a:pt x="240866" y="31833"/>
                  <a:pt x="237763" y="31833"/>
                </a:cubicBezTo>
                <a:cubicBezTo>
                  <a:pt x="234162" y="31833"/>
                  <a:pt x="231260" y="32622"/>
                  <a:pt x="229058" y="34200"/>
                </a:cubicBezTo>
                <a:cubicBezTo>
                  <a:pt x="226855" y="35777"/>
                  <a:pt x="225754" y="37783"/>
                  <a:pt x="225754" y="40217"/>
                </a:cubicBezTo>
                <a:cubicBezTo>
                  <a:pt x="225754" y="42612"/>
                  <a:pt x="226884" y="44323"/>
                  <a:pt x="229144" y="45350"/>
                </a:cubicBezTo>
                <a:cubicBezTo>
                  <a:pt x="231404" y="46376"/>
                  <a:pt x="236269" y="46965"/>
                  <a:pt x="243739" y="47117"/>
                </a:cubicBezTo>
                <a:cubicBezTo>
                  <a:pt x="251707" y="47310"/>
                  <a:pt x="257529" y="48703"/>
                  <a:pt x="261207" y="51298"/>
                </a:cubicBezTo>
                <a:cubicBezTo>
                  <a:pt x="264884" y="53892"/>
                  <a:pt x="266723" y="57899"/>
                  <a:pt x="266723" y="63319"/>
                </a:cubicBezTo>
                <a:cubicBezTo>
                  <a:pt x="266723" y="68509"/>
                  <a:pt x="264693" y="72660"/>
                  <a:pt x="260632" y="75774"/>
                </a:cubicBezTo>
                <a:cubicBezTo>
                  <a:pt x="256572" y="78887"/>
                  <a:pt x="251094" y="80444"/>
                  <a:pt x="244199" y="80444"/>
                </a:cubicBezTo>
                <a:cubicBezTo>
                  <a:pt x="242015" y="80444"/>
                  <a:pt x="239583" y="80243"/>
                  <a:pt x="236901" y="79841"/>
                </a:cubicBezTo>
                <a:cubicBezTo>
                  <a:pt x="234220" y="79439"/>
                  <a:pt x="230849" y="78759"/>
                  <a:pt x="226788" y="77801"/>
                </a:cubicBezTo>
                <a:cubicBezTo>
                  <a:pt x="225447" y="78682"/>
                  <a:pt x="224298" y="79343"/>
                  <a:pt x="223341" y="79783"/>
                </a:cubicBezTo>
                <a:cubicBezTo>
                  <a:pt x="222383" y="80224"/>
                  <a:pt x="221578" y="80444"/>
                  <a:pt x="220927" y="80444"/>
                </a:cubicBezTo>
                <a:cubicBezTo>
                  <a:pt x="219586" y="80444"/>
                  <a:pt x="218562" y="79974"/>
                  <a:pt x="217853" y="79033"/>
                </a:cubicBezTo>
                <a:cubicBezTo>
                  <a:pt x="217144" y="78092"/>
                  <a:pt x="216790" y="76737"/>
                  <a:pt x="216790" y="74969"/>
                </a:cubicBezTo>
                <a:close/>
                <a:moveTo>
                  <a:pt x="292770" y="55047"/>
                </a:moveTo>
                <a:cubicBezTo>
                  <a:pt x="293076" y="60581"/>
                  <a:pt x="294944" y="64857"/>
                  <a:pt x="298372" y="67875"/>
                </a:cubicBezTo>
                <a:cubicBezTo>
                  <a:pt x="301801" y="70891"/>
                  <a:pt x="306484" y="72400"/>
                  <a:pt x="312421" y="72400"/>
                </a:cubicBezTo>
                <a:cubicBezTo>
                  <a:pt x="316903" y="72400"/>
                  <a:pt x="321787" y="71203"/>
                  <a:pt x="327073" y="68808"/>
                </a:cubicBezTo>
                <a:cubicBezTo>
                  <a:pt x="332360" y="66414"/>
                  <a:pt x="335558" y="65217"/>
                  <a:pt x="336669" y="65217"/>
                </a:cubicBezTo>
                <a:cubicBezTo>
                  <a:pt x="337818" y="65217"/>
                  <a:pt x="338776" y="65581"/>
                  <a:pt x="339542" y="66309"/>
                </a:cubicBezTo>
                <a:cubicBezTo>
                  <a:pt x="340308" y="67037"/>
                  <a:pt x="340691" y="67937"/>
                  <a:pt x="340691" y="69010"/>
                </a:cubicBezTo>
                <a:cubicBezTo>
                  <a:pt x="340691" y="70120"/>
                  <a:pt x="340289" y="71136"/>
                  <a:pt x="339485" y="72055"/>
                </a:cubicBezTo>
                <a:cubicBezTo>
                  <a:pt x="338680" y="72974"/>
                  <a:pt x="337397" y="73875"/>
                  <a:pt x="335635" y="74756"/>
                </a:cubicBezTo>
                <a:cubicBezTo>
                  <a:pt x="331804" y="76633"/>
                  <a:pt x="327849" y="78069"/>
                  <a:pt x="323769" y="79065"/>
                </a:cubicBezTo>
                <a:cubicBezTo>
                  <a:pt x="319690" y="80061"/>
                  <a:pt x="315639" y="80559"/>
                  <a:pt x="311617" y="80559"/>
                </a:cubicBezTo>
                <a:cubicBezTo>
                  <a:pt x="302883" y="80559"/>
                  <a:pt x="295892" y="78038"/>
                  <a:pt x="290644" y="72996"/>
                </a:cubicBezTo>
                <a:cubicBezTo>
                  <a:pt x="285396" y="67953"/>
                  <a:pt x="282772" y="61270"/>
                  <a:pt x="282772" y="52949"/>
                </a:cubicBezTo>
                <a:cubicBezTo>
                  <a:pt x="282772" y="44475"/>
                  <a:pt x="285549" y="37612"/>
                  <a:pt x="291103" y="32359"/>
                </a:cubicBezTo>
                <a:cubicBezTo>
                  <a:pt x="296658" y="27105"/>
                  <a:pt x="303898" y="24478"/>
                  <a:pt x="312823" y="24478"/>
                </a:cubicBezTo>
                <a:cubicBezTo>
                  <a:pt x="320906" y="24478"/>
                  <a:pt x="327610" y="26930"/>
                  <a:pt x="332934" y="31833"/>
                </a:cubicBezTo>
                <a:cubicBezTo>
                  <a:pt x="338259" y="36736"/>
                  <a:pt x="340921" y="42674"/>
                  <a:pt x="340921" y="49646"/>
                </a:cubicBezTo>
                <a:cubicBezTo>
                  <a:pt x="340921" y="51791"/>
                  <a:pt x="340471" y="53227"/>
                  <a:pt x="339571" y="53955"/>
                </a:cubicBezTo>
                <a:cubicBezTo>
                  <a:pt x="338671" y="54683"/>
                  <a:pt x="336229" y="55047"/>
                  <a:pt x="332245" y="55047"/>
                </a:cubicBezTo>
                <a:lnTo>
                  <a:pt x="331383" y="55047"/>
                </a:lnTo>
                <a:lnTo>
                  <a:pt x="292770" y="55047"/>
                </a:lnTo>
                <a:moveTo>
                  <a:pt x="293057" y="47462"/>
                </a:moveTo>
                <a:lnTo>
                  <a:pt x="330464" y="47462"/>
                </a:lnTo>
                <a:cubicBezTo>
                  <a:pt x="329889" y="42938"/>
                  <a:pt x="327983" y="39299"/>
                  <a:pt x="324746" y="36543"/>
                </a:cubicBezTo>
                <a:cubicBezTo>
                  <a:pt x="321509" y="33786"/>
                  <a:pt x="317535" y="32407"/>
                  <a:pt x="312823" y="32407"/>
                </a:cubicBezTo>
                <a:cubicBezTo>
                  <a:pt x="307728" y="32407"/>
                  <a:pt x="303438" y="33738"/>
                  <a:pt x="299952" y="36399"/>
                </a:cubicBezTo>
                <a:cubicBezTo>
                  <a:pt x="296466" y="39060"/>
                  <a:pt x="294168" y="42748"/>
                  <a:pt x="293057" y="47462"/>
                </a:cubicBezTo>
                <a:close/>
                <a:moveTo>
                  <a:pt x="399834" y="79065"/>
                </a:moveTo>
                <a:cubicBezTo>
                  <a:pt x="399030" y="79065"/>
                  <a:pt x="398465" y="78866"/>
                  <a:pt x="398139" y="78467"/>
                </a:cubicBezTo>
                <a:cubicBezTo>
                  <a:pt x="397814" y="78067"/>
                  <a:pt x="397651" y="77297"/>
                  <a:pt x="397651" y="76156"/>
                </a:cubicBezTo>
                <a:lnTo>
                  <a:pt x="397651" y="71480"/>
                </a:lnTo>
                <a:cubicBezTo>
                  <a:pt x="395352" y="74353"/>
                  <a:pt x="392479" y="76585"/>
                  <a:pt x="389032" y="78174"/>
                </a:cubicBezTo>
                <a:cubicBezTo>
                  <a:pt x="385584" y="79764"/>
                  <a:pt x="381849" y="80559"/>
                  <a:pt x="377827" y="80559"/>
                </a:cubicBezTo>
                <a:cubicBezTo>
                  <a:pt x="370587" y="80559"/>
                  <a:pt x="364525" y="77981"/>
                  <a:pt x="359641" y="72823"/>
                </a:cubicBezTo>
                <a:cubicBezTo>
                  <a:pt x="354757" y="67665"/>
                  <a:pt x="352315" y="61251"/>
                  <a:pt x="352315" y="53582"/>
                </a:cubicBezTo>
                <a:cubicBezTo>
                  <a:pt x="352315" y="45644"/>
                  <a:pt x="354920" y="39039"/>
                  <a:pt x="360129" y="33767"/>
                </a:cubicBezTo>
                <a:cubicBezTo>
                  <a:pt x="365339" y="28494"/>
                  <a:pt x="371832" y="25857"/>
                  <a:pt x="379608" y="25857"/>
                </a:cubicBezTo>
                <a:cubicBezTo>
                  <a:pt x="383554" y="25857"/>
                  <a:pt x="387097" y="26556"/>
                  <a:pt x="390239" y="27954"/>
                </a:cubicBezTo>
                <a:cubicBezTo>
                  <a:pt x="393380" y="29353"/>
                  <a:pt x="396080" y="31412"/>
                  <a:pt x="398340" y="34131"/>
                </a:cubicBezTo>
                <a:lnTo>
                  <a:pt x="398340" y="12067"/>
                </a:lnTo>
                <a:lnTo>
                  <a:pt x="395295" y="12067"/>
                </a:lnTo>
                <a:cubicBezTo>
                  <a:pt x="391962" y="12067"/>
                  <a:pt x="389808" y="11774"/>
                  <a:pt x="388831" y="11189"/>
                </a:cubicBezTo>
                <a:cubicBezTo>
                  <a:pt x="387854" y="10603"/>
                  <a:pt x="387366" y="9536"/>
                  <a:pt x="387366" y="7987"/>
                </a:cubicBezTo>
                <a:cubicBezTo>
                  <a:pt x="387366" y="6627"/>
                  <a:pt x="387758" y="5607"/>
                  <a:pt x="388543" y="4927"/>
                </a:cubicBezTo>
                <a:cubicBezTo>
                  <a:pt x="389329" y="4247"/>
                  <a:pt x="390468" y="3907"/>
                  <a:pt x="391962" y="3907"/>
                </a:cubicBezTo>
                <a:lnTo>
                  <a:pt x="403742" y="3907"/>
                </a:lnTo>
                <a:cubicBezTo>
                  <a:pt x="404891" y="3907"/>
                  <a:pt x="405724" y="4099"/>
                  <a:pt x="406241" y="4482"/>
                </a:cubicBezTo>
                <a:cubicBezTo>
                  <a:pt x="406758" y="4865"/>
                  <a:pt x="407017" y="5459"/>
                  <a:pt x="407017" y="6263"/>
                </a:cubicBezTo>
                <a:lnTo>
                  <a:pt x="407017" y="71021"/>
                </a:lnTo>
                <a:lnTo>
                  <a:pt x="409603" y="71021"/>
                </a:lnTo>
                <a:cubicBezTo>
                  <a:pt x="411480" y="71021"/>
                  <a:pt x="412839" y="71335"/>
                  <a:pt x="413682" y="71963"/>
                </a:cubicBezTo>
                <a:cubicBezTo>
                  <a:pt x="414525" y="72591"/>
                  <a:pt x="414946" y="73588"/>
                  <a:pt x="414946" y="74957"/>
                </a:cubicBezTo>
                <a:cubicBezTo>
                  <a:pt x="414946" y="76251"/>
                  <a:pt x="414582" y="77259"/>
                  <a:pt x="413855" y="77982"/>
                </a:cubicBezTo>
                <a:cubicBezTo>
                  <a:pt x="413127" y="78704"/>
                  <a:pt x="412150" y="79065"/>
                  <a:pt x="410924" y="79065"/>
                </a:cubicBezTo>
                <a:lnTo>
                  <a:pt x="399834" y="79065"/>
                </a:lnTo>
                <a:moveTo>
                  <a:pt x="362198" y="53294"/>
                </a:moveTo>
                <a:cubicBezTo>
                  <a:pt x="362198" y="58589"/>
                  <a:pt x="363903" y="62925"/>
                  <a:pt x="367312" y="66302"/>
                </a:cubicBezTo>
                <a:cubicBezTo>
                  <a:pt x="370721" y="69678"/>
                  <a:pt x="375050" y="71365"/>
                  <a:pt x="380298" y="71365"/>
                </a:cubicBezTo>
                <a:cubicBezTo>
                  <a:pt x="385584" y="71365"/>
                  <a:pt x="389932" y="69611"/>
                  <a:pt x="393341" y="66101"/>
                </a:cubicBezTo>
                <a:cubicBezTo>
                  <a:pt x="396751" y="62590"/>
                  <a:pt x="398455" y="58129"/>
                  <a:pt x="398455" y="52720"/>
                </a:cubicBezTo>
                <a:cubicBezTo>
                  <a:pt x="398455" y="47387"/>
                  <a:pt x="396760" y="42994"/>
                  <a:pt x="393370" y="39542"/>
                </a:cubicBezTo>
                <a:cubicBezTo>
                  <a:pt x="389980" y="36088"/>
                  <a:pt x="385623" y="34361"/>
                  <a:pt x="380298" y="34361"/>
                </a:cubicBezTo>
                <a:cubicBezTo>
                  <a:pt x="374897" y="34361"/>
                  <a:pt x="370530" y="36107"/>
                  <a:pt x="367197" y="39599"/>
                </a:cubicBezTo>
                <a:cubicBezTo>
                  <a:pt x="363864" y="43090"/>
                  <a:pt x="362198" y="47655"/>
                  <a:pt x="362198" y="53294"/>
                </a:cubicBezTo>
                <a:close/>
                <a:moveTo>
                  <a:pt x="464552" y="11438"/>
                </a:moveTo>
                <a:cubicBezTo>
                  <a:pt x="464552" y="12244"/>
                  <a:pt x="463910" y="13980"/>
                  <a:pt x="462627" y="16645"/>
                </a:cubicBezTo>
                <a:cubicBezTo>
                  <a:pt x="461344" y="19310"/>
                  <a:pt x="460376" y="21429"/>
                  <a:pt x="459725" y="23002"/>
                </a:cubicBezTo>
                <a:cubicBezTo>
                  <a:pt x="457120" y="29100"/>
                  <a:pt x="455272" y="34680"/>
                  <a:pt x="454180" y="39743"/>
                </a:cubicBezTo>
                <a:cubicBezTo>
                  <a:pt x="453088" y="44805"/>
                  <a:pt x="452543" y="50060"/>
                  <a:pt x="452543" y="55506"/>
                </a:cubicBezTo>
                <a:cubicBezTo>
                  <a:pt x="452543" y="60531"/>
                  <a:pt x="453002" y="65392"/>
                  <a:pt x="453922" y="70091"/>
                </a:cubicBezTo>
                <a:cubicBezTo>
                  <a:pt x="454841" y="74789"/>
                  <a:pt x="456239" y="79478"/>
                  <a:pt x="458116" y="84157"/>
                </a:cubicBezTo>
                <a:cubicBezTo>
                  <a:pt x="459074" y="86688"/>
                  <a:pt x="460386" y="89669"/>
                  <a:pt x="462052" y="93102"/>
                </a:cubicBezTo>
                <a:cubicBezTo>
                  <a:pt x="463719" y="96535"/>
                  <a:pt x="464552" y="98654"/>
                  <a:pt x="464552" y="99460"/>
                </a:cubicBezTo>
                <a:cubicBezTo>
                  <a:pt x="464552" y="100304"/>
                  <a:pt x="464370" y="100965"/>
                  <a:pt x="464006" y="101444"/>
                </a:cubicBezTo>
                <a:cubicBezTo>
                  <a:pt x="463642" y="101924"/>
                  <a:pt x="463154" y="102164"/>
                  <a:pt x="462541" y="102164"/>
                </a:cubicBezTo>
                <a:cubicBezTo>
                  <a:pt x="461353" y="102164"/>
                  <a:pt x="460032" y="101540"/>
                  <a:pt x="458576" y="100293"/>
                </a:cubicBezTo>
                <a:cubicBezTo>
                  <a:pt x="457120" y="99047"/>
                  <a:pt x="455435" y="97044"/>
                  <a:pt x="453519" y="94283"/>
                </a:cubicBezTo>
                <a:cubicBezTo>
                  <a:pt x="449421" y="88415"/>
                  <a:pt x="446356" y="82259"/>
                  <a:pt x="444326" y="75815"/>
                </a:cubicBezTo>
                <a:cubicBezTo>
                  <a:pt x="442296" y="69371"/>
                  <a:pt x="441280" y="62602"/>
                  <a:pt x="441280" y="55506"/>
                </a:cubicBezTo>
                <a:cubicBezTo>
                  <a:pt x="441280" y="49024"/>
                  <a:pt x="442114" y="42839"/>
                  <a:pt x="443780" y="36952"/>
                </a:cubicBezTo>
                <a:cubicBezTo>
                  <a:pt x="445446" y="31065"/>
                  <a:pt x="447984" y="25360"/>
                  <a:pt x="451393" y="19838"/>
                </a:cubicBezTo>
                <a:cubicBezTo>
                  <a:pt x="453615" y="16194"/>
                  <a:pt x="455665" y="13452"/>
                  <a:pt x="457542" y="11611"/>
                </a:cubicBezTo>
                <a:cubicBezTo>
                  <a:pt x="459419" y="9769"/>
                  <a:pt x="461085" y="8849"/>
                  <a:pt x="462541" y="8849"/>
                </a:cubicBezTo>
                <a:cubicBezTo>
                  <a:pt x="463154" y="8849"/>
                  <a:pt x="463642" y="9089"/>
                  <a:pt x="464006" y="9569"/>
                </a:cubicBezTo>
                <a:cubicBezTo>
                  <a:pt x="464370" y="10048"/>
                  <a:pt x="464552" y="10671"/>
                  <a:pt x="464552" y="11438"/>
                </a:cubicBezTo>
                <a:close/>
                <a:moveTo>
                  <a:pt x="512778" y="57052"/>
                </a:moveTo>
                <a:lnTo>
                  <a:pt x="512778" y="74005"/>
                </a:lnTo>
                <a:cubicBezTo>
                  <a:pt x="512778" y="75538"/>
                  <a:pt x="512462" y="76765"/>
                  <a:pt x="511829" y="77686"/>
                </a:cubicBezTo>
                <a:cubicBezTo>
                  <a:pt x="511197" y="78605"/>
                  <a:pt x="510383" y="79065"/>
                  <a:pt x="509387" y="79065"/>
                </a:cubicBezTo>
                <a:lnTo>
                  <a:pt x="498757" y="79065"/>
                </a:lnTo>
                <a:cubicBezTo>
                  <a:pt x="497263" y="79065"/>
                  <a:pt x="496133" y="78718"/>
                  <a:pt x="495367" y="78024"/>
                </a:cubicBezTo>
                <a:cubicBezTo>
                  <a:pt x="494601" y="77329"/>
                  <a:pt x="494218" y="76288"/>
                  <a:pt x="494218" y="74899"/>
                </a:cubicBezTo>
                <a:cubicBezTo>
                  <a:pt x="494218" y="73356"/>
                  <a:pt x="494668" y="72305"/>
                  <a:pt x="495568" y="71746"/>
                </a:cubicBezTo>
                <a:cubicBezTo>
                  <a:pt x="496468" y="71186"/>
                  <a:pt x="498393" y="70906"/>
                  <a:pt x="501343" y="70906"/>
                </a:cubicBezTo>
                <a:lnTo>
                  <a:pt x="504101" y="70906"/>
                </a:lnTo>
                <a:lnTo>
                  <a:pt x="504101" y="12067"/>
                </a:lnTo>
                <a:lnTo>
                  <a:pt x="501745" y="12067"/>
                </a:lnTo>
                <a:cubicBezTo>
                  <a:pt x="498451" y="12067"/>
                  <a:pt x="496325" y="11770"/>
                  <a:pt x="495367" y="11176"/>
                </a:cubicBezTo>
                <a:cubicBezTo>
                  <a:pt x="494409" y="10582"/>
                  <a:pt x="493931" y="9500"/>
                  <a:pt x="493931" y="7929"/>
                </a:cubicBezTo>
                <a:cubicBezTo>
                  <a:pt x="493931" y="6550"/>
                  <a:pt x="494323" y="5516"/>
                  <a:pt x="495109" y="4827"/>
                </a:cubicBezTo>
                <a:cubicBezTo>
                  <a:pt x="495894" y="4137"/>
                  <a:pt x="497033" y="3792"/>
                  <a:pt x="498527" y="3792"/>
                </a:cubicBezTo>
                <a:lnTo>
                  <a:pt x="509502" y="3792"/>
                </a:lnTo>
                <a:cubicBezTo>
                  <a:pt x="510537" y="3792"/>
                  <a:pt x="511341" y="4004"/>
                  <a:pt x="511916" y="4426"/>
                </a:cubicBezTo>
                <a:cubicBezTo>
                  <a:pt x="512490" y="4848"/>
                  <a:pt x="512778" y="5422"/>
                  <a:pt x="512778" y="6150"/>
                </a:cubicBezTo>
                <a:lnTo>
                  <a:pt x="512778" y="47381"/>
                </a:lnTo>
                <a:lnTo>
                  <a:pt x="529384" y="33465"/>
                </a:lnTo>
                <a:cubicBezTo>
                  <a:pt x="528119" y="32931"/>
                  <a:pt x="527190" y="32340"/>
                  <a:pt x="526597" y="31693"/>
                </a:cubicBezTo>
                <a:cubicBezTo>
                  <a:pt x="526003" y="31044"/>
                  <a:pt x="525706" y="30281"/>
                  <a:pt x="525706" y="29403"/>
                </a:cubicBezTo>
                <a:cubicBezTo>
                  <a:pt x="525706" y="28260"/>
                  <a:pt x="526127" y="27402"/>
                  <a:pt x="526970" y="26830"/>
                </a:cubicBezTo>
                <a:cubicBezTo>
                  <a:pt x="527813" y="26258"/>
                  <a:pt x="529039" y="25972"/>
                  <a:pt x="530648" y="25972"/>
                </a:cubicBezTo>
                <a:lnTo>
                  <a:pt x="546219" y="25972"/>
                </a:lnTo>
                <a:cubicBezTo>
                  <a:pt x="547675" y="25972"/>
                  <a:pt x="548786" y="26298"/>
                  <a:pt x="549552" y="26949"/>
                </a:cubicBezTo>
                <a:cubicBezTo>
                  <a:pt x="550318" y="27599"/>
                  <a:pt x="550701" y="28574"/>
                  <a:pt x="550701" y="29874"/>
                </a:cubicBezTo>
                <a:cubicBezTo>
                  <a:pt x="550701" y="32170"/>
                  <a:pt x="548843" y="33509"/>
                  <a:pt x="545128" y="33891"/>
                </a:cubicBezTo>
                <a:cubicBezTo>
                  <a:pt x="544400" y="33967"/>
                  <a:pt x="543825" y="34044"/>
                  <a:pt x="543404" y="34121"/>
                </a:cubicBezTo>
                <a:cubicBezTo>
                  <a:pt x="541833" y="34312"/>
                  <a:pt x="540109" y="34915"/>
                  <a:pt x="538232" y="35929"/>
                </a:cubicBezTo>
                <a:cubicBezTo>
                  <a:pt x="536355" y="36943"/>
                  <a:pt x="534459" y="38291"/>
                  <a:pt x="532544" y="39974"/>
                </a:cubicBezTo>
                <a:lnTo>
                  <a:pt x="524212" y="47263"/>
                </a:lnTo>
                <a:lnTo>
                  <a:pt x="545990" y="70906"/>
                </a:lnTo>
                <a:lnTo>
                  <a:pt x="550931" y="70906"/>
                </a:lnTo>
                <a:cubicBezTo>
                  <a:pt x="552578" y="70906"/>
                  <a:pt x="553756" y="71215"/>
                  <a:pt x="554465" y="71832"/>
                </a:cubicBezTo>
                <a:cubicBezTo>
                  <a:pt x="555174" y="72449"/>
                  <a:pt x="555528" y="73471"/>
                  <a:pt x="555528" y="74899"/>
                </a:cubicBezTo>
                <a:cubicBezTo>
                  <a:pt x="555528" y="76250"/>
                  <a:pt x="555135" y="77281"/>
                  <a:pt x="554350" y="77995"/>
                </a:cubicBezTo>
                <a:cubicBezTo>
                  <a:pt x="553565" y="78708"/>
                  <a:pt x="552425" y="79065"/>
                  <a:pt x="550931" y="79065"/>
                </a:cubicBezTo>
                <a:lnTo>
                  <a:pt x="535359" y="79065"/>
                </a:lnTo>
                <a:cubicBezTo>
                  <a:pt x="533674" y="79065"/>
                  <a:pt x="532448" y="78778"/>
                  <a:pt x="531682" y="78203"/>
                </a:cubicBezTo>
                <a:cubicBezTo>
                  <a:pt x="530916" y="77627"/>
                  <a:pt x="530533" y="76707"/>
                  <a:pt x="530533" y="75443"/>
                </a:cubicBezTo>
                <a:cubicBezTo>
                  <a:pt x="530533" y="74408"/>
                  <a:pt x="530906" y="73517"/>
                  <a:pt x="531653" y="72770"/>
                </a:cubicBezTo>
                <a:cubicBezTo>
                  <a:pt x="532400" y="72021"/>
                  <a:pt x="533521" y="71418"/>
                  <a:pt x="535015" y="70958"/>
                </a:cubicBezTo>
                <a:lnTo>
                  <a:pt x="517949" y="52341"/>
                </a:lnTo>
                <a:lnTo>
                  <a:pt x="512778" y="57052"/>
                </a:lnTo>
                <a:close/>
                <a:moveTo>
                  <a:pt x="588297" y="9423"/>
                </a:moveTo>
                <a:cubicBezTo>
                  <a:pt x="588297" y="5286"/>
                  <a:pt x="588671" y="2681"/>
                  <a:pt x="589418" y="1609"/>
                </a:cubicBezTo>
                <a:cubicBezTo>
                  <a:pt x="590165" y="536"/>
                  <a:pt x="591764" y="0"/>
                  <a:pt x="594216" y="0"/>
                </a:cubicBezTo>
                <a:cubicBezTo>
                  <a:pt x="596591" y="0"/>
                  <a:pt x="598161" y="450"/>
                  <a:pt x="598927" y="1350"/>
                </a:cubicBezTo>
                <a:cubicBezTo>
                  <a:pt x="599693" y="2251"/>
                  <a:pt x="600077" y="4386"/>
                  <a:pt x="600077" y="7757"/>
                </a:cubicBezTo>
                <a:cubicBezTo>
                  <a:pt x="600077" y="11051"/>
                  <a:pt x="599722" y="13091"/>
                  <a:pt x="599014" y="13877"/>
                </a:cubicBezTo>
                <a:cubicBezTo>
                  <a:pt x="598305" y="14662"/>
                  <a:pt x="596706" y="15055"/>
                  <a:pt x="594216" y="15055"/>
                </a:cubicBezTo>
                <a:cubicBezTo>
                  <a:pt x="591764" y="15055"/>
                  <a:pt x="590165" y="14691"/>
                  <a:pt x="589418" y="13963"/>
                </a:cubicBezTo>
                <a:cubicBezTo>
                  <a:pt x="588671" y="13235"/>
                  <a:pt x="588297" y="11722"/>
                  <a:pt x="588297" y="9423"/>
                </a:cubicBezTo>
                <a:moveTo>
                  <a:pt x="598927" y="70906"/>
                </a:moveTo>
                <a:lnTo>
                  <a:pt x="617372" y="70906"/>
                </a:lnTo>
                <a:cubicBezTo>
                  <a:pt x="618866" y="70906"/>
                  <a:pt x="619967" y="71224"/>
                  <a:pt x="620676" y="71861"/>
                </a:cubicBezTo>
                <a:cubicBezTo>
                  <a:pt x="621385" y="72497"/>
                  <a:pt x="621739" y="73509"/>
                  <a:pt x="621739" y="74899"/>
                </a:cubicBezTo>
                <a:cubicBezTo>
                  <a:pt x="621739" y="76481"/>
                  <a:pt x="621404" y="77571"/>
                  <a:pt x="620733" y="78169"/>
                </a:cubicBezTo>
                <a:cubicBezTo>
                  <a:pt x="620063" y="78766"/>
                  <a:pt x="618828" y="79065"/>
                  <a:pt x="617027" y="79065"/>
                </a:cubicBezTo>
                <a:lnTo>
                  <a:pt x="572438" y="79065"/>
                </a:lnTo>
                <a:cubicBezTo>
                  <a:pt x="570906" y="79065"/>
                  <a:pt x="569757" y="78718"/>
                  <a:pt x="568991" y="78024"/>
                </a:cubicBezTo>
                <a:cubicBezTo>
                  <a:pt x="568224" y="77329"/>
                  <a:pt x="567841" y="76288"/>
                  <a:pt x="567841" y="74899"/>
                </a:cubicBezTo>
                <a:cubicBezTo>
                  <a:pt x="567841" y="73549"/>
                  <a:pt x="568244" y="72546"/>
                  <a:pt x="569048" y="71890"/>
                </a:cubicBezTo>
                <a:cubicBezTo>
                  <a:pt x="569853" y="71234"/>
                  <a:pt x="571059" y="70906"/>
                  <a:pt x="572668" y="70906"/>
                </a:cubicBezTo>
                <a:lnTo>
                  <a:pt x="590193" y="70906"/>
                </a:lnTo>
                <a:lnTo>
                  <a:pt x="590193" y="34131"/>
                </a:lnTo>
                <a:lnTo>
                  <a:pt x="578989" y="34131"/>
                </a:lnTo>
                <a:cubicBezTo>
                  <a:pt x="577418" y="34131"/>
                  <a:pt x="576221" y="33777"/>
                  <a:pt x="575397" y="33068"/>
                </a:cubicBezTo>
                <a:cubicBezTo>
                  <a:pt x="574574" y="32360"/>
                  <a:pt x="574162" y="31335"/>
                  <a:pt x="574162" y="29994"/>
                </a:cubicBezTo>
                <a:cubicBezTo>
                  <a:pt x="574162" y="28653"/>
                  <a:pt x="574545" y="27648"/>
                  <a:pt x="575311" y="26978"/>
                </a:cubicBezTo>
                <a:cubicBezTo>
                  <a:pt x="576077" y="26307"/>
                  <a:pt x="577227" y="25972"/>
                  <a:pt x="578759" y="25972"/>
                </a:cubicBezTo>
                <a:lnTo>
                  <a:pt x="595595" y="25972"/>
                </a:lnTo>
                <a:cubicBezTo>
                  <a:pt x="596629" y="25972"/>
                  <a:pt x="597443" y="26183"/>
                  <a:pt x="598037" y="26604"/>
                </a:cubicBezTo>
                <a:cubicBezTo>
                  <a:pt x="598630" y="27024"/>
                  <a:pt x="598927" y="27598"/>
                  <a:pt x="598927" y="28324"/>
                </a:cubicBezTo>
                <a:lnTo>
                  <a:pt x="598927" y="70906"/>
                </a:lnTo>
                <a:close/>
                <a:moveTo>
                  <a:pt x="679618" y="29190"/>
                </a:moveTo>
                <a:cubicBezTo>
                  <a:pt x="681495" y="29190"/>
                  <a:pt x="682865" y="29518"/>
                  <a:pt x="683726" y="30174"/>
                </a:cubicBezTo>
                <a:cubicBezTo>
                  <a:pt x="684588" y="30830"/>
                  <a:pt x="685019" y="31871"/>
                  <a:pt x="685019" y="33298"/>
                </a:cubicBezTo>
                <a:cubicBezTo>
                  <a:pt x="685019" y="34648"/>
                  <a:pt x="684617" y="35661"/>
                  <a:pt x="683813" y="36336"/>
                </a:cubicBezTo>
                <a:cubicBezTo>
                  <a:pt x="683008" y="37011"/>
                  <a:pt x="681802" y="37349"/>
                  <a:pt x="680193" y="37349"/>
                </a:cubicBezTo>
                <a:lnTo>
                  <a:pt x="656921" y="37349"/>
                </a:lnTo>
                <a:lnTo>
                  <a:pt x="656921" y="56541"/>
                </a:lnTo>
                <a:cubicBezTo>
                  <a:pt x="656921" y="62823"/>
                  <a:pt x="657735" y="66960"/>
                  <a:pt x="659363" y="68952"/>
                </a:cubicBezTo>
                <a:cubicBezTo>
                  <a:pt x="660991" y="70944"/>
                  <a:pt x="663778" y="71940"/>
                  <a:pt x="667724" y="71940"/>
                </a:cubicBezTo>
                <a:cubicBezTo>
                  <a:pt x="671210" y="71940"/>
                  <a:pt x="675385" y="70925"/>
                  <a:pt x="680250" y="68895"/>
                </a:cubicBezTo>
                <a:cubicBezTo>
                  <a:pt x="685115" y="66864"/>
                  <a:pt x="688122" y="65849"/>
                  <a:pt x="689271" y="65849"/>
                </a:cubicBezTo>
                <a:cubicBezTo>
                  <a:pt x="690344" y="65849"/>
                  <a:pt x="691254" y="66232"/>
                  <a:pt x="692001" y="66998"/>
                </a:cubicBezTo>
                <a:cubicBezTo>
                  <a:pt x="692748" y="67765"/>
                  <a:pt x="693121" y="68703"/>
                  <a:pt x="693121" y="69814"/>
                </a:cubicBezTo>
                <a:cubicBezTo>
                  <a:pt x="693121" y="71078"/>
                  <a:pt x="692652" y="72176"/>
                  <a:pt x="691713" y="73109"/>
                </a:cubicBezTo>
                <a:cubicBezTo>
                  <a:pt x="690775" y="74042"/>
                  <a:pt x="689176" y="74945"/>
                  <a:pt x="686915" y="75820"/>
                </a:cubicBezTo>
                <a:cubicBezTo>
                  <a:pt x="683161" y="77304"/>
                  <a:pt x="679781" y="78388"/>
                  <a:pt x="676774" y="79072"/>
                </a:cubicBezTo>
                <a:cubicBezTo>
                  <a:pt x="673767" y="79757"/>
                  <a:pt x="670942" y="80099"/>
                  <a:pt x="668298" y="80099"/>
                </a:cubicBezTo>
                <a:cubicBezTo>
                  <a:pt x="663817" y="80099"/>
                  <a:pt x="660053" y="79382"/>
                  <a:pt x="657008" y="77948"/>
                </a:cubicBezTo>
                <a:cubicBezTo>
                  <a:pt x="653962" y="76513"/>
                  <a:pt x="651692" y="74380"/>
                  <a:pt x="650198" y="71549"/>
                </a:cubicBezTo>
                <a:cubicBezTo>
                  <a:pt x="649432" y="70210"/>
                  <a:pt x="648886" y="68623"/>
                  <a:pt x="648561" y="66787"/>
                </a:cubicBezTo>
                <a:cubicBezTo>
                  <a:pt x="648235" y="64950"/>
                  <a:pt x="648072" y="62119"/>
                  <a:pt x="648072" y="58293"/>
                </a:cubicBezTo>
                <a:lnTo>
                  <a:pt x="648072" y="56516"/>
                </a:lnTo>
                <a:lnTo>
                  <a:pt x="648072" y="37349"/>
                </a:lnTo>
                <a:lnTo>
                  <a:pt x="638304" y="37349"/>
                </a:lnTo>
                <a:cubicBezTo>
                  <a:pt x="636695" y="37349"/>
                  <a:pt x="635527" y="37031"/>
                  <a:pt x="634799" y="36396"/>
                </a:cubicBezTo>
                <a:cubicBezTo>
                  <a:pt x="634071" y="35759"/>
                  <a:pt x="633707" y="34726"/>
                  <a:pt x="633707" y="33298"/>
                </a:cubicBezTo>
                <a:cubicBezTo>
                  <a:pt x="633707" y="31717"/>
                  <a:pt x="634205" y="30637"/>
                  <a:pt x="635201" y="30059"/>
                </a:cubicBezTo>
                <a:cubicBezTo>
                  <a:pt x="636197" y="29479"/>
                  <a:pt x="638323" y="29190"/>
                  <a:pt x="641579" y="29190"/>
                </a:cubicBezTo>
                <a:lnTo>
                  <a:pt x="648072" y="29190"/>
                </a:lnTo>
                <a:lnTo>
                  <a:pt x="648072" y="17410"/>
                </a:lnTo>
                <a:lnTo>
                  <a:pt x="648072" y="14365"/>
                </a:lnTo>
                <a:cubicBezTo>
                  <a:pt x="648072" y="12718"/>
                  <a:pt x="648427" y="11502"/>
                  <a:pt x="649135" y="10716"/>
                </a:cubicBezTo>
                <a:cubicBezTo>
                  <a:pt x="649844" y="9931"/>
                  <a:pt x="650945" y="9538"/>
                  <a:pt x="652439" y="9538"/>
                </a:cubicBezTo>
                <a:cubicBezTo>
                  <a:pt x="654125" y="9538"/>
                  <a:pt x="655293" y="10017"/>
                  <a:pt x="655945" y="10975"/>
                </a:cubicBezTo>
                <a:cubicBezTo>
                  <a:pt x="656596" y="11933"/>
                  <a:pt x="656921" y="14116"/>
                  <a:pt x="656921" y="17525"/>
                </a:cubicBezTo>
                <a:lnTo>
                  <a:pt x="656921" y="29190"/>
                </a:lnTo>
                <a:lnTo>
                  <a:pt x="679618" y="29190"/>
                </a:lnTo>
                <a:close/>
                <a:moveTo>
                  <a:pt x="751575" y="29450"/>
                </a:moveTo>
                <a:lnTo>
                  <a:pt x="751575" y="29220"/>
                </a:lnTo>
                <a:cubicBezTo>
                  <a:pt x="751575" y="27945"/>
                  <a:pt x="751939" y="27009"/>
                  <a:pt x="752667" y="26410"/>
                </a:cubicBezTo>
                <a:cubicBezTo>
                  <a:pt x="753394" y="25812"/>
                  <a:pt x="754525" y="25512"/>
                  <a:pt x="756057" y="25512"/>
                </a:cubicBezTo>
                <a:cubicBezTo>
                  <a:pt x="757627" y="25512"/>
                  <a:pt x="758710" y="25973"/>
                  <a:pt x="759303" y="26895"/>
                </a:cubicBezTo>
                <a:cubicBezTo>
                  <a:pt x="759897" y="27817"/>
                  <a:pt x="760194" y="29718"/>
                  <a:pt x="760194" y="32598"/>
                </a:cubicBezTo>
                <a:lnTo>
                  <a:pt x="760194" y="43314"/>
                </a:lnTo>
                <a:cubicBezTo>
                  <a:pt x="760194" y="44735"/>
                  <a:pt x="759830" y="45801"/>
                  <a:pt x="759102" y="46512"/>
                </a:cubicBezTo>
                <a:cubicBezTo>
                  <a:pt x="758374" y="47222"/>
                  <a:pt x="757283" y="47577"/>
                  <a:pt x="755827" y="47577"/>
                </a:cubicBezTo>
                <a:cubicBezTo>
                  <a:pt x="754793" y="47577"/>
                  <a:pt x="753902" y="47280"/>
                  <a:pt x="753155" y="46686"/>
                </a:cubicBezTo>
                <a:cubicBezTo>
                  <a:pt x="752408" y="46093"/>
                  <a:pt x="751498" y="44857"/>
                  <a:pt x="750426" y="42980"/>
                </a:cubicBezTo>
                <a:cubicBezTo>
                  <a:pt x="748587" y="39877"/>
                  <a:pt x="746356" y="37531"/>
                  <a:pt x="743732" y="35941"/>
                </a:cubicBezTo>
                <a:cubicBezTo>
                  <a:pt x="741108" y="34352"/>
                  <a:pt x="738091" y="33557"/>
                  <a:pt x="734682" y="33557"/>
                </a:cubicBezTo>
                <a:cubicBezTo>
                  <a:pt x="728706" y="33557"/>
                  <a:pt x="723850" y="35319"/>
                  <a:pt x="720115" y="38843"/>
                </a:cubicBezTo>
                <a:cubicBezTo>
                  <a:pt x="716381" y="42367"/>
                  <a:pt x="714513" y="46926"/>
                  <a:pt x="714513" y="52519"/>
                </a:cubicBezTo>
                <a:cubicBezTo>
                  <a:pt x="714513" y="58226"/>
                  <a:pt x="716304" y="62890"/>
                  <a:pt x="719886" y="66510"/>
                </a:cubicBezTo>
                <a:cubicBezTo>
                  <a:pt x="723467" y="70130"/>
                  <a:pt x="728074" y="71940"/>
                  <a:pt x="733705" y="71940"/>
                </a:cubicBezTo>
                <a:cubicBezTo>
                  <a:pt x="736271" y="71940"/>
                  <a:pt x="738713" y="71586"/>
                  <a:pt x="741031" y="70877"/>
                </a:cubicBezTo>
                <a:cubicBezTo>
                  <a:pt x="743349" y="70168"/>
                  <a:pt x="745542" y="69105"/>
                  <a:pt x="747610" y="67688"/>
                </a:cubicBezTo>
                <a:cubicBezTo>
                  <a:pt x="748338" y="67228"/>
                  <a:pt x="749315" y="66520"/>
                  <a:pt x="750541" y="65562"/>
                </a:cubicBezTo>
                <a:cubicBezTo>
                  <a:pt x="753031" y="63532"/>
                  <a:pt x="754984" y="62517"/>
                  <a:pt x="756402" y="62517"/>
                </a:cubicBezTo>
                <a:cubicBezTo>
                  <a:pt x="757589" y="62517"/>
                  <a:pt x="758556" y="62890"/>
                  <a:pt x="759303" y="63637"/>
                </a:cubicBezTo>
                <a:cubicBezTo>
                  <a:pt x="760050" y="64384"/>
                  <a:pt x="760424" y="65351"/>
                  <a:pt x="760424" y="66539"/>
                </a:cubicBezTo>
                <a:cubicBezTo>
                  <a:pt x="760424" y="69565"/>
                  <a:pt x="757560" y="72658"/>
                  <a:pt x="751833" y="75819"/>
                </a:cubicBezTo>
                <a:cubicBezTo>
                  <a:pt x="746107" y="78979"/>
                  <a:pt x="740025" y="80559"/>
                  <a:pt x="733590" y="80559"/>
                </a:cubicBezTo>
                <a:cubicBezTo>
                  <a:pt x="725277" y="80559"/>
                  <a:pt x="718353" y="77894"/>
                  <a:pt x="712818" y="72565"/>
                </a:cubicBezTo>
                <a:cubicBezTo>
                  <a:pt x="707283" y="67234"/>
                  <a:pt x="704515" y="60581"/>
                  <a:pt x="704515" y="52605"/>
                </a:cubicBezTo>
                <a:cubicBezTo>
                  <a:pt x="704515" y="44629"/>
                  <a:pt x="707273" y="37966"/>
                  <a:pt x="712789" y="32618"/>
                </a:cubicBezTo>
                <a:cubicBezTo>
                  <a:pt x="718305" y="27268"/>
                  <a:pt x="725201" y="24593"/>
                  <a:pt x="733475" y="24593"/>
                </a:cubicBezTo>
                <a:cubicBezTo>
                  <a:pt x="736386" y="24593"/>
                  <a:pt x="739307" y="24989"/>
                  <a:pt x="742238" y="25780"/>
                </a:cubicBezTo>
                <a:cubicBezTo>
                  <a:pt x="745168" y="26570"/>
                  <a:pt x="748281" y="27793"/>
                  <a:pt x="751575" y="29450"/>
                </a:cubicBezTo>
                <a:close/>
                <a:moveTo>
                  <a:pt x="783023" y="70906"/>
                </a:moveTo>
                <a:lnTo>
                  <a:pt x="783023" y="12067"/>
                </a:lnTo>
                <a:lnTo>
                  <a:pt x="781931" y="12067"/>
                </a:lnTo>
                <a:cubicBezTo>
                  <a:pt x="779326" y="12067"/>
                  <a:pt x="777535" y="11764"/>
                  <a:pt x="776558" y="11160"/>
                </a:cubicBezTo>
                <a:cubicBezTo>
                  <a:pt x="775582" y="10555"/>
                  <a:pt x="775093" y="9498"/>
                  <a:pt x="775093" y="7987"/>
                </a:cubicBezTo>
                <a:cubicBezTo>
                  <a:pt x="775093" y="6627"/>
                  <a:pt x="775486" y="5607"/>
                  <a:pt x="776271" y="4927"/>
                </a:cubicBezTo>
                <a:cubicBezTo>
                  <a:pt x="777056" y="4247"/>
                  <a:pt x="778196" y="3907"/>
                  <a:pt x="779690" y="3907"/>
                </a:cubicBezTo>
                <a:lnTo>
                  <a:pt x="788424" y="3907"/>
                </a:lnTo>
                <a:cubicBezTo>
                  <a:pt x="789458" y="3907"/>
                  <a:pt x="790263" y="4118"/>
                  <a:pt x="790837" y="4539"/>
                </a:cubicBezTo>
                <a:cubicBezTo>
                  <a:pt x="791412" y="4961"/>
                  <a:pt x="791699" y="5535"/>
                  <a:pt x="791699" y="6263"/>
                </a:cubicBezTo>
                <a:lnTo>
                  <a:pt x="791699" y="32285"/>
                </a:lnTo>
                <a:cubicBezTo>
                  <a:pt x="794495" y="29664"/>
                  <a:pt x="797263" y="27726"/>
                  <a:pt x="800002" y="26473"/>
                </a:cubicBezTo>
                <a:cubicBezTo>
                  <a:pt x="802741" y="25220"/>
                  <a:pt x="805585" y="24593"/>
                  <a:pt x="808535" y="24593"/>
                </a:cubicBezTo>
                <a:cubicBezTo>
                  <a:pt x="814319" y="24593"/>
                  <a:pt x="818868" y="26392"/>
                  <a:pt x="822182" y="29989"/>
                </a:cubicBezTo>
                <a:cubicBezTo>
                  <a:pt x="825495" y="33585"/>
                  <a:pt x="827152" y="38558"/>
                  <a:pt x="827152" y="44909"/>
                </a:cubicBezTo>
                <a:lnTo>
                  <a:pt x="827152" y="70906"/>
                </a:lnTo>
                <a:lnTo>
                  <a:pt x="829853" y="70906"/>
                </a:lnTo>
                <a:cubicBezTo>
                  <a:pt x="831768" y="70906"/>
                  <a:pt x="833147" y="71224"/>
                  <a:pt x="833990" y="71861"/>
                </a:cubicBezTo>
                <a:cubicBezTo>
                  <a:pt x="834832" y="72497"/>
                  <a:pt x="835254" y="73509"/>
                  <a:pt x="835254" y="74899"/>
                </a:cubicBezTo>
                <a:cubicBezTo>
                  <a:pt x="835254" y="76288"/>
                  <a:pt x="834871" y="77329"/>
                  <a:pt x="834105" y="78024"/>
                </a:cubicBezTo>
                <a:cubicBezTo>
                  <a:pt x="833339" y="78718"/>
                  <a:pt x="832189" y="79065"/>
                  <a:pt x="830657" y="79065"/>
                </a:cubicBezTo>
                <a:lnTo>
                  <a:pt x="815373" y="79065"/>
                </a:lnTo>
                <a:cubicBezTo>
                  <a:pt x="813572" y="79065"/>
                  <a:pt x="812356" y="78766"/>
                  <a:pt x="811724" y="78169"/>
                </a:cubicBezTo>
                <a:cubicBezTo>
                  <a:pt x="811092" y="77571"/>
                  <a:pt x="810776" y="76481"/>
                  <a:pt x="810776" y="74899"/>
                </a:cubicBezTo>
                <a:cubicBezTo>
                  <a:pt x="810776" y="73356"/>
                  <a:pt x="811168" y="72305"/>
                  <a:pt x="811954" y="71746"/>
                </a:cubicBezTo>
                <a:cubicBezTo>
                  <a:pt x="812739" y="71186"/>
                  <a:pt x="814223" y="70906"/>
                  <a:pt x="816407" y="70906"/>
                </a:cubicBezTo>
                <a:lnTo>
                  <a:pt x="818418" y="70906"/>
                </a:lnTo>
                <a:lnTo>
                  <a:pt x="818418" y="47076"/>
                </a:lnTo>
                <a:cubicBezTo>
                  <a:pt x="818418" y="42607"/>
                  <a:pt x="817403" y="39199"/>
                  <a:pt x="815373" y="36850"/>
                </a:cubicBezTo>
                <a:cubicBezTo>
                  <a:pt x="813342" y="34501"/>
                  <a:pt x="810393" y="33327"/>
                  <a:pt x="806524" y="33327"/>
                </a:cubicBezTo>
                <a:cubicBezTo>
                  <a:pt x="802578" y="33327"/>
                  <a:pt x="799121" y="34645"/>
                  <a:pt x="796152" y="37281"/>
                </a:cubicBezTo>
                <a:cubicBezTo>
                  <a:pt x="793183" y="39916"/>
                  <a:pt x="791699" y="43181"/>
                  <a:pt x="791699" y="47076"/>
                </a:cubicBezTo>
                <a:lnTo>
                  <a:pt x="791699" y="70906"/>
                </a:lnTo>
                <a:lnTo>
                  <a:pt x="793710" y="70906"/>
                </a:lnTo>
                <a:cubicBezTo>
                  <a:pt x="796009" y="70906"/>
                  <a:pt x="797560" y="71195"/>
                  <a:pt x="798364" y="71775"/>
                </a:cubicBezTo>
                <a:cubicBezTo>
                  <a:pt x="799169" y="72353"/>
                  <a:pt x="799571" y="73395"/>
                  <a:pt x="799571" y="74899"/>
                </a:cubicBezTo>
                <a:cubicBezTo>
                  <a:pt x="799571" y="76481"/>
                  <a:pt x="799255" y="77571"/>
                  <a:pt x="798623" y="78169"/>
                </a:cubicBezTo>
                <a:cubicBezTo>
                  <a:pt x="797991" y="78766"/>
                  <a:pt x="796775" y="79065"/>
                  <a:pt x="794974" y="79065"/>
                </a:cubicBezTo>
                <a:lnTo>
                  <a:pt x="779690" y="79065"/>
                </a:lnTo>
                <a:cubicBezTo>
                  <a:pt x="778196" y="79065"/>
                  <a:pt x="777075" y="78718"/>
                  <a:pt x="776329" y="78024"/>
                </a:cubicBezTo>
                <a:cubicBezTo>
                  <a:pt x="775582" y="77329"/>
                  <a:pt x="775208" y="76288"/>
                  <a:pt x="775208" y="74899"/>
                </a:cubicBezTo>
                <a:cubicBezTo>
                  <a:pt x="775208" y="73356"/>
                  <a:pt x="775658" y="72305"/>
                  <a:pt x="776558" y="71746"/>
                </a:cubicBezTo>
                <a:cubicBezTo>
                  <a:pt x="777459" y="71186"/>
                  <a:pt x="779211" y="70906"/>
                  <a:pt x="781816" y="70906"/>
                </a:cubicBezTo>
                <a:lnTo>
                  <a:pt x="783023" y="70906"/>
                </a:lnTo>
                <a:close/>
                <a:moveTo>
                  <a:pt x="855554" y="55047"/>
                </a:moveTo>
                <a:cubicBezTo>
                  <a:pt x="855860" y="60581"/>
                  <a:pt x="857728" y="64857"/>
                  <a:pt x="861156" y="67875"/>
                </a:cubicBezTo>
                <a:cubicBezTo>
                  <a:pt x="864585" y="70891"/>
                  <a:pt x="869268" y="72400"/>
                  <a:pt x="875205" y="72400"/>
                </a:cubicBezTo>
                <a:cubicBezTo>
                  <a:pt x="879687" y="72400"/>
                  <a:pt x="884571" y="71203"/>
                  <a:pt x="889858" y="68808"/>
                </a:cubicBezTo>
                <a:cubicBezTo>
                  <a:pt x="895144" y="66414"/>
                  <a:pt x="898343" y="65217"/>
                  <a:pt x="899454" y="65217"/>
                </a:cubicBezTo>
                <a:cubicBezTo>
                  <a:pt x="900603" y="65217"/>
                  <a:pt x="901560" y="65581"/>
                  <a:pt x="902327" y="66309"/>
                </a:cubicBezTo>
                <a:cubicBezTo>
                  <a:pt x="903093" y="67037"/>
                  <a:pt x="903476" y="67937"/>
                  <a:pt x="903476" y="69010"/>
                </a:cubicBezTo>
                <a:cubicBezTo>
                  <a:pt x="903476" y="70120"/>
                  <a:pt x="903074" y="71136"/>
                  <a:pt x="902269" y="72055"/>
                </a:cubicBezTo>
                <a:cubicBezTo>
                  <a:pt x="901465" y="72974"/>
                  <a:pt x="900181" y="73875"/>
                  <a:pt x="898419" y="74756"/>
                </a:cubicBezTo>
                <a:cubicBezTo>
                  <a:pt x="894589" y="76633"/>
                  <a:pt x="890633" y="78069"/>
                  <a:pt x="886554" y="79065"/>
                </a:cubicBezTo>
                <a:cubicBezTo>
                  <a:pt x="882474" y="80061"/>
                  <a:pt x="878423" y="80559"/>
                  <a:pt x="874401" y="80559"/>
                </a:cubicBezTo>
                <a:cubicBezTo>
                  <a:pt x="865667" y="80559"/>
                  <a:pt x="858676" y="78038"/>
                  <a:pt x="853428" y="72996"/>
                </a:cubicBezTo>
                <a:cubicBezTo>
                  <a:pt x="848180" y="67953"/>
                  <a:pt x="845556" y="61270"/>
                  <a:pt x="845556" y="52949"/>
                </a:cubicBezTo>
                <a:cubicBezTo>
                  <a:pt x="845556" y="44475"/>
                  <a:pt x="848333" y="37612"/>
                  <a:pt x="853888" y="32359"/>
                </a:cubicBezTo>
                <a:cubicBezTo>
                  <a:pt x="859442" y="27105"/>
                  <a:pt x="866682" y="24478"/>
                  <a:pt x="875608" y="24478"/>
                </a:cubicBezTo>
                <a:cubicBezTo>
                  <a:pt x="883690" y="24478"/>
                  <a:pt x="890394" y="26930"/>
                  <a:pt x="895719" y="31833"/>
                </a:cubicBezTo>
                <a:cubicBezTo>
                  <a:pt x="901043" y="36736"/>
                  <a:pt x="903706" y="42674"/>
                  <a:pt x="903706" y="49646"/>
                </a:cubicBezTo>
                <a:cubicBezTo>
                  <a:pt x="903706" y="51791"/>
                  <a:pt x="903255" y="53227"/>
                  <a:pt x="902355" y="53955"/>
                </a:cubicBezTo>
                <a:cubicBezTo>
                  <a:pt x="901455" y="54683"/>
                  <a:pt x="899013" y="55047"/>
                  <a:pt x="895029" y="55047"/>
                </a:cubicBezTo>
                <a:lnTo>
                  <a:pt x="894167" y="55047"/>
                </a:lnTo>
                <a:lnTo>
                  <a:pt x="855554" y="55047"/>
                </a:lnTo>
                <a:moveTo>
                  <a:pt x="855841" y="47462"/>
                </a:moveTo>
                <a:lnTo>
                  <a:pt x="893248" y="47462"/>
                </a:lnTo>
                <a:cubicBezTo>
                  <a:pt x="892673" y="42938"/>
                  <a:pt x="890767" y="39299"/>
                  <a:pt x="887531" y="36543"/>
                </a:cubicBezTo>
                <a:cubicBezTo>
                  <a:pt x="884294" y="33786"/>
                  <a:pt x="880319" y="32407"/>
                  <a:pt x="875608" y="32407"/>
                </a:cubicBezTo>
                <a:cubicBezTo>
                  <a:pt x="870513" y="32407"/>
                  <a:pt x="866222" y="33738"/>
                  <a:pt x="862737" y="36399"/>
                </a:cubicBezTo>
                <a:cubicBezTo>
                  <a:pt x="859251" y="39060"/>
                  <a:pt x="856952" y="42748"/>
                  <a:pt x="855841" y="47462"/>
                </a:cubicBezTo>
                <a:close/>
                <a:moveTo>
                  <a:pt x="923949" y="70906"/>
                </a:moveTo>
                <a:lnTo>
                  <a:pt x="923949" y="34121"/>
                </a:lnTo>
                <a:lnTo>
                  <a:pt x="922857" y="34121"/>
                </a:lnTo>
                <a:cubicBezTo>
                  <a:pt x="920252" y="34121"/>
                  <a:pt x="918461" y="33815"/>
                  <a:pt x="917484" y="33203"/>
                </a:cubicBezTo>
                <a:cubicBezTo>
                  <a:pt x="916508" y="32591"/>
                  <a:pt x="916019" y="31520"/>
                  <a:pt x="916019" y="29989"/>
                </a:cubicBezTo>
                <a:cubicBezTo>
                  <a:pt x="916019" y="28574"/>
                  <a:pt x="916421" y="27551"/>
                  <a:pt x="917226" y="26920"/>
                </a:cubicBezTo>
                <a:cubicBezTo>
                  <a:pt x="918030" y="26288"/>
                  <a:pt x="919333" y="25972"/>
                  <a:pt x="921133" y="25972"/>
                </a:cubicBezTo>
                <a:lnTo>
                  <a:pt x="923834" y="25972"/>
                </a:lnTo>
                <a:lnTo>
                  <a:pt x="929350" y="25972"/>
                </a:lnTo>
                <a:cubicBezTo>
                  <a:pt x="930384" y="25972"/>
                  <a:pt x="931189" y="26184"/>
                  <a:pt x="931763" y="26609"/>
                </a:cubicBezTo>
                <a:cubicBezTo>
                  <a:pt x="932338" y="27033"/>
                  <a:pt x="932625" y="27612"/>
                  <a:pt x="932625" y="28346"/>
                </a:cubicBezTo>
                <a:lnTo>
                  <a:pt x="932625" y="32284"/>
                </a:lnTo>
                <a:cubicBezTo>
                  <a:pt x="935421" y="29662"/>
                  <a:pt x="938189" y="27725"/>
                  <a:pt x="940928" y="26473"/>
                </a:cubicBezTo>
                <a:cubicBezTo>
                  <a:pt x="943667" y="25220"/>
                  <a:pt x="946511" y="24593"/>
                  <a:pt x="949461" y="24593"/>
                </a:cubicBezTo>
                <a:cubicBezTo>
                  <a:pt x="955245" y="24593"/>
                  <a:pt x="959794" y="26392"/>
                  <a:pt x="963108" y="29989"/>
                </a:cubicBezTo>
                <a:cubicBezTo>
                  <a:pt x="966421" y="33585"/>
                  <a:pt x="968078" y="38558"/>
                  <a:pt x="968078" y="44909"/>
                </a:cubicBezTo>
                <a:lnTo>
                  <a:pt x="968078" y="70906"/>
                </a:lnTo>
                <a:lnTo>
                  <a:pt x="970779" y="70906"/>
                </a:lnTo>
                <a:cubicBezTo>
                  <a:pt x="972694" y="70906"/>
                  <a:pt x="974073" y="71224"/>
                  <a:pt x="974916" y="71861"/>
                </a:cubicBezTo>
                <a:cubicBezTo>
                  <a:pt x="975758" y="72497"/>
                  <a:pt x="976180" y="73509"/>
                  <a:pt x="976180" y="74899"/>
                </a:cubicBezTo>
                <a:cubicBezTo>
                  <a:pt x="976180" y="76404"/>
                  <a:pt x="975730" y="77475"/>
                  <a:pt x="974830" y="78112"/>
                </a:cubicBezTo>
                <a:cubicBezTo>
                  <a:pt x="973929" y="78747"/>
                  <a:pt x="972330" y="79065"/>
                  <a:pt x="970032" y="79065"/>
                </a:cubicBezTo>
                <a:lnTo>
                  <a:pt x="957333" y="79065"/>
                </a:lnTo>
                <a:cubicBezTo>
                  <a:pt x="954881" y="79065"/>
                  <a:pt x="953311" y="78776"/>
                  <a:pt x="952621" y="78198"/>
                </a:cubicBezTo>
                <a:cubicBezTo>
                  <a:pt x="951932" y="77618"/>
                  <a:pt x="951587" y="76519"/>
                  <a:pt x="951587" y="74899"/>
                </a:cubicBezTo>
                <a:cubicBezTo>
                  <a:pt x="951587" y="73395"/>
                  <a:pt x="951989" y="72353"/>
                  <a:pt x="952794" y="71775"/>
                </a:cubicBezTo>
                <a:cubicBezTo>
                  <a:pt x="953598" y="71195"/>
                  <a:pt x="955111" y="70906"/>
                  <a:pt x="957333" y="70906"/>
                </a:cubicBezTo>
                <a:lnTo>
                  <a:pt x="959344" y="70906"/>
                </a:lnTo>
                <a:lnTo>
                  <a:pt x="959344" y="47076"/>
                </a:lnTo>
                <a:cubicBezTo>
                  <a:pt x="959344" y="42607"/>
                  <a:pt x="958329" y="39199"/>
                  <a:pt x="956299" y="36850"/>
                </a:cubicBezTo>
                <a:cubicBezTo>
                  <a:pt x="954268" y="34501"/>
                  <a:pt x="951319" y="33327"/>
                  <a:pt x="947450" y="33327"/>
                </a:cubicBezTo>
                <a:cubicBezTo>
                  <a:pt x="943543" y="33327"/>
                  <a:pt x="940095" y="34645"/>
                  <a:pt x="937107" y="37281"/>
                </a:cubicBezTo>
                <a:cubicBezTo>
                  <a:pt x="934119" y="39916"/>
                  <a:pt x="932625" y="43181"/>
                  <a:pt x="932625" y="47076"/>
                </a:cubicBezTo>
                <a:lnTo>
                  <a:pt x="932625" y="70906"/>
                </a:lnTo>
                <a:lnTo>
                  <a:pt x="934636" y="70906"/>
                </a:lnTo>
                <a:cubicBezTo>
                  <a:pt x="936935" y="70906"/>
                  <a:pt x="938486" y="71195"/>
                  <a:pt x="939290" y="71775"/>
                </a:cubicBezTo>
                <a:cubicBezTo>
                  <a:pt x="940095" y="72353"/>
                  <a:pt x="940497" y="73395"/>
                  <a:pt x="940497" y="74899"/>
                </a:cubicBezTo>
                <a:cubicBezTo>
                  <a:pt x="940497" y="76519"/>
                  <a:pt x="940152" y="77618"/>
                  <a:pt x="939463" y="78198"/>
                </a:cubicBezTo>
                <a:cubicBezTo>
                  <a:pt x="938773" y="78776"/>
                  <a:pt x="937088" y="79065"/>
                  <a:pt x="934406" y="79065"/>
                </a:cubicBezTo>
                <a:lnTo>
                  <a:pt x="923949" y="79065"/>
                </a:lnTo>
                <a:lnTo>
                  <a:pt x="920846" y="79065"/>
                </a:lnTo>
                <a:cubicBezTo>
                  <a:pt x="919275" y="79065"/>
                  <a:pt x="918097" y="78728"/>
                  <a:pt x="917312" y="78052"/>
                </a:cubicBezTo>
                <a:cubicBezTo>
                  <a:pt x="916527" y="77377"/>
                  <a:pt x="916134" y="76326"/>
                  <a:pt x="916134" y="74899"/>
                </a:cubicBezTo>
                <a:cubicBezTo>
                  <a:pt x="916134" y="73356"/>
                  <a:pt x="916584" y="72305"/>
                  <a:pt x="917484" y="71746"/>
                </a:cubicBezTo>
                <a:cubicBezTo>
                  <a:pt x="918385" y="71186"/>
                  <a:pt x="920137" y="70906"/>
                  <a:pt x="922742" y="70906"/>
                </a:cubicBezTo>
                <a:lnTo>
                  <a:pt x="923949" y="70906"/>
                </a:lnTo>
                <a:close/>
                <a:moveTo>
                  <a:pt x="1103315" y="29450"/>
                </a:moveTo>
                <a:lnTo>
                  <a:pt x="1103315" y="29220"/>
                </a:lnTo>
                <a:cubicBezTo>
                  <a:pt x="1103315" y="27945"/>
                  <a:pt x="1103679" y="27009"/>
                  <a:pt x="1104407" y="26410"/>
                </a:cubicBezTo>
                <a:cubicBezTo>
                  <a:pt x="1105135" y="25812"/>
                  <a:pt x="1106265" y="25512"/>
                  <a:pt x="1107797" y="25512"/>
                </a:cubicBezTo>
                <a:cubicBezTo>
                  <a:pt x="1109368" y="25512"/>
                  <a:pt x="1110450" y="25973"/>
                  <a:pt x="1111044" y="26895"/>
                </a:cubicBezTo>
                <a:cubicBezTo>
                  <a:pt x="1111637" y="27817"/>
                  <a:pt x="1111934" y="29718"/>
                  <a:pt x="1111934" y="32598"/>
                </a:cubicBezTo>
                <a:lnTo>
                  <a:pt x="1111934" y="43314"/>
                </a:lnTo>
                <a:cubicBezTo>
                  <a:pt x="1111934" y="44735"/>
                  <a:pt x="1111570" y="45801"/>
                  <a:pt x="1110842" y="46512"/>
                </a:cubicBezTo>
                <a:cubicBezTo>
                  <a:pt x="1110115" y="47222"/>
                  <a:pt x="1109023" y="47577"/>
                  <a:pt x="1107567" y="47577"/>
                </a:cubicBezTo>
                <a:cubicBezTo>
                  <a:pt x="1106533" y="47577"/>
                  <a:pt x="1105642" y="47280"/>
                  <a:pt x="1104895" y="46686"/>
                </a:cubicBezTo>
                <a:cubicBezTo>
                  <a:pt x="1104148" y="46093"/>
                  <a:pt x="1103239" y="44857"/>
                  <a:pt x="1102166" y="42980"/>
                </a:cubicBezTo>
                <a:cubicBezTo>
                  <a:pt x="1100327" y="39877"/>
                  <a:pt x="1098096" y="37531"/>
                  <a:pt x="1095472" y="35941"/>
                </a:cubicBezTo>
                <a:cubicBezTo>
                  <a:pt x="1092848" y="34352"/>
                  <a:pt x="1089831" y="33557"/>
                  <a:pt x="1086422" y="33557"/>
                </a:cubicBezTo>
                <a:cubicBezTo>
                  <a:pt x="1080446" y="33557"/>
                  <a:pt x="1075591" y="35319"/>
                  <a:pt x="1071856" y="38843"/>
                </a:cubicBezTo>
                <a:cubicBezTo>
                  <a:pt x="1068121" y="42367"/>
                  <a:pt x="1066253" y="46926"/>
                  <a:pt x="1066253" y="52519"/>
                </a:cubicBezTo>
                <a:cubicBezTo>
                  <a:pt x="1066253" y="58226"/>
                  <a:pt x="1068044" y="62890"/>
                  <a:pt x="1071626" y="66510"/>
                </a:cubicBezTo>
                <a:cubicBezTo>
                  <a:pt x="1075208" y="70130"/>
                  <a:pt x="1079814" y="71940"/>
                  <a:pt x="1085445" y="71940"/>
                </a:cubicBezTo>
                <a:cubicBezTo>
                  <a:pt x="1088012" y="71940"/>
                  <a:pt x="1090454" y="71586"/>
                  <a:pt x="1092771" y="70877"/>
                </a:cubicBezTo>
                <a:cubicBezTo>
                  <a:pt x="1095089" y="70168"/>
                  <a:pt x="1097282" y="69105"/>
                  <a:pt x="1099350" y="67688"/>
                </a:cubicBezTo>
                <a:cubicBezTo>
                  <a:pt x="1100078" y="67228"/>
                  <a:pt x="1101055" y="66520"/>
                  <a:pt x="1102281" y="65562"/>
                </a:cubicBezTo>
                <a:cubicBezTo>
                  <a:pt x="1104771" y="63532"/>
                  <a:pt x="1106724" y="62517"/>
                  <a:pt x="1108142" y="62517"/>
                </a:cubicBezTo>
                <a:cubicBezTo>
                  <a:pt x="1109329" y="62517"/>
                  <a:pt x="1110297" y="62890"/>
                  <a:pt x="1111044" y="63637"/>
                </a:cubicBezTo>
                <a:cubicBezTo>
                  <a:pt x="1111790" y="64384"/>
                  <a:pt x="1112164" y="65351"/>
                  <a:pt x="1112164" y="66539"/>
                </a:cubicBezTo>
                <a:cubicBezTo>
                  <a:pt x="1112164" y="69565"/>
                  <a:pt x="1109301" y="72658"/>
                  <a:pt x="1103574" y="75819"/>
                </a:cubicBezTo>
                <a:cubicBezTo>
                  <a:pt x="1097847" y="78979"/>
                  <a:pt x="1091766" y="80559"/>
                  <a:pt x="1085330" y="80559"/>
                </a:cubicBezTo>
                <a:cubicBezTo>
                  <a:pt x="1077018" y="80559"/>
                  <a:pt x="1070094" y="77894"/>
                  <a:pt x="1064558" y="72565"/>
                </a:cubicBezTo>
                <a:cubicBezTo>
                  <a:pt x="1059023" y="67234"/>
                  <a:pt x="1056255" y="60581"/>
                  <a:pt x="1056255" y="52605"/>
                </a:cubicBezTo>
                <a:cubicBezTo>
                  <a:pt x="1056255" y="44629"/>
                  <a:pt x="1059013" y="37966"/>
                  <a:pt x="1064530" y="32618"/>
                </a:cubicBezTo>
                <a:cubicBezTo>
                  <a:pt x="1070046" y="27268"/>
                  <a:pt x="1076941" y="24593"/>
                  <a:pt x="1085215" y="24593"/>
                </a:cubicBezTo>
                <a:cubicBezTo>
                  <a:pt x="1088127" y="24593"/>
                  <a:pt x="1091047" y="24989"/>
                  <a:pt x="1093978" y="25780"/>
                </a:cubicBezTo>
                <a:cubicBezTo>
                  <a:pt x="1096908" y="26570"/>
                  <a:pt x="1100021" y="27793"/>
                  <a:pt x="1103315" y="29450"/>
                </a:cubicBezTo>
                <a:close/>
                <a:moveTo>
                  <a:pt x="1169124" y="53725"/>
                </a:moveTo>
                <a:cubicBezTo>
                  <a:pt x="1167017" y="53036"/>
                  <a:pt x="1164977" y="52528"/>
                  <a:pt x="1163005" y="52202"/>
                </a:cubicBezTo>
                <a:cubicBezTo>
                  <a:pt x="1161032" y="51877"/>
                  <a:pt x="1159068" y="51714"/>
                  <a:pt x="1157115" y="51714"/>
                </a:cubicBezTo>
                <a:cubicBezTo>
                  <a:pt x="1151216" y="51714"/>
                  <a:pt x="1146561" y="52710"/>
                  <a:pt x="1143152" y="54702"/>
                </a:cubicBezTo>
                <a:cubicBezTo>
                  <a:pt x="1139743" y="56694"/>
                  <a:pt x="1138038" y="59375"/>
                  <a:pt x="1138038" y="62746"/>
                </a:cubicBezTo>
                <a:cubicBezTo>
                  <a:pt x="1138038" y="65351"/>
                  <a:pt x="1139101" y="67496"/>
                  <a:pt x="1141227" y="69182"/>
                </a:cubicBezTo>
                <a:cubicBezTo>
                  <a:pt x="1143353" y="70867"/>
                  <a:pt x="1146063" y="71710"/>
                  <a:pt x="1149358" y="71710"/>
                </a:cubicBezTo>
                <a:cubicBezTo>
                  <a:pt x="1154223" y="71710"/>
                  <a:pt x="1158733" y="70437"/>
                  <a:pt x="1162890" y="67889"/>
                </a:cubicBezTo>
                <a:cubicBezTo>
                  <a:pt x="1167046" y="65342"/>
                  <a:pt x="1169124" y="62689"/>
                  <a:pt x="1169124" y="59931"/>
                </a:cubicBezTo>
                <a:lnTo>
                  <a:pt x="1169124" y="53725"/>
                </a:lnTo>
                <a:moveTo>
                  <a:pt x="1169584" y="71825"/>
                </a:moveTo>
                <a:cubicBezTo>
                  <a:pt x="1166443" y="74660"/>
                  <a:pt x="1163024" y="76824"/>
                  <a:pt x="1159327" y="78318"/>
                </a:cubicBezTo>
                <a:cubicBezTo>
                  <a:pt x="1155630" y="79812"/>
                  <a:pt x="1151829" y="80559"/>
                  <a:pt x="1147921" y="80559"/>
                </a:cubicBezTo>
                <a:cubicBezTo>
                  <a:pt x="1142214" y="80559"/>
                  <a:pt x="1137607" y="78967"/>
                  <a:pt x="1134102" y="75783"/>
                </a:cubicBezTo>
                <a:cubicBezTo>
                  <a:pt x="1130597" y="72598"/>
                  <a:pt x="1128844" y="68455"/>
                  <a:pt x="1128844" y="63352"/>
                </a:cubicBezTo>
                <a:cubicBezTo>
                  <a:pt x="1128844" y="57290"/>
                  <a:pt x="1131172" y="52590"/>
                  <a:pt x="1135826" y="49252"/>
                </a:cubicBezTo>
                <a:cubicBezTo>
                  <a:pt x="1140480" y="45914"/>
                  <a:pt x="1147021" y="44244"/>
                  <a:pt x="1155449" y="44244"/>
                </a:cubicBezTo>
                <a:cubicBezTo>
                  <a:pt x="1157670" y="44244"/>
                  <a:pt x="1159911" y="44388"/>
                  <a:pt x="1162171" y="44675"/>
                </a:cubicBezTo>
                <a:cubicBezTo>
                  <a:pt x="1164431" y="44963"/>
                  <a:pt x="1166749" y="45413"/>
                  <a:pt x="1169124" y="46026"/>
                </a:cubicBezTo>
                <a:lnTo>
                  <a:pt x="1169124" y="45623"/>
                </a:lnTo>
                <a:cubicBezTo>
                  <a:pt x="1169124" y="41235"/>
                  <a:pt x="1168071" y="37992"/>
                  <a:pt x="1165964" y="35896"/>
                </a:cubicBezTo>
                <a:cubicBezTo>
                  <a:pt x="1163857" y="33800"/>
                  <a:pt x="1160582" y="32752"/>
                  <a:pt x="1156138" y="32752"/>
                </a:cubicBezTo>
                <a:cubicBezTo>
                  <a:pt x="1153150" y="32752"/>
                  <a:pt x="1149817" y="33557"/>
                  <a:pt x="1146140" y="35166"/>
                </a:cubicBezTo>
                <a:cubicBezTo>
                  <a:pt x="1142463" y="36774"/>
                  <a:pt x="1140030" y="37579"/>
                  <a:pt x="1138843" y="37579"/>
                </a:cubicBezTo>
                <a:cubicBezTo>
                  <a:pt x="1137732" y="37579"/>
                  <a:pt x="1136812" y="37129"/>
                  <a:pt x="1136084" y="36229"/>
                </a:cubicBezTo>
                <a:cubicBezTo>
                  <a:pt x="1135357" y="35328"/>
                  <a:pt x="1134993" y="34170"/>
                  <a:pt x="1134993" y="32752"/>
                </a:cubicBezTo>
                <a:cubicBezTo>
                  <a:pt x="1134993" y="30477"/>
                  <a:pt x="1137109" y="28548"/>
                  <a:pt x="1141342" y="26967"/>
                </a:cubicBezTo>
                <a:cubicBezTo>
                  <a:pt x="1145575" y="25384"/>
                  <a:pt x="1150986" y="24593"/>
                  <a:pt x="1157575" y="24593"/>
                </a:cubicBezTo>
                <a:cubicBezTo>
                  <a:pt x="1164317" y="24593"/>
                  <a:pt x="1169411" y="26310"/>
                  <a:pt x="1172859" y="29743"/>
                </a:cubicBezTo>
                <a:cubicBezTo>
                  <a:pt x="1176307" y="33175"/>
                  <a:pt x="1178030" y="38247"/>
                  <a:pt x="1178030" y="44959"/>
                </a:cubicBezTo>
                <a:lnTo>
                  <a:pt x="1178030" y="71021"/>
                </a:lnTo>
                <a:lnTo>
                  <a:pt x="1180846" y="71021"/>
                </a:lnTo>
                <a:cubicBezTo>
                  <a:pt x="1183566" y="71021"/>
                  <a:pt x="1185385" y="71306"/>
                  <a:pt x="1186305" y="71877"/>
                </a:cubicBezTo>
                <a:cubicBezTo>
                  <a:pt x="1187224" y="72447"/>
                  <a:pt x="1187684" y="73474"/>
                  <a:pt x="1187684" y="74957"/>
                </a:cubicBezTo>
                <a:cubicBezTo>
                  <a:pt x="1187684" y="76326"/>
                  <a:pt x="1187301" y="77353"/>
                  <a:pt x="1186534" y="78038"/>
                </a:cubicBezTo>
                <a:cubicBezTo>
                  <a:pt x="1185768" y="78723"/>
                  <a:pt x="1184619" y="79065"/>
                  <a:pt x="1183087" y="79065"/>
                </a:cubicBezTo>
                <a:lnTo>
                  <a:pt x="1174066" y="79065"/>
                </a:lnTo>
                <a:cubicBezTo>
                  <a:pt x="1172993" y="79065"/>
                  <a:pt x="1172112" y="78742"/>
                  <a:pt x="1171422" y="78097"/>
                </a:cubicBezTo>
                <a:cubicBezTo>
                  <a:pt x="1170733" y="77451"/>
                  <a:pt x="1170273" y="76519"/>
                  <a:pt x="1170043" y="75303"/>
                </a:cubicBezTo>
                <a:lnTo>
                  <a:pt x="1169584" y="71825"/>
                </a:lnTo>
                <a:close/>
                <a:moveTo>
                  <a:pt x="1229819" y="71021"/>
                </a:moveTo>
                <a:cubicBezTo>
                  <a:pt x="1235220" y="71021"/>
                  <a:pt x="1239606" y="69319"/>
                  <a:pt x="1242977" y="65916"/>
                </a:cubicBezTo>
                <a:cubicBezTo>
                  <a:pt x="1246348" y="62511"/>
                  <a:pt x="1248033" y="58093"/>
                  <a:pt x="1248033" y="52662"/>
                </a:cubicBezTo>
                <a:cubicBezTo>
                  <a:pt x="1248033" y="47346"/>
                  <a:pt x="1246319" y="42967"/>
                  <a:pt x="1242891" y="39525"/>
                </a:cubicBezTo>
                <a:cubicBezTo>
                  <a:pt x="1239462" y="36083"/>
                  <a:pt x="1235105" y="34361"/>
                  <a:pt x="1229819" y="34361"/>
                </a:cubicBezTo>
                <a:cubicBezTo>
                  <a:pt x="1224494" y="34361"/>
                  <a:pt x="1220137" y="36073"/>
                  <a:pt x="1216746" y="39497"/>
                </a:cubicBezTo>
                <a:cubicBezTo>
                  <a:pt x="1213356" y="42919"/>
                  <a:pt x="1211661" y="47308"/>
                  <a:pt x="1211661" y="52662"/>
                </a:cubicBezTo>
                <a:cubicBezTo>
                  <a:pt x="1211661" y="58017"/>
                  <a:pt x="1213356" y="62415"/>
                  <a:pt x="1216746" y="65858"/>
                </a:cubicBezTo>
                <a:cubicBezTo>
                  <a:pt x="1220137" y="69300"/>
                  <a:pt x="1224494" y="71021"/>
                  <a:pt x="1229819" y="71021"/>
                </a:cubicBezTo>
                <a:moveTo>
                  <a:pt x="1211891" y="34246"/>
                </a:moveTo>
                <a:cubicBezTo>
                  <a:pt x="1214036" y="31565"/>
                  <a:pt x="1216718" y="29515"/>
                  <a:pt x="1219936" y="28098"/>
                </a:cubicBezTo>
                <a:cubicBezTo>
                  <a:pt x="1223153" y="26681"/>
                  <a:pt x="1226792" y="25972"/>
                  <a:pt x="1230853" y="25972"/>
                </a:cubicBezTo>
                <a:cubicBezTo>
                  <a:pt x="1238553" y="25972"/>
                  <a:pt x="1244969" y="28567"/>
                  <a:pt x="1250102" y="33758"/>
                </a:cubicBezTo>
                <a:cubicBezTo>
                  <a:pt x="1255235" y="38948"/>
                  <a:pt x="1257802" y="45374"/>
                  <a:pt x="1257802" y="53036"/>
                </a:cubicBezTo>
                <a:cubicBezTo>
                  <a:pt x="1257802" y="60582"/>
                  <a:pt x="1255168" y="66979"/>
                  <a:pt x="1249901" y="72227"/>
                </a:cubicBezTo>
                <a:cubicBezTo>
                  <a:pt x="1244634" y="77475"/>
                  <a:pt x="1238208" y="80099"/>
                  <a:pt x="1230623" y="80099"/>
                </a:cubicBezTo>
                <a:cubicBezTo>
                  <a:pt x="1226601" y="80099"/>
                  <a:pt x="1223096" y="79387"/>
                  <a:pt x="1220108" y="77961"/>
                </a:cubicBezTo>
                <a:cubicBezTo>
                  <a:pt x="1217120" y="76534"/>
                  <a:pt x="1214668" y="74375"/>
                  <a:pt x="1212753" y="71484"/>
                </a:cubicBezTo>
                <a:lnTo>
                  <a:pt x="1212753" y="76113"/>
                </a:lnTo>
                <a:cubicBezTo>
                  <a:pt x="1212753" y="77156"/>
                  <a:pt x="1212571" y="77909"/>
                  <a:pt x="1212207" y="78372"/>
                </a:cubicBezTo>
                <a:cubicBezTo>
                  <a:pt x="1211843" y="78834"/>
                  <a:pt x="1211240" y="79065"/>
                  <a:pt x="1210397" y="79065"/>
                </a:cubicBezTo>
                <a:lnTo>
                  <a:pt x="1199882" y="79065"/>
                </a:lnTo>
                <a:cubicBezTo>
                  <a:pt x="1198388" y="79065"/>
                  <a:pt x="1197277" y="78718"/>
                  <a:pt x="1196549" y="78024"/>
                </a:cubicBezTo>
                <a:cubicBezTo>
                  <a:pt x="1195821" y="77329"/>
                  <a:pt x="1195458" y="76288"/>
                  <a:pt x="1195458" y="74899"/>
                </a:cubicBezTo>
                <a:cubicBezTo>
                  <a:pt x="1195458" y="73356"/>
                  <a:pt x="1195898" y="72305"/>
                  <a:pt x="1196779" y="71746"/>
                </a:cubicBezTo>
                <a:cubicBezTo>
                  <a:pt x="1197660" y="71186"/>
                  <a:pt x="1199403" y="70906"/>
                  <a:pt x="1202008" y="70906"/>
                </a:cubicBezTo>
                <a:lnTo>
                  <a:pt x="1203215" y="70906"/>
                </a:lnTo>
                <a:lnTo>
                  <a:pt x="1203215" y="12067"/>
                </a:lnTo>
                <a:lnTo>
                  <a:pt x="1202123" y="12067"/>
                </a:lnTo>
                <a:cubicBezTo>
                  <a:pt x="1199518" y="12067"/>
                  <a:pt x="1197737" y="11764"/>
                  <a:pt x="1196779" y="11160"/>
                </a:cubicBezTo>
                <a:cubicBezTo>
                  <a:pt x="1195821" y="10555"/>
                  <a:pt x="1195343" y="9498"/>
                  <a:pt x="1195343" y="7987"/>
                </a:cubicBezTo>
                <a:cubicBezTo>
                  <a:pt x="1195343" y="6627"/>
                  <a:pt x="1195726" y="5607"/>
                  <a:pt x="1196492" y="4927"/>
                </a:cubicBezTo>
                <a:cubicBezTo>
                  <a:pt x="1197258" y="4247"/>
                  <a:pt x="1198388" y="3907"/>
                  <a:pt x="1199882" y="3907"/>
                </a:cubicBezTo>
                <a:lnTo>
                  <a:pt x="1208616" y="3907"/>
                </a:lnTo>
                <a:cubicBezTo>
                  <a:pt x="1209765" y="3907"/>
                  <a:pt x="1210598" y="4099"/>
                  <a:pt x="1211115" y="4482"/>
                </a:cubicBezTo>
                <a:cubicBezTo>
                  <a:pt x="1211633" y="4864"/>
                  <a:pt x="1211891" y="5456"/>
                  <a:pt x="1211891" y="6260"/>
                </a:cubicBezTo>
                <a:lnTo>
                  <a:pt x="1211891" y="34246"/>
                </a:lnTo>
                <a:close/>
                <a:moveTo>
                  <a:pt x="1291777" y="9423"/>
                </a:moveTo>
                <a:cubicBezTo>
                  <a:pt x="1291777" y="5286"/>
                  <a:pt x="1292151" y="2681"/>
                  <a:pt x="1292898" y="1609"/>
                </a:cubicBezTo>
                <a:cubicBezTo>
                  <a:pt x="1293645" y="536"/>
                  <a:pt x="1295244" y="0"/>
                  <a:pt x="1297696" y="0"/>
                </a:cubicBezTo>
                <a:cubicBezTo>
                  <a:pt x="1300071" y="0"/>
                  <a:pt x="1301641" y="450"/>
                  <a:pt x="1302408" y="1350"/>
                </a:cubicBezTo>
                <a:cubicBezTo>
                  <a:pt x="1303174" y="2251"/>
                  <a:pt x="1303557" y="4386"/>
                  <a:pt x="1303557" y="7757"/>
                </a:cubicBezTo>
                <a:cubicBezTo>
                  <a:pt x="1303557" y="11051"/>
                  <a:pt x="1303202" y="13091"/>
                  <a:pt x="1302494" y="13877"/>
                </a:cubicBezTo>
                <a:cubicBezTo>
                  <a:pt x="1301785" y="14662"/>
                  <a:pt x="1300186" y="15055"/>
                  <a:pt x="1297696" y="15055"/>
                </a:cubicBezTo>
                <a:cubicBezTo>
                  <a:pt x="1295244" y="15055"/>
                  <a:pt x="1293645" y="14691"/>
                  <a:pt x="1292898" y="13963"/>
                </a:cubicBezTo>
                <a:cubicBezTo>
                  <a:pt x="1292151" y="13235"/>
                  <a:pt x="1291777" y="11722"/>
                  <a:pt x="1291777" y="9423"/>
                </a:cubicBezTo>
                <a:moveTo>
                  <a:pt x="1302408" y="70906"/>
                </a:moveTo>
                <a:lnTo>
                  <a:pt x="1320852" y="70906"/>
                </a:lnTo>
                <a:cubicBezTo>
                  <a:pt x="1322346" y="70906"/>
                  <a:pt x="1323447" y="71224"/>
                  <a:pt x="1324156" y="71861"/>
                </a:cubicBezTo>
                <a:cubicBezTo>
                  <a:pt x="1324865" y="72497"/>
                  <a:pt x="1325219" y="73509"/>
                  <a:pt x="1325219" y="74899"/>
                </a:cubicBezTo>
                <a:cubicBezTo>
                  <a:pt x="1325219" y="76481"/>
                  <a:pt x="1324884" y="77571"/>
                  <a:pt x="1324214" y="78169"/>
                </a:cubicBezTo>
                <a:cubicBezTo>
                  <a:pt x="1323543" y="78766"/>
                  <a:pt x="1322308" y="79065"/>
                  <a:pt x="1320507" y="79065"/>
                </a:cubicBezTo>
                <a:lnTo>
                  <a:pt x="1275918" y="79065"/>
                </a:lnTo>
                <a:cubicBezTo>
                  <a:pt x="1274386" y="79065"/>
                  <a:pt x="1273237" y="78718"/>
                  <a:pt x="1272471" y="78024"/>
                </a:cubicBezTo>
                <a:cubicBezTo>
                  <a:pt x="1271705" y="77329"/>
                  <a:pt x="1271322" y="76288"/>
                  <a:pt x="1271322" y="74899"/>
                </a:cubicBezTo>
                <a:cubicBezTo>
                  <a:pt x="1271322" y="73549"/>
                  <a:pt x="1271724" y="72546"/>
                  <a:pt x="1272528" y="71890"/>
                </a:cubicBezTo>
                <a:cubicBezTo>
                  <a:pt x="1273333" y="71234"/>
                  <a:pt x="1274539" y="70906"/>
                  <a:pt x="1276148" y="70906"/>
                </a:cubicBezTo>
                <a:lnTo>
                  <a:pt x="1293674" y="70906"/>
                </a:lnTo>
                <a:lnTo>
                  <a:pt x="1293674" y="34131"/>
                </a:lnTo>
                <a:lnTo>
                  <a:pt x="1282469" y="34131"/>
                </a:lnTo>
                <a:cubicBezTo>
                  <a:pt x="1280898" y="34131"/>
                  <a:pt x="1279701" y="33777"/>
                  <a:pt x="1278878" y="33068"/>
                </a:cubicBezTo>
                <a:cubicBezTo>
                  <a:pt x="1278054" y="32360"/>
                  <a:pt x="1277642" y="31335"/>
                  <a:pt x="1277642" y="29994"/>
                </a:cubicBezTo>
                <a:cubicBezTo>
                  <a:pt x="1277642" y="28653"/>
                  <a:pt x="1278025" y="27648"/>
                  <a:pt x="1278791" y="26978"/>
                </a:cubicBezTo>
                <a:cubicBezTo>
                  <a:pt x="1279558" y="26307"/>
                  <a:pt x="1280707" y="25972"/>
                  <a:pt x="1282239" y="25972"/>
                </a:cubicBezTo>
                <a:lnTo>
                  <a:pt x="1299075" y="25972"/>
                </a:lnTo>
                <a:cubicBezTo>
                  <a:pt x="1300109" y="25972"/>
                  <a:pt x="1300923" y="26183"/>
                  <a:pt x="1301517" y="26604"/>
                </a:cubicBezTo>
                <a:cubicBezTo>
                  <a:pt x="1302111" y="27024"/>
                  <a:pt x="1302408" y="27598"/>
                  <a:pt x="1302408" y="28324"/>
                </a:cubicBezTo>
                <a:lnTo>
                  <a:pt x="1302408" y="70906"/>
                </a:lnTo>
                <a:close/>
                <a:moveTo>
                  <a:pt x="1346037" y="70906"/>
                </a:moveTo>
                <a:lnTo>
                  <a:pt x="1346037" y="34121"/>
                </a:lnTo>
                <a:lnTo>
                  <a:pt x="1344945" y="34121"/>
                </a:lnTo>
                <a:cubicBezTo>
                  <a:pt x="1342340" y="34121"/>
                  <a:pt x="1340549" y="33815"/>
                  <a:pt x="1339573" y="33203"/>
                </a:cubicBezTo>
                <a:cubicBezTo>
                  <a:pt x="1338596" y="32591"/>
                  <a:pt x="1338107" y="31520"/>
                  <a:pt x="1338107" y="29989"/>
                </a:cubicBezTo>
                <a:cubicBezTo>
                  <a:pt x="1338107" y="28574"/>
                  <a:pt x="1338510" y="27551"/>
                  <a:pt x="1339314" y="26920"/>
                </a:cubicBezTo>
                <a:cubicBezTo>
                  <a:pt x="1340118" y="26288"/>
                  <a:pt x="1341421" y="25972"/>
                  <a:pt x="1343221" y="25972"/>
                </a:cubicBezTo>
                <a:lnTo>
                  <a:pt x="1345922" y="25972"/>
                </a:lnTo>
                <a:lnTo>
                  <a:pt x="1351438" y="25972"/>
                </a:lnTo>
                <a:cubicBezTo>
                  <a:pt x="1352472" y="25972"/>
                  <a:pt x="1353277" y="26184"/>
                  <a:pt x="1353851" y="26609"/>
                </a:cubicBezTo>
                <a:cubicBezTo>
                  <a:pt x="1354426" y="27033"/>
                  <a:pt x="1354713" y="27612"/>
                  <a:pt x="1354713" y="28346"/>
                </a:cubicBezTo>
                <a:lnTo>
                  <a:pt x="1354713" y="32284"/>
                </a:lnTo>
                <a:cubicBezTo>
                  <a:pt x="1357510" y="29662"/>
                  <a:pt x="1360277" y="27725"/>
                  <a:pt x="1363016" y="26473"/>
                </a:cubicBezTo>
                <a:cubicBezTo>
                  <a:pt x="1365755" y="25220"/>
                  <a:pt x="1368599" y="24593"/>
                  <a:pt x="1371549" y="24593"/>
                </a:cubicBezTo>
                <a:cubicBezTo>
                  <a:pt x="1377333" y="24593"/>
                  <a:pt x="1381882" y="26392"/>
                  <a:pt x="1385196" y="29989"/>
                </a:cubicBezTo>
                <a:cubicBezTo>
                  <a:pt x="1388509" y="33585"/>
                  <a:pt x="1390166" y="38558"/>
                  <a:pt x="1390166" y="44909"/>
                </a:cubicBezTo>
                <a:lnTo>
                  <a:pt x="1390166" y="70906"/>
                </a:lnTo>
                <a:lnTo>
                  <a:pt x="1392867" y="70906"/>
                </a:lnTo>
                <a:cubicBezTo>
                  <a:pt x="1394782" y="70906"/>
                  <a:pt x="1396161" y="71224"/>
                  <a:pt x="1397004" y="71861"/>
                </a:cubicBezTo>
                <a:cubicBezTo>
                  <a:pt x="1397847" y="72497"/>
                  <a:pt x="1398268" y="73509"/>
                  <a:pt x="1398268" y="74899"/>
                </a:cubicBezTo>
                <a:cubicBezTo>
                  <a:pt x="1398268" y="76404"/>
                  <a:pt x="1397818" y="77475"/>
                  <a:pt x="1396918" y="78112"/>
                </a:cubicBezTo>
                <a:cubicBezTo>
                  <a:pt x="1396018" y="78747"/>
                  <a:pt x="1394418" y="79065"/>
                  <a:pt x="1392120" y="79065"/>
                </a:cubicBezTo>
                <a:lnTo>
                  <a:pt x="1379421" y="79065"/>
                </a:lnTo>
                <a:cubicBezTo>
                  <a:pt x="1376969" y="79065"/>
                  <a:pt x="1375399" y="78776"/>
                  <a:pt x="1374709" y="78198"/>
                </a:cubicBezTo>
                <a:cubicBezTo>
                  <a:pt x="1374020" y="77618"/>
                  <a:pt x="1373675" y="76519"/>
                  <a:pt x="1373675" y="74899"/>
                </a:cubicBezTo>
                <a:cubicBezTo>
                  <a:pt x="1373675" y="73395"/>
                  <a:pt x="1374077" y="72353"/>
                  <a:pt x="1374882" y="71775"/>
                </a:cubicBezTo>
                <a:cubicBezTo>
                  <a:pt x="1375686" y="71195"/>
                  <a:pt x="1377199" y="70906"/>
                  <a:pt x="1379421" y="70906"/>
                </a:cubicBezTo>
                <a:lnTo>
                  <a:pt x="1381432" y="70906"/>
                </a:lnTo>
                <a:lnTo>
                  <a:pt x="1381432" y="47076"/>
                </a:lnTo>
                <a:cubicBezTo>
                  <a:pt x="1381432" y="42607"/>
                  <a:pt x="1380417" y="39199"/>
                  <a:pt x="1378387" y="36850"/>
                </a:cubicBezTo>
                <a:cubicBezTo>
                  <a:pt x="1376357" y="34501"/>
                  <a:pt x="1373407" y="33327"/>
                  <a:pt x="1369538" y="33327"/>
                </a:cubicBezTo>
                <a:cubicBezTo>
                  <a:pt x="1365631" y="33327"/>
                  <a:pt x="1362183" y="34645"/>
                  <a:pt x="1359195" y="37281"/>
                </a:cubicBezTo>
                <a:cubicBezTo>
                  <a:pt x="1356207" y="39916"/>
                  <a:pt x="1354713" y="43181"/>
                  <a:pt x="1354713" y="47076"/>
                </a:cubicBezTo>
                <a:lnTo>
                  <a:pt x="1354713" y="70906"/>
                </a:lnTo>
                <a:lnTo>
                  <a:pt x="1356724" y="70906"/>
                </a:lnTo>
                <a:cubicBezTo>
                  <a:pt x="1359023" y="70906"/>
                  <a:pt x="1360574" y="71195"/>
                  <a:pt x="1361379" y="71775"/>
                </a:cubicBezTo>
                <a:cubicBezTo>
                  <a:pt x="1362183" y="72353"/>
                  <a:pt x="1362585" y="73395"/>
                  <a:pt x="1362585" y="74899"/>
                </a:cubicBezTo>
                <a:cubicBezTo>
                  <a:pt x="1362585" y="76519"/>
                  <a:pt x="1362241" y="77618"/>
                  <a:pt x="1361551" y="78198"/>
                </a:cubicBezTo>
                <a:cubicBezTo>
                  <a:pt x="1360862" y="78776"/>
                  <a:pt x="1359176" y="79065"/>
                  <a:pt x="1356495" y="79065"/>
                </a:cubicBezTo>
                <a:lnTo>
                  <a:pt x="1346037" y="79065"/>
                </a:lnTo>
                <a:lnTo>
                  <a:pt x="1342934" y="79065"/>
                </a:lnTo>
                <a:cubicBezTo>
                  <a:pt x="1341363" y="79065"/>
                  <a:pt x="1340185" y="78728"/>
                  <a:pt x="1339400" y="78052"/>
                </a:cubicBezTo>
                <a:cubicBezTo>
                  <a:pt x="1338615" y="77377"/>
                  <a:pt x="1338222" y="76326"/>
                  <a:pt x="1338222" y="74899"/>
                </a:cubicBezTo>
                <a:cubicBezTo>
                  <a:pt x="1338222" y="73356"/>
                  <a:pt x="1338672" y="72305"/>
                  <a:pt x="1339573" y="71746"/>
                </a:cubicBezTo>
                <a:cubicBezTo>
                  <a:pt x="1340473" y="71186"/>
                  <a:pt x="1342225" y="70906"/>
                  <a:pt x="1344830" y="70906"/>
                </a:cubicBezTo>
                <a:lnTo>
                  <a:pt x="1346037" y="70906"/>
                </a:lnTo>
                <a:close/>
                <a:moveTo>
                  <a:pt x="1418338" y="55047"/>
                </a:moveTo>
                <a:cubicBezTo>
                  <a:pt x="1418645" y="60581"/>
                  <a:pt x="1420512" y="64857"/>
                  <a:pt x="1423941" y="67875"/>
                </a:cubicBezTo>
                <a:cubicBezTo>
                  <a:pt x="1427369" y="70891"/>
                  <a:pt x="1432052" y="72400"/>
                  <a:pt x="1437990" y="72400"/>
                </a:cubicBezTo>
                <a:cubicBezTo>
                  <a:pt x="1442472" y="72400"/>
                  <a:pt x="1447356" y="71203"/>
                  <a:pt x="1452642" y="68808"/>
                </a:cubicBezTo>
                <a:cubicBezTo>
                  <a:pt x="1457928" y="66414"/>
                  <a:pt x="1461127" y="65217"/>
                  <a:pt x="1462238" y="65217"/>
                </a:cubicBezTo>
                <a:cubicBezTo>
                  <a:pt x="1463387" y="65217"/>
                  <a:pt x="1464345" y="65581"/>
                  <a:pt x="1465111" y="66309"/>
                </a:cubicBezTo>
                <a:cubicBezTo>
                  <a:pt x="1465877" y="67037"/>
                  <a:pt x="1466260" y="67937"/>
                  <a:pt x="1466260" y="69010"/>
                </a:cubicBezTo>
                <a:cubicBezTo>
                  <a:pt x="1466260" y="70120"/>
                  <a:pt x="1465858" y="71136"/>
                  <a:pt x="1465053" y="72055"/>
                </a:cubicBezTo>
                <a:cubicBezTo>
                  <a:pt x="1464249" y="72974"/>
                  <a:pt x="1462966" y="73875"/>
                  <a:pt x="1461204" y="74756"/>
                </a:cubicBezTo>
                <a:cubicBezTo>
                  <a:pt x="1457373" y="76633"/>
                  <a:pt x="1453418" y="78069"/>
                  <a:pt x="1449338" y="79065"/>
                </a:cubicBezTo>
                <a:cubicBezTo>
                  <a:pt x="1445258" y="80061"/>
                  <a:pt x="1441207" y="80559"/>
                  <a:pt x="1437185" y="80559"/>
                </a:cubicBezTo>
                <a:cubicBezTo>
                  <a:pt x="1428451" y="80559"/>
                  <a:pt x="1421460" y="78038"/>
                  <a:pt x="1416212" y="72996"/>
                </a:cubicBezTo>
                <a:cubicBezTo>
                  <a:pt x="1410964" y="67953"/>
                  <a:pt x="1408340" y="61270"/>
                  <a:pt x="1408340" y="52949"/>
                </a:cubicBezTo>
                <a:cubicBezTo>
                  <a:pt x="1408340" y="44475"/>
                  <a:pt x="1411118" y="37612"/>
                  <a:pt x="1416672" y="32359"/>
                </a:cubicBezTo>
                <a:cubicBezTo>
                  <a:pt x="1422227" y="27105"/>
                  <a:pt x="1429466" y="24478"/>
                  <a:pt x="1438392" y="24478"/>
                </a:cubicBezTo>
                <a:cubicBezTo>
                  <a:pt x="1446475" y="24478"/>
                  <a:pt x="1453178" y="26930"/>
                  <a:pt x="1458503" y="31833"/>
                </a:cubicBezTo>
                <a:cubicBezTo>
                  <a:pt x="1463828" y="36736"/>
                  <a:pt x="1466490" y="42674"/>
                  <a:pt x="1466490" y="49646"/>
                </a:cubicBezTo>
                <a:cubicBezTo>
                  <a:pt x="1466490" y="51791"/>
                  <a:pt x="1466040" y="53227"/>
                  <a:pt x="1465140" y="53955"/>
                </a:cubicBezTo>
                <a:cubicBezTo>
                  <a:pt x="1464239" y="54683"/>
                  <a:pt x="1461797" y="55047"/>
                  <a:pt x="1457813" y="55047"/>
                </a:cubicBezTo>
                <a:lnTo>
                  <a:pt x="1456952" y="55047"/>
                </a:lnTo>
                <a:lnTo>
                  <a:pt x="1418338" y="55047"/>
                </a:lnTo>
                <a:moveTo>
                  <a:pt x="1418626" y="47462"/>
                </a:moveTo>
                <a:lnTo>
                  <a:pt x="1456032" y="47462"/>
                </a:lnTo>
                <a:cubicBezTo>
                  <a:pt x="1455458" y="42938"/>
                  <a:pt x="1453552" y="39299"/>
                  <a:pt x="1450315" y="36543"/>
                </a:cubicBezTo>
                <a:cubicBezTo>
                  <a:pt x="1447078" y="33786"/>
                  <a:pt x="1443104" y="32407"/>
                  <a:pt x="1438392" y="32407"/>
                </a:cubicBezTo>
                <a:cubicBezTo>
                  <a:pt x="1433297" y="32407"/>
                  <a:pt x="1429007" y="33738"/>
                  <a:pt x="1425521" y="36399"/>
                </a:cubicBezTo>
                <a:cubicBezTo>
                  <a:pt x="1422035" y="39060"/>
                  <a:pt x="1419737" y="42748"/>
                  <a:pt x="1418626" y="47462"/>
                </a:cubicBezTo>
                <a:close/>
                <a:moveTo>
                  <a:pt x="1523794" y="29190"/>
                </a:moveTo>
                <a:cubicBezTo>
                  <a:pt x="1525671" y="29190"/>
                  <a:pt x="1527041" y="29518"/>
                  <a:pt x="1527903" y="30174"/>
                </a:cubicBezTo>
                <a:cubicBezTo>
                  <a:pt x="1528765" y="30830"/>
                  <a:pt x="1529196" y="31871"/>
                  <a:pt x="1529196" y="33298"/>
                </a:cubicBezTo>
                <a:cubicBezTo>
                  <a:pt x="1529196" y="34648"/>
                  <a:pt x="1528793" y="35661"/>
                  <a:pt x="1527989" y="36336"/>
                </a:cubicBezTo>
                <a:cubicBezTo>
                  <a:pt x="1527185" y="37011"/>
                  <a:pt x="1525978" y="37349"/>
                  <a:pt x="1524369" y="37349"/>
                </a:cubicBezTo>
                <a:lnTo>
                  <a:pt x="1501098" y="37349"/>
                </a:lnTo>
                <a:lnTo>
                  <a:pt x="1501098" y="56541"/>
                </a:lnTo>
                <a:cubicBezTo>
                  <a:pt x="1501098" y="62823"/>
                  <a:pt x="1501912" y="66960"/>
                  <a:pt x="1503540" y="68952"/>
                </a:cubicBezTo>
                <a:cubicBezTo>
                  <a:pt x="1505168" y="70944"/>
                  <a:pt x="1507955" y="71940"/>
                  <a:pt x="1511900" y="71940"/>
                </a:cubicBezTo>
                <a:cubicBezTo>
                  <a:pt x="1515386" y="71940"/>
                  <a:pt x="1519562" y="70925"/>
                  <a:pt x="1524426" y="68895"/>
                </a:cubicBezTo>
                <a:cubicBezTo>
                  <a:pt x="1529291" y="66864"/>
                  <a:pt x="1532299" y="65849"/>
                  <a:pt x="1533448" y="65849"/>
                </a:cubicBezTo>
                <a:cubicBezTo>
                  <a:pt x="1534520" y="65849"/>
                  <a:pt x="1535430" y="66232"/>
                  <a:pt x="1536177" y="66998"/>
                </a:cubicBezTo>
                <a:cubicBezTo>
                  <a:pt x="1536924" y="67765"/>
                  <a:pt x="1537298" y="68703"/>
                  <a:pt x="1537298" y="69814"/>
                </a:cubicBezTo>
                <a:cubicBezTo>
                  <a:pt x="1537298" y="71078"/>
                  <a:pt x="1536828" y="72176"/>
                  <a:pt x="1535890" y="73109"/>
                </a:cubicBezTo>
                <a:cubicBezTo>
                  <a:pt x="1534951" y="74042"/>
                  <a:pt x="1533352" y="74945"/>
                  <a:pt x="1531092" y="75820"/>
                </a:cubicBezTo>
                <a:cubicBezTo>
                  <a:pt x="1527338" y="77304"/>
                  <a:pt x="1523957" y="78388"/>
                  <a:pt x="1520950" y="79072"/>
                </a:cubicBezTo>
                <a:cubicBezTo>
                  <a:pt x="1517943" y="79757"/>
                  <a:pt x="1515118" y="80099"/>
                  <a:pt x="1512475" y="80099"/>
                </a:cubicBezTo>
                <a:cubicBezTo>
                  <a:pt x="1507993" y="80099"/>
                  <a:pt x="1504229" y="79382"/>
                  <a:pt x="1501184" y="77948"/>
                </a:cubicBezTo>
                <a:cubicBezTo>
                  <a:pt x="1498138" y="76513"/>
                  <a:pt x="1495869" y="74380"/>
                  <a:pt x="1494375" y="71549"/>
                </a:cubicBezTo>
                <a:cubicBezTo>
                  <a:pt x="1493609" y="70210"/>
                  <a:pt x="1493063" y="68623"/>
                  <a:pt x="1492737" y="66787"/>
                </a:cubicBezTo>
                <a:cubicBezTo>
                  <a:pt x="1492412" y="64950"/>
                  <a:pt x="1492249" y="62119"/>
                  <a:pt x="1492249" y="58293"/>
                </a:cubicBezTo>
                <a:lnTo>
                  <a:pt x="1492249" y="56516"/>
                </a:lnTo>
                <a:lnTo>
                  <a:pt x="1492249" y="37349"/>
                </a:lnTo>
                <a:lnTo>
                  <a:pt x="1482481" y="37349"/>
                </a:lnTo>
                <a:cubicBezTo>
                  <a:pt x="1480872" y="37349"/>
                  <a:pt x="1479703" y="37031"/>
                  <a:pt x="1478976" y="36396"/>
                </a:cubicBezTo>
                <a:cubicBezTo>
                  <a:pt x="1478248" y="35759"/>
                  <a:pt x="1477884" y="34726"/>
                  <a:pt x="1477884" y="33298"/>
                </a:cubicBezTo>
                <a:cubicBezTo>
                  <a:pt x="1477884" y="31717"/>
                  <a:pt x="1478382" y="30637"/>
                  <a:pt x="1479378" y="30059"/>
                </a:cubicBezTo>
                <a:cubicBezTo>
                  <a:pt x="1480374" y="29479"/>
                  <a:pt x="1482500" y="29190"/>
                  <a:pt x="1485756" y="29190"/>
                </a:cubicBezTo>
                <a:lnTo>
                  <a:pt x="1492249" y="29190"/>
                </a:lnTo>
                <a:lnTo>
                  <a:pt x="1492249" y="17410"/>
                </a:lnTo>
                <a:lnTo>
                  <a:pt x="1492249" y="14365"/>
                </a:lnTo>
                <a:cubicBezTo>
                  <a:pt x="1492249" y="12718"/>
                  <a:pt x="1492603" y="11502"/>
                  <a:pt x="1493312" y="10716"/>
                </a:cubicBezTo>
                <a:cubicBezTo>
                  <a:pt x="1494021" y="9931"/>
                  <a:pt x="1495122" y="9538"/>
                  <a:pt x="1496616" y="9538"/>
                </a:cubicBezTo>
                <a:cubicBezTo>
                  <a:pt x="1498301" y="9538"/>
                  <a:pt x="1499470" y="10017"/>
                  <a:pt x="1500121" y="10975"/>
                </a:cubicBezTo>
                <a:cubicBezTo>
                  <a:pt x="1500772" y="11933"/>
                  <a:pt x="1501098" y="14116"/>
                  <a:pt x="1501098" y="17525"/>
                </a:cubicBezTo>
                <a:lnTo>
                  <a:pt x="1501098" y="29190"/>
                </a:lnTo>
                <a:lnTo>
                  <a:pt x="1523794" y="29190"/>
                </a:lnTo>
                <a:close/>
                <a:moveTo>
                  <a:pt x="1566734" y="99460"/>
                </a:moveTo>
                <a:cubicBezTo>
                  <a:pt x="1566734" y="98693"/>
                  <a:pt x="1567385" y="96995"/>
                  <a:pt x="1568688" y="94367"/>
                </a:cubicBezTo>
                <a:cubicBezTo>
                  <a:pt x="1569990" y="91741"/>
                  <a:pt x="1570986" y="89641"/>
                  <a:pt x="1571675" y="88068"/>
                </a:cubicBezTo>
                <a:cubicBezTo>
                  <a:pt x="1574242" y="81932"/>
                  <a:pt x="1576081" y="76323"/>
                  <a:pt x="1577192" y="71242"/>
                </a:cubicBezTo>
                <a:cubicBezTo>
                  <a:pt x="1578303" y="66160"/>
                  <a:pt x="1578858" y="60915"/>
                  <a:pt x="1578858" y="55506"/>
                </a:cubicBezTo>
                <a:cubicBezTo>
                  <a:pt x="1578858" y="50597"/>
                  <a:pt x="1578389" y="45774"/>
                  <a:pt x="1577450" y="41037"/>
                </a:cubicBezTo>
                <a:cubicBezTo>
                  <a:pt x="1576512" y="36300"/>
                  <a:pt x="1575085" y="31554"/>
                  <a:pt x="1573169" y="26798"/>
                </a:cubicBezTo>
                <a:cubicBezTo>
                  <a:pt x="1572173" y="24267"/>
                  <a:pt x="1570852" y="21286"/>
                  <a:pt x="1569205" y="17854"/>
                </a:cubicBezTo>
                <a:cubicBezTo>
                  <a:pt x="1567557" y="14421"/>
                  <a:pt x="1566734" y="12282"/>
                  <a:pt x="1566734" y="11438"/>
                </a:cubicBezTo>
                <a:cubicBezTo>
                  <a:pt x="1566734" y="10671"/>
                  <a:pt x="1566925" y="10048"/>
                  <a:pt x="1567309" y="9569"/>
                </a:cubicBezTo>
                <a:cubicBezTo>
                  <a:pt x="1567692" y="9089"/>
                  <a:pt x="1568190" y="8849"/>
                  <a:pt x="1568802" y="8849"/>
                </a:cubicBezTo>
                <a:cubicBezTo>
                  <a:pt x="1570067" y="8849"/>
                  <a:pt x="1571417" y="9473"/>
                  <a:pt x="1572853" y="10720"/>
                </a:cubicBezTo>
                <a:cubicBezTo>
                  <a:pt x="1574290" y="11966"/>
                  <a:pt x="1575966" y="13950"/>
                  <a:pt x="1577881" y="16672"/>
                </a:cubicBezTo>
                <a:cubicBezTo>
                  <a:pt x="1581980" y="22502"/>
                  <a:pt x="1585045" y="28658"/>
                  <a:pt x="1587075" y="35140"/>
                </a:cubicBezTo>
                <a:cubicBezTo>
                  <a:pt x="1589105" y="41623"/>
                  <a:pt x="1590120" y="48411"/>
                  <a:pt x="1590120" y="55506"/>
                </a:cubicBezTo>
                <a:cubicBezTo>
                  <a:pt x="1590120" y="61989"/>
                  <a:pt x="1589268" y="68183"/>
                  <a:pt x="1587563" y="74089"/>
                </a:cubicBezTo>
                <a:cubicBezTo>
                  <a:pt x="1585859" y="79996"/>
                  <a:pt x="1583302" y="85711"/>
                  <a:pt x="1579892" y="91234"/>
                </a:cubicBezTo>
                <a:cubicBezTo>
                  <a:pt x="1577517" y="94992"/>
                  <a:pt x="1575439" y="97753"/>
                  <a:pt x="1573658" y="99517"/>
                </a:cubicBezTo>
                <a:cubicBezTo>
                  <a:pt x="1571877" y="101282"/>
                  <a:pt x="1570258" y="102164"/>
                  <a:pt x="1568802" y="102164"/>
                </a:cubicBezTo>
                <a:cubicBezTo>
                  <a:pt x="1568190" y="102164"/>
                  <a:pt x="1567692" y="101914"/>
                  <a:pt x="1567309" y="101415"/>
                </a:cubicBezTo>
                <a:cubicBezTo>
                  <a:pt x="1566925" y="100917"/>
                  <a:pt x="1566734" y="100265"/>
                  <a:pt x="1566734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…">
            <a:extLst xmlns:a="http://schemas.openxmlformats.org/drawingml/2006/main">
              <a:ext uri="{FF2B5EF4-FFF2-40B4-BE49-F238E27FC236}">
                <a16:creationId xmlns:a16="http://schemas.microsoft.com/office/drawing/2014/main" id="{EF59A6F6-16C5-4239-9E23-6B22E1AE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466" y="3019614"/>
            <a:ext cx="63436" cy="16204"/>
          </a:xfrm>
          <a:custGeom xmlns:a="http://schemas.openxmlformats.org/drawingml/2006/main">
            <a:pathLst>
              <a:path w="63436" h="16204">
                <a:moveTo>
                  <a:pt x="0" y="8131"/>
                </a:moveTo>
                <a:cubicBezTo>
                  <a:pt x="0" y="5900"/>
                  <a:pt x="795" y="3988"/>
                  <a:pt x="2385" y="2394"/>
                </a:cubicBezTo>
                <a:cubicBezTo>
                  <a:pt x="3974" y="798"/>
                  <a:pt x="5861" y="0"/>
                  <a:pt x="8044" y="0"/>
                </a:cubicBezTo>
                <a:cubicBezTo>
                  <a:pt x="10266" y="0"/>
                  <a:pt x="12172" y="798"/>
                  <a:pt x="13762" y="2394"/>
                </a:cubicBezTo>
                <a:cubicBezTo>
                  <a:pt x="15351" y="3988"/>
                  <a:pt x="16146" y="5900"/>
                  <a:pt x="16146" y="8131"/>
                </a:cubicBezTo>
                <a:cubicBezTo>
                  <a:pt x="16146" y="10399"/>
                  <a:pt x="15351" y="12312"/>
                  <a:pt x="13762" y="13869"/>
                </a:cubicBezTo>
                <a:cubicBezTo>
                  <a:pt x="12172" y="15426"/>
                  <a:pt x="10266" y="16204"/>
                  <a:pt x="8044" y="16204"/>
                </a:cubicBezTo>
                <a:cubicBezTo>
                  <a:pt x="5784" y="16204"/>
                  <a:pt x="3879" y="15426"/>
                  <a:pt x="2327" y="13869"/>
                </a:cubicBezTo>
                <a:cubicBezTo>
                  <a:pt x="776" y="12312"/>
                  <a:pt x="0" y="10399"/>
                  <a:pt x="0" y="8131"/>
                </a:cubicBezTo>
                <a:moveTo>
                  <a:pt x="47347" y="8131"/>
                </a:moveTo>
                <a:cubicBezTo>
                  <a:pt x="47347" y="5900"/>
                  <a:pt x="48132" y="3988"/>
                  <a:pt x="49703" y="2394"/>
                </a:cubicBezTo>
                <a:cubicBezTo>
                  <a:pt x="51274" y="798"/>
                  <a:pt x="53151" y="0"/>
                  <a:pt x="55334" y="0"/>
                </a:cubicBezTo>
                <a:cubicBezTo>
                  <a:pt x="57556" y="0"/>
                  <a:pt x="59462" y="798"/>
                  <a:pt x="61051" y="2394"/>
                </a:cubicBezTo>
                <a:cubicBezTo>
                  <a:pt x="62641" y="3988"/>
                  <a:pt x="63436" y="5900"/>
                  <a:pt x="63436" y="8131"/>
                </a:cubicBezTo>
                <a:cubicBezTo>
                  <a:pt x="63436" y="10399"/>
                  <a:pt x="62651" y="12312"/>
                  <a:pt x="61080" y="13869"/>
                </a:cubicBezTo>
                <a:cubicBezTo>
                  <a:pt x="59510" y="15426"/>
                  <a:pt x="57594" y="16204"/>
                  <a:pt x="55334" y="16204"/>
                </a:cubicBezTo>
                <a:cubicBezTo>
                  <a:pt x="53112" y="16204"/>
                  <a:pt x="51226" y="15426"/>
                  <a:pt x="49674" y="13869"/>
                </a:cubicBezTo>
                <a:cubicBezTo>
                  <a:pt x="48123" y="12312"/>
                  <a:pt x="47347" y="10399"/>
                  <a:pt x="47347" y="8131"/>
                </a:cubicBezTo>
                <a:moveTo>
                  <a:pt x="23674" y="8131"/>
                </a:moveTo>
                <a:cubicBezTo>
                  <a:pt x="23674" y="5940"/>
                  <a:pt x="24478" y="4037"/>
                  <a:pt x="26087" y="2422"/>
                </a:cubicBezTo>
                <a:cubicBezTo>
                  <a:pt x="27696" y="807"/>
                  <a:pt x="29592" y="0"/>
                  <a:pt x="31775" y="0"/>
                </a:cubicBezTo>
                <a:cubicBezTo>
                  <a:pt x="33997" y="0"/>
                  <a:pt x="35893" y="798"/>
                  <a:pt x="37464" y="2394"/>
                </a:cubicBezTo>
                <a:cubicBezTo>
                  <a:pt x="39035" y="3988"/>
                  <a:pt x="39820" y="5900"/>
                  <a:pt x="39820" y="8131"/>
                </a:cubicBezTo>
                <a:cubicBezTo>
                  <a:pt x="39820" y="10399"/>
                  <a:pt x="39044" y="12312"/>
                  <a:pt x="37493" y="13869"/>
                </a:cubicBezTo>
                <a:cubicBezTo>
                  <a:pt x="35941" y="15426"/>
                  <a:pt x="34036" y="16204"/>
                  <a:pt x="31775" y="16204"/>
                </a:cubicBezTo>
                <a:cubicBezTo>
                  <a:pt x="29554" y="16204"/>
                  <a:pt x="27648" y="15426"/>
                  <a:pt x="26058" y="13869"/>
                </a:cubicBezTo>
                <a:cubicBezTo>
                  <a:pt x="24468" y="12312"/>
                  <a:pt x="23674" y="10399"/>
                  <a:pt x="23674" y="81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…">
            <a:extLst xmlns:a="http://schemas.openxmlformats.org/drawingml/2006/main">
              <a:ext uri="{FF2B5EF4-FFF2-40B4-BE49-F238E27FC236}">
                <a16:creationId xmlns:a16="http://schemas.microsoft.com/office/drawing/2014/main" id="{796BE303-CFC3-499B-9EE5-84B618C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008" y="539290"/>
            <a:ext cx="166057" cy="114775"/>
          </a:xfrm>
          <a:custGeom xmlns:a="http://schemas.openxmlformats.org/drawingml/2006/main">
            <a:pathLst>
              <a:path w="166057" h="114775">
                <a:moveTo>
                  <a:pt x="12360" y="114775"/>
                </a:moveTo>
                <a:lnTo>
                  <a:pt x="0" y="94719"/>
                </a:lnTo>
                <a:lnTo>
                  <a:pt x="20056" y="82359"/>
                </a:lnTo>
                <a:lnTo>
                  <a:pt x="32416" y="102415"/>
                </a:lnTo>
                <a:lnTo>
                  <a:pt x="12360" y="114775"/>
                </a:lnTo>
                <a:moveTo>
                  <a:pt x="79181" y="73595"/>
                </a:moveTo>
                <a:lnTo>
                  <a:pt x="66821" y="53539"/>
                </a:lnTo>
                <a:lnTo>
                  <a:pt x="86877" y="41180"/>
                </a:lnTo>
                <a:lnTo>
                  <a:pt x="99237" y="61236"/>
                </a:lnTo>
                <a:lnTo>
                  <a:pt x="79181" y="73595"/>
                </a:lnTo>
                <a:moveTo>
                  <a:pt x="145903" y="32476"/>
                </a:moveTo>
                <a:lnTo>
                  <a:pt x="133544" y="12420"/>
                </a:lnTo>
                <a:lnTo>
                  <a:pt x="153697" y="0"/>
                </a:lnTo>
                <a:lnTo>
                  <a:pt x="166057" y="20056"/>
                </a:lnTo>
                <a:lnTo>
                  <a:pt x="145903" y="32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Actions">
            <a:extLst xmlns:a="http://schemas.openxmlformats.org/drawingml/2006/main">
              <a:ext uri="{FF2B5EF4-FFF2-40B4-BE49-F238E27FC236}">
                <a16:creationId xmlns:a16="http://schemas.microsoft.com/office/drawing/2014/main" id="{C62870EB-6DEF-4820-9D0E-6C1A8137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191" y="1737108"/>
            <a:ext cx="456386" cy="102987"/>
          </a:xfrm>
          <a:custGeom xmlns:a="http://schemas.openxmlformats.org/drawingml/2006/main">
            <a:pathLst>
              <a:path w="456386" h="102987">
                <a:moveTo>
                  <a:pt x="0" y="101328"/>
                </a:moveTo>
                <a:lnTo>
                  <a:pt x="38914" y="0"/>
                </a:lnTo>
                <a:lnTo>
                  <a:pt x="53360" y="0"/>
                </a:lnTo>
                <a:lnTo>
                  <a:pt x="94831" y="101328"/>
                </a:lnTo>
                <a:lnTo>
                  <a:pt x="79556" y="101328"/>
                </a:lnTo>
                <a:lnTo>
                  <a:pt x="67736" y="70639"/>
                </a:lnTo>
                <a:lnTo>
                  <a:pt x="25367" y="70639"/>
                </a:lnTo>
                <a:lnTo>
                  <a:pt x="14238" y="101328"/>
                </a:lnTo>
                <a:lnTo>
                  <a:pt x="0" y="101328"/>
                </a:lnTo>
                <a:moveTo>
                  <a:pt x="29237" y="59719"/>
                </a:moveTo>
                <a:lnTo>
                  <a:pt x="63589" y="59719"/>
                </a:lnTo>
                <a:lnTo>
                  <a:pt x="53014" y="31656"/>
                </a:lnTo>
                <a:cubicBezTo>
                  <a:pt x="49788" y="23132"/>
                  <a:pt x="47392" y="16128"/>
                  <a:pt x="45826" y="10644"/>
                </a:cubicBezTo>
                <a:cubicBezTo>
                  <a:pt x="44535" y="17141"/>
                  <a:pt x="42715" y="23593"/>
                  <a:pt x="40365" y="29997"/>
                </a:cubicBezTo>
                <a:lnTo>
                  <a:pt x="29237" y="59719"/>
                </a:lnTo>
                <a:close/>
                <a:moveTo>
                  <a:pt x="151246" y="74441"/>
                </a:moveTo>
                <a:lnTo>
                  <a:pt x="163480" y="76031"/>
                </a:lnTo>
                <a:cubicBezTo>
                  <a:pt x="162144" y="84463"/>
                  <a:pt x="158723" y="91064"/>
                  <a:pt x="153216" y="95833"/>
                </a:cubicBezTo>
                <a:cubicBezTo>
                  <a:pt x="147710" y="100602"/>
                  <a:pt x="140948" y="102987"/>
                  <a:pt x="132930" y="102987"/>
                </a:cubicBezTo>
                <a:cubicBezTo>
                  <a:pt x="122885" y="102987"/>
                  <a:pt x="114809" y="99704"/>
                  <a:pt x="108704" y="93137"/>
                </a:cubicBezTo>
                <a:cubicBezTo>
                  <a:pt x="102598" y="86571"/>
                  <a:pt x="99545" y="77159"/>
                  <a:pt x="99545" y="64902"/>
                </a:cubicBezTo>
                <a:cubicBezTo>
                  <a:pt x="99545" y="56977"/>
                  <a:pt x="100859" y="50042"/>
                  <a:pt x="103485" y="44098"/>
                </a:cubicBezTo>
                <a:cubicBezTo>
                  <a:pt x="106112" y="38154"/>
                  <a:pt x="110109" y="33695"/>
                  <a:pt x="115477" y="30723"/>
                </a:cubicBezTo>
                <a:cubicBezTo>
                  <a:pt x="120846" y="27751"/>
                  <a:pt x="126686" y="26265"/>
                  <a:pt x="132999" y="26265"/>
                </a:cubicBezTo>
                <a:cubicBezTo>
                  <a:pt x="140971" y="26265"/>
                  <a:pt x="147491" y="28281"/>
                  <a:pt x="152559" y="32313"/>
                </a:cubicBezTo>
                <a:cubicBezTo>
                  <a:pt x="157628" y="36345"/>
                  <a:pt x="160877" y="42070"/>
                  <a:pt x="162305" y="49489"/>
                </a:cubicBezTo>
                <a:lnTo>
                  <a:pt x="150209" y="51355"/>
                </a:lnTo>
                <a:cubicBezTo>
                  <a:pt x="149057" y="46425"/>
                  <a:pt x="147018" y="42715"/>
                  <a:pt x="144092" y="40227"/>
                </a:cubicBezTo>
                <a:cubicBezTo>
                  <a:pt x="141166" y="37739"/>
                  <a:pt x="137630" y="36495"/>
                  <a:pt x="133483" y="36495"/>
                </a:cubicBezTo>
                <a:cubicBezTo>
                  <a:pt x="127216" y="36495"/>
                  <a:pt x="122124" y="38741"/>
                  <a:pt x="118207" y="43234"/>
                </a:cubicBezTo>
                <a:cubicBezTo>
                  <a:pt x="114291" y="47726"/>
                  <a:pt x="112332" y="54834"/>
                  <a:pt x="112332" y="64557"/>
                </a:cubicBezTo>
                <a:cubicBezTo>
                  <a:pt x="112332" y="74418"/>
                  <a:pt x="114222" y="81583"/>
                  <a:pt x="118000" y="86053"/>
                </a:cubicBezTo>
                <a:cubicBezTo>
                  <a:pt x="121779" y="90522"/>
                  <a:pt x="126709" y="92757"/>
                  <a:pt x="132792" y="92757"/>
                </a:cubicBezTo>
                <a:cubicBezTo>
                  <a:pt x="137676" y="92757"/>
                  <a:pt x="141754" y="91260"/>
                  <a:pt x="145026" y="88265"/>
                </a:cubicBezTo>
                <a:cubicBezTo>
                  <a:pt x="148297" y="85269"/>
                  <a:pt x="150371" y="80661"/>
                  <a:pt x="151246" y="74441"/>
                </a:cubicBezTo>
                <a:close/>
                <a:moveTo>
                  <a:pt x="200821" y="90200"/>
                </a:moveTo>
                <a:lnTo>
                  <a:pt x="202618" y="101190"/>
                </a:lnTo>
                <a:cubicBezTo>
                  <a:pt x="199116" y="101927"/>
                  <a:pt x="195983" y="102296"/>
                  <a:pt x="193218" y="102296"/>
                </a:cubicBezTo>
                <a:cubicBezTo>
                  <a:pt x="188702" y="102296"/>
                  <a:pt x="185200" y="101581"/>
                  <a:pt x="182712" y="100153"/>
                </a:cubicBezTo>
                <a:cubicBezTo>
                  <a:pt x="180223" y="98724"/>
                  <a:pt x="178472" y="96847"/>
                  <a:pt x="177459" y="94520"/>
                </a:cubicBezTo>
                <a:cubicBezTo>
                  <a:pt x="176445" y="92193"/>
                  <a:pt x="175938" y="87297"/>
                  <a:pt x="175938" y="79832"/>
                </a:cubicBezTo>
                <a:lnTo>
                  <a:pt x="175938" y="37601"/>
                </a:lnTo>
                <a:lnTo>
                  <a:pt x="166814" y="37601"/>
                </a:lnTo>
                <a:lnTo>
                  <a:pt x="166814" y="27924"/>
                </a:lnTo>
                <a:lnTo>
                  <a:pt x="175938" y="27924"/>
                </a:lnTo>
                <a:lnTo>
                  <a:pt x="175938" y="9746"/>
                </a:lnTo>
                <a:lnTo>
                  <a:pt x="188310" y="2281"/>
                </a:lnTo>
                <a:lnTo>
                  <a:pt x="188310" y="27924"/>
                </a:lnTo>
                <a:lnTo>
                  <a:pt x="200821" y="27924"/>
                </a:lnTo>
                <a:lnTo>
                  <a:pt x="200821" y="37601"/>
                </a:lnTo>
                <a:lnTo>
                  <a:pt x="188310" y="37601"/>
                </a:lnTo>
                <a:lnTo>
                  <a:pt x="188310" y="80523"/>
                </a:lnTo>
                <a:cubicBezTo>
                  <a:pt x="188310" y="84071"/>
                  <a:pt x="188529" y="86352"/>
                  <a:pt x="188967" y="87366"/>
                </a:cubicBezTo>
                <a:cubicBezTo>
                  <a:pt x="189405" y="88380"/>
                  <a:pt x="190119" y="89186"/>
                  <a:pt x="191110" y="89785"/>
                </a:cubicBezTo>
                <a:cubicBezTo>
                  <a:pt x="192100" y="90384"/>
                  <a:pt x="193517" y="90684"/>
                  <a:pt x="195360" y="90684"/>
                </a:cubicBezTo>
                <a:cubicBezTo>
                  <a:pt x="196743" y="90684"/>
                  <a:pt x="198563" y="90522"/>
                  <a:pt x="200821" y="90200"/>
                </a:cubicBezTo>
                <a:close/>
                <a:moveTo>
                  <a:pt x="212753" y="14308"/>
                </a:moveTo>
                <a:lnTo>
                  <a:pt x="212753" y="0"/>
                </a:lnTo>
                <a:lnTo>
                  <a:pt x="225195" y="0"/>
                </a:lnTo>
                <a:lnTo>
                  <a:pt x="225195" y="14308"/>
                </a:lnTo>
                <a:lnTo>
                  <a:pt x="212753" y="14308"/>
                </a:lnTo>
                <a:moveTo>
                  <a:pt x="212753" y="101328"/>
                </a:moveTo>
                <a:lnTo>
                  <a:pt x="212753" y="27924"/>
                </a:lnTo>
                <a:lnTo>
                  <a:pt x="225195" y="27924"/>
                </a:lnTo>
                <a:lnTo>
                  <a:pt x="225195" y="101328"/>
                </a:lnTo>
                <a:lnTo>
                  <a:pt x="212753" y="101328"/>
                </a:lnTo>
                <a:close/>
                <a:moveTo>
                  <a:pt x="239294" y="64626"/>
                </a:moveTo>
                <a:cubicBezTo>
                  <a:pt x="239294" y="51033"/>
                  <a:pt x="243073" y="40964"/>
                  <a:pt x="250630" y="34421"/>
                </a:cubicBezTo>
                <a:cubicBezTo>
                  <a:pt x="256943" y="28984"/>
                  <a:pt x="264638" y="26265"/>
                  <a:pt x="273716" y="26265"/>
                </a:cubicBezTo>
                <a:cubicBezTo>
                  <a:pt x="283807" y="26265"/>
                  <a:pt x="292055" y="29571"/>
                  <a:pt x="298460" y="36184"/>
                </a:cubicBezTo>
                <a:cubicBezTo>
                  <a:pt x="304865" y="42796"/>
                  <a:pt x="308068" y="51931"/>
                  <a:pt x="308068" y="63589"/>
                </a:cubicBezTo>
                <a:cubicBezTo>
                  <a:pt x="308068" y="73035"/>
                  <a:pt x="306651" y="80466"/>
                  <a:pt x="303817" y="85880"/>
                </a:cubicBezTo>
                <a:cubicBezTo>
                  <a:pt x="300983" y="91294"/>
                  <a:pt x="296859" y="95499"/>
                  <a:pt x="291444" y="98494"/>
                </a:cubicBezTo>
                <a:cubicBezTo>
                  <a:pt x="286030" y="101489"/>
                  <a:pt x="280121" y="102987"/>
                  <a:pt x="273716" y="102987"/>
                </a:cubicBezTo>
                <a:cubicBezTo>
                  <a:pt x="263440" y="102987"/>
                  <a:pt x="255134" y="99692"/>
                  <a:pt x="248798" y="93103"/>
                </a:cubicBezTo>
                <a:cubicBezTo>
                  <a:pt x="242462" y="86514"/>
                  <a:pt x="239294" y="77021"/>
                  <a:pt x="239294" y="64626"/>
                </a:cubicBezTo>
                <a:moveTo>
                  <a:pt x="252081" y="64626"/>
                </a:moveTo>
                <a:cubicBezTo>
                  <a:pt x="252081" y="74026"/>
                  <a:pt x="254132" y="81065"/>
                  <a:pt x="258233" y="85742"/>
                </a:cubicBezTo>
                <a:cubicBezTo>
                  <a:pt x="262334" y="90419"/>
                  <a:pt x="267495" y="92757"/>
                  <a:pt x="273716" y="92757"/>
                </a:cubicBezTo>
                <a:cubicBezTo>
                  <a:pt x="279890" y="92757"/>
                  <a:pt x="285028" y="90407"/>
                  <a:pt x="289129" y="85707"/>
                </a:cubicBezTo>
                <a:cubicBezTo>
                  <a:pt x="293230" y="81007"/>
                  <a:pt x="295281" y="73842"/>
                  <a:pt x="295281" y="64211"/>
                </a:cubicBezTo>
                <a:cubicBezTo>
                  <a:pt x="295281" y="55134"/>
                  <a:pt x="293219" y="48256"/>
                  <a:pt x="289094" y="43579"/>
                </a:cubicBezTo>
                <a:cubicBezTo>
                  <a:pt x="284970" y="38902"/>
                  <a:pt x="279844" y="36564"/>
                  <a:pt x="273716" y="36564"/>
                </a:cubicBezTo>
                <a:cubicBezTo>
                  <a:pt x="267495" y="36564"/>
                  <a:pt x="262334" y="38891"/>
                  <a:pt x="258233" y="43545"/>
                </a:cubicBezTo>
                <a:cubicBezTo>
                  <a:pt x="254132" y="48199"/>
                  <a:pt x="252081" y="55226"/>
                  <a:pt x="252081" y="64626"/>
                </a:cubicBezTo>
                <a:close/>
                <a:moveTo>
                  <a:pt x="322163" y="101328"/>
                </a:moveTo>
                <a:lnTo>
                  <a:pt x="322163" y="27924"/>
                </a:lnTo>
                <a:lnTo>
                  <a:pt x="333360" y="27924"/>
                </a:lnTo>
                <a:lnTo>
                  <a:pt x="333360" y="38361"/>
                </a:lnTo>
                <a:cubicBezTo>
                  <a:pt x="338751" y="30297"/>
                  <a:pt x="346539" y="26265"/>
                  <a:pt x="356722" y="26265"/>
                </a:cubicBezTo>
                <a:cubicBezTo>
                  <a:pt x="361146" y="26265"/>
                  <a:pt x="365212" y="27060"/>
                  <a:pt x="368922" y="28650"/>
                </a:cubicBezTo>
                <a:cubicBezTo>
                  <a:pt x="372631" y="30239"/>
                  <a:pt x="375407" y="32324"/>
                  <a:pt x="377250" y="34905"/>
                </a:cubicBezTo>
                <a:cubicBezTo>
                  <a:pt x="379094" y="37485"/>
                  <a:pt x="380384" y="40550"/>
                  <a:pt x="381121" y="44098"/>
                </a:cubicBezTo>
                <a:cubicBezTo>
                  <a:pt x="381582" y="46402"/>
                  <a:pt x="381812" y="50434"/>
                  <a:pt x="381812" y="56193"/>
                </a:cubicBezTo>
                <a:lnTo>
                  <a:pt x="381812" y="101328"/>
                </a:lnTo>
                <a:lnTo>
                  <a:pt x="369371" y="101328"/>
                </a:lnTo>
                <a:lnTo>
                  <a:pt x="369371" y="56677"/>
                </a:lnTo>
                <a:cubicBezTo>
                  <a:pt x="369371" y="51609"/>
                  <a:pt x="368887" y="47819"/>
                  <a:pt x="367919" y="45307"/>
                </a:cubicBezTo>
                <a:cubicBezTo>
                  <a:pt x="366952" y="42796"/>
                  <a:pt x="365235" y="40792"/>
                  <a:pt x="362770" y="39294"/>
                </a:cubicBezTo>
                <a:cubicBezTo>
                  <a:pt x="360305" y="37796"/>
                  <a:pt x="357413" y="37048"/>
                  <a:pt x="354096" y="37048"/>
                </a:cubicBezTo>
                <a:cubicBezTo>
                  <a:pt x="348797" y="37048"/>
                  <a:pt x="344223" y="38729"/>
                  <a:pt x="340376" y="42093"/>
                </a:cubicBezTo>
                <a:cubicBezTo>
                  <a:pt x="336528" y="45457"/>
                  <a:pt x="334604" y="51839"/>
                  <a:pt x="334604" y="61239"/>
                </a:cubicBezTo>
                <a:lnTo>
                  <a:pt x="334604" y="101328"/>
                </a:lnTo>
                <a:lnTo>
                  <a:pt x="322163" y="101328"/>
                </a:lnTo>
                <a:close/>
                <a:moveTo>
                  <a:pt x="395424" y="79417"/>
                </a:moveTo>
                <a:lnTo>
                  <a:pt x="407727" y="77482"/>
                </a:lnTo>
                <a:cubicBezTo>
                  <a:pt x="408418" y="82412"/>
                  <a:pt x="410342" y="86191"/>
                  <a:pt x="413498" y="88817"/>
                </a:cubicBezTo>
                <a:cubicBezTo>
                  <a:pt x="416654" y="91444"/>
                  <a:pt x="421067" y="92757"/>
                  <a:pt x="426734" y="92757"/>
                </a:cubicBezTo>
                <a:cubicBezTo>
                  <a:pt x="432448" y="92757"/>
                  <a:pt x="436687" y="91594"/>
                  <a:pt x="439452" y="89267"/>
                </a:cubicBezTo>
                <a:cubicBezTo>
                  <a:pt x="442217" y="86940"/>
                  <a:pt x="443599" y="84210"/>
                  <a:pt x="443599" y="81076"/>
                </a:cubicBezTo>
                <a:cubicBezTo>
                  <a:pt x="443599" y="78265"/>
                  <a:pt x="442378" y="76054"/>
                  <a:pt x="439936" y="74441"/>
                </a:cubicBezTo>
                <a:cubicBezTo>
                  <a:pt x="438231" y="73335"/>
                  <a:pt x="433992" y="71929"/>
                  <a:pt x="427218" y="70225"/>
                </a:cubicBezTo>
                <a:cubicBezTo>
                  <a:pt x="418094" y="67921"/>
                  <a:pt x="411770" y="65928"/>
                  <a:pt x="408245" y="64246"/>
                </a:cubicBezTo>
                <a:cubicBezTo>
                  <a:pt x="404720" y="62564"/>
                  <a:pt x="402047" y="60237"/>
                  <a:pt x="400227" y="57265"/>
                </a:cubicBezTo>
                <a:cubicBezTo>
                  <a:pt x="398407" y="54293"/>
                  <a:pt x="397497" y="51010"/>
                  <a:pt x="397497" y="47415"/>
                </a:cubicBezTo>
                <a:cubicBezTo>
                  <a:pt x="397497" y="44144"/>
                  <a:pt x="398246" y="41114"/>
                  <a:pt x="399743" y="38326"/>
                </a:cubicBezTo>
                <a:cubicBezTo>
                  <a:pt x="401241" y="35539"/>
                  <a:pt x="403280" y="33223"/>
                  <a:pt x="405860" y="31380"/>
                </a:cubicBezTo>
                <a:cubicBezTo>
                  <a:pt x="407796" y="29951"/>
                  <a:pt x="410434" y="28742"/>
                  <a:pt x="413775" y="27751"/>
                </a:cubicBezTo>
                <a:cubicBezTo>
                  <a:pt x="417115" y="26760"/>
                  <a:pt x="420698" y="26265"/>
                  <a:pt x="424523" y="26265"/>
                </a:cubicBezTo>
                <a:cubicBezTo>
                  <a:pt x="430282" y="26265"/>
                  <a:pt x="435340" y="27095"/>
                  <a:pt x="439694" y="28753"/>
                </a:cubicBezTo>
                <a:cubicBezTo>
                  <a:pt x="444049" y="30412"/>
                  <a:pt x="447263" y="32659"/>
                  <a:pt x="449336" y="35492"/>
                </a:cubicBezTo>
                <a:cubicBezTo>
                  <a:pt x="451410" y="38326"/>
                  <a:pt x="452838" y="42116"/>
                  <a:pt x="453621" y="46862"/>
                </a:cubicBezTo>
                <a:lnTo>
                  <a:pt x="441457" y="48521"/>
                </a:lnTo>
                <a:cubicBezTo>
                  <a:pt x="440904" y="44743"/>
                  <a:pt x="439302" y="41794"/>
                  <a:pt x="436653" y="39674"/>
                </a:cubicBezTo>
                <a:cubicBezTo>
                  <a:pt x="434003" y="37554"/>
                  <a:pt x="430259" y="36495"/>
                  <a:pt x="425421" y="36495"/>
                </a:cubicBezTo>
                <a:cubicBezTo>
                  <a:pt x="419707" y="36495"/>
                  <a:pt x="415629" y="37439"/>
                  <a:pt x="413187" y="39329"/>
                </a:cubicBezTo>
                <a:cubicBezTo>
                  <a:pt x="410745" y="41218"/>
                  <a:pt x="409524" y="43430"/>
                  <a:pt x="409524" y="45964"/>
                </a:cubicBezTo>
                <a:cubicBezTo>
                  <a:pt x="409524" y="47577"/>
                  <a:pt x="410031" y="49028"/>
                  <a:pt x="411044" y="50318"/>
                </a:cubicBezTo>
                <a:cubicBezTo>
                  <a:pt x="412058" y="51655"/>
                  <a:pt x="413648" y="52761"/>
                  <a:pt x="415814" y="53636"/>
                </a:cubicBezTo>
                <a:cubicBezTo>
                  <a:pt x="417058" y="54097"/>
                  <a:pt x="420721" y="55157"/>
                  <a:pt x="426803" y="56816"/>
                </a:cubicBezTo>
                <a:cubicBezTo>
                  <a:pt x="435605" y="59166"/>
                  <a:pt x="441745" y="61089"/>
                  <a:pt x="445224" y="62587"/>
                </a:cubicBezTo>
                <a:cubicBezTo>
                  <a:pt x="448703" y="64085"/>
                  <a:pt x="451433" y="66262"/>
                  <a:pt x="453414" y="69119"/>
                </a:cubicBezTo>
                <a:cubicBezTo>
                  <a:pt x="455396" y="71976"/>
                  <a:pt x="456386" y="75524"/>
                  <a:pt x="456386" y="79763"/>
                </a:cubicBezTo>
                <a:cubicBezTo>
                  <a:pt x="456386" y="83910"/>
                  <a:pt x="455177" y="87815"/>
                  <a:pt x="452757" y="91479"/>
                </a:cubicBezTo>
                <a:cubicBezTo>
                  <a:pt x="450338" y="95142"/>
                  <a:pt x="446848" y="97976"/>
                  <a:pt x="442286" y="99980"/>
                </a:cubicBezTo>
                <a:cubicBezTo>
                  <a:pt x="437724" y="101985"/>
                  <a:pt x="432563" y="102987"/>
                  <a:pt x="426803" y="102987"/>
                </a:cubicBezTo>
                <a:cubicBezTo>
                  <a:pt x="417265" y="102987"/>
                  <a:pt x="409996" y="101005"/>
                  <a:pt x="404996" y="97043"/>
                </a:cubicBezTo>
                <a:cubicBezTo>
                  <a:pt x="399997" y="93080"/>
                  <a:pt x="396806" y="87205"/>
                  <a:pt x="395424" y="794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walktowardsfridge">
            <a:extLst xmlns:a="http://schemas.openxmlformats.org/drawingml/2006/main">
              <a:ext uri="{FF2B5EF4-FFF2-40B4-BE49-F238E27FC236}">
                <a16:creationId xmlns:a16="http://schemas.microsoft.com/office/drawing/2014/main" id="{FD687070-07DD-4F73-9642-3E143431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764" y="1895810"/>
            <a:ext cx="1331425" cy="102049"/>
          </a:xfrm>
          <a:custGeom xmlns:a="http://schemas.openxmlformats.org/drawingml/2006/main">
            <a:pathLst>
              <a:path w="1331425" h="102049">
                <a:moveTo>
                  <a:pt x="36085" y="49901"/>
                </a:moveTo>
                <a:lnTo>
                  <a:pt x="28673" y="77223"/>
                </a:lnTo>
                <a:cubicBezTo>
                  <a:pt x="28290" y="78680"/>
                  <a:pt x="27715" y="79695"/>
                  <a:pt x="26949" y="80270"/>
                </a:cubicBezTo>
                <a:cubicBezTo>
                  <a:pt x="26183" y="80846"/>
                  <a:pt x="25033" y="81134"/>
                  <a:pt x="23501" y="81134"/>
                </a:cubicBezTo>
                <a:cubicBezTo>
                  <a:pt x="22122" y="81134"/>
                  <a:pt x="21050" y="80769"/>
                  <a:pt x="20283" y="80040"/>
                </a:cubicBezTo>
                <a:cubicBezTo>
                  <a:pt x="19517" y="79312"/>
                  <a:pt x="18828" y="77990"/>
                  <a:pt x="18215" y="76072"/>
                </a:cubicBezTo>
                <a:lnTo>
                  <a:pt x="5056" y="34131"/>
                </a:lnTo>
                <a:lnTo>
                  <a:pt x="4539" y="34131"/>
                </a:lnTo>
                <a:cubicBezTo>
                  <a:pt x="2930" y="34131"/>
                  <a:pt x="1772" y="33815"/>
                  <a:pt x="1063" y="33183"/>
                </a:cubicBezTo>
                <a:cubicBezTo>
                  <a:pt x="354" y="32551"/>
                  <a:pt x="0" y="31488"/>
                  <a:pt x="0" y="29994"/>
                </a:cubicBezTo>
                <a:cubicBezTo>
                  <a:pt x="0" y="28692"/>
                  <a:pt x="373" y="27696"/>
                  <a:pt x="1120" y="27006"/>
                </a:cubicBezTo>
                <a:cubicBezTo>
                  <a:pt x="1867" y="26317"/>
                  <a:pt x="2969" y="25972"/>
                  <a:pt x="4424" y="25972"/>
                </a:cubicBezTo>
                <a:lnTo>
                  <a:pt x="19766" y="25972"/>
                </a:lnTo>
                <a:cubicBezTo>
                  <a:pt x="21835" y="25972"/>
                  <a:pt x="23233" y="26269"/>
                  <a:pt x="23961" y="26863"/>
                </a:cubicBezTo>
                <a:cubicBezTo>
                  <a:pt x="24689" y="27456"/>
                  <a:pt x="25053" y="28500"/>
                  <a:pt x="25053" y="29994"/>
                </a:cubicBezTo>
                <a:cubicBezTo>
                  <a:pt x="25053" y="30914"/>
                  <a:pt x="24842" y="31708"/>
                  <a:pt x="24421" y="32379"/>
                </a:cubicBezTo>
                <a:cubicBezTo>
                  <a:pt x="23999" y="33049"/>
                  <a:pt x="23463" y="33461"/>
                  <a:pt x="22812" y="33614"/>
                </a:cubicBezTo>
                <a:cubicBezTo>
                  <a:pt x="22160" y="33806"/>
                  <a:pt x="21404" y="33940"/>
                  <a:pt x="20542" y="34016"/>
                </a:cubicBezTo>
                <a:cubicBezTo>
                  <a:pt x="19680" y="34093"/>
                  <a:pt x="18636" y="34131"/>
                  <a:pt x="17410" y="34131"/>
                </a:cubicBezTo>
                <a:lnTo>
                  <a:pt x="14078" y="34131"/>
                </a:lnTo>
                <a:lnTo>
                  <a:pt x="23961" y="68652"/>
                </a:lnTo>
                <a:lnTo>
                  <a:pt x="31373" y="43600"/>
                </a:lnTo>
                <a:cubicBezTo>
                  <a:pt x="31795" y="42144"/>
                  <a:pt x="32388" y="41129"/>
                  <a:pt x="33154" y="40554"/>
                </a:cubicBezTo>
                <a:cubicBezTo>
                  <a:pt x="33921" y="39980"/>
                  <a:pt x="35051" y="39692"/>
                  <a:pt x="36545" y="39692"/>
                </a:cubicBezTo>
                <a:cubicBezTo>
                  <a:pt x="37924" y="39692"/>
                  <a:pt x="39006" y="40066"/>
                  <a:pt x="39791" y="40813"/>
                </a:cubicBezTo>
                <a:cubicBezTo>
                  <a:pt x="40576" y="41560"/>
                  <a:pt x="41276" y="42872"/>
                  <a:pt x="41888" y="44749"/>
                </a:cubicBezTo>
                <a:lnTo>
                  <a:pt x="49071" y="68652"/>
                </a:lnTo>
                <a:lnTo>
                  <a:pt x="58552" y="34131"/>
                </a:lnTo>
                <a:lnTo>
                  <a:pt x="57173" y="34131"/>
                </a:lnTo>
                <a:lnTo>
                  <a:pt x="54702" y="34131"/>
                </a:lnTo>
                <a:cubicBezTo>
                  <a:pt x="52059" y="34131"/>
                  <a:pt x="50278" y="33834"/>
                  <a:pt x="49358" y="33241"/>
                </a:cubicBezTo>
                <a:cubicBezTo>
                  <a:pt x="48439" y="32647"/>
                  <a:pt x="47979" y="31565"/>
                  <a:pt x="47979" y="29994"/>
                </a:cubicBezTo>
                <a:cubicBezTo>
                  <a:pt x="47979" y="28462"/>
                  <a:pt x="48324" y="27408"/>
                  <a:pt x="49013" y="26834"/>
                </a:cubicBezTo>
                <a:cubicBezTo>
                  <a:pt x="49703" y="26259"/>
                  <a:pt x="51044" y="25972"/>
                  <a:pt x="53036" y="25972"/>
                </a:cubicBezTo>
                <a:lnTo>
                  <a:pt x="68435" y="25972"/>
                </a:lnTo>
                <a:cubicBezTo>
                  <a:pt x="69622" y="25972"/>
                  <a:pt x="70513" y="26317"/>
                  <a:pt x="71107" y="27006"/>
                </a:cubicBezTo>
                <a:cubicBezTo>
                  <a:pt x="71701" y="27696"/>
                  <a:pt x="71998" y="28692"/>
                  <a:pt x="71998" y="29994"/>
                </a:cubicBezTo>
                <a:cubicBezTo>
                  <a:pt x="71998" y="31450"/>
                  <a:pt x="71653" y="32484"/>
                  <a:pt x="70963" y="33097"/>
                </a:cubicBezTo>
                <a:cubicBezTo>
                  <a:pt x="70274" y="33710"/>
                  <a:pt x="68971" y="34055"/>
                  <a:pt x="67056" y="34131"/>
                </a:cubicBezTo>
                <a:lnTo>
                  <a:pt x="54127" y="77221"/>
                </a:lnTo>
                <a:cubicBezTo>
                  <a:pt x="53629" y="78679"/>
                  <a:pt x="53007" y="79695"/>
                  <a:pt x="52260" y="80270"/>
                </a:cubicBezTo>
                <a:cubicBezTo>
                  <a:pt x="51513" y="80846"/>
                  <a:pt x="50393" y="81134"/>
                  <a:pt x="48899" y="81134"/>
                </a:cubicBezTo>
                <a:cubicBezTo>
                  <a:pt x="47520" y="81134"/>
                  <a:pt x="46428" y="80760"/>
                  <a:pt x="45623" y="80011"/>
                </a:cubicBezTo>
                <a:cubicBezTo>
                  <a:pt x="44819" y="79264"/>
                  <a:pt x="44149" y="77951"/>
                  <a:pt x="43612" y="76072"/>
                </a:cubicBezTo>
                <a:lnTo>
                  <a:pt x="36085" y="49901"/>
                </a:lnTo>
                <a:close/>
                <a:moveTo>
                  <a:pt x="119534" y="53725"/>
                </a:moveTo>
                <a:cubicBezTo>
                  <a:pt x="117427" y="53036"/>
                  <a:pt x="115387" y="52528"/>
                  <a:pt x="113414" y="52202"/>
                </a:cubicBezTo>
                <a:cubicBezTo>
                  <a:pt x="111441" y="51877"/>
                  <a:pt x="109478" y="51714"/>
                  <a:pt x="107525" y="51714"/>
                </a:cubicBezTo>
                <a:cubicBezTo>
                  <a:pt x="101625" y="51714"/>
                  <a:pt x="96971" y="52710"/>
                  <a:pt x="93562" y="54702"/>
                </a:cubicBezTo>
                <a:cubicBezTo>
                  <a:pt x="90153" y="56694"/>
                  <a:pt x="88448" y="59375"/>
                  <a:pt x="88448" y="62746"/>
                </a:cubicBezTo>
                <a:cubicBezTo>
                  <a:pt x="88448" y="65351"/>
                  <a:pt x="89511" y="67496"/>
                  <a:pt x="91637" y="69182"/>
                </a:cubicBezTo>
                <a:cubicBezTo>
                  <a:pt x="93763" y="70867"/>
                  <a:pt x="96473" y="71710"/>
                  <a:pt x="99768" y="71710"/>
                </a:cubicBezTo>
                <a:cubicBezTo>
                  <a:pt x="104632" y="71710"/>
                  <a:pt x="109143" y="70437"/>
                  <a:pt x="113299" y="67889"/>
                </a:cubicBezTo>
                <a:cubicBezTo>
                  <a:pt x="117456" y="65342"/>
                  <a:pt x="119534" y="62689"/>
                  <a:pt x="119534" y="59931"/>
                </a:cubicBezTo>
                <a:lnTo>
                  <a:pt x="119534" y="53725"/>
                </a:lnTo>
                <a:moveTo>
                  <a:pt x="119993" y="71825"/>
                </a:moveTo>
                <a:cubicBezTo>
                  <a:pt x="116852" y="74660"/>
                  <a:pt x="113433" y="76824"/>
                  <a:pt x="109737" y="78318"/>
                </a:cubicBezTo>
                <a:cubicBezTo>
                  <a:pt x="106040" y="79812"/>
                  <a:pt x="102238" y="80559"/>
                  <a:pt x="98331" y="80559"/>
                </a:cubicBezTo>
                <a:cubicBezTo>
                  <a:pt x="92623" y="80559"/>
                  <a:pt x="88017" y="78967"/>
                  <a:pt x="84512" y="75783"/>
                </a:cubicBezTo>
                <a:cubicBezTo>
                  <a:pt x="81007" y="72598"/>
                  <a:pt x="79254" y="68455"/>
                  <a:pt x="79254" y="63352"/>
                </a:cubicBezTo>
                <a:cubicBezTo>
                  <a:pt x="79254" y="57290"/>
                  <a:pt x="81581" y="52590"/>
                  <a:pt x="86236" y="49252"/>
                </a:cubicBezTo>
                <a:cubicBezTo>
                  <a:pt x="90890" y="45914"/>
                  <a:pt x="97431" y="44244"/>
                  <a:pt x="105858" y="44244"/>
                </a:cubicBezTo>
                <a:cubicBezTo>
                  <a:pt x="108080" y="44244"/>
                  <a:pt x="110321" y="44388"/>
                  <a:pt x="112581" y="44675"/>
                </a:cubicBezTo>
                <a:cubicBezTo>
                  <a:pt x="114841" y="44963"/>
                  <a:pt x="117159" y="45413"/>
                  <a:pt x="119534" y="46026"/>
                </a:cubicBezTo>
                <a:lnTo>
                  <a:pt x="119534" y="45623"/>
                </a:lnTo>
                <a:cubicBezTo>
                  <a:pt x="119534" y="41235"/>
                  <a:pt x="118480" y="37992"/>
                  <a:pt x="116373" y="35896"/>
                </a:cubicBezTo>
                <a:cubicBezTo>
                  <a:pt x="114267" y="33800"/>
                  <a:pt x="110991" y="32752"/>
                  <a:pt x="106548" y="32752"/>
                </a:cubicBezTo>
                <a:cubicBezTo>
                  <a:pt x="103560" y="32752"/>
                  <a:pt x="100227" y="33557"/>
                  <a:pt x="96550" y="35166"/>
                </a:cubicBezTo>
                <a:cubicBezTo>
                  <a:pt x="92872" y="36774"/>
                  <a:pt x="90440" y="37579"/>
                  <a:pt x="89252" y="37579"/>
                </a:cubicBezTo>
                <a:cubicBezTo>
                  <a:pt x="88141" y="37579"/>
                  <a:pt x="87222" y="37129"/>
                  <a:pt x="86494" y="36229"/>
                </a:cubicBezTo>
                <a:cubicBezTo>
                  <a:pt x="85766" y="35328"/>
                  <a:pt x="85402" y="34170"/>
                  <a:pt x="85402" y="32752"/>
                </a:cubicBezTo>
                <a:cubicBezTo>
                  <a:pt x="85402" y="30477"/>
                  <a:pt x="87519" y="28548"/>
                  <a:pt x="91752" y="26967"/>
                </a:cubicBezTo>
                <a:cubicBezTo>
                  <a:pt x="95985" y="25384"/>
                  <a:pt x="101396" y="24593"/>
                  <a:pt x="107984" y="24593"/>
                </a:cubicBezTo>
                <a:cubicBezTo>
                  <a:pt x="114726" y="24593"/>
                  <a:pt x="119821" y="26310"/>
                  <a:pt x="123269" y="29743"/>
                </a:cubicBezTo>
                <a:cubicBezTo>
                  <a:pt x="126716" y="33175"/>
                  <a:pt x="128440" y="38247"/>
                  <a:pt x="128440" y="44959"/>
                </a:cubicBezTo>
                <a:lnTo>
                  <a:pt x="128440" y="71021"/>
                </a:lnTo>
                <a:lnTo>
                  <a:pt x="131256" y="71021"/>
                </a:lnTo>
                <a:cubicBezTo>
                  <a:pt x="133975" y="71021"/>
                  <a:pt x="135795" y="71306"/>
                  <a:pt x="136714" y="71877"/>
                </a:cubicBezTo>
                <a:cubicBezTo>
                  <a:pt x="137634" y="72447"/>
                  <a:pt x="138093" y="73474"/>
                  <a:pt x="138093" y="74957"/>
                </a:cubicBezTo>
                <a:cubicBezTo>
                  <a:pt x="138093" y="76326"/>
                  <a:pt x="137710" y="77353"/>
                  <a:pt x="136944" y="78038"/>
                </a:cubicBezTo>
                <a:cubicBezTo>
                  <a:pt x="136178" y="78723"/>
                  <a:pt x="135029" y="79065"/>
                  <a:pt x="133497" y="79065"/>
                </a:cubicBezTo>
                <a:lnTo>
                  <a:pt x="124475" y="79065"/>
                </a:lnTo>
                <a:cubicBezTo>
                  <a:pt x="123403" y="79065"/>
                  <a:pt x="122522" y="78742"/>
                  <a:pt x="121832" y="78097"/>
                </a:cubicBezTo>
                <a:cubicBezTo>
                  <a:pt x="121143" y="77451"/>
                  <a:pt x="120683" y="76519"/>
                  <a:pt x="120453" y="75303"/>
                </a:cubicBezTo>
                <a:lnTo>
                  <a:pt x="119993" y="71825"/>
                </a:lnTo>
                <a:close/>
                <a:moveTo>
                  <a:pt x="173276" y="12067"/>
                </a:moveTo>
                <a:lnTo>
                  <a:pt x="163508" y="12067"/>
                </a:lnTo>
                <a:cubicBezTo>
                  <a:pt x="159792" y="12067"/>
                  <a:pt x="157465" y="11774"/>
                  <a:pt x="156526" y="11189"/>
                </a:cubicBezTo>
                <a:cubicBezTo>
                  <a:pt x="155588" y="10603"/>
                  <a:pt x="155119" y="9536"/>
                  <a:pt x="155119" y="7987"/>
                </a:cubicBezTo>
                <a:cubicBezTo>
                  <a:pt x="155119" y="6627"/>
                  <a:pt x="155511" y="5607"/>
                  <a:pt x="156297" y="4927"/>
                </a:cubicBezTo>
                <a:cubicBezTo>
                  <a:pt x="157082" y="4247"/>
                  <a:pt x="158221" y="3907"/>
                  <a:pt x="159715" y="3907"/>
                </a:cubicBezTo>
                <a:lnTo>
                  <a:pt x="178677" y="3907"/>
                </a:lnTo>
                <a:cubicBezTo>
                  <a:pt x="179712" y="3907"/>
                  <a:pt x="180516" y="4118"/>
                  <a:pt x="181091" y="4539"/>
                </a:cubicBezTo>
                <a:cubicBezTo>
                  <a:pt x="181665" y="4960"/>
                  <a:pt x="181953" y="5533"/>
                  <a:pt x="181953" y="6260"/>
                </a:cubicBezTo>
                <a:lnTo>
                  <a:pt x="181953" y="70906"/>
                </a:lnTo>
                <a:lnTo>
                  <a:pt x="199995" y="70906"/>
                </a:lnTo>
                <a:cubicBezTo>
                  <a:pt x="201451" y="70906"/>
                  <a:pt x="202514" y="71224"/>
                  <a:pt x="203184" y="71861"/>
                </a:cubicBezTo>
                <a:cubicBezTo>
                  <a:pt x="203854" y="72497"/>
                  <a:pt x="204190" y="73509"/>
                  <a:pt x="204190" y="74899"/>
                </a:cubicBezTo>
                <a:cubicBezTo>
                  <a:pt x="204190" y="76481"/>
                  <a:pt x="203864" y="77571"/>
                  <a:pt x="203213" y="78169"/>
                </a:cubicBezTo>
                <a:cubicBezTo>
                  <a:pt x="202562" y="78766"/>
                  <a:pt x="201336" y="79065"/>
                  <a:pt x="199535" y="79065"/>
                </a:cubicBezTo>
                <a:lnTo>
                  <a:pt x="157130" y="79065"/>
                </a:lnTo>
                <a:cubicBezTo>
                  <a:pt x="155636" y="79065"/>
                  <a:pt x="154496" y="78718"/>
                  <a:pt x="153711" y="78024"/>
                </a:cubicBezTo>
                <a:cubicBezTo>
                  <a:pt x="152926" y="77329"/>
                  <a:pt x="152533" y="76288"/>
                  <a:pt x="152533" y="74899"/>
                </a:cubicBezTo>
                <a:cubicBezTo>
                  <a:pt x="152533" y="73549"/>
                  <a:pt x="152935" y="72546"/>
                  <a:pt x="153740" y="71890"/>
                </a:cubicBezTo>
                <a:cubicBezTo>
                  <a:pt x="154544" y="71234"/>
                  <a:pt x="155751" y="70906"/>
                  <a:pt x="157360" y="70906"/>
                </a:cubicBezTo>
                <a:lnTo>
                  <a:pt x="173276" y="70906"/>
                </a:lnTo>
                <a:lnTo>
                  <a:pt x="173276" y="12067"/>
                </a:lnTo>
                <a:close/>
                <a:moveTo>
                  <a:pt x="237016" y="57052"/>
                </a:moveTo>
                <a:lnTo>
                  <a:pt x="237016" y="74005"/>
                </a:lnTo>
                <a:cubicBezTo>
                  <a:pt x="237016" y="75538"/>
                  <a:pt x="236700" y="76765"/>
                  <a:pt x="236068" y="77686"/>
                </a:cubicBezTo>
                <a:cubicBezTo>
                  <a:pt x="235436" y="78605"/>
                  <a:pt x="234622" y="79065"/>
                  <a:pt x="233626" y="79065"/>
                </a:cubicBezTo>
                <a:lnTo>
                  <a:pt x="222996" y="79065"/>
                </a:lnTo>
                <a:cubicBezTo>
                  <a:pt x="221502" y="79065"/>
                  <a:pt x="220372" y="78718"/>
                  <a:pt x="219606" y="78024"/>
                </a:cubicBezTo>
                <a:cubicBezTo>
                  <a:pt x="218840" y="77329"/>
                  <a:pt x="218456" y="76288"/>
                  <a:pt x="218456" y="74899"/>
                </a:cubicBezTo>
                <a:cubicBezTo>
                  <a:pt x="218456" y="73356"/>
                  <a:pt x="218907" y="72305"/>
                  <a:pt x="219807" y="71746"/>
                </a:cubicBezTo>
                <a:cubicBezTo>
                  <a:pt x="220707" y="71186"/>
                  <a:pt x="222632" y="70906"/>
                  <a:pt x="225581" y="70906"/>
                </a:cubicBezTo>
                <a:lnTo>
                  <a:pt x="228340" y="70906"/>
                </a:lnTo>
                <a:lnTo>
                  <a:pt x="228340" y="12067"/>
                </a:lnTo>
                <a:lnTo>
                  <a:pt x="225984" y="12067"/>
                </a:lnTo>
                <a:cubicBezTo>
                  <a:pt x="222689" y="12067"/>
                  <a:pt x="220563" y="11770"/>
                  <a:pt x="219606" y="11176"/>
                </a:cubicBezTo>
                <a:cubicBezTo>
                  <a:pt x="218648" y="10582"/>
                  <a:pt x="218169" y="9500"/>
                  <a:pt x="218169" y="7929"/>
                </a:cubicBezTo>
                <a:cubicBezTo>
                  <a:pt x="218169" y="6550"/>
                  <a:pt x="218562" y="5516"/>
                  <a:pt x="219347" y="4827"/>
                </a:cubicBezTo>
                <a:cubicBezTo>
                  <a:pt x="220132" y="4137"/>
                  <a:pt x="221272" y="3792"/>
                  <a:pt x="222766" y="3792"/>
                </a:cubicBezTo>
                <a:lnTo>
                  <a:pt x="233741" y="3792"/>
                </a:lnTo>
                <a:cubicBezTo>
                  <a:pt x="234775" y="3792"/>
                  <a:pt x="235580" y="4004"/>
                  <a:pt x="236154" y="4426"/>
                </a:cubicBezTo>
                <a:cubicBezTo>
                  <a:pt x="236729" y="4848"/>
                  <a:pt x="237016" y="5422"/>
                  <a:pt x="237016" y="6150"/>
                </a:cubicBezTo>
                <a:lnTo>
                  <a:pt x="237016" y="47381"/>
                </a:lnTo>
                <a:lnTo>
                  <a:pt x="253622" y="33465"/>
                </a:lnTo>
                <a:cubicBezTo>
                  <a:pt x="252358" y="32931"/>
                  <a:pt x="251429" y="32340"/>
                  <a:pt x="250835" y="31693"/>
                </a:cubicBezTo>
                <a:cubicBezTo>
                  <a:pt x="250241" y="31044"/>
                  <a:pt x="249945" y="30281"/>
                  <a:pt x="249945" y="29403"/>
                </a:cubicBezTo>
                <a:cubicBezTo>
                  <a:pt x="249945" y="28260"/>
                  <a:pt x="250366" y="27402"/>
                  <a:pt x="251209" y="26830"/>
                </a:cubicBezTo>
                <a:cubicBezTo>
                  <a:pt x="252051" y="26258"/>
                  <a:pt x="253277" y="25972"/>
                  <a:pt x="254886" y="25972"/>
                </a:cubicBezTo>
                <a:lnTo>
                  <a:pt x="270458" y="25972"/>
                </a:lnTo>
                <a:cubicBezTo>
                  <a:pt x="271913" y="25972"/>
                  <a:pt x="273024" y="26298"/>
                  <a:pt x="273791" y="26949"/>
                </a:cubicBezTo>
                <a:cubicBezTo>
                  <a:pt x="274557" y="27599"/>
                  <a:pt x="274940" y="28574"/>
                  <a:pt x="274940" y="29874"/>
                </a:cubicBezTo>
                <a:cubicBezTo>
                  <a:pt x="274940" y="32170"/>
                  <a:pt x="273082" y="33509"/>
                  <a:pt x="269366" y="33891"/>
                </a:cubicBezTo>
                <a:cubicBezTo>
                  <a:pt x="268638" y="33967"/>
                  <a:pt x="268064" y="34044"/>
                  <a:pt x="267642" y="34121"/>
                </a:cubicBezTo>
                <a:cubicBezTo>
                  <a:pt x="266072" y="34312"/>
                  <a:pt x="264348" y="34915"/>
                  <a:pt x="262471" y="35929"/>
                </a:cubicBezTo>
                <a:cubicBezTo>
                  <a:pt x="260594" y="36943"/>
                  <a:pt x="258698" y="38291"/>
                  <a:pt x="256782" y="39974"/>
                </a:cubicBezTo>
                <a:lnTo>
                  <a:pt x="248451" y="47263"/>
                </a:lnTo>
                <a:lnTo>
                  <a:pt x="270228" y="70906"/>
                </a:lnTo>
                <a:lnTo>
                  <a:pt x="275170" y="70906"/>
                </a:lnTo>
                <a:cubicBezTo>
                  <a:pt x="276817" y="70906"/>
                  <a:pt x="277995" y="71215"/>
                  <a:pt x="278703" y="71832"/>
                </a:cubicBezTo>
                <a:cubicBezTo>
                  <a:pt x="279412" y="72449"/>
                  <a:pt x="279766" y="73471"/>
                  <a:pt x="279766" y="74899"/>
                </a:cubicBezTo>
                <a:cubicBezTo>
                  <a:pt x="279766" y="76250"/>
                  <a:pt x="279374" y="77281"/>
                  <a:pt x="278588" y="77995"/>
                </a:cubicBezTo>
                <a:cubicBezTo>
                  <a:pt x="277803" y="78708"/>
                  <a:pt x="276664" y="79065"/>
                  <a:pt x="275170" y="79065"/>
                </a:cubicBezTo>
                <a:lnTo>
                  <a:pt x="259598" y="79065"/>
                </a:lnTo>
                <a:cubicBezTo>
                  <a:pt x="257912" y="79065"/>
                  <a:pt x="256687" y="78778"/>
                  <a:pt x="255920" y="78203"/>
                </a:cubicBezTo>
                <a:cubicBezTo>
                  <a:pt x="255154" y="77627"/>
                  <a:pt x="254771" y="76707"/>
                  <a:pt x="254771" y="75443"/>
                </a:cubicBezTo>
                <a:cubicBezTo>
                  <a:pt x="254771" y="74408"/>
                  <a:pt x="255145" y="73517"/>
                  <a:pt x="255892" y="72770"/>
                </a:cubicBezTo>
                <a:cubicBezTo>
                  <a:pt x="256639" y="72021"/>
                  <a:pt x="257759" y="71418"/>
                  <a:pt x="259253" y="70958"/>
                </a:cubicBezTo>
                <a:lnTo>
                  <a:pt x="242187" y="52341"/>
                </a:lnTo>
                <a:lnTo>
                  <a:pt x="237016" y="57052"/>
                </a:lnTo>
                <a:close/>
                <a:moveTo>
                  <a:pt x="403857" y="29190"/>
                </a:moveTo>
                <a:cubicBezTo>
                  <a:pt x="405734" y="29190"/>
                  <a:pt x="407103" y="29518"/>
                  <a:pt x="407965" y="30174"/>
                </a:cubicBezTo>
                <a:cubicBezTo>
                  <a:pt x="408827" y="30830"/>
                  <a:pt x="409258" y="31871"/>
                  <a:pt x="409258" y="33298"/>
                </a:cubicBezTo>
                <a:cubicBezTo>
                  <a:pt x="409258" y="34648"/>
                  <a:pt x="408856" y="35661"/>
                  <a:pt x="408051" y="36336"/>
                </a:cubicBezTo>
                <a:cubicBezTo>
                  <a:pt x="407247" y="37011"/>
                  <a:pt x="406040" y="37349"/>
                  <a:pt x="404431" y="37349"/>
                </a:cubicBezTo>
                <a:lnTo>
                  <a:pt x="381160" y="37349"/>
                </a:lnTo>
                <a:lnTo>
                  <a:pt x="381160" y="56541"/>
                </a:lnTo>
                <a:cubicBezTo>
                  <a:pt x="381160" y="62823"/>
                  <a:pt x="381974" y="66960"/>
                  <a:pt x="383602" y="68952"/>
                </a:cubicBezTo>
                <a:cubicBezTo>
                  <a:pt x="385230" y="70944"/>
                  <a:pt x="388017" y="71940"/>
                  <a:pt x="391962" y="71940"/>
                </a:cubicBezTo>
                <a:cubicBezTo>
                  <a:pt x="395448" y="71940"/>
                  <a:pt x="399624" y="70925"/>
                  <a:pt x="404489" y="68895"/>
                </a:cubicBezTo>
                <a:cubicBezTo>
                  <a:pt x="409354" y="66864"/>
                  <a:pt x="412361" y="65849"/>
                  <a:pt x="413510" y="65849"/>
                </a:cubicBezTo>
                <a:cubicBezTo>
                  <a:pt x="414582" y="65849"/>
                  <a:pt x="415492" y="66232"/>
                  <a:pt x="416239" y="66998"/>
                </a:cubicBezTo>
                <a:cubicBezTo>
                  <a:pt x="416986" y="67765"/>
                  <a:pt x="417360" y="68703"/>
                  <a:pt x="417360" y="69814"/>
                </a:cubicBezTo>
                <a:cubicBezTo>
                  <a:pt x="417360" y="71078"/>
                  <a:pt x="416890" y="72176"/>
                  <a:pt x="415952" y="73109"/>
                </a:cubicBezTo>
                <a:cubicBezTo>
                  <a:pt x="415013" y="74042"/>
                  <a:pt x="413414" y="74945"/>
                  <a:pt x="411154" y="75820"/>
                </a:cubicBezTo>
                <a:cubicBezTo>
                  <a:pt x="407400" y="77304"/>
                  <a:pt x="404019" y="78388"/>
                  <a:pt x="401012" y="79072"/>
                </a:cubicBezTo>
                <a:cubicBezTo>
                  <a:pt x="398005" y="79757"/>
                  <a:pt x="395180" y="80099"/>
                  <a:pt x="392537" y="80099"/>
                </a:cubicBezTo>
                <a:cubicBezTo>
                  <a:pt x="388055" y="80099"/>
                  <a:pt x="384291" y="79382"/>
                  <a:pt x="381246" y="77948"/>
                </a:cubicBezTo>
                <a:cubicBezTo>
                  <a:pt x="378201" y="76513"/>
                  <a:pt x="375931" y="74380"/>
                  <a:pt x="374437" y="71549"/>
                </a:cubicBezTo>
                <a:cubicBezTo>
                  <a:pt x="373671" y="70210"/>
                  <a:pt x="373125" y="68623"/>
                  <a:pt x="372799" y="66787"/>
                </a:cubicBezTo>
                <a:cubicBezTo>
                  <a:pt x="372474" y="64950"/>
                  <a:pt x="372311" y="62119"/>
                  <a:pt x="372311" y="58293"/>
                </a:cubicBezTo>
                <a:lnTo>
                  <a:pt x="372311" y="56516"/>
                </a:lnTo>
                <a:lnTo>
                  <a:pt x="372311" y="37349"/>
                </a:lnTo>
                <a:lnTo>
                  <a:pt x="362543" y="37349"/>
                </a:lnTo>
                <a:cubicBezTo>
                  <a:pt x="360934" y="37349"/>
                  <a:pt x="359766" y="37031"/>
                  <a:pt x="359038" y="36396"/>
                </a:cubicBezTo>
                <a:cubicBezTo>
                  <a:pt x="358310" y="35759"/>
                  <a:pt x="357946" y="34726"/>
                  <a:pt x="357946" y="33298"/>
                </a:cubicBezTo>
                <a:cubicBezTo>
                  <a:pt x="357946" y="31717"/>
                  <a:pt x="358444" y="30637"/>
                  <a:pt x="359440" y="30059"/>
                </a:cubicBezTo>
                <a:cubicBezTo>
                  <a:pt x="360436" y="29479"/>
                  <a:pt x="362562" y="29190"/>
                  <a:pt x="365818" y="29190"/>
                </a:cubicBezTo>
                <a:lnTo>
                  <a:pt x="372311" y="29190"/>
                </a:lnTo>
                <a:lnTo>
                  <a:pt x="372311" y="17410"/>
                </a:lnTo>
                <a:lnTo>
                  <a:pt x="372311" y="14365"/>
                </a:lnTo>
                <a:cubicBezTo>
                  <a:pt x="372311" y="12718"/>
                  <a:pt x="372665" y="11502"/>
                  <a:pt x="373374" y="10716"/>
                </a:cubicBezTo>
                <a:cubicBezTo>
                  <a:pt x="374083" y="9931"/>
                  <a:pt x="375184" y="9538"/>
                  <a:pt x="376678" y="9538"/>
                </a:cubicBezTo>
                <a:cubicBezTo>
                  <a:pt x="378363" y="9538"/>
                  <a:pt x="379532" y="10017"/>
                  <a:pt x="380183" y="10975"/>
                </a:cubicBezTo>
                <a:cubicBezTo>
                  <a:pt x="380834" y="11933"/>
                  <a:pt x="381160" y="14116"/>
                  <a:pt x="381160" y="17525"/>
                </a:cubicBezTo>
                <a:lnTo>
                  <a:pt x="381160" y="29190"/>
                </a:lnTo>
                <a:lnTo>
                  <a:pt x="403857" y="29190"/>
                </a:lnTo>
                <a:close/>
                <a:moveTo>
                  <a:pt x="458518" y="72400"/>
                </a:moveTo>
                <a:cubicBezTo>
                  <a:pt x="464417" y="72400"/>
                  <a:pt x="469254" y="70538"/>
                  <a:pt x="473027" y="66814"/>
                </a:cubicBezTo>
                <a:cubicBezTo>
                  <a:pt x="476800" y="63089"/>
                  <a:pt x="478687" y="58344"/>
                  <a:pt x="478687" y="52576"/>
                </a:cubicBezTo>
                <a:cubicBezTo>
                  <a:pt x="478687" y="46808"/>
                  <a:pt x="476790" y="42043"/>
                  <a:pt x="472998" y="38281"/>
                </a:cubicBezTo>
                <a:cubicBezTo>
                  <a:pt x="469206" y="34519"/>
                  <a:pt x="464379" y="32637"/>
                  <a:pt x="458518" y="32637"/>
                </a:cubicBezTo>
                <a:cubicBezTo>
                  <a:pt x="452657" y="32637"/>
                  <a:pt x="447840" y="34519"/>
                  <a:pt x="444067" y="38281"/>
                </a:cubicBezTo>
                <a:cubicBezTo>
                  <a:pt x="440294" y="42043"/>
                  <a:pt x="438407" y="46808"/>
                  <a:pt x="438407" y="52576"/>
                </a:cubicBezTo>
                <a:cubicBezTo>
                  <a:pt x="438407" y="58382"/>
                  <a:pt x="440284" y="63137"/>
                  <a:pt x="444038" y="66842"/>
                </a:cubicBezTo>
                <a:cubicBezTo>
                  <a:pt x="447792" y="70547"/>
                  <a:pt x="452619" y="72400"/>
                  <a:pt x="458518" y="72400"/>
                </a:cubicBezTo>
                <a:moveTo>
                  <a:pt x="488685" y="52605"/>
                </a:moveTo>
                <a:cubicBezTo>
                  <a:pt x="488685" y="60811"/>
                  <a:pt x="485888" y="67522"/>
                  <a:pt x="480296" y="72737"/>
                </a:cubicBezTo>
                <a:cubicBezTo>
                  <a:pt x="474703" y="77952"/>
                  <a:pt x="467444" y="80559"/>
                  <a:pt x="458518" y="80559"/>
                </a:cubicBezTo>
                <a:cubicBezTo>
                  <a:pt x="449631" y="80559"/>
                  <a:pt x="442391" y="77952"/>
                  <a:pt x="436798" y="72737"/>
                </a:cubicBezTo>
                <a:cubicBezTo>
                  <a:pt x="431205" y="67522"/>
                  <a:pt x="428409" y="60811"/>
                  <a:pt x="428409" y="52605"/>
                </a:cubicBezTo>
                <a:cubicBezTo>
                  <a:pt x="428409" y="44399"/>
                  <a:pt x="431205" y="37698"/>
                  <a:pt x="436798" y="32503"/>
                </a:cubicBezTo>
                <a:cubicBezTo>
                  <a:pt x="442391" y="27306"/>
                  <a:pt x="449631" y="24708"/>
                  <a:pt x="458518" y="24708"/>
                </a:cubicBezTo>
                <a:cubicBezTo>
                  <a:pt x="467405" y="24708"/>
                  <a:pt x="474655" y="27316"/>
                  <a:pt x="480267" y="32531"/>
                </a:cubicBezTo>
                <a:cubicBezTo>
                  <a:pt x="485879" y="37746"/>
                  <a:pt x="488685" y="44437"/>
                  <a:pt x="488685" y="52605"/>
                </a:cubicBezTo>
                <a:close/>
                <a:moveTo>
                  <a:pt x="528521" y="49901"/>
                </a:moveTo>
                <a:lnTo>
                  <a:pt x="521109" y="77223"/>
                </a:lnTo>
                <a:cubicBezTo>
                  <a:pt x="520726" y="78680"/>
                  <a:pt x="520151" y="79695"/>
                  <a:pt x="519385" y="80270"/>
                </a:cubicBezTo>
                <a:cubicBezTo>
                  <a:pt x="518619" y="80846"/>
                  <a:pt x="517470" y="81134"/>
                  <a:pt x="515938" y="81134"/>
                </a:cubicBezTo>
                <a:cubicBezTo>
                  <a:pt x="514559" y="81134"/>
                  <a:pt x="513486" y="80769"/>
                  <a:pt x="512720" y="80040"/>
                </a:cubicBezTo>
                <a:cubicBezTo>
                  <a:pt x="511954" y="79312"/>
                  <a:pt x="511264" y="77990"/>
                  <a:pt x="510651" y="76072"/>
                </a:cubicBezTo>
                <a:lnTo>
                  <a:pt x="497493" y="34131"/>
                </a:lnTo>
                <a:lnTo>
                  <a:pt x="496976" y="34131"/>
                </a:lnTo>
                <a:cubicBezTo>
                  <a:pt x="495367" y="34131"/>
                  <a:pt x="494208" y="33815"/>
                  <a:pt x="493499" y="33183"/>
                </a:cubicBezTo>
                <a:cubicBezTo>
                  <a:pt x="492791" y="32551"/>
                  <a:pt x="492436" y="31488"/>
                  <a:pt x="492436" y="29994"/>
                </a:cubicBezTo>
                <a:cubicBezTo>
                  <a:pt x="492436" y="28692"/>
                  <a:pt x="492810" y="27696"/>
                  <a:pt x="493557" y="27006"/>
                </a:cubicBezTo>
                <a:cubicBezTo>
                  <a:pt x="494304" y="26317"/>
                  <a:pt x="495405" y="25972"/>
                  <a:pt x="496861" y="25972"/>
                </a:cubicBezTo>
                <a:lnTo>
                  <a:pt x="512203" y="25972"/>
                </a:lnTo>
                <a:cubicBezTo>
                  <a:pt x="514271" y="25972"/>
                  <a:pt x="515669" y="26269"/>
                  <a:pt x="516397" y="26863"/>
                </a:cubicBezTo>
                <a:cubicBezTo>
                  <a:pt x="517125" y="27456"/>
                  <a:pt x="517489" y="28500"/>
                  <a:pt x="517489" y="29994"/>
                </a:cubicBezTo>
                <a:cubicBezTo>
                  <a:pt x="517489" y="30914"/>
                  <a:pt x="517278" y="31708"/>
                  <a:pt x="516857" y="32379"/>
                </a:cubicBezTo>
                <a:cubicBezTo>
                  <a:pt x="516436" y="33049"/>
                  <a:pt x="515899" y="33461"/>
                  <a:pt x="515248" y="33614"/>
                </a:cubicBezTo>
                <a:cubicBezTo>
                  <a:pt x="514597" y="33806"/>
                  <a:pt x="513840" y="33940"/>
                  <a:pt x="512978" y="34016"/>
                </a:cubicBezTo>
                <a:cubicBezTo>
                  <a:pt x="512116" y="34093"/>
                  <a:pt x="511073" y="34131"/>
                  <a:pt x="509847" y="34131"/>
                </a:cubicBezTo>
                <a:lnTo>
                  <a:pt x="506514" y="34131"/>
                </a:lnTo>
                <a:lnTo>
                  <a:pt x="516397" y="68652"/>
                </a:lnTo>
                <a:lnTo>
                  <a:pt x="523810" y="43600"/>
                </a:lnTo>
                <a:cubicBezTo>
                  <a:pt x="524231" y="42144"/>
                  <a:pt x="524825" y="41129"/>
                  <a:pt x="525591" y="40554"/>
                </a:cubicBezTo>
                <a:cubicBezTo>
                  <a:pt x="526357" y="39980"/>
                  <a:pt x="527487" y="39692"/>
                  <a:pt x="528981" y="39692"/>
                </a:cubicBezTo>
                <a:cubicBezTo>
                  <a:pt x="530360" y="39692"/>
                  <a:pt x="531442" y="40066"/>
                  <a:pt x="532228" y="40813"/>
                </a:cubicBezTo>
                <a:cubicBezTo>
                  <a:pt x="533013" y="41560"/>
                  <a:pt x="533712" y="42872"/>
                  <a:pt x="534325" y="44749"/>
                </a:cubicBezTo>
                <a:lnTo>
                  <a:pt x="541507" y="68652"/>
                </a:lnTo>
                <a:lnTo>
                  <a:pt x="550988" y="34131"/>
                </a:lnTo>
                <a:lnTo>
                  <a:pt x="549609" y="34131"/>
                </a:lnTo>
                <a:lnTo>
                  <a:pt x="547138" y="34131"/>
                </a:lnTo>
                <a:cubicBezTo>
                  <a:pt x="544495" y="34131"/>
                  <a:pt x="542714" y="33834"/>
                  <a:pt x="541795" y="33241"/>
                </a:cubicBezTo>
                <a:cubicBezTo>
                  <a:pt x="540875" y="32647"/>
                  <a:pt x="540416" y="31565"/>
                  <a:pt x="540416" y="29994"/>
                </a:cubicBezTo>
                <a:cubicBezTo>
                  <a:pt x="540416" y="28462"/>
                  <a:pt x="540760" y="27408"/>
                  <a:pt x="541450" y="26834"/>
                </a:cubicBezTo>
                <a:cubicBezTo>
                  <a:pt x="542139" y="26259"/>
                  <a:pt x="543480" y="25972"/>
                  <a:pt x="545472" y="25972"/>
                </a:cubicBezTo>
                <a:lnTo>
                  <a:pt x="560871" y="25972"/>
                </a:lnTo>
                <a:cubicBezTo>
                  <a:pt x="562059" y="25972"/>
                  <a:pt x="562950" y="26317"/>
                  <a:pt x="563543" y="27006"/>
                </a:cubicBezTo>
                <a:cubicBezTo>
                  <a:pt x="564137" y="27696"/>
                  <a:pt x="564434" y="28692"/>
                  <a:pt x="564434" y="29994"/>
                </a:cubicBezTo>
                <a:cubicBezTo>
                  <a:pt x="564434" y="31450"/>
                  <a:pt x="564089" y="32484"/>
                  <a:pt x="563400" y="33097"/>
                </a:cubicBezTo>
                <a:cubicBezTo>
                  <a:pt x="562710" y="33710"/>
                  <a:pt x="561408" y="34055"/>
                  <a:pt x="559492" y="34131"/>
                </a:cubicBezTo>
                <a:lnTo>
                  <a:pt x="546564" y="77221"/>
                </a:lnTo>
                <a:cubicBezTo>
                  <a:pt x="546066" y="78679"/>
                  <a:pt x="545443" y="79695"/>
                  <a:pt x="544696" y="80270"/>
                </a:cubicBezTo>
                <a:cubicBezTo>
                  <a:pt x="543949" y="80846"/>
                  <a:pt x="542829" y="81134"/>
                  <a:pt x="541335" y="81134"/>
                </a:cubicBezTo>
                <a:cubicBezTo>
                  <a:pt x="539956" y="81134"/>
                  <a:pt x="538864" y="80760"/>
                  <a:pt x="538060" y="80011"/>
                </a:cubicBezTo>
                <a:cubicBezTo>
                  <a:pt x="537255" y="79264"/>
                  <a:pt x="536585" y="77951"/>
                  <a:pt x="536049" y="76072"/>
                </a:cubicBezTo>
                <a:lnTo>
                  <a:pt x="528521" y="49901"/>
                </a:lnTo>
                <a:close/>
                <a:moveTo>
                  <a:pt x="611971" y="53725"/>
                </a:moveTo>
                <a:cubicBezTo>
                  <a:pt x="609864" y="53036"/>
                  <a:pt x="607824" y="52528"/>
                  <a:pt x="605851" y="52202"/>
                </a:cubicBezTo>
                <a:cubicBezTo>
                  <a:pt x="603878" y="51877"/>
                  <a:pt x="601915" y="51714"/>
                  <a:pt x="599962" y="51714"/>
                </a:cubicBezTo>
                <a:cubicBezTo>
                  <a:pt x="594062" y="51714"/>
                  <a:pt x="589408" y="52710"/>
                  <a:pt x="585999" y="54702"/>
                </a:cubicBezTo>
                <a:cubicBezTo>
                  <a:pt x="582589" y="56694"/>
                  <a:pt x="580885" y="59375"/>
                  <a:pt x="580885" y="62746"/>
                </a:cubicBezTo>
                <a:cubicBezTo>
                  <a:pt x="580885" y="65351"/>
                  <a:pt x="581948" y="67496"/>
                  <a:pt x="584074" y="69182"/>
                </a:cubicBezTo>
                <a:cubicBezTo>
                  <a:pt x="586200" y="70867"/>
                  <a:pt x="588910" y="71710"/>
                  <a:pt x="592204" y="71710"/>
                </a:cubicBezTo>
                <a:cubicBezTo>
                  <a:pt x="597069" y="71710"/>
                  <a:pt x="601580" y="70437"/>
                  <a:pt x="605736" y="67889"/>
                </a:cubicBezTo>
                <a:cubicBezTo>
                  <a:pt x="609893" y="65342"/>
                  <a:pt x="611971" y="62689"/>
                  <a:pt x="611971" y="59931"/>
                </a:cubicBezTo>
                <a:lnTo>
                  <a:pt x="611971" y="53725"/>
                </a:lnTo>
                <a:moveTo>
                  <a:pt x="612430" y="71825"/>
                </a:moveTo>
                <a:cubicBezTo>
                  <a:pt x="609289" y="74660"/>
                  <a:pt x="605870" y="76824"/>
                  <a:pt x="602174" y="78318"/>
                </a:cubicBezTo>
                <a:cubicBezTo>
                  <a:pt x="598477" y="79812"/>
                  <a:pt x="594675" y="80559"/>
                  <a:pt x="590768" y="80559"/>
                </a:cubicBezTo>
                <a:cubicBezTo>
                  <a:pt x="585060" y="80559"/>
                  <a:pt x="580454" y="78967"/>
                  <a:pt x="576949" y="75783"/>
                </a:cubicBezTo>
                <a:cubicBezTo>
                  <a:pt x="573444" y="72598"/>
                  <a:pt x="571691" y="68455"/>
                  <a:pt x="571691" y="63352"/>
                </a:cubicBezTo>
                <a:cubicBezTo>
                  <a:pt x="571691" y="57290"/>
                  <a:pt x="574018" y="52590"/>
                  <a:pt x="578673" y="49252"/>
                </a:cubicBezTo>
                <a:cubicBezTo>
                  <a:pt x="583327" y="45914"/>
                  <a:pt x="589868" y="44244"/>
                  <a:pt x="598295" y="44244"/>
                </a:cubicBezTo>
                <a:cubicBezTo>
                  <a:pt x="600517" y="44244"/>
                  <a:pt x="602758" y="44388"/>
                  <a:pt x="605018" y="44675"/>
                </a:cubicBezTo>
                <a:cubicBezTo>
                  <a:pt x="607278" y="44963"/>
                  <a:pt x="609596" y="45413"/>
                  <a:pt x="611971" y="46026"/>
                </a:cubicBezTo>
                <a:lnTo>
                  <a:pt x="611971" y="45623"/>
                </a:lnTo>
                <a:cubicBezTo>
                  <a:pt x="611971" y="41235"/>
                  <a:pt x="610917" y="37992"/>
                  <a:pt x="608810" y="35896"/>
                </a:cubicBezTo>
                <a:cubicBezTo>
                  <a:pt x="606704" y="33800"/>
                  <a:pt x="603428" y="32752"/>
                  <a:pt x="598985" y="32752"/>
                </a:cubicBezTo>
                <a:cubicBezTo>
                  <a:pt x="595997" y="32752"/>
                  <a:pt x="592664" y="33557"/>
                  <a:pt x="588987" y="35166"/>
                </a:cubicBezTo>
                <a:cubicBezTo>
                  <a:pt x="585309" y="36774"/>
                  <a:pt x="582877" y="37579"/>
                  <a:pt x="581689" y="37579"/>
                </a:cubicBezTo>
                <a:cubicBezTo>
                  <a:pt x="580578" y="37579"/>
                  <a:pt x="579659" y="37129"/>
                  <a:pt x="578931" y="36229"/>
                </a:cubicBezTo>
                <a:cubicBezTo>
                  <a:pt x="578203" y="35328"/>
                  <a:pt x="577839" y="34170"/>
                  <a:pt x="577839" y="32752"/>
                </a:cubicBezTo>
                <a:cubicBezTo>
                  <a:pt x="577839" y="30477"/>
                  <a:pt x="579956" y="28548"/>
                  <a:pt x="584189" y="26967"/>
                </a:cubicBezTo>
                <a:cubicBezTo>
                  <a:pt x="588422" y="25384"/>
                  <a:pt x="593833" y="24593"/>
                  <a:pt x="600421" y="24593"/>
                </a:cubicBezTo>
                <a:cubicBezTo>
                  <a:pt x="607163" y="24593"/>
                  <a:pt x="612258" y="26310"/>
                  <a:pt x="615706" y="29743"/>
                </a:cubicBezTo>
                <a:cubicBezTo>
                  <a:pt x="619153" y="33175"/>
                  <a:pt x="620877" y="38247"/>
                  <a:pt x="620877" y="44959"/>
                </a:cubicBezTo>
                <a:lnTo>
                  <a:pt x="620877" y="71021"/>
                </a:lnTo>
                <a:lnTo>
                  <a:pt x="623693" y="71021"/>
                </a:lnTo>
                <a:cubicBezTo>
                  <a:pt x="626412" y="71021"/>
                  <a:pt x="628232" y="71306"/>
                  <a:pt x="629151" y="71877"/>
                </a:cubicBezTo>
                <a:cubicBezTo>
                  <a:pt x="630071" y="72447"/>
                  <a:pt x="630530" y="73474"/>
                  <a:pt x="630530" y="74957"/>
                </a:cubicBezTo>
                <a:cubicBezTo>
                  <a:pt x="630530" y="76326"/>
                  <a:pt x="630147" y="77353"/>
                  <a:pt x="629381" y="78038"/>
                </a:cubicBezTo>
                <a:cubicBezTo>
                  <a:pt x="628615" y="78723"/>
                  <a:pt x="627466" y="79065"/>
                  <a:pt x="625934" y="79065"/>
                </a:cubicBezTo>
                <a:lnTo>
                  <a:pt x="616912" y="79065"/>
                </a:lnTo>
                <a:cubicBezTo>
                  <a:pt x="615840" y="79065"/>
                  <a:pt x="614959" y="78742"/>
                  <a:pt x="614269" y="78097"/>
                </a:cubicBezTo>
                <a:cubicBezTo>
                  <a:pt x="613580" y="77451"/>
                  <a:pt x="613120" y="76519"/>
                  <a:pt x="612890" y="75303"/>
                </a:cubicBezTo>
                <a:lnTo>
                  <a:pt x="612430" y="71825"/>
                </a:lnTo>
                <a:close/>
                <a:moveTo>
                  <a:pt x="663931" y="70906"/>
                </a:moveTo>
                <a:lnTo>
                  <a:pt x="683008" y="70906"/>
                </a:lnTo>
                <a:cubicBezTo>
                  <a:pt x="684502" y="70906"/>
                  <a:pt x="685603" y="71224"/>
                  <a:pt x="686312" y="71861"/>
                </a:cubicBezTo>
                <a:cubicBezTo>
                  <a:pt x="687021" y="72497"/>
                  <a:pt x="687375" y="73509"/>
                  <a:pt x="687375" y="74899"/>
                </a:cubicBezTo>
                <a:cubicBezTo>
                  <a:pt x="687375" y="76481"/>
                  <a:pt x="687040" y="77571"/>
                  <a:pt x="686369" y="78169"/>
                </a:cubicBezTo>
                <a:cubicBezTo>
                  <a:pt x="685699" y="78766"/>
                  <a:pt x="684464" y="79065"/>
                  <a:pt x="682663" y="79065"/>
                </a:cubicBezTo>
                <a:lnTo>
                  <a:pt x="645084" y="79065"/>
                </a:lnTo>
                <a:cubicBezTo>
                  <a:pt x="643590" y="79065"/>
                  <a:pt x="642460" y="78718"/>
                  <a:pt x="641694" y="78024"/>
                </a:cubicBezTo>
                <a:cubicBezTo>
                  <a:pt x="640928" y="77329"/>
                  <a:pt x="640545" y="76288"/>
                  <a:pt x="640545" y="74899"/>
                </a:cubicBezTo>
                <a:cubicBezTo>
                  <a:pt x="640545" y="73549"/>
                  <a:pt x="640938" y="72546"/>
                  <a:pt x="641723" y="71890"/>
                </a:cubicBezTo>
                <a:cubicBezTo>
                  <a:pt x="642508" y="71234"/>
                  <a:pt x="643724" y="70906"/>
                  <a:pt x="645372" y="70906"/>
                </a:cubicBezTo>
                <a:lnTo>
                  <a:pt x="655370" y="70906"/>
                </a:lnTo>
                <a:lnTo>
                  <a:pt x="655370" y="34131"/>
                </a:lnTo>
                <a:lnTo>
                  <a:pt x="651462" y="34131"/>
                </a:lnTo>
                <a:cubicBezTo>
                  <a:pt x="647747" y="34131"/>
                  <a:pt x="645429" y="33834"/>
                  <a:pt x="644510" y="33241"/>
                </a:cubicBezTo>
                <a:cubicBezTo>
                  <a:pt x="643590" y="32647"/>
                  <a:pt x="643131" y="31565"/>
                  <a:pt x="643131" y="29994"/>
                </a:cubicBezTo>
                <a:cubicBezTo>
                  <a:pt x="643131" y="28653"/>
                  <a:pt x="643504" y="27648"/>
                  <a:pt x="644251" y="26978"/>
                </a:cubicBezTo>
                <a:cubicBezTo>
                  <a:pt x="644998" y="26307"/>
                  <a:pt x="646138" y="25972"/>
                  <a:pt x="647670" y="25972"/>
                </a:cubicBezTo>
                <a:lnTo>
                  <a:pt x="660771" y="25972"/>
                </a:lnTo>
                <a:cubicBezTo>
                  <a:pt x="661805" y="25972"/>
                  <a:pt x="662590" y="26173"/>
                  <a:pt x="663127" y="26575"/>
                </a:cubicBezTo>
                <a:cubicBezTo>
                  <a:pt x="663663" y="26978"/>
                  <a:pt x="663931" y="27562"/>
                  <a:pt x="663931" y="28328"/>
                </a:cubicBezTo>
                <a:lnTo>
                  <a:pt x="663931" y="38096"/>
                </a:lnTo>
                <a:cubicBezTo>
                  <a:pt x="667570" y="33538"/>
                  <a:pt x="671363" y="30147"/>
                  <a:pt x="675308" y="27926"/>
                </a:cubicBezTo>
                <a:cubicBezTo>
                  <a:pt x="679254" y="25704"/>
                  <a:pt x="683506" y="24593"/>
                  <a:pt x="688064" y="24593"/>
                </a:cubicBezTo>
                <a:cubicBezTo>
                  <a:pt x="691474" y="24593"/>
                  <a:pt x="694232" y="25282"/>
                  <a:pt x="696339" y="26661"/>
                </a:cubicBezTo>
                <a:cubicBezTo>
                  <a:pt x="698446" y="28041"/>
                  <a:pt x="699499" y="29822"/>
                  <a:pt x="699499" y="32005"/>
                </a:cubicBezTo>
                <a:cubicBezTo>
                  <a:pt x="699499" y="33423"/>
                  <a:pt x="698972" y="34677"/>
                  <a:pt x="697919" y="35769"/>
                </a:cubicBezTo>
                <a:cubicBezTo>
                  <a:pt x="696865" y="36861"/>
                  <a:pt x="695707" y="37407"/>
                  <a:pt x="694442" y="37407"/>
                </a:cubicBezTo>
                <a:cubicBezTo>
                  <a:pt x="693561" y="37407"/>
                  <a:pt x="692077" y="36822"/>
                  <a:pt x="689989" y="35654"/>
                </a:cubicBezTo>
                <a:cubicBezTo>
                  <a:pt x="687902" y="34486"/>
                  <a:pt x="686034" y="33901"/>
                  <a:pt x="684387" y="33901"/>
                </a:cubicBezTo>
                <a:cubicBezTo>
                  <a:pt x="681399" y="33901"/>
                  <a:pt x="678248" y="34963"/>
                  <a:pt x="674935" y="37085"/>
                </a:cubicBezTo>
                <a:cubicBezTo>
                  <a:pt x="671621" y="39208"/>
                  <a:pt x="667953" y="42564"/>
                  <a:pt x="663931" y="47155"/>
                </a:cubicBezTo>
                <a:lnTo>
                  <a:pt x="663931" y="70906"/>
                </a:lnTo>
                <a:close/>
                <a:moveTo>
                  <a:pt x="757206" y="79065"/>
                </a:moveTo>
                <a:cubicBezTo>
                  <a:pt x="756401" y="79065"/>
                  <a:pt x="755836" y="78866"/>
                  <a:pt x="755511" y="78467"/>
                </a:cubicBezTo>
                <a:cubicBezTo>
                  <a:pt x="755185" y="78067"/>
                  <a:pt x="755022" y="77297"/>
                  <a:pt x="755022" y="76156"/>
                </a:cubicBezTo>
                <a:lnTo>
                  <a:pt x="755022" y="71480"/>
                </a:lnTo>
                <a:cubicBezTo>
                  <a:pt x="752724" y="74353"/>
                  <a:pt x="749851" y="76585"/>
                  <a:pt x="746403" y="78174"/>
                </a:cubicBezTo>
                <a:cubicBezTo>
                  <a:pt x="742956" y="79764"/>
                  <a:pt x="739221" y="80559"/>
                  <a:pt x="735198" y="80559"/>
                </a:cubicBezTo>
                <a:cubicBezTo>
                  <a:pt x="727958" y="80559"/>
                  <a:pt x="721896" y="77981"/>
                  <a:pt x="717012" y="72823"/>
                </a:cubicBezTo>
                <a:cubicBezTo>
                  <a:pt x="712128" y="67665"/>
                  <a:pt x="709686" y="61251"/>
                  <a:pt x="709686" y="53582"/>
                </a:cubicBezTo>
                <a:cubicBezTo>
                  <a:pt x="709686" y="45644"/>
                  <a:pt x="712291" y="39039"/>
                  <a:pt x="717501" y="33767"/>
                </a:cubicBezTo>
                <a:cubicBezTo>
                  <a:pt x="722710" y="28494"/>
                  <a:pt x="729203" y="25857"/>
                  <a:pt x="736980" y="25857"/>
                </a:cubicBezTo>
                <a:cubicBezTo>
                  <a:pt x="740925" y="25857"/>
                  <a:pt x="744469" y="26556"/>
                  <a:pt x="747610" y="27954"/>
                </a:cubicBezTo>
                <a:cubicBezTo>
                  <a:pt x="750751" y="29353"/>
                  <a:pt x="753452" y="31412"/>
                  <a:pt x="755712" y="34131"/>
                </a:cubicBezTo>
                <a:lnTo>
                  <a:pt x="755712" y="12067"/>
                </a:lnTo>
                <a:lnTo>
                  <a:pt x="752666" y="12067"/>
                </a:lnTo>
                <a:cubicBezTo>
                  <a:pt x="749334" y="12067"/>
                  <a:pt x="747179" y="11774"/>
                  <a:pt x="746202" y="11189"/>
                </a:cubicBezTo>
                <a:cubicBezTo>
                  <a:pt x="745225" y="10603"/>
                  <a:pt x="744737" y="9536"/>
                  <a:pt x="744737" y="7987"/>
                </a:cubicBezTo>
                <a:cubicBezTo>
                  <a:pt x="744737" y="6627"/>
                  <a:pt x="745129" y="5607"/>
                  <a:pt x="745915" y="4927"/>
                </a:cubicBezTo>
                <a:cubicBezTo>
                  <a:pt x="746700" y="4247"/>
                  <a:pt x="747840" y="3907"/>
                  <a:pt x="749334" y="3907"/>
                </a:cubicBezTo>
                <a:lnTo>
                  <a:pt x="761113" y="3907"/>
                </a:lnTo>
                <a:cubicBezTo>
                  <a:pt x="762262" y="3907"/>
                  <a:pt x="763095" y="4099"/>
                  <a:pt x="763612" y="4482"/>
                </a:cubicBezTo>
                <a:cubicBezTo>
                  <a:pt x="764130" y="4865"/>
                  <a:pt x="764388" y="5459"/>
                  <a:pt x="764388" y="6263"/>
                </a:cubicBezTo>
                <a:lnTo>
                  <a:pt x="764388" y="71021"/>
                </a:lnTo>
                <a:lnTo>
                  <a:pt x="766974" y="71021"/>
                </a:lnTo>
                <a:cubicBezTo>
                  <a:pt x="768851" y="71021"/>
                  <a:pt x="770211" y="71335"/>
                  <a:pt x="771054" y="71963"/>
                </a:cubicBezTo>
                <a:cubicBezTo>
                  <a:pt x="771896" y="72591"/>
                  <a:pt x="772318" y="73588"/>
                  <a:pt x="772318" y="74957"/>
                </a:cubicBezTo>
                <a:cubicBezTo>
                  <a:pt x="772318" y="76251"/>
                  <a:pt x="771954" y="77259"/>
                  <a:pt x="771226" y="77982"/>
                </a:cubicBezTo>
                <a:cubicBezTo>
                  <a:pt x="770498" y="78704"/>
                  <a:pt x="769521" y="79065"/>
                  <a:pt x="768295" y="79065"/>
                </a:cubicBezTo>
                <a:lnTo>
                  <a:pt x="757206" y="79065"/>
                </a:lnTo>
                <a:moveTo>
                  <a:pt x="719569" y="53294"/>
                </a:moveTo>
                <a:cubicBezTo>
                  <a:pt x="719569" y="58589"/>
                  <a:pt x="721274" y="62925"/>
                  <a:pt x="724683" y="66302"/>
                </a:cubicBezTo>
                <a:cubicBezTo>
                  <a:pt x="728093" y="69678"/>
                  <a:pt x="732421" y="71365"/>
                  <a:pt x="737669" y="71365"/>
                </a:cubicBezTo>
                <a:cubicBezTo>
                  <a:pt x="742956" y="71365"/>
                  <a:pt x="747303" y="69611"/>
                  <a:pt x="750713" y="66101"/>
                </a:cubicBezTo>
                <a:cubicBezTo>
                  <a:pt x="754122" y="62590"/>
                  <a:pt x="755827" y="58129"/>
                  <a:pt x="755827" y="52720"/>
                </a:cubicBezTo>
                <a:cubicBezTo>
                  <a:pt x="755827" y="47387"/>
                  <a:pt x="754132" y="42994"/>
                  <a:pt x="750741" y="39542"/>
                </a:cubicBezTo>
                <a:cubicBezTo>
                  <a:pt x="747351" y="36088"/>
                  <a:pt x="742994" y="34361"/>
                  <a:pt x="737669" y="34361"/>
                </a:cubicBezTo>
                <a:cubicBezTo>
                  <a:pt x="732268" y="34361"/>
                  <a:pt x="727901" y="36107"/>
                  <a:pt x="724568" y="39599"/>
                </a:cubicBezTo>
                <a:cubicBezTo>
                  <a:pt x="721236" y="43090"/>
                  <a:pt x="719569" y="47655"/>
                  <a:pt x="719569" y="53294"/>
                </a:cubicBezTo>
                <a:close/>
                <a:moveTo>
                  <a:pt x="785206" y="74969"/>
                </a:moveTo>
                <a:lnTo>
                  <a:pt x="785206" y="64713"/>
                </a:lnTo>
                <a:cubicBezTo>
                  <a:pt x="785206" y="63022"/>
                  <a:pt x="785522" y="61813"/>
                  <a:pt x="786154" y="61084"/>
                </a:cubicBezTo>
                <a:cubicBezTo>
                  <a:pt x="786786" y="60353"/>
                  <a:pt x="787811" y="59988"/>
                  <a:pt x="789228" y="59988"/>
                </a:cubicBezTo>
                <a:cubicBezTo>
                  <a:pt x="790799" y="59988"/>
                  <a:pt x="792044" y="61061"/>
                  <a:pt x="792963" y="63206"/>
                </a:cubicBezTo>
                <a:cubicBezTo>
                  <a:pt x="793576" y="64509"/>
                  <a:pt x="794132" y="65485"/>
                  <a:pt x="794630" y="66137"/>
                </a:cubicBezTo>
                <a:cubicBezTo>
                  <a:pt x="796238" y="68205"/>
                  <a:pt x="798613" y="69862"/>
                  <a:pt x="801755" y="71107"/>
                </a:cubicBezTo>
                <a:cubicBezTo>
                  <a:pt x="804896" y="72352"/>
                  <a:pt x="808363" y="72974"/>
                  <a:pt x="812155" y="72974"/>
                </a:cubicBezTo>
                <a:cubicBezTo>
                  <a:pt x="816215" y="72974"/>
                  <a:pt x="819471" y="72148"/>
                  <a:pt x="821923" y="70495"/>
                </a:cubicBezTo>
                <a:cubicBezTo>
                  <a:pt x="824375" y="68841"/>
                  <a:pt x="825601" y="66670"/>
                  <a:pt x="825601" y="63980"/>
                </a:cubicBezTo>
                <a:cubicBezTo>
                  <a:pt x="825601" y="61251"/>
                  <a:pt x="824614" y="59310"/>
                  <a:pt x="822641" y="58157"/>
                </a:cubicBezTo>
                <a:cubicBezTo>
                  <a:pt x="820669" y="57003"/>
                  <a:pt x="817288" y="56426"/>
                  <a:pt x="812500" y="56426"/>
                </a:cubicBezTo>
                <a:lnTo>
                  <a:pt x="809339" y="56426"/>
                </a:lnTo>
                <a:cubicBezTo>
                  <a:pt x="801525" y="56426"/>
                  <a:pt x="795568" y="55068"/>
                  <a:pt x="791469" y="52353"/>
                </a:cubicBezTo>
                <a:cubicBezTo>
                  <a:pt x="787370" y="49638"/>
                  <a:pt x="785321" y="45700"/>
                  <a:pt x="785321" y="40538"/>
                </a:cubicBezTo>
                <a:cubicBezTo>
                  <a:pt x="785321" y="35491"/>
                  <a:pt x="787323" y="31572"/>
                  <a:pt x="791326" y="28780"/>
                </a:cubicBezTo>
                <a:cubicBezTo>
                  <a:pt x="795329" y="25989"/>
                  <a:pt x="800950" y="24593"/>
                  <a:pt x="808190" y="24593"/>
                </a:cubicBezTo>
                <a:cubicBezTo>
                  <a:pt x="811140" y="24593"/>
                  <a:pt x="814147" y="25005"/>
                  <a:pt x="817211" y="25828"/>
                </a:cubicBezTo>
                <a:cubicBezTo>
                  <a:pt x="820276" y="26652"/>
                  <a:pt x="821885" y="27064"/>
                  <a:pt x="822038" y="27064"/>
                </a:cubicBezTo>
                <a:cubicBezTo>
                  <a:pt x="822459" y="27064"/>
                  <a:pt x="823264" y="26690"/>
                  <a:pt x="824451" y="25943"/>
                </a:cubicBezTo>
                <a:cubicBezTo>
                  <a:pt x="825639" y="25196"/>
                  <a:pt x="826807" y="24823"/>
                  <a:pt x="827956" y="24823"/>
                </a:cubicBezTo>
                <a:cubicBezTo>
                  <a:pt x="829259" y="24823"/>
                  <a:pt x="830226" y="25303"/>
                  <a:pt x="830858" y="26265"/>
                </a:cubicBezTo>
                <a:cubicBezTo>
                  <a:pt x="831490" y="27225"/>
                  <a:pt x="831806" y="28665"/>
                  <a:pt x="831806" y="30587"/>
                </a:cubicBezTo>
                <a:lnTo>
                  <a:pt x="831806" y="37331"/>
                </a:lnTo>
                <a:cubicBezTo>
                  <a:pt x="831806" y="39367"/>
                  <a:pt x="831500" y="40837"/>
                  <a:pt x="830887" y="41741"/>
                </a:cubicBezTo>
                <a:cubicBezTo>
                  <a:pt x="830274" y="42644"/>
                  <a:pt x="829297" y="43095"/>
                  <a:pt x="827956" y="43095"/>
                </a:cubicBezTo>
                <a:cubicBezTo>
                  <a:pt x="826807" y="43095"/>
                  <a:pt x="825390" y="42118"/>
                  <a:pt x="823704" y="40165"/>
                </a:cubicBezTo>
                <a:cubicBezTo>
                  <a:pt x="822517" y="38824"/>
                  <a:pt x="821540" y="37809"/>
                  <a:pt x="820774" y="37119"/>
                </a:cubicBezTo>
                <a:cubicBezTo>
                  <a:pt x="818744" y="35242"/>
                  <a:pt x="816579" y="33892"/>
                  <a:pt x="814281" y="33068"/>
                </a:cubicBezTo>
                <a:cubicBezTo>
                  <a:pt x="811983" y="32245"/>
                  <a:pt x="809282" y="31833"/>
                  <a:pt x="806179" y="31833"/>
                </a:cubicBezTo>
                <a:cubicBezTo>
                  <a:pt x="802578" y="31833"/>
                  <a:pt x="799676" y="32622"/>
                  <a:pt x="797474" y="34200"/>
                </a:cubicBezTo>
                <a:cubicBezTo>
                  <a:pt x="795271" y="35777"/>
                  <a:pt x="794170" y="37783"/>
                  <a:pt x="794170" y="40217"/>
                </a:cubicBezTo>
                <a:cubicBezTo>
                  <a:pt x="794170" y="42612"/>
                  <a:pt x="795300" y="44323"/>
                  <a:pt x="797560" y="45350"/>
                </a:cubicBezTo>
                <a:cubicBezTo>
                  <a:pt x="799820" y="46376"/>
                  <a:pt x="804685" y="46965"/>
                  <a:pt x="812155" y="47117"/>
                </a:cubicBezTo>
                <a:cubicBezTo>
                  <a:pt x="820123" y="47310"/>
                  <a:pt x="825945" y="48703"/>
                  <a:pt x="829623" y="51298"/>
                </a:cubicBezTo>
                <a:cubicBezTo>
                  <a:pt x="833300" y="53892"/>
                  <a:pt x="835139" y="57899"/>
                  <a:pt x="835139" y="63319"/>
                </a:cubicBezTo>
                <a:cubicBezTo>
                  <a:pt x="835139" y="68509"/>
                  <a:pt x="833109" y="72660"/>
                  <a:pt x="829048" y="75774"/>
                </a:cubicBezTo>
                <a:cubicBezTo>
                  <a:pt x="824988" y="78887"/>
                  <a:pt x="819510" y="80444"/>
                  <a:pt x="812615" y="80444"/>
                </a:cubicBezTo>
                <a:cubicBezTo>
                  <a:pt x="810431" y="80444"/>
                  <a:pt x="807999" y="80243"/>
                  <a:pt x="805317" y="79841"/>
                </a:cubicBezTo>
                <a:cubicBezTo>
                  <a:pt x="802636" y="79439"/>
                  <a:pt x="799265" y="78759"/>
                  <a:pt x="795204" y="77801"/>
                </a:cubicBezTo>
                <a:cubicBezTo>
                  <a:pt x="793863" y="78682"/>
                  <a:pt x="792714" y="79343"/>
                  <a:pt x="791757" y="79783"/>
                </a:cubicBezTo>
                <a:cubicBezTo>
                  <a:pt x="790799" y="80224"/>
                  <a:pt x="789994" y="80444"/>
                  <a:pt x="789343" y="80444"/>
                </a:cubicBezTo>
                <a:cubicBezTo>
                  <a:pt x="788002" y="80444"/>
                  <a:pt x="786978" y="79974"/>
                  <a:pt x="786269" y="79033"/>
                </a:cubicBezTo>
                <a:cubicBezTo>
                  <a:pt x="785560" y="78092"/>
                  <a:pt x="785206" y="76737"/>
                  <a:pt x="785206" y="74969"/>
                </a:cubicBezTo>
                <a:close/>
                <a:moveTo>
                  <a:pt x="968653" y="70906"/>
                </a:moveTo>
                <a:cubicBezTo>
                  <a:pt x="970223" y="70906"/>
                  <a:pt x="971420" y="71248"/>
                  <a:pt x="972244" y="71933"/>
                </a:cubicBezTo>
                <a:cubicBezTo>
                  <a:pt x="973067" y="72618"/>
                  <a:pt x="973479" y="73626"/>
                  <a:pt x="973479" y="74957"/>
                </a:cubicBezTo>
                <a:cubicBezTo>
                  <a:pt x="973479" y="76326"/>
                  <a:pt x="973087" y="77353"/>
                  <a:pt x="972301" y="78038"/>
                </a:cubicBezTo>
                <a:cubicBezTo>
                  <a:pt x="971516" y="78723"/>
                  <a:pt x="970376" y="79065"/>
                  <a:pt x="968882" y="79065"/>
                </a:cubicBezTo>
                <a:lnTo>
                  <a:pt x="931304" y="79065"/>
                </a:lnTo>
                <a:cubicBezTo>
                  <a:pt x="929733" y="79065"/>
                  <a:pt x="928536" y="78723"/>
                  <a:pt x="927712" y="78038"/>
                </a:cubicBezTo>
                <a:cubicBezTo>
                  <a:pt x="926889" y="77353"/>
                  <a:pt x="926477" y="76326"/>
                  <a:pt x="926477" y="74957"/>
                </a:cubicBezTo>
                <a:cubicBezTo>
                  <a:pt x="926477" y="73626"/>
                  <a:pt x="926870" y="72618"/>
                  <a:pt x="927655" y="71933"/>
                </a:cubicBezTo>
                <a:cubicBezTo>
                  <a:pt x="928440" y="71248"/>
                  <a:pt x="929580" y="70906"/>
                  <a:pt x="931074" y="70906"/>
                </a:cubicBezTo>
                <a:lnTo>
                  <a:pt x="940842" y="70906"/>
                </a:lnTo>
                <a:lnTo>
                  <a:pt x="940842" y="35740"/>
                </a:lnTo>
                <a:lnTo>
                  <a:pt x="931418" y="35740"/>
                </a:lnTo>
                <a:cubicBezTo>
                  <a:pt x="929848" y="35740"/>
                  <a:pt x="928632" y="35374"/>
                  <a:pt x="927770" y="34641"/>
                </a:cubicBezTo>
                <a:cubicBezTo>
                  <a:pt x="926908" y="33909"/>
                  <a:pt x="926477" y="32867"/>
                  <a:pt x="926477" y="31517"/>
                </a:cubicBezTo>
                <a:cubicBezTo>
                  <a:pt x="926477" y="30128"/>
                  <a:pt x="926879" y="29087"/>
                  <a:pt x="927684" y="28392"/>
                </a:cubicBezTo>
                <a:cubicBezTo>
                  <a:pt x="928488" y="27698"/>
                  <a:pt x="929656" y="27351"/>
                  <a:pt x="931189" y="27351"/>
                </a:cubicBezTo>
                <a:lnTo>
                  <a:pt x="940267" y="27351"/>
                </a:lnTo>
                <a:lnTo>
                  <a:pt x="940267" y="23444"/>
                </a:lnTo>
                <a:cubicBezTo>
                  <a:pt x="940267" y="16510"/>
                  <a:pt x="942240" y="11482"/>
                  <a:pt x="946186" y="8360"/>
                </a:cubicBezTo>
                <a:cubicBezTo>
                  <a:pt x="950131" y="5238"/>
                  <a:pt x="956509" y="3677"/>
                  <a:pt x="965320" y="3677"/>
                </a:cubicBezTo>
                <a:cubicBezTo>
                  <a:pt x="969610" y="3677"/>
                  <a:pt x="972780" y="4156"/>
                  <a:pt x="974830" y="5114"/>
                </a:cubicBezTo>
                <a:cubicBezTo>
                  <a:pt x="976879" y="6072"/>
                  <a:pt x="977904" y="7566"/>
                  <a:pt x="977904" y="9596"/>
                </a:cubicBezTo>
                <a:cubicBezTo>
                  <a:pt x="977904" y="10783"/>
                  <a:pt x="977463" y="11760"/>
                  <a:pt x="976582" y="12526"/>
                </a:cubicBezTo>
                <a:cubicBezTo>
                  <a:pt x="975701" y="13292"/>
                  <a:pt x="974571" y="13675"/>
                  <a:pt x="973192" y="13675"/>
                </a:cubicBezTo>
                <a:cubicBezTo>
                  <a:pt x="972502" y="13675"/>
                  <a:pt x="970846" y="13446"/>
                  <a:pt x="968222" y="12986"/>
                </a:cubicBezTo>
                <a:cubicBezTo>
                  <a:pt x="965598" y="12526"/>
                  <a:pt x="963347" y="12296"/>
                  <a:pt x="961470" y="12296"/>
                </a:cubicBezTo>
                <a:cubicBezTo>
                  <a:pt x="957141" y="12296"/>
                  <a:pt x="954039" y="13206"/>
                  <a:pt x="952162" y="15026"/>
                </a:cubicBezTo>
                <a:cubicBezTo>
                  <a:pt x="950284" y="16845"/>
                  <a:pt x="949346" y="19862"/>
                  <a:pt x="949346" y="24076"/>
                </a:cubicBezTo>
                <a:lnTo>
                  <a:pt x="949346" y="27351"/>
                </a:lnTo>
                <a:lnTo>
                  <a:pt x="969687" y="27351"/>
                </a:lnTo>
                <a:cubicBezTo>
                  <a:pt x="971257" y="27351"/>
                  <a:pt x="972455" y="27698"/>
                  <a:pt x="973278" y="28392"/>
                </a:cubicBezTo>
                <a:cubicBezTo>
                  <a:pt x="974102" y="29087"/>
                  <a:pt x="974514" y="30128"/>
                  <a:pt x="974514" y="31517"/>
                </a:cubicBezTo>
                <a:cubicBezTo>
                  <a:pt x="974514" y="32828"/>
                  <a:pt x="974092" y="33860"/>
                  <a:pt x="973249" y="34613"/>
                </a:cubicBezTo>
                <a:cubicBezTo>
                  <a:pt x="972407" y="35364"/>
                  <a:pt x="971257" y="35740"/>
                  <a:pt x="969802" y="35740"/>
                </a:cubicBezTo>
                <a:lnTo>
                  <a:pt x="949921" y="35740"/>
                </a:lnTo>
                <a:lnTo>
                  <a:pt x="949921" y="70906"/>
                </a:lnTo>
                <a:lnTo>
                  <a:pt x="968653" y="70906"/>
                </a:lnTo>
                <a:close/>
                <a:moveTo>
                  <a:pt x="1015672" y="70906"/>
                </a:moveTo>
                <a:lnTo>
                  <a:pt x="1034748" y="70906"/>
                </a:lnTo>
                <a:cubicBezTo>
                  <a:pt x="1036242" y="70906"/>
                  <a:pt x="1037344" y="71224"/>
                  <a:pt x="1038052" y="71861"/>
                </a:cubicBezTo>
                <a:cubicBezTo>
                  <a:pt x="1038761" y="72497"/>
                  <a:pt x="1039115" y="73509"/>
                  <a:pt x="1039115" y="74899"/>
                </a:cubicBezTo>
                <a:cubicBezTo>
                  <a:pt x="1039115" y="76481"/>
                  <a:pt x="1038780" y="77571"/>
                  <a:pt x="1038110" y="78169"/>
                </a:cubicBezTo>
                <a:cubicBezTo>
                  <a:pt x="1037440" y="78766"/>
                  <a:pt x="1036204" y="79065"/>
                  <a:pt x="1034404" y="79065"/>
                </a:cubicBezTo>
                <a:lnTo>
                  <a:pt x="996825" y="79065"/>
                </a:lnTo>
                <a:cubicBezTo>
                  <a:pt x="995331" y="79065"/>
                  <a:pt x="994201" y="78718"/>
                  <a:pt x="993435" y="78024"/>
                </a:cubicBezTo>
                <a:cubicBezTo>
                  <a:pt x="992669" y="77329"/>
                  <a:pt x="992285" y="76288"/>
                  <a:pt x="992285" y="74899"/>
                </a:cubicBezTo>
                <a:cubicBezTo>
                  <a:pt x="992285" y="73549"/>
                  <a:pt x="992678" y="72546"/>
                  <a:pt x="993463" y="71890"/>
                </a:cubicBezTo>
                <a:cubicBezTo>
                  <a:pt x="994249" y="71234"/>
                  <a:pt x="995465" y="70906"/>
                  <a:pt x="997112" y="70906"/>
                </a:cubicBezTo>
                <a:lnTo>
                  <a:pt x="1007110" y="70906"/>
                </a:lnTo>
                <a:lnTo>
                  <a:pt x="1007110" y="34131"/>
                </a:lnTo>
                <a:lnTo>
                  <a:pt x="1003203" y="34131"/>
                </a:lnTo>
                <a:cubicBezTo>
                  <a:pt x="999487" y="34131"/>
                  <a:pt x="997170" y="33834"/>
                  <a:pt x="996250" y="33241"/>
                </a:cubicBezTo>
                <a:cubicBezTo>
                  <a:pt x="995331" y="32647"/>
                  <a:pt x="994871" y="31565"/>
                  <a:pt x="994871" y="29994"/>
                </a:cubicBezTo>
                <a:cubicBezTo>
                  <a:pt x="994871" y="28653"/>
                  <a:pt x="995245" y="27648"/>
                  <a:pt x="995992" y="26978"/>
                </a:cubicBezTo>
                <a:cubicBezTo>
                  <a:pt x="996739" y="26307"/>
                  <a:pt x="997878" y="25972"/>
                  <a:pt x="999410" y="25972"/>
                </a:cubicBezTo>
                <a:lnTo>
                  <a:pt x="1012511" y="25972"/>
                </a:lnTo>
                <a:cubicBezTo>
                  <a:pt x="1013546" y="25972"/>
                  <a:pt x="1014331" y="26173"/>
                  <a:pt x="1014867" y="26575"/>
                </a:cubicBezTo>
                <a:cubicBezTo>
                  <a:pt x="1015404" y="26978"/>
                  <a:pt x="1015672" y="27562"/>
                  <a:pt x="1015672" y="28328"/>
                </a:cubicBezTo>
                <a:lnTo>
                  <a:pt x="1015672" y="38096"/>
                </a:lnTo>
                <a:cubicBezTo>
                  <a:pt x="1019311" y="33538"/>
                  <a:pt x="1023103" y="30147"/>
                  <a:pt x="1027049" y="27926"/>
                </a:cubicBezTo>
                <a:cubicBezTo>
                  <a:pt x="1030994" y="25704"/>
                  <a:pt x="1035246" y="24593"/>
                  <a:pt x="1039805" y="24593"/>
                </a:cubicBezTo>
                <a:cubicBezTo>
                  <a:pt x="1043214" y="24593"/>
                  <a:pt x="1045972" y="25282"/>
                  <a:pt x="1048079" y="26661"/>
                </a:cubicBezTo>
                <a:cubicBezTo>
                  <a:pt x="1050186" y="28041"/>
                  <a:pt x="1051240" y="29822"/>
                  <a:pt x="1051240" y="32005"/>
                </a:cubicBezTo>
                <a:cubicBezTo>
                  <a:pt x="1051240" y="33423"/>
                  <a:pt x="1050713" y="34677"/>
                  <a:pt x="1049659" y="35769"/>
                </a:cubicBezTo>
                <a:cubicBezTo>
                  <a:pt x="1048606" y="36861"/>
                  <a:pt x="1047447" y="37407"/>
                  <a:pt x="1046183" y="37407"/>
                </a:cubicBezTo>
                <a:cubicBezTo>
                  <a:pt x="1045302" y="37407"/>
                  <a:pt x="1043818" y="36822"/>
                  <a:pt x="1041730" y="35654"/>
                </a:cubicBezTo>
                <a:cubicBezTo>
                  <a:pt x="1039642" y="34486"/>
                  <a:pt x="1037775" y="33901"/>
                  <a:pt x="1036128" y="33901"/>
                </a:cubicBezTo>
                <a:cubicBezTo>
                  <a:pt x="1033140" y="33901"/>
                  <a:pt x="1029989" y="34963"/>
                  <a:pt x="1026675" y="37085"/>
                </a:cubicBezTo>
                <a:cubicBezTo>
                  <a:pt x="1023362" y="39208"/>
                  <a:pt x="1019694" y="42564"/>
                  <a:pt x="1015672" y="47155"/>
                </a:cubicBezTo>
                <a:lnTo>
                  <a:pt x="1015672" y="70906"/>
                </a:lnTo>
                <a:close/>
                <a:moveTo>
                  <a:pt x="1086364" y="9423"/>
                </a:moveTo>
                <a:cubicBezTo>
                  <a:pt x="1086364" y="5286"/>
                  <a:pt x="1086738" y="2681"/>
                  <a:pt x="1087485" y="1609"/>
                </a:cubicBezTo>
                <a:cubicBezTo>
                  <a:pt x="1088232" y="536"/>
                  <a:pt x="1089831" y="0"/>
                  <a:pt x="1092283" y="0"/>
                </a:cubicBezTo>
                <a:cubicBezTo>
                  <a:pt x="1094658" y="0"/>
                  <a:pt x="1096228" y="450"/>
                  <a:pt x="1096994" y="1350"/>
                </a:cubicBezTo>
                <a:cubicBezTo>
                  <a:pt x="1097760" y="2251"/>
                  <a:pt x="1098143" y="4386"/>
                  <a:pt x="1098143" y="7757"/>
                </a:cubicBezTo>
                <a:cubicBezTo>
                  <a:pt x="1098143" y="11051"/>
                  <a:pt x="1097789" y="13091"/>
                  <a:pt x="1097080" y="13877"/>
                </a:cubicBezTo>
                <a:cubicBezTo>
                  <a:pt x="1096372" y="14662"/>
                  <a:pt x="1094772" y="15055"/>
                  <a:pt x="1092283" y="15055"/>
                </a:cubicBezTo>
                <a:cubicBezTo>
                  <a:pt x="1089831" y="15055"/>
                  <a:pt x="1088232" y="14691"/>
                  <a:pt x="1087485" y="13963"/>
                </a:cubicBezTo>
                <a:cubicBezTo>
                  <a:pt x="1086738" y="13235"/>
                  <a:pt x="1086364" y="11722"/>
                  <a:pt x="1086364" y="9423"/>
                </a:cubicBezTo>
                <a:moveTo>
                  <a:pt x="1096994" y="70906"/>
                </a:moveTo>
                <a:lnTo>
                  <a:pt x="1115439" y="70906"/>
                </a:lnTo>
                <a:cubicBezTo>
                  <a:pt x="1116933" y="70906"/>
                  <a:pt x="1118034" y="71224"/>
                  <a:pt x="1118743" y="71861"/>
                </a:cubicBezTo>
                <a:cubicBezTo>
                  <a:pt x="1119452" y="72497"/>
                  <a:pt x="1119806" y="73509"/>
                  <a:pt x="1119806" y="74899"/>
                </a:cubicBezTo>
                <a:cubicBezTo>
                  <a:pt x="1119806" y="76481"/>
                  <a:pt x="1119471" y="77571"/>
                  <a:pt x="1118800" y="78169"/>
                </a:cubicBezTo>
                <a:cubicBezTo>
                  <a:pt x="1118130" y="78766"/>
                  <a:pt x="1116895" y="79065"/>
                  <a:pt x="1115094" y="79065"/>
                </a:cubicBezTo>
                <a:lnTo>
                  <a:pt x="1070505" y="79065"/>
                </a:lnTo>
                <a:cubicBezTo>
                  <a:pt x="1068973" y="79065"/>
                  <a:pt x="1067824" y="78718"/>
                  <a:pt x="1067058" y="78024"/>
                </a:cubicBezTo>
                <a:cubicBezTo>
                  <a:pt x="1066291" y="77329"/>
                  <a:pt x="1065908" y="76288"/>
                  <a:pt x="1065908" y="74899"/>
                </a:cubicBezTo>
                <a:cubicBezTo>
                  <a:pt x="1065908" y="73549"/>
                  <a:pt x="1066311" y="72546"/>
                  <a:pt x="1067115" y="71890"/>
                </a:cubicBezTo>
                <a:cubicBezTo>
                  <a:pt x="1067919" y="71234"/>
                  <a:pt x="1069126" y="70906"/>
                  <a:pt x="1070735" y="70906"/>
                </a:cubicBezTo>
                <a:lnTo>
                  <a:pt x="1088260" y="70906"/>
                </a:lnTo>
                <a:lnTo>
                  <a:pt x="1088260" y="34131"/>
                </a:lnTo>
                <a:lnTo>
                  <a:pt x="1077056" y="34131"/>
                </a:lnTo>
                <a:cubicBezTo>
                  <a:pt x="1075485" y="34131"/>
                  <a:pt x="1074288" y="33777"/>
                  <a:pt x="1073464" y="33068"/>
                </a:cubicBezTo>
                <a:cubicBezTo>
                  <a:pt x="1072641" y="32360"/>
                  <a:pt x="1072229" y="31335"/>
                  <a:pt x="1072229" y="29994"/>
                </a:cubicBezTo>
                <a:cubicBezTo>
                  <a:pt x="1072229" y="28653"/>
                  <a:pt x="1072612" y="27648"/>
                  <a:pt x="1073378" y="26978"/>
                </a:cubicBezTo>
                <a:cubicBezTo>
                  <a:pt x="1074144" y="26307"/>
                  <a:pt x="1075293" y="25972"/>
                  <a:pt x="1076826" y="25972"/>
                </a:cubicBezTo>
                <a:lnTo>
                  <a:pt x="1093662" y="25972"/>
                </a:lnTo>
                <a:cubicBezTo>
                  <a:pt x="1094696" y="25972"/>
                  <a:pt x="1095510" y="26183"/>
                  <a:pt x="1096104" y="26604"/>
                </a:cubicBezTo>
                <a:cubicBezTo>
                  <a:pt x="1096697" y="27024"/>
                  <a:pt x="1096994" y="27598"/>
                  <a:pt x="1096994" y="28324"/>
                </a:cubicBezTo>
                <a:lnTo>
                  <a:pt x="1096994" y="70906"/>
                </a:lnTo>
                <a:close/>
                <a:moveTo>
                  <a:pt x="1179294" y="79065"/>
                </a:moveTo>
                <a:cubicBezTo>
                  <a:pt x="1178490" y="79065"/>
                  <a:pt x="1177925" y="78866"/>
                  <a:pt x="1177599" y="78467"/>
                </a:cubicBezTo>
                <a:cubicBezTo>
                  <a:pt x="1177274" y="78067"/>
                  <a:pt x="1177111" y="77297"/>
                  <a:pt x="1177111" y="76156"/>
                </a:cubicBezTo>
                <a:lnTo>
                  <a:pt x="1177111" y="71480"/>
                </a:lnTo>
                <a:cubicBezTo>
                  <a:pt x="1174813" y="74353"/>
                  <a:pt x="1171940" y="76585"/>
                  <a:pt x="1168492" y="78174"/>
                </a:cubicBezTo>
                <a:cubicBezTo>
                  <a:pt x="1165044" y="79764"/>
                  <a:pt x="1161309" y="80559"/>
                  <a:pt x="1157287" y="80559"/>
                </a:cubicBezTo>
                <a:cubicBezTo>
                  <a:pt x="1150047" y="80559"/>
                  <a:pt x="1143985" y="77981"/>
                  <a:pt x="1139101" y="72823"/>
                </a:cubicBezTo>
                <a:cubicBezTo>
                  <a:pt x="1134217" y="67665"/>
                  <a:pt x="1131775" y="61251"/>
                  <a:pt x="1131775" y="53582"/>
                </a:cubicBezTo>
                <a:cubicBezTo>
                  <a:pt x="1131775" y="45644"/>
                  <a:pt x="1134380" y="39039"/>
                  <a:pt x="1139590" y="33767"/>
                </a:cubicBezTo>
                <a:cubicBezTo>
                  <a:pt x="1144799" y="28494"/>
                  <a:pt x="1151292" y="25857"/>
                  <a:pt x="1159068" y="25857"/>
                </a:cubicBezTo>
                <a:cubicBezTo>
                  <a:pt x="1163014" y="25857"/>
                  <a:pt x="1166557" y="26556"/>
                  <a:pt x="1169699" y="27954"/>
                </a:cubicBezTo>
                <a:cubicBezTo>
                  <a:pt x="1172840" y="29353"/>
                  <a:pt x="1175540" y="31412"/>
                  <a:pt x="1177800" y="34131"/>
                </a:cubicBezTo>
                <a:lnTo>
                  <a:pt x="1177800" y="12067"/>
                </a:lnTo>
                <a:lnTo>
                  <a:pt x="1174755" y="12067"/>
                </a:lnTo>
                <a:cubicBezTo>
                  <a:pt x="1171422" y="12067"/>
                  <a:pt x="1169268" y="11774"/>
                  <a:pt x="1168291" y="11189"/>
                </a:cubicBezTo>
                <a:cubicBezTo>
                  <a:pt x="1167314" y="10603"/>
                  <a:pt x="1166826" y="9536"/>
                  <a:pt x="1166826" y="7987"/>
                </a:cubicBezTo>
                <a:cubicBezTo>
                  <a:pt x="1166826" y="6627"/>
                  <a:pt x="1167218" y="5607"/>
                  <a:pt x="1168004" y="4927"/>
                </a:cubicBezTo>
                <a:cubicBezTo>
                  <a:pt x="1168789" y="4247"/>
                  <a:pt x="1169928" y="3907"/>
                  <a:pt x="1171422" y="3907"/>
                </a:cubicBezTo>
                <a:lnTo>
                  <a:pt x="1183202" y="3907"/>
                </a:lnTo>
                <a:cubicBezTo>
                  <a:pt x="1184351" y="3907"/>
                  <a:pt x="1185184" y="4099"/>
                  <a:pt x="1185701" y="4482"/>
                </a:cubicBezTo>
                <a:cubicBezTo>
                  <a:pt x="1186218" y="4865"/>
                  <a:pt x="1186477" y="5459"/>
                  <a:pt x="1186477" y="6263"/>
                </a:cubicBezTo>
                <a:lnTo>
                  <a:pt x="1186477" y="71021"/>
                </a:lnTo>
                <a:lnTo>
                  <a:pt x="1189063" y="71021"/>
                </a:lnTo>
                <a:cubicBezTo>
                  <a:pt x="1190940" y="71021"/>
                  <a:pt x="1192300" y="71335"/>
                  <a:pt x="1193142" y="71963"/>
                </a:cubicBezTo>
                <a:cubicBezTo>
                  <a:pt x="1193985" y="72591"/>
                  <a:pt x="1194406" y="73588"/>
                  <a:pt x="1194406" y="74957"/>
                </a:cubicBezTo>
                <a:cubicBezTo>
                  <a:pt x="1194406" y="76251"/>
                  <a:pt x="1194043" y="77259"/>
                  <a:pt x="1193315" y="77982"/>
                </a:cubicBezTo>
                <a:cubicBezTo>
                  <a:pt x="1192587" y="78704"/>
                  <a:pt x="1191610" y="79065"/>
                  <a:pt x="1190384" y="79065"/>
                </a:cubicBezTo>
                <a:lnTo>
                  <a:pt x="1179294" y="79065"/>
                </a:lnTo>
                <a:moveTo>
                  <a:pt x="1141658" y="53294"/>
                </a:moveTo>
                <a:cubicBezTo>
                  <a:pt x="1141658" y="58589"/>
                  <a:pt x="1143363" y="62925"/>
                  <a:pt x="1146772" y="66302"/>
                </a:cubicBezTo>
                <a:cubicBezTo>
                  <a:pt x="1150181" y="69678"/>
                  <a:pt x="1154510" y="71365"/>
                  <a:pt x="1159758" y="71365"/>
                </a:cubicBezTo>
                <a:cubicBezTo>
                  <a:pt x="1165044" y="71365"/>
                  <a:pt x="1169392" y="69611"/>
                  <a:pt x="1172801" y="66101"/>
                </a:cubicBezTo>
                <a:cubicBezTo>
                  <a:pt x="1176211" y="62590"/>
                  <a:pt x="1177915" y="58129"/>
                  <a:pt x="1177915" y="52720"/>
                </a:cubicBezTo>
                <a:cubicBezTo>
                  <a:pt x="1177915" y="47387"/>
                  <a:pt x="1176220" y="42994"/>
                  <a:pt x="1172830" y="39542"/>
                </a:cubicBezTo>
                <a:cubicBezTo>
                  <a:pt x="1169440" y="36088"/>
                  <a:pt x="1165083" y="34361"/>
                  <a:pt x="1159758" y="34361"/>
                </a:cubicBezTo>
                <a:cubicBezTo>
                  <a:pt x="1154357" y="34361"/>
                  <a:pt x="1149990" y="36107"/>
                  <a:pt x="1146657" y="39599"/>
                </a:cubicBezTo>
                <a:cubicBezTo>
                  <a:pt x="1143324" y="43090"/>
                  <a:pt x="1141658" y="47655"/>
                  <a:pt x="1141658" y="53294"/>
                </a:cubicBezTo>
                <a:close/>
                <a:moveTo>
                  <a:pt x="1230738" y="34476"/>
                </a:moveTo>
                <a:cubicBezTo>
                  <a:pt x="1225720" y="34476"/>
                  <a:pt x="1221621" y="36025"/>
                  <a:pt x="1218442" y="39123"/>
                </a:cubicBezTo>
                <a:cubicBezTo>
                  <a:pt x="1215262" y="42220"/>
                  <a:pt x="1213672" y="46235"/>
                  <a:pt x="1213672" y="51168"/>
                </a:cubicBezTo>
                <a:cubicBezTo>
                  <a:pt x="1213672" y="56025"/>
                  <a:pt x="1215262" y="60012"/>
                  <a:pt x="1218442" y="63129"/>
                </a:cubicBezTo>
                <a:cubicBezTo>
                  <a:pt x="1221621" y="66245"/>
                  <a:pt x="1225720" y="67803"/>
                  <a:pt x="1230738" y="67803"/>
                </a:cubicBezTo>
                <a:cubicBezTo>
                  <a:pt x="1235718" y="67803"/>
                  <a:pt x="1239807" y="66245"/>
                  <a:pt x="1243006" y="63129"/>
                </a:cubicBezTo>
                <a:cubicBezTo>
                  <a:pt x="1246204" y="60012"/>
                  <a:pt x="1247804" y="56025"/>
                  <a:pt x="1247804" y="51168"/>
                </a:cubicBezTo>
                <a:cubicBezTo>
                  <a:pt x="1247804" y="46312"/>
                  <a:pt x="1246204" y="42316"/>
                  <a:pt x="1243006" y="39181"/>
                </a:cubicBezTo>
                <a:cubicBezTo>
                  <a:pt x="1239807" y="36044"/>
                  <a:pt x="1235718" y="34476"/>
                  <a:pt x="1230738" y="34476"/>
                </a:cubicBezTo>
                <a:moveTo>
                  <a:pt x="1255676" y="76056"/>
                </a:moveTo>
                <a:cubicBezTo>
                  <a:pt x="1255676" y="81423"/>
                  <a:pt x="1255408" y="85228"/>
                  <a:pt x="1254871" y="87470"/>
                </a:cubicBezTo>
                <a:cubicBezTo>
                  <a:pt x="1254335" y="89714"/>
                  <a:pt x="1253416" y="91679"/>
                  <a:pt x="1252113" y="93365"/>
                </a:cubicBezTo>
                <a:cubicBezTo>
                  <a:pt x="1249968" y="96203"/>
                  <a:pt x="1246961" y="98359"/>
                  <a:pt x="1243092" y="99835"/>
                </a:cubicBezTo>
                <a:cubicBezTo>
                  <a:pt x="1239223" y="101311"/>
                  <a:pt x="1234664" y="102049"/>
                  <a:pt x="1229416" y="102049"/>
                </a:cubicBezTo>
                <a:cubicBezTo>
                  <a:pt x="1225049" y="102049"/>
                  <a:pt x="1221860" y="101625"/>
                  <a:pt x="1219849" y="100776"/>
                </a:cubicBezTo>
                <a:cubicBezTo>
                  <a:pt x="1217838" y="99928"/>
                  <a:pt x="1216833" y="98579"/>
                  <a:pt x="1216833" y="96729"/>
                </a:cubicBezTo>
                <a:cubicBezTo>
                  <a:pt x="1216833" y="95534"/>
                  <a:pt x="1217321" y="94484"/>
                  <a:pt x="1218298" y="93579"/>
                </a:cubicBezTo>
                <a:cubicBezTo>
                  <a:pt x="1219275" y="92675"/>
                  <a:pt x="1220433" y="92223"/>
                  <a:pt x="1221774" y="92223"/>
                </a:cubicBezTo>
                <a:cubicBezTo>
                  <a:pt x="1222809" y="92223"/>
                  <a:pt x="1224398" y="92367"/>
                  <a:pt x="1226543" y="92654"/>
                </a:cubicBezTo>
                <a:cubicBezTo>
                  <a:pt x="1228689" y="92942"/>
                  <a:pt x="1230317" y="93085"/>
                  <a:pt x="1231428" y="93085"/>
                </a:cubicBezTo>
                <a:cubicBezTo>
                  <a:pt x="1237097" y="93085"/>
                  <a:pt x="1241119" y="91780"/>
                  <a:pt x="1243494" y="89169"/>
                </a:cubicBezTo>
                <a:cubicBezTo>
                  <a:pt x="1245869" y="86558"/>
                  <a:pt x="1247057" y="82085"/>
                  <a:pt x="1247057" y="75749"/>
                </a:cubicBezTo>
                <a:lnTo>
                  <a:pt x="1247057" y="68780"/>
                </a:lnTo>
                <a:cubicBezTo>
                  <a:pt x="1244720" y="71500"/>
                  <a:pt x="1242134" y="73491"/>
                  <a:pt x="1239300" y="74756"/>
                </a:cubicBezTo>
                <a:cubicBezTo>
                  <a:pt x="1236465" y="76020"/>
                  <a:pt x="1233209" y="76652"/>
                  <a:pt x="1229531" y="76652"/>
                </a:cubicBezTo>
                <a:cubicBezTo>
                  <a:pt x="1222368" y="76652"/>
                  <a:pt x="1216440" y="74270"/>
                  <a:pt x="1211747" y="69507"/>
                </a:cubicBezTo>
                <a:cubicBezTo>
                  <a:pt x="1207055" y="64743"/>
                  <a:pt x="1204709" y="58706"/>
                  <a:pt x="1204709" y="51398"/>
                </a:cubicBezTo>
                <a:cubicBezTo>
                  <a:pt x="1204709" y="44052"/>
                  <a:pt x="1207122" y="37958"/>
                  <a:pt x="1211949" y="33119"/>
                </a:cubicBezTo>
                <a:cubicBezTo>
                  <a:pt x="1216775" y="28278"/>
                  <a:pt x="1222751" y="25857"/>
                  <a:pt x="1229876" y="25857"/>
                </a:cubicBezTo>
                <a:cubicBezTo>
                  <a:pt x="1232826" y="25857"/>
                  <a:pt x="1235708" y="26403"/>
                  <a:pt x="1238524" y="27495"/>
                </a:cubicBezTo>
                <a:cubicBezTo>
                  <a:pt x="1241339" y="28586"/>
                  <a:pt x="1244184" y="30243"/>
                  <a:pt x="1247057" y="32465"/>
                </a:cubicBezTo>
                <a:lnTo>
                  <a:pt x="1247057" y="28328"/>
                </a:lnTo>
                <a:cubicBezTo>
                  <a:pt x="1247057" y="27523"/>
                  <a:pt x="1247315" y="26930"/>
                  <a:pt x="1247832" y="26547"/>
                </a:cubicBezTo>
                <a:cubicBezTo>
                  <a:pt x="1248350" y="26163"/>
                  <a:pt x="1249164" y="25972"/>
                  <a:pt x="1250274" y="25972"/>
                </a:cubicBezTo>
                <a:lnTo>
                  <a:pt x="1258951" y="25972"/>
                </a:lnTo>
                <a:cubicBezTo>
                  <a:pt x="1260483" y="25972"/>
                  <a:pt x="1261632" y="26307"/>
                  <a:pt x="1262399" y="26978"/>
                </a:cubicBezTo>
                <a:cubicBezTo>
                  <a:pt x="1263165" y="27648"/>
                  <a:pt x="1263548" y="28653"/>
                  <a:pt x="1263548" y="29994"/>
                </a:cubicBezTo>
                <a:cubicBezTo>
                  <a:pt x="1263548" y="31526"/>
                  <a:pt x="1263069" y="32599"/>
                  <a:pt x="1262111" y="33212"/>
                </a:cubicBezTo>
                <a:cubicBezTo>
                  <a:pt x="1261154" y="33825"/>
                  <a:pt x="1259353" y="34131"/>
                  <a:pt x="1256710" y="34131"/>
                </a:cubicBezTo>
                <a:lnTo>
                  <a:pt x="1255676" y="34131"/>
                </a:lnTo>
                <a:lnTo>
                  <a:pt x="1255676" y="76056"/>
                </a:lnTo>
                <a:close/>
                <a:moveTo>
                  <a:pt x="1283273" y="55047"/>
                </a:moveTo>
                <a:cubicBezTo>
                  <a:pt x="1283579" y="60581"/>
                  <a:pt x="1285447" y="64857"/>
                  <a:pt x="1288875" y="67875"/>
                </a:cubicBezTo>
                <a:cubicBezTo>
                  <a:pt x="1292304" y="70891"/>
                  <a:pt x="1296987" y="72400"/>
                  <a:pt x="1302924" y="72400"/>
                </a:cubicBezTo>
                <a:cubicBezTo>
                  <a:pt x="1307406" y="72400"/>
                  <a:pt x="1312290" y="71203"/>
                  <a:pt x="1317577" y="68808"/>
                </a:cubicBezTo>
                <a:cubicBezTo>
                  <a:pt x="1322863" y="66414"/>
                  <a:pt x="1326062" y="65217"/>
                  <a:pt x="1327173" y="65217"/>
                </a:cubicBezTo>
                <a:cubicBezTo>
                  <a:pt x="1328322" y="65217"/>
                  <a:pt x="1329279" y="65581"/>
                  <a:pt x="1330046" y="66309"/>
                </a:cubicBezTo>
                <a:cubicBezTo>
                  <a:pt x="1330812" y="67037"/>
                  <a:pt x="1331195" y="67937"/>
                  <a:pt x="1331195" y="69010"/>
                </a:cubicBezTo>
                <a:cubicBezTo>
                  <a:pt x="1331195" y="70120"/>
                  <a:pt x="1330793" y="71136"/>
                  <a:pt x="1329988" y="72055"/>
                </a:cubicBezTo>
                <a:cubicBezTo>
                  <a:pt x="1329184" y="72974"/>
                  <a:pt x="1327900" y="73875"/>
                  <a:pt x="1326138" y="74756"/>
                </a:cubicBezTo>
                <a:cubicBezTo>
                  <a:pt x="1322308" y="76633"/>
                  <a:pt x="1318352" y="78069"/>
                  <a:pt x="1314273" y="79065"/>
                </a:cubicBezTo>
                <a:cubicBezTo>
                  <a:pt x="1310193" y="80061"/>
                  <a:pt x="1306142" y="80559"/>
                  <a:pt x="1302120" y="80559"/>
                </a:cubicBezTo>
                <a:cubicBezTo>
                  <a:pt x="1293386" y="80559"/>
                  <a:pt x="1286395" y="78038"/>
                  <a:pt x="1281147" y="72996"/>
                </a:cubicBezTo>
                <a:cubicBezTo>
                  <a:pt x="1275899" y="67953"/>
                  <a:pt x="1273275" y="61270"/>
                  <a:pt x="1273275" y="52949"/>
                </a:cubicBezTo>
                <a:cubicBezTo>
                  <a:pt x="1273275" y="44475"/>
                  <a:pt x="1276052" y="37612"/>
                  <a:pt x="1281607" y="32359"/>
                </a:cubicBezTo>
                <a:cubicBezTo>
                  <a:pt x="1287161" y="27105"/>
                  <a:pt x="1294401" y="24478"/>
                  <a:pt x="1303327" y="24478"/>
                </a:cubicBezTo>
                <a:cubicBezTo>
                  <a:pt x="1311409" y="24478"/>
                  <a:pt x="1318113" y="26930"/>
                  <a:pt x="1323438" y="31833"/>
                </a:cubicBezTo>
                <a:cubicBezTo>
                  <a:pt x="1328762" y="36736"/>
                  <a:pt x="1331425" y="42674"/>
                  <a:pt x="1331425" y="49646"/>
                </a:cubicBezTo>
                <a:cubicBezTo>
                  <a:pt x="1331425" y="51791"/>
                  <a:pt x="1330974" y="53227"/>
                  <a:pt x="1330074" y="53955"/>
                </a:cubicBezTo>
                <a:cubicBezTo>
                  <a:pt x="1329174" y="54683"/>
                  <a:pt x="1326732" y="55047"/>
                  <a:pt x="1322748" y="55047"/>
                </a:cubicBezTo>
                <a:lnTo>
                  <a:pt x="1321886" y="55047"/>
                </a:lnTo>
                <a:lnTo>
                  <a:pt x="1283273" y="55047"/>
                </a:lnTo>
                <a:moveTo>
                  <a:pt x="1283560" y="47462"/>
                </a:moveTo>
                <a:lnTo>
                  <a:pt x="1320967" y="47462"/>
                </a:lnTo>
                <a:cubicBezTo>
                  <a:pt x="1320392" y="42938"/>
                  <a:pt x="1318486" y="39299"/>
                  <a:pt x="1315250" y="36543"/>
                </a:cubicBezTo>
                <a:cubicBezTo>
                  <a:pt x="1312013" y="33786"/>
                  <a:pt x="1308038" y="32407"/>
                  <a:pt x="1303327" y="32407"/>
                </a:cubicBezTo>
                <a:cubicBezTo>
                  <a:pt x="1298232" y="32407"/>
                  <a:pt x="1293941" y="33738"/>
                  <a:pt x="1290456" y="36399"/>
                </a:cubicBezTo>
                <a:cubicBezTo>
                  <a:pt x="1286970" y="39060"/>
                  <a:pt x="1284671" y="42748"/>
                  <a:pt x="1283560" y="47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Text">
            <a:extLst xmlns:a="http://schemas.openxmlformats.org/drawingml/2006/main">
              <a:ext uri="{FF2B5EF4-FFF2-40B4-BE49-F238E27FC236}">
                <a16:creationId xmlns:a16="http://schemas.microsoft.com/office/drawing/2014/main" id="{C9F4896D-18DD-4B8D-86FD-D2EBD64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26" y="2257439"/>
            <a:ext cx="380300" cy="142693"/>
          </a:xfrm>
          <a:custGeom xmlns:a="http://schemas.openxmlformats.org/drawingml/2006/main">
            <a:pathLst>
              <a:path w="380300" h="142693">
                <a:moveTo>
                  <a:pt x="41659" y="140394"/>
                </a:moveTo>
                <a:lnTo>
                  <a:pt x="41659" y="23750"/>
                </a:lnTo>
                <a:lnTo>
                  <a:pt x="0" y="23750"/>
                </a:lnTo>
                <a:lnTo>
                  <a:pt x="0" y="0"/>
                </a:lnTo>
                <a:lnTo>
                  <a:pt x="111568" y="0"/>
                </a:lnTo>
                <a:lnTo>
                  <a:pt x="111568" y="23750"/>
                </a:lnTo>
                <a:lnTo>
                  <a:pt x="70006" y="23750"/>
                </a:lnTo>
                <a:lnTo>
                  <a:pt x="70006" y="140394"/>
                </a:lnTo>
                <a:lnTo>
                  <a:pt x="41659" y="140394"/>
                </a:lnTo>
                <a:close/>
                <a:moveTo>
                  <a:pt x="173475" y="108025"/>
                </a:moveTo>
                <a:lnTo>
                  <a:pt x="200289" y="112526"/>
                </a:lnTo>
                <a:cubicBezTo>
                  <a:pt x="196842" y="122358"/>
                  <a:pt x="191399" y="129844"/>
                  <a:pt x="183961" y="134983"/>
                </a:cubicBezTo>
                <a:cubicBezTo>
                  <a:pt x="176523" y="140123"/>
                  <a:pt x="167218" y="142693"/>
                  <a:pt x="156045" y="142693"/>
                </a:cubicBezTo>
                <a:cubicBezTo>
                  <a:pt x="138360" y="142693"/>
                  <a:pt x="125272" y="136915"/>
                  <a:pt x="116781" y="125359"/>
                </a:cubicBezTo>
                <a:cubicBezTo>
                  <a:pt x="110077" y="116101"/>
                  <a:pt x="106725" y="104418"/>
                  <a:pt x="106725" y="90308"/>
                </a:cubicBezTo>
                <a:cubicBezTo>
                  <a:pt x="106725" y="73453"/>
                  <a:pt x="111130" y="60253"/>
                  <a:pt x="119941" y="50709"/>
                </a:cubicBezTo>
                <a:cubicBezTo>
                  <a:pt x="128752" y="41164"/>
                  <a:pt x="139892" y="36391"/>
                  <a:pt x="153364" y="36391"/>
                </a:cubicBezTo>
                <a:cubicBezTo>
                  <a:pt x="168495" y="36391"/>
                  <a:pt x="180434" y="41387"/>
                  <a:pt x="189180" y="51379"/>
                </a:cubicBezTo>
                <a:cubicBezTo>
                  <a:pt x="197927" y="61371"/>
                  <a:pt x="202109" y="76677"/>
                  <a:pt x="201726" y="97299"/>
                </a:cubicBezTo>
                <a:lnTo>
                  <a:pt x="134306" y="97299"/>
                </a:lnTo>
                <a:cubicBezTo>
                  <a:pt x="134498" y="105280"/>
                  <a:pt x="136668" y="111489"/>
                  <a:pt x="140818" y="115926"/>
                </a:cubicBezTo>
                <a:cubicBezTo>
                  <a:pt x="144968" y="120363"/>
                  <a:pt x="150139" y="122582"/>
                  <a:pt x="156332" y="122582"/>
                </a:cubicBezTo>
                <a:cubicBezTo>
                  <a:pt x="160546" y="122582"/>
                  <a:pt x="164090" y="121432"/>
                  <a:pt x="166963" y="119134"/>
                </a:cubicBezTo>
                <a:cubicBezTo>
                  <a:pt x="169836" y="116836"/>
                  <a:pt x="172006" y="113133"/>
                  <a:pt x="173475" y="108025"/>
                </a:cubicBezTo>
                <a:moveTo>
                  <a:pt x="175007" y="80827"/>
                </a:moveTo>
                <a:cubicBezTo>
                  <a:pt x="174815" y="73038"/>
                  <a:pt x="172804" y="67117"/>
                  <a:pt x="168974" y="63062"/>
                </a:cubicBezTo>
                <a:cubicBezTo>
                  <a:pt x="165143" y="59008"/>
                  <a:pt x="160482" y="56981"/>
                  <a:pt x="154992" y="56981"/>
                </a:cubicBezTo>
                <a:cubicBezTo>
                  <a:pt x="149118" y="56981"/>
                  <a:pt x="144266" y="59120"/>
                  <a:pt x="140435" y="63398"/>
                </a:cubicBezTo>
                <a:cubicBezTo>
                  <a:pt x="136604" y="67675"/>
                  <a:pt x="134721" y="73485"/>
                  <a:pt x="134785" y="80827"/>
                </a:cubicBezTo>
                <a:lnTo>
                  <a:pt x="175007" y="80827"/>
                </a:lnTo>
                <a:close/>
                <a:moveTo>
                  <a:pt x="210090" y="140394"/>
                </a:moveTo>
                <a:lnTo>
                  <a:pt x="246769" y="88010"/>
                </a:lnTo>
                <a:lnTo>
                  <a:pt x="211622" y="38690"/>
                </a:lnTo>
                <a:lnTo>
                  <a:pt x="244470" y="38690"/>
                </a:lnTo>
                <a:lnTo>
                  <a:pt x="262475" y="66654"/>
                </a:lnTo>
                <a:lnTo>
                  <a:pt x="281436" y="38690"/>
                </a:lnTo>
                <a:lnTo>
                  <a:pt x="313039" y="38690"/>
                </a:lnTo>
                <a:lnTo>
                  <a:pt x="278563" y="86861"/>
                </a:lnTo>
                <a:lnTo>
                  <a:pt x="316200" y="140394"/>
                </a:lnTo>
                <a:lnTo>
                  <a:pt x="283160" y="140394"/>
                </a:lnTo>
                <a:lnTo>
                  <a:pt x="262475" y="108887"/>
                </a:lnTo>
                <a:lnTo>
                  <a:pt x="241597" y="140394"/>
                </a:lnTo>
                <a:lnTo>
                  <a:pt x="210090" y="140394"/>
                </a:lnTo>
                <a:close/>
                <a:moveTo>
                  <a:pt x="378098" y="38690"/>
                </a:moveTo>
                <a:lnTo>
                  <a:pt x="378098" y="60142"/>
                </a:lnTo>
                <a:lnTo>
                  <a:pt x="359710" y="60142"/>
                </a:lnTo>
                <a:lnTo>
                  <a:pt x="359710" y="101130"/>
                </a:lnTo>
                <a:cubicBezTo>
                  <a:pt x="359710" y="109430"/>
                  <a:pt x="359886" y="114266"/>
                  <a:pt x="360237" y="115638"/>
                </a:cubicBezTo>
                <a:cubicBezTo>
                  <a:pt x="360588" y="117011"/>
                  <a:pt x="361386" y="118144"/>
                  <a:pt x="362631" y="119038"/>
                </a:cubicBezTo>
                <a:cubicBezTo>
                  <a:pt x="363876" y="119932"/>
                  <a:pt x="365393" y="120379"/>
                  <a:pt x="367180" y="120379"/>
                </a:cubicBezTo>
                <a:cubicBezTo>
                  <a:pt x="369670" y="120379"/>
                  <a:pt x="373277" y="119517"/>
                  <a:pt x="378002" y="117793"/>
                </a:cubicBezTo>
                <a:lnTo>
                  <a:pt x="380300" y="138670"/>
                </a:lnTo>
                <a:cubicBezTo>
                  <a:pt x="374044" y="141352"/>
                  <a:pt x="366957" y="142693"/>
                  <a:pt x="359040" y="142693"/>
                </a:cubicBezTo>
                <a:cubicBezTo>
                  <a:pt x="354188" y="142693"/>
                  <a:pt x="349814" y="141879"/>
                  <a:pt x="345920" y="140251"/>
                </a:cubicBezTo>
                <a:cubicBezTo>
                  <a:pt x="342025" y="138622"/>
                  <a:pt x="339168" y="136516"/>
                  <a:pt x="337349" y="133930"/>
                </a:cubicBezTo>
                <a:cubicBezTo>
                  <a:pt x="335529" y="131344"/>
                  <a:pt x="334268" y="127849"/>
                  <a:pt x="333566" y="123443"/>
                </a:cubicBezTo>
                <a:cubicBezTo>
                  <a:pt x="332991" y="120315"/>
                  <a:pt x="332704" y="113994"/>
                  <a:pt x="332704" y="104482"/>
                </a:cubicBezTo>
                <a:lnTo>
                  <a:pt x="332704" y="60142"/>
                </a:lnTo>
                <a:lnTo>
                  <a:pt x="320350" y="60142"/>
                </a:lnTo>
                <a:lnTo>
                  <a:pt x="320350" y="38690"/>
                </a:lnTo>
                <a:lnTo>
                  <a:pt x="332704" y="38690"/>
                </a:lnTo>
                <a:lnTo>
                  <a:pt x="332704" y="18483"/>
                </a:lnTo>
                <a:lnTo>
                  <a:pt x="359710" y="2777"/>
                </a:lnTo>
                <a:lnTo>
                  <a:pt x="359710" y="38690"/>
                </a:lnTo>
                <a:lnTo>
                  <a:pt x="378098" y="386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688E8-FCC2-489E-86FC-CF89736B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73" y="2606755"/>
            <a:ext cx="1910141" cy="1761764"/>
          </a:xfrm>
          <a:custGeom xmlns:a="http://schemas.openxmlformats.org/drawingml/2006/main">
            <a:pathLst>
              <a:path w="1910141" h="1761764" fill="none">
                <a:moveTo>
                  <a:pt x="0" y="0"/>
                </a:moveTo>
                <a:lnTo>
                  <a:pt x="1910141" y="0"/>
                </a:lnTo>
                <a:lnTo>
                  <a:pt x="1910141" y="1761764"/>
                </a:lnTo>
                <a:lnTo>
                  <a:pt x="0" y="17617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450" cap="flat">
            <a:solidFill>
              <a:srgbClr val="000000"/>
            </a:solidFill>
            <a:round/>
          </a:ln>
        </p:spPr>
      </p:sp>
      <p:sp>
        <p:nvSpPr>
          <p:cNvPr id="22" name="Text What’sinsidetheapartment:">
            <a:extLst xmlns:a="http://schemas.openxmlformats.org/drawingml/2006/main">
              <a:ext uri="{FF2B5EF4-FFF2-40B4-BE49-F238E27FC236}">
                <a16:creationId xmlns:a16="http://schemas.microsoft.com/office/drawing/2014/main" id="{136A8B79-B8A1-4CF6-81E6-3F35E4D5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89" y="2668970"/>
            <a:ext cx="1764883" cy="130496"/>
          </a:xfrm>
          <a:custGeom xmlns:a="http://schemas.openxmlformats.org/drawingml/2006/main">
            <a:pathLst>
              <a:path w="1764883" h="130496">
                <a:moveTo>
                  <a:pt x="26887" y="102365"/>
                </a:moveTo>
                <a:lnTo>
                  <a:pt x="0" y="1037"/>
                </a:lnTo>
                <a:lnTo>
                  <a:pt x="13755" y="1037"/>
                </a:lnTo>
                <a:lnTo>
                  <a:pt x="29168" y="67460"/>
                </a:lnTo>
                <a:cubicBezTo>
                  <a:pt x="30827" y="74418"/>
                  <a:pt x="32255" y="81330"/>
                  <a:pt x="33453" y="88195"/>
                </a:cubicBezTo>
                <a:cubicBezTo>
                  <a:pt x="36034" y="77367"/>
                  <a:pt x="37554" y="71123"/>
                  <a:pt x="38015" y="69464"/>
                </a:cubicBezTo>
                <a:lnTo>
                  <a:pt x="57299" y="1037"/>
                </a:lnTo>
                <a:lnTo>
                  <a:pt x="73473" y="1037"/>
                </a:lnTo>
                <a:lnTo>
                  <a:pt x="87988" y="52323"/>
                </a:lnTo>
                <a:cubicBezTo>
                  <a:pt x="91628" y="65041"/>
                  <a:pt x="94255" y="76998"/>
                  <a:pt x="95868" y="88195"/>
                </a:cubicBezTo>
                <a:cubicBezTo>
                  <a:pt x="97158" y="81790"/>
                  <a:pt x="98840" y="74441"/>
                  <a:pt x="100913" y="66147"/>
                </a:cubicBezTo>
                <a:lnTo>
                  <a:pt x="116811" y="1037"/>
                </a:lnTo>
                <a:lnTo>
                  <a:pt x="130289" y="1037"/>
                </a:lnTo>
                <a:lnTo>
                  <a:pt x="102503" y="102365"/>
                </a:lnTo>
                <a:lnTo>
                  <a:pt x="89578" y="102365"/>
                </a:lnTo>
                <a:lnTo>
                  <a:pt x="68220" y="25159"/>
                </a:lnTo>
                <a:cubicBezTo>
                  <a:pt x="66423" y="18708"/>
                  <a:pt x="65363" y="14745"/>
                  <a:pt x="65041" y="13271"/>
                </a:cubicBezTo>
                <a:cubicBezTo>
                  <a:pt x="63981" y="17925"/>
                  <a:pt x="62990" y="21888"/>
                  <a:pt x="62069" y="25159"/>
                </a:cubicBezTo>
                <a:lnTo>
                  <a:pt x="40573" y="102365"/>
                </a:lnTo>
                <a:lnTo>
                  <a:pt x="26887" y="102365"/>
                </a:lnTo>
                <a:close/>
                <a:moveTo>
                  <a:pt x="140495" y="102365"/>
                </a:moveTo>
                <a:lnTo>
                  <a:pt x="140495" y="1037"/>
                </a:lnTo>
                <a:lnTo>
                  <a:pt x="152936" y="1037"/>
                </a:lnTo>
                <a:lnTo>
                  <a:pt x="152936" y="37393"/>
                </a:lnTo>
                <a:cubicBezTo>
                  <a:pt x="158742" y="30666"/>
                  <a:pt x="166069" y="27302"/>
                  <a:pt x="174916" y="27302"/>
                </a:cubicBezTo>
                <a:cubicBezTo>
                  <a:pt x="180353" y="27302"/>
                  <a:pt x="185076" y="28373"/>
                  <a:pt x="189085" y="30516"/>
                </a:cubicBezTo>
                <a:cubicBezTo>
                  <a:pt x="193094" y="32659"/>
                  <a:pt x="195963" y="35619"/>
                  <a:pt x="197691" y="39398"/>
                </a:cubicBezTo>
                <a:cubicBezTo>
                  <a:pt x="199419" y="43176"/>
                  <a:pt x="200283" y="48660"/>
                  <a:pt x="200283" y="55848"/>
                </a:cubicBezTo>
                <a:lnTo>
                  <a:pt x="200283" y="102365"/>
                </a:lnTo>
                <a:lnTo>
                  <a:pt x="187841" y="102365"/>
                </a:lnTo>
                <a:lnTo>
                  <a:pt x="187841" y="55848"/>
                </a:lnTo>
                <a:cubicBezTo>
                  <a:pt x="187841" y="49627"/>
                  <a:pt x="186493" y="45100"/>
                  <a:pt x="183798" y="42266"/>
                </a:cubicBezTo>
                <a:cubicBezTo>
                  <a:pt x="181102" y="39432"/>
                  <a:pt x="177289" y="38015"/>
                  <a:pt x="172359" y="38015"/>
                </a:cubicBezTo>
                <a:cubicBezTo>
                  <a:pt x="168672" y="38015"/>
                  <a:pt x="165205" y="38971"/>
                  <a:pt x="161956" y="40884"/>
                </a:cubicBezTo>
                <a:cubicBezTo>
                  <a:pt x="158708" y="42796"/>
                  <a:pt x="156392" y="45388"/>
                  <a:pt x="155010" y="48660"/>
                </a:cubicBezTo>
                <a:cubicBezTo>
                  <a:pt x="153627" y="51931"/>
                  <a:pt x="152936" y="56447"/>
                  <a:pt x="152936" y="62207"/>
                </a:cubicBezTo>
                <a:lnTo>
                  <a:pt x="152936" y="102365"/>
                </a:lnTo>
                <a:lnTo>
                  <a:pt x="140495" y="102365"/>
                </a:lnTo>
                <a:close/>
                <a:moveTo>
                  <a:pt x="266504" y="93310"/>
                </a:moveTo>
                <a:cubicBezTo>
                  <a:pt x="261896" y="97227"/>
                  <a:pt x="257461" y="99992"/>
                  <a:pt x="253199" y="101604"/>
                </a:cubicBezTo>
                <a:cubicBezTo>
                  <a:pt x="248937" y="103217"/>
                  <a:pt x="244363" y="104024"/>
                  <a:pt x="239479" y="104024"/>
                </a:cubicBezTo>
                <a:cubicBezTo>
                  <a:pt x="231415" y="104024"/>
                  <a:pt x="225217" y="102054"/>
                  <a:pt x="220886" y="98114"/>
                </a:cubicBezTo>
                <a:cubicBezTo>
                  <a:pt x="216554" y="94174"/>
                  <a:pt x="214389" y="89140"/>
                  <a:pt x="214389" y="83012"/>
                </a:cubicBezTo>
                <a:cubicBezTo>
                  <a:pt x="214389" y="79417"/>
                  <a:pt x="215207" y="76134"/>
                  <a:pt x="216842" y="73162"/>
                </a:cubicBezTo>
                <a:cubicBezTo>
                  <a:pt x="218478" y="70190"/>
                  <a:pt x="220621" y="67805"/>
                  <a:pt x="223271" y="66008"/>
                </a:cubicBezTo>
                <a:cubicBezTo>
                  <a:pt x="225920" y="64211"/>
                  <a:pt x="228904" y="62852"/>
                  <a:pt x="232221" y="61930"/>
                </a:cubicBezTo>
                <a:cubicBezTo>
                  <a:pt x="234664" y="61285"/>
                  <a:pt x="238350" y="60663"/>
                  <a:pt x="243280" y="60064"/>
                </a:cubicBezTo>
                <a:cubicBezTo>
                  <a:pt x="253326" y="58866"/>
                  <a:pt x="260721" y="57438"/>
                  <a:pt x="265467" y="55779"/>
                </a:cubicBezTo>
                <a:cubicBezTo>
                  <a:pt x="265514" y="54074"/>
                  <a:pt x="265537" y="52991"/>
                  <a:pt x="265537" y="52530"/>
                </a:cubicBezTo>
                <a:cubicBezTo>
                  <a:pt x="265537" y="47461"/>
                  <a:pt x="264362" y="43890"/>
                  <a:pt x="262012" y="41817"/>
                </a:cubicBezTo>
                <a:cubicBezTo>
                  <a:pt x="258832" y="39006"/>
                  <a:pt x="254109" y="37601"/>
                  <a:pt x="247842" y="37601"/>
                </a:cubicBezTo>
                <a:cubicBezTo>
                  <a:pt x="241990" y="37601"/>
                  <a:pt x="237670" y="38626"/>
                  <a:pt x="234882" y="40676"/>
                </a:cubicBezTo>
                <a:cubicBezTo>
                  <a:pt x="232095" y="42727"/>
                  <a:pt x="230033" y="46356"/>
                  <a:pt x="228696" y="51563"/>
                </a:cubicBezTo>
                <a:lnTo>
                  <a:pt x="216531" y="49904"/>
                </a:lnTo>
                <a:cubicBezTo>
                  <a:pt x="217637" y="44697"/>
                  <a:pt x="219457" y="40492"/>
                  <a:pt x="221992" y="37290"/>
                </a:cubicBezTo>
                <a:cubicBezTo>
                  <a:pt x="224526" y="34087"/>
                  <a:pt x="228189" y="31622"/>
                  <a:pt x="232982" y="29894"/>
                </a:cubicBezTo>
                <a:cubicBezTo>
                  <a:pt x="237774" y="28166"/>
                  <a:pt x="243326" y="27302"/>
                  <a:pt x="249639" y="27302"/>
                </a:cubicBezTo>
                <a:cubicBezTo>
                  <a:pt x="255906" y="27302"/>
                  <a:pt x="260998" y="28039"/>
                  <a:pt x="264915" y="29514"/>
                </a:cubicBezTo>
                <a:cubicBezTo>
                  <a:pt x="268831" y="30988"/>
                  <a:pt x="271711" y="32843"/>
                  <a:pt x="273554" y="35078"/>
                </a:cubicBezTo>
                <a:cubicBezTo>
                  <a:pt x="275398" y="37313"/>
                  <a:pt x="276688" y="40135"/>
                  <a:pt x="277425" y="43545"/>
                </a:cubicBezTo>
                <a:cubicBezTo>
                  <a:pt x="277840" y="45664"/>
                  <a:pt x="278047" y="49489"/>
                  <a:pt x="278047" y="55018"/>
                </a:cubicBezTo>
                <a:lnTo>
                  <a:pt x="278047" y="71607"/>
                </a:lnTo>
                <a:cubicBezTo>
                  <a:pt x="278047" y="83173"/>
                  <a:pt x="278312" y="90488"/>
                  <a:pt x="278842" y="93552"/>
                </a:cubicBezTo>
                <a:cubicBezTo>
                  <a:pt x="279372" y="96616"/>
                  <a:pt x="280420" y="99554"/>
                  <a:pt x="281987" y="102365"/>
                </a:cubicBezTo>
                <a:lnTo>
                  <a:pt x="268993" y="102365"/>
                </a:lnTo>
                <a:cubicBezTo>
                  <a:pt x="267702" y="99784"/>
                  <a:pt x="266873" y="96766"/>
                  <a:pt x="266504" y="93310"/>
                </a:cubicBezTo>
                <a:moveTo>
                  <a:pt x="265467" y="65525"/>
                </a:moveTo>
                <a:cubicBezTo>
                  <a:pt x="260952" y="67368"/>
                  <a:pt x="254178" y="68934"/>
                  <a:pt x="245147" y="70225"/>
                </a:cubicBezTo>
                <a:cubicBezTo>
                  <a:pt x="240032" y="70962"/>
                  <a:pt x="236415" y="71791"/>
                  <a:pt x="234295" y="72713"/>
                </a:cubicBezTo>
                <a:cubicBezTo>
                  <a:pt x="232175" y="73634"/>
                  <a:pt x="230539" y="74982"/>
                  <a:pt x="229388" y="76756"/>
                </a:cubicBezTo>
                <a:cubicBezTo>
                  <a:pt x="228236" y="78530"/>
                  <a:pt x="227660" y="80500"/>
                  <a:pt x="227660" y="82666"/>
                </a:cubicBezTo>
                <a:cubicBezTo>
                  <a:pt x="227660" y="85984"/>
                  <a:pt x="228915" y="88748"/>
                  <a:pt x="231427" y="90960"/>
                </a:cubicBezTo>
                <a:cubicBezTo>
                  <a:pt x="233938" y="93172"/>
                  <a:pt x="237613" y="94278"/>
                  <a:pt x="242451" y="94278"/>
                </a:cubicBezTo>
                <a:cubicBezTo>
                  <a:pt x="247243" y="94278"/>
                  <a:pt x="251505" y="93230"/>
                  <a:pt x="255238" y="91133"/>
                </a:cubicBezTo>
                <a:cubicBezTo>
                  <a:pt x="258970" y="89036"/>
                  <a:pt x="261712" y="86168"/>
                  <a:pt x="263463" y="82528"/>
                </a:cubicBezTo>
                <a:cubicBezTo>
                  <a:pt x="264799" y="79717"/>
                  <a:pt x="265467" y="75570"/>
                  <a:pt x="265467" y="70086"/>
                </a:cubicBezTo>
                <a:lnTo>
                  <a:pt x="265467" y="65525"/>
                </a:lnTo>
                <a:close/>
                <a:moveTo>
                  <a:pt x="323879" y="91237"/>
                </a:moveTo>
                <a:lnTo>
                  <a:pt x="325676" y="102227"/>
                </a:lnTo>
                <a:cubicBezTo>
                  <a:pt x="322174" y="102964"/>
                  <a:pt x="319040" y="103332"/>
                  <a:pt x="316276" y="103332"/>
                </a:cubicBezTo>
                <a:cubicBezTo>
                  <a:pt x="311760" y="103332"/>
                  <a:pt x="308258" y="102618"/>
                  <a:pt x="305770" y="101190"/>
                </a:cubicBezTo>
                <a:cubicBezTo>
                  <a:pt x="303281" y="99761"/>
                  <a:pt x="301530" y="97884"/>
                  <a:pt x="300517" y="95557"/>
                </a:cubicBezTo>
                <a:cubicBezTo>
                  <a:pt x="299503" y="93230"/>
                  <a:pt x="298996" y="88334"/>
                  <a:pt x="298996" y="80869"/>
                </a:cubicBezTo>
                <a:lnTo>
                  <a:pt x="298996" y="38637"/>
                </a:lnTo>
                <a:lnTo>
                  <a:pt x="289872" y="38637"/>
                </a:lnTo>
                <a:lnTo>
                  <a:pt x="289872" y="28961"/>
                </a:lnTo>
                <a:lnTo>
                  <a:pt x="298996" y="28961"/>
                </a:lnTo>
                <a:lnTo>
                  <a:pt x="298996" y="10783"/>
                </a:lnTo>
                <a:lnTo>
                  <a:pt x="311368" y="3318"/>
                </a:lnTo>
                <a:lnTo>
                  <a:pt x="311368" y="28961"/>
                </a:lnTo>
                <a:lnTo>
                  <a:pt x="323879" y="28961"/>
                </a:lnTo>
                <a:lnTo>
                  <a:pt x="323879" y="38637"/>
                </a:lnTo>
                <a:lnTo>
                  <a:pt x="311368" y="38637"/>
                </a:lnTo>
                <a:lnTo>
                  <a:pt x="311368" y="81560"/>
                </a:lnTo>
                <a:cubicBezTo>
                  <a:pt x="311368" y="85108"/>
                  <a:pt x="311587" y="87389"/>
                  <a:pt x="312025" y="88403"/>
                </a:cubicBezTo>
                <a:cubicBezTo>
                  <a:pt x="312463" y="89417"/>
                  <a:pt x="313177" y="90223"/>
                  <a:pt x="314168" y="90822"/>
                </a:cubicBezTo>
                <a:cubicBezTo>
                  <a:pt x="315158" y="91421"/>
                  <a:pt x="316575" y="91720"/>
                  <a:pt x="318418" y="91720"/>
                </a:cubicBezTo>
                <a:cubicBezTo>
                  <a:pt x="319801" y="91720"/>
                  <a:pt x="321621" y="91559"/>
                  <a:pt x="323879" y="91237"/>
                </a:cubicBezTo>
                <a:close/>
                <a:moveTo>
                  <a:pt x="334996" y="14446"/>
                </a:moveTo>
                <a:lnTo>
                  <a:pt x="334996" y="0"/>
                </a:lnTo>
                <a:lnTo>
                  <a:pt x="348336" y="0"/>
                </a:lnTo>
                <a:lnTo>
                  <a:pt x="348336" y="11405"/>
                </a:lnTo>
                <a:cubicBezTo>
                  <a:pt x="348336" y="17579"/>
                  <a:pt x="347621" y="22026"/>
                  <a:pt x="346193" y="24744"/>
                </a:cubicBezTo>
                <a:cubicBezTo>
                  <a:pt x="344211" y="28477"/>
                  <a:pt x="341124" y="31288"/>
                  <a:pt x="336931" y="33177"/>
                </a:cubicBezTo>
                <a:lnTo>
                  <a:pt x="333890" y="28270"/>
                </a:lnTo>
                <a:cubicBezTo>
                  <a:pt x="336378" y="27256"/>
                  <a:pt x="338233" y="25655"/>
                  <a:pt x="339454" y="23466"/>
                </a:cubicBezTo>
                <a:cubicBezTo>
                  <a:pt x="340675" y="21277"/>
                  <a:pt x="341355" y="18270"/>
                  <a:pt x="341493" y="14446"/>
                </a:cubicBezTo>
                <a:lnTo>
                  <a:pt x="334996" y="14446"/>
                </a:lnTo>
                <a:close/>
                <a:moveTo>
                  <a:pt x="359487" y="80454"/>
                </a:moveTo>
                <a:lnTo>
                  <a:pt x="371790" y="78519"/>
                </a:lnTo>
                <a:cubicBezTo>
                  <a:pt x="372481" y="83449"/>
                  <a:pt x="374405" y="87228"/>
                  <a:pt x="377561" y="89854"/>
                </a:cubicBezTo>
                <a:cubicBezTo>
                  <a:pt x="380718" y="92481"/>
                  <a:pt x="385130" y="93794"/>
                  <a:pt x="390797" y="93794"/>
                </a:cubicBezTo>
                <a:cubicBezTo>
                  <a:pt x="396511" y="93794"/>
                  <a:pt x="400751" y="92631"/>
                  <a:pt x="403515" y="90304"/>
                </a:cubicBezTo>
                <a:cubicBezTo>
                  <a:pt x="406280" y="87977"/>
                  <a:pt x="407662" y="85246"/>
                  <a:pt x="407662" y="82113"/>
                </a:cubicBezTo>
                <a:cubicBezTo>
                  <a:pt x="407662" y="79302"/>
                  <a:pt x="406441" y="77090"/>
                  <a:pt x="403999" y="75478"/>
                </a:cubicBezTo>
                <a:cubicBezTo>
                  <a:pt x="402294" y="74372"/>
                  <a:pt x="398055" y="72966"/>
                  <a:pt x="391281" y="71261"/>
                </a:cubicBezTo>
                <a:cubicBezTo>
                  <a:pt x="382158" y="68957"/>
                  <a:pt x="375833" y="66964"/>
                  <a:pt x="372308" y="65283"/>
                </a:cubicBezTo>
                <a:cubicBezTo>
                  <a:pt x="368783" y="63601"/>
                  <a:pt x="366111" y="61274"/>
                  <a:pt x="364290" y="58302"/>
                </a:cubicBezTo>
                <a:cubicBezTo>
                  <a:pt x="362470" y="55329"/>
                  <a:pt x="361560" y="52046"/>
                  <a:pt x="361560" y="48452"/>
                </a:cubicBezTo>
                <a:cubicBezTo>
                  <a:pt x="361560" y="45181"/>
                  <a:pt x="362309" y="42151"/>
                  <a:pt x="363807" y="39363"/>
                </a:cubicBezTo>
                <a:cubicBezTo>
                  <a:pt x="365304" y="36575"/>
                  <a:pt x="367343" y="34260"/>
                  <a:pt x="369924" y="32417"/>
                </a:cubicBezTo>
                <a:cubicBezTo>
                  <a:pt x="371859" y="30988"/>
                  <a:pt x="374497" y="29779"/>
                  <a:pt x="377838" y="28788"/>
                </a:cubicBezTo>
                <a:cubicBezTo>
                  <a:pt x="381178" y="27797"/>
                  <a:pt x="384761" y="27302"/>
                  <a:pt x="388586" y="27302"/>
                </a:cubicBezTo>
                <a:cubicBezTo>
                  <a:pt x="394346" y="27302"/>
                  <a:pt x="399403" y="28131"/>
                  <a:pt x="403757" y="29790"/>
                </a:cubicBezTo>
                <a:cubicBezTo>
                  <a:pt x="408112" y="31449"/>
                  <a:pt x="411326" y="33695"/>
                  <a:pt x="413399" y="36529"/>
                </a:cubicBezTo>
                <a:cubicBezTo>
                  <a:pt x="415473" y="39363"/>
                  <a:pt x="416901" y="43153"/>
                  <a:pt x="417685" y="47899"/>
                </a:cubicBezTo>
                <a:lnTo>
                  <a:pt x="405520" y="49558"/>
                </a:lnTo>
                <a:cubicBezTo>
                  <a:pt x="404967" y="45780"/>
                  <a:pt x="403366" y="42831"/>
                  <a:pt x="400716" y="40711"/>
                </a:cubicBezTo>
                <a:cubicBezTo>
                  <a:pt x="398066" y="38591"/>
                  <a:pt x="394322" y="37531"/>
                  <a:pt x="389484" y="37531"/>
                </a:cubicBezTo>
                <a:cubicBezTo>
                  <a:pt x="383770" y="37531"/>
                  <a:pt x="379692" y="38476"/>
                  <a:pt x="377250" y="40365"/>
                </a:cubicBezTo>
                <a:cubicBezTo>
                  <a:pt x="374808" y="42255"/>
                  <a:pt x="373587" y="44466"/>
                  <a:pt x="373587" y="47001"/>
                </a:cubicBezTo>
                <a:cubicBezTo>
                  <a:pt x="373587" y="48613"/>
                  <a:pt x="374094" y="50065"/>
                  <a:pt x="375108" y="51355"/>
                </a:cubicBezTo>
                <a:cubicBezTo>
                  <a:pt x="376121" y="52691"/>
                  <a:pt x="377711" y="53797"/>
                  <a:pt x="379877" y="54673"/>
                </a:cubicBezTo>
                <a:cubicBezTo>
                  <a:pt x="381121" y="55134"/>
                  <a:pt x="384784" y="56193"/>
                  <a:pt x="390867" y="57852"/>
                </a:cubicBezTo>
                <a:cubicBezTo>
                  <a:pt x="399668" y="60202"/>
                  <a:pt x="405808" y="62126"/>
                  <a:pt x="409287" y="63624"/>
                </a:cubicBezTo>
                <a:cubicBezTo>
                  <a:pt x="412766" y="65121"/>
                  <a:pt x="415496" y="67299"/>
                  <a:pt x="417477" y="70155"/>
                </a:cubicBezTo>
                <a:cubicBezTo>
                  <a:pt x="419459" y="73012"/>
                  <a:pt x="420449" y="76560"/>
                  <a:pt x="420449" y="80800"/>
                </a:cubicBezTo>
                <a:cubicBezTo>
                  <a:pt x="420449" y="84947"/>
                  <a:pt x="419240" y="88852"/>
                  <a:pt x="416821" y="92515"/>
                </a:cubicBezTo>
                <a:cubicBezTo>
                  <a:pt x="414401" y="96179"/>
                  <a:pt x="410911" y="99012"/>
                  <a:pt x="406349" y="101017"/>
                </a:cubicBezTo>
                <a:cubicBezTo>
                  <a:pt x="401787" y="103021"/>
                  <a:pt x="396626" y="104024"/>
                  <a:pt x="390867" y="104024"/>
                </a:cubicBezTo>
                <a:cubicBezTo>
                  <a:pt x="381328" y="104024"/>
                  <a:pt x="374059" y="102042"/>
                  <a:pt x="369060" y="98079"/>
                </a:cubicBezTo>
                <a:cubicBezTo>
                  <a:pt x="364060" y="94117"/>
                  <a:pt x="360869" y="88242"/>
                  <a:pt x="359487" y="80454"/>
                </a:cubicBezTo>
                <a:close/>
                <a:moveTo>
                  <a:pt x="473898" y="15344"/>
                </a:moveTo>
                <a:lnTo>
                  <a:pt x="473898" y="1037"/>
                </a:lnTo>
                <a:lnTo>
                  <a:pt x="486339" y="1037"/>
                </a:lnTo>
                <a:lnTo>
                  <a:pt x="486339" y="15344"/>
                </a:lnTo>
                <a:lnTo>
                  <a:pt x="473898" y="15344"/>
                </a:lnTo>
                <a:moveTo>
                  <a:pt x="473898" y="102365"/>
                </a:moveTo>
                <a:lnTo>
                  <a:pt x="473898" y="28961"/>
                </a:lnTo>
                <a:lnTo>
                  <a:pt x="486339" y="28961"/>
                </a:lnTo>
                <a:lnTo>
                  <a:pt x="486339" y="102365"/>
                </a:lnTo>
                <a:lnTo>
                  <a:pt x="473898" y="102365"/>
                </a:lnTo>
                <a:close/>
                <a:moveTo>
                  <a:pt x="505084" y="102365"/>
                </a:moveTo>
                <a:lnTo>
                  <a:pt x="505084" y="28961"/>
                </a:lnTo>
                <a:lnTo>
                  <a:pt x="516281" y="28961"/>
                </a:lnTo>
                <a:lnTo>
                  <a:pt x="516281" y="39398"/>
                </a:lnTo>
                <a:cubicBezTo>
                  <a:pt x="521673" y="31334"/>
                  <a:pt x="529460" y="27302"/>
                  <a:pt x="539643" y="27302"/>
                </a:cubicBezTo>
                <a:cubicBezTo>
                  <a:pt x="544067" y="27302"/>
                  <a:pt x="548133" y="28097"/>
                  <a:pt x="551843" y="29686"/>
                </a:cubicBezTo>
                <a:cubicBezTo>
                  <a:pt x="555552" y="31276"/>
                  <a:pt x="558328" y="33361"/>
                  <a:pt x="560172" y="35942"/>
                </a:cubicBezTo>
                <a:cubicBezTo>
                  <a:pt x="562015" y="38522"/>
                  <a:pt x="563305" y="41586"/>
                  <a:pt x="564042" y="45134"/>
                </a:cubicBezTo>
                <a:cubicBezTo>
                  <a:pt x="564503" y="47438"/>
                  <a:pt x="564733" y="51470"/>
                  <a:pt x="564733" y="57230"/>
                </a:cubicBezTo>
                <a:lnTo>
                  <a:pt x="564733" y="102365"/>
                </a:lnTo>
                <a:lnTo>
                  <a:pt x="552292" y="102365"/>
                </a:lnTo>
                <a:lnTo>
                  <a:pt x="552292" y="57714"/>
                </a:lnTo>
                <a:cubicBezTo>
                  <a:pt x="552292" y="52645"/>
                  <a:pt x="551808" y="48855"/>
                  <a:pt x="550841" y="46344"/>
                </a:cubicBezTo>
                <a:cubicBezTo>
                  <a:pt x="549873" y="43833"/>
                  <a:pt x="548156" y="41828"/>
                  <a:pt x="545691" y="40331"/>
                </a:cubicBezTo>
                <a:cubicBezTo>
                  <a:pt x="543226" y="38833"/>
                  <a:pt x="540335" y="38084"/>
                  <a:pt x="537017" y="38084"/>
                </a:cubicBezTo>
                <a:cubicBezTo>
                  <a:pt x="531718" y="38084"/>
                  <a:pt x="527144" y="39766"/>
                  <a:pt x="523297" y="43130"/>
                </a:cubicBezTo>
                <a:cubicBezTo>
                  <a:pt x="519449" y="46494"/>
                  <a:pt x="517525" y="52876"/>
                  <a:pt x="517525" y="62276"/>
                </a:cubicBezTo>
                <a:lnTo>
                  <a:pt x="517525" y="102365"/>
                </a:lnTo>
                <a:lnTo>
                  <a:pt x="505084" y="102365"/>
                </a:lnTo>
                <a:close/>
                <a:moveTo>
                  <a:pt x="578218" y="80454"/>
                </a:moveTo>
                <a:lnTo>
                  <a:pt x="590521" y="78519"/>
                </a:lnTo>
                <a:cubicBezTo>
                  <a:pt x="591212" y="83449"/>
                  <a:pt x="593136" y="87228"/>
                  <a:pt x="596292" y="89854"/>
                </a:cubicBezTo>
                <a:cubicBezTo>
                  <a:pt x="599449" y="92481"/>
                  <a:pt x="603861" y="93794"/>
                  <a:pt x="609528" y="93794"/>
                </a:cubicBezTo>
                <a:cubicBezTo>
                  <a:pt x="615242" y="93794"/>
                  <a:pt x="619481" y="92631"/>
                  <a:pt x="622246" y="90304"/>
                </a:cubicBezTo>
                <a:cubicBezTo>
                  <a:pt x="625011" y="87977"/>
                  <a:pt x="626393" y="85246"/>
                  <a:pt x="626393" y="82113"/>
                </a:cubicBezTo>
                <a:cubicBezTo>
                  <a:pt x="626393" y="79302"/>
                  <a:pt x="625172" y="77090"/>
                  <a:pt x="622730" y="75478"/>
                </a:cubicBezTo>
                <a:cubicBezTo>
                  <a:pt x="621025" y="74372"/>
                  <a:pt x="616786" y="72966"/>
                  <a:pt x="610012" y="71261"/>
                </a:cubicBezTo>
                <a:cubicBezTo>
                  <a:pt x="600888" y="68957"/>
                  <a:pt x="594564" y="66964"/>
                  <a:pt x="591039" y="65283"/>
                </a:cubicBezTo>
                <a:cubicBezTo>
                  <a:pt x="587514" y="63601"/>
                  <a:pt x="584841" y="61274"/>
                  <a:pt x="583021" y="58302"/>
                </a:cubicBezTo>
                <a:cubicBezTo>
                  <a:pt x="581201" y="55329"/>
                  <a:pt x="580291" y="52046"/>
                  <a:pt x="580291" y="48452"/>
                </a:cubicBezTo>
                <a:cubicBezTo>
                  <a:pt x="580291" y="45181"/>
                  <a:pt x="581040" y="42151"/>
                  <a:pt x="582537" y="39363"/>
                </a:cubicBezTo>
                <a:cubicBezTo>
                  <a:pt x="584035" y="36575"/>
                  <a:pt x="586074" y="34260"/>
                  <a:pt x="588654" y="32417"/>
                </a:cubicBezTo>
                <a:cubicBezTo>
                  <a:pt x="590590" y="30988"/>
                  <a:pt x="593228" y="29779"/>
                  <a:pt x="596569" y="28788"/>
                </a:cubicBezTo>
                <a:cubicBezTo>
                  <a:pt x="599909" y="27797"/>
                  <a:pt x="603492" y="27302"/>
                  <a:pt x="607317" y="27302"/>
                </a:cubicBezTo>
                <a:cubicBezTo>
                  <a:pt x="613076" y="27302"/>
                  <a:pt x="618134" y="28131"/>
                  <a:pt x="622488" y="29790"/>
                </a:cubicBezTo>
                <a:cubicBezTo>
                  <a:pt x="626843" y="31449"/>
                  <a:pt x="630057" y="33695"/>
                  <a:pt x="632130" y="36529"/>
                </a:cubicBezTo>
                <a:cubicBezTo>
                  <a:pt x="634204" y="39363"/>
                  <a:pt x="635632" y="43153"/>
                  <a:pt x="636415" y="47899"/>
                </a:cubicBezTo>
                <a:lnTo>
                  <a:pt x="624251" y="49558"/>
                </a:lnTo>
                <a:cubicBezTo>
                  <a:pt x="623698" y="45780"/>
                  <a:pt x="622096" y="42831"/>
                  <a:pt x="619447" y="40711"/>
                </a:cubicBezTo>
                <a:cubicBezTo>
                  <a:pt x="616797" y="38591"/>
                  <a:pt x="613053" y="37531"/>
                  <a:pt x="608215" y="37531"/>
                </a:cubicBezTo>
                <a:cubicBezTo>
                  <a:pt x="602501" y="37531"/>
                  <a:pt x="598423" y="38476"/>
                  <a:pt x="595981" y="40365"/>
                </a:cubicBezTo>
                <a:cubicBezTo>
                  <a:pt x="593539" y="42255"/>
                  <a:pt x="592318" y="44466"/>
                  <a:pt x="592318" y="47001"/>
                </a:cubicBezTo>
                <a:cubicBezTo>
                  <a:pt x="592318" y="48613"/>
                  <a:pt x="592825" y="50065"/>
                  <a:pt x="593838" y="51355"/>
                </a:cubicBezTo>
                <a:cubicBezTo>
                  <a:pt x="594852" y="52691"/>
                  <a:pt x="596442" y="53797"/>
                  <a:pt x="598608" y="54673"/>
                </a:cubicBezTo>
                <a:cubicBezTo>
                  <a:pt x="599852" y="55134"/>
                  <a:pt x="603515" y="56193"/>
                  <a:pt x="609597" y="57852"/>
                </a:cubicBezTo>
                <a:cubicBezTo>
                  <a:pt x="618399" y="60202"/>
                  <a:pt x="624539" y="62126"/>
                  <a:pt x="628018" y="63624"/>
                </a:cubicBezTo>
                <a:cubicBezTo>
                  <a:pt x="631497" y="65121"/>
                  <a:pt x="634227" y="67299"/>
                  <a:pt x="636208" y="70155"/>
                </a:cubicBezTo>
                <a:cubicBezTo>
                  <a:pt x="638190" y="73012"/>
                  <a:pt x="639180" y="76560"/>
                  <a:pt x="639180" y="80800"/>
                </a:cubicBezTo>
                <a:cubicBezTo>
                  <a:pt x="639180" y="84947"/>
                  <a:pt x="637971" y="88852"/>
                  <a:pt x="635552" y="92515"/>
                </a:cubicBezTo>
                <a:cubicBezTo>
                  <a:pt x="633132" y="96179"/>
                  <a:pt x="629642" y="99012"/>
                  <a:pt x="625080" y="101017"/>
                </a:cubicBezTo>
                <a:cubicBezTo>
                  <a:pt x="620518" y="103021"/>
                  <a:pt x="615357" y="104024"/>
                  <a:pt x="609597" y="104024"/>
                </a:cubicBezTo>
                <a:cubicBezTo>
                  <a:pt x="600059" y="104024"/>
                  <a:pt x="592790" y="102042"/>
                  <a:pt x="587790" y="98079"/>
                </a:cubicBezTo>
                <a:cubicBezTo>
                  <a:pt x="582791" y="94117"/>
                  <a:pt x="579600" y="88242"/>
                  <a:pt x="578218" y="80454"/>
                </a:cubicBezTo>
                <a:close/>
                <a:moveTo>
                  <a:pt x="653588" y="15344"/>
                </a:moveTo>
                <a:lnTo>
                  <a:pt x="653588" y="1037"/>
                </a:lnTo>
                <a:lnTo>
                  <a:pt x="666029" y="1037"/>
                </a:lnTo>
                <a:lnTo>
                  <a:pt x="666029" y="15344"/>
                </a:lnTo>
                <a:lnTo>
                  <a:pt x="653588" y="15344"/>
                </a:lnTo>
                <a:moveTo>
                  <a:pt x="653588" y="102365"/>
                </a:moveTo>
                <a:lnTo>
                  <a:pt x="653588" y="28961"/>
                </a:lnTo>
                <a:lnTo>
                  <a:pt x="666029" y="28961"/>
                </a:lnTo>
                <a:lnTo>
                  <a:pt x="666029" y="102365"/>
                </a:lnTo>
                <a:lnTo>
                  <a:pt x="653588" y="102365"/>
                </a:lnTo>
                <a:close/>
                <a:moveTo>
                  <a:pt x="732397" y="102365"/>
                </a:moveTo>
                <a:lnTo>
                  <a:pt x="732397" y="93103"/>
                </a:lnTo>
                <a:cubicBezTo>
                  <a:pt x="727743" y="100383"/>
                  <a:pt x="720900" y="104024"/>
                  <a:pt x="711868" y="104024"/>
                </a:cubicBezTo>
                <a:cubicBezTo>
                  <a:pt x="706016" y="104024"/>
                  <a:pt x="700637" y="102411"/>
                  <a:pt x="695729" y="99185"/>
                </a:cubicBezTo>
                <a:cubicBezTo>
                  <a:pt x="690822" y="95960"/>
                  <a:pt x="687020" y="91456"/>
                  <a:pt x="684325" y="85673"/>
                </a:cubicBezTo>
                <a:cubicBezTo>
                  <a:pt x="681629" y="79890"/>
                  <a:pt x="680281" y="73243"/>
                  <a:pt x="680281" y="65732"/>
                </a:cubicBezTo>
                <a:cubicBezTo>
                  <a:pt x="680281" y="58405"/>
                  <a:pt x="681502" y="51758"/>
                  <a:pt x="683945" y="45791"/>
                </a:cubicBezTo>
                <a:cubicBezTo>
                  <a:pt x="686387" y="39824"/>
                  <a:pt x="690050" y="35251"/>
                  <a:pt x="694934" y="32071"/>
                </a:cubicBezTo>
                <a:cubicBezTo>
                  <a:pt x="699819" y="28892"/>
                  <a:pt x="705279" y="27302"/>
                  <a:pt x="711316" y="27302"/>
                </a:cubicBezTo>
                <a:cubicBezTo>
                  <a:pt x="715739" y="27302"/>
                  <a:pt x="719679" y="28235"/>
                  <a:pt x="723135" y="30101"/>
                </a:cubicBezTo>
                <a:cubicBezTo>
                  <a:pt x="726591" y="31967"/>
                  <a:pt x="729402" y="34398"/>
                  <a:pt x="731567" y="37393"/>
                </a:cubicBezTo>
                <a:lnTo>
                  <a:pt x="731567" y="1037"/>
                </a:lnTo>
                <a:lnTo>
                  <a:pt x="743940" y="1037"/>
                </a:lnTo>
                <a:lnTo>
                  <a:pt x="743940" y="102365"/>
                </a:lnTo>
                <a:lnTo>
                  <a:pt x="732397" y="102365"/>
                </a:lnTo>
                <a:moveTo>
                  <a:pt x="693068" y="65732"/>
                </a:moveTo>
                <a:cubicBezTo>
                  <a:pt x="693068" y="75132"/>
                  <a:pt x="695050" y="82159"/>
                  <a:pt x="699012" y="86813"/>
                </a:cubicBezTo>
                <a:cubicBezTo>
                  <a:pt x="702975" y="91467"/>
                  <a:pt x="707652" y="93794"/>
                  <a:pt x="713043" y="93794"/>
                </a:cubicBezTo>
                <a:cubicBezTo>
                  <a:pt x="718481" y="93794"/>
                  <a:pt x="723100" y="91571"/>
                  <a:pt x="726902" y="87124"/>
                </a:cubicBezTo>
                <a:cubicBezTo>
                  <a:pt x="730703" y="82677"/>
                  <a:pt x="732604" y="75892"/>
                  <a:pt x="732604" y="66769"/>
                </a:cubicBezTo>
                <a:cubicBezTo>
                  <a:pt x="732604" y="56723"/>
                  <a:pt x="730669" y="49351"/>
                  <a:pt x="726798" y="44651"/>
                </a:cubicBezTo>
                <a:cubicBezTo>
                  <a:pt x="722927" y="39951"/>
                  <a:pt x="718158" y="37601"/>
                  <a:pt x="712491" y="37601"/>
                </a:cubicBezTo>
                <a:cubicBezTo>
                  <a:pt x="706961" y="37601"/>
                  <a:pt x="702342" y="39858"/>
                  <a:pt x="698632" y="44374"/>
                </a:cubicBezTo>
                <a:cubicBezTo>
                  <a:pt x="694923" y="48890"/>
                  <a:pt x="693068" y="56009"/>
                  <a:pt x="693068" y="65732"/>
                </a:cubicBezTo>
                <a:close/>
                <a:moveTo>
                  <a:pt x="813133" y="78726"/>
                </a:moveTo>
                <a:lnTo>
                  <a:pt x="825989" y="80316"/>
                </a:lnTo>
                <a:cubicBezTo>
                  <a:pt x="823962" y="87827"/>
                  <a:pt x="820206" y="93656"/>
                  <a:pt x="814723" y="97803"/>
                </a:cubicBezTo>
                <a:cubicBezTo>
                  <a:pt x="809240" y="101950"/>
                  <a:pt x="802236" y="104024"/>
                  <a:pt x="793711" y="104024"/>
                </a:cubicBezTo>
                <a:cubicBezTo>
                  <a:pt x="782975" y="104024"/>
                  <a:pt x="774461" y="100717"/>
                  <a:pt x="768172" y="94105"/>
                </a:cubicBezTo>
                <a:cubicBezTo>
                  <a:pt x="761882" y="87493"/>
                  <a:pt x="758737" y="78219"/>
                  <a:pt x="758737" y="66285"/>
                </a:cubicBezTo>
                <a:cubicBezTo>
                  <a:pt x="758737" y="53936"/>
                  <a:pt x="761916" y="44351"/>
                  <a:pt x="768275" y="37531"/>
                </a:cubicBezTo>
                <a:cubicBezTo>
                  <a:pt x="774634" y="30712"/>
                  <a:pt x="782882" y="27302"/>
                  <a:pt x="793020" y="27302"/>
                </a:cubicBezTo>
                <a:cubicBezTo>
                  <a:pt x="802835" y="27302"/>
                  <a:pt x="810852" y="30643"/>
                  <a:pt x="817073" y="37324"/>
                </a:cubicBezTo>
                <a:cubicBezTo>
                  <a:pt x="823294" y="44006"/>
                  <a:pt x="826404" y="53406"/>
                  <a:pt x="826404" y="65525"/>
                </a:cubicBezTo>
                <a:cubicBezTo>
                  <a:pt x="826404" y="66262"/>
                  <a:pt x="826381" y="67368"/>
                  <a:pt x="826335" y="68842"/>
                </a:cubicBezTo>
                <a:lnTo>
                  <a:pt x="771593" y="68842"/>
                </a:lnTo>
                <a:cubicBezTo>
                  <a:pt x="772054" y="76906"/>
                  <a:pt x="774335" y="83081"/>
                  <a:pt x="778436" y="87366"/>
                </a:cubicBezTo>
                <a:cubicBezTo>
                  <a:pt x="782537" y="91651"/>
                  <a:pt x="787652" y="93794"/>
                  <a:pt x="793780" y="93794"/>
                </a:cubicBezTo>
                <a:cubicBezTo>
                  <a:pt x="798342" y="93794"/>
                  <a:pt x="802236" y="92596"/>
                  <a:pt x="805461" y="90200"/>
                </a:cubicBezTo>
                <a:cubicBezTo>
                  <a:pt x="808687" y="87804"/>
                  <a:pt x="811244" y="83979"/>
                  <a:pt x="813133" y="78726"/>
                </a:cubicBezTo>
                <a:moveTo>
                  <a:pt x="772284" y="58613"/>
                </a:moveTo>
                <a:lnTo>
                  <a:pt x="813272" y="58613"/>
                </a:lnTo>
                <a:cubicBezTo>
                  <a:pt x="812719" y="52438"/>
                  <a:pt x="811152" y="47807"/>
                  <a:pt x="808571" y="44720"/>
                </a:cubicBezTo>
                <a:cubicBezTo>
                  <a:pt x="804609" y="39928"/>
                  <a:pt x="799471" y="37531"/>
                  <a:pt x="793158" y="37531"/>
                </a:cubicBezTo>
                <a:cubicBezTo>
                  <a:pt x="787444" y="37531"/>
                  <a:pt x="782640" y="39444"/>
                  <a:pt x="778747" y="43268"/>
                </a:cubicBezTo>
                <a:cubicBezTo>
                  <a:pt x="774853" y="47093"/>
                  <a:pt x="772699" y="52208"/>
                  <a:pt x="772284" y="58613"/>
                </a:cubicBezTo>
                <a:close/>
                <a:moveTo>
                  <a:pt x="907199" y="91237"/>
                </a:moveTo>
                <a:lnTo>
                  <a:pt x="908996" y="102227"/>
                </a:lnTo>
                <a:cubicBezTo>
                  <a:pt x="905494" y="102964"/>
                  <a:pt x="902360" y="103332"/>
                  <a:pt x="899596" y="103332"/>
                </a:cubicBezTo>
                <a:cubicBezTo>
                  <a:pt x="895080" y="103332"/>
                  <a:pt x="891578" y="102618"/>
                  <a:pt x="889090" y="101190"/>
                </a:cubicBezTo>
                <a:cubicBezTo>
                  <a:pt x="886601" y="99761"/>
                  <a:pt x="884850" y="97884"/>
                  <a:pt x="883837" y="95557"/>
                </a:cubicBezTo>
                <a:cubicBezTo>
                  <a:pt x="882823" y="93230"/>
                  <a:pt x="882316" y="88334"/>
                  <a:pt x="882316" y="80869"/>
                </a:cubicBezTo>
                <a:lnTo>
                  <a:pt x="882316" y="38637"/>
                </a:lnTo>
                <a:lnTo>
                  <a:pt x="873192" y="38637"/>
                </a:lnTo>
                <a:lnTo>
                  <a:pt x="873192" y="28961"/>
                </a:lnTo>
                <a:lnTo>
                  <a:pt x="882316" y="28961"/>
                </a:lnTo>
                <a:lnTo>
                  <a:pt x="882316" y="10783"/>
                </a:lnTo>
                <a:lnTo>
                  <a:pt x="894688" y="3318"/>
                </a:lnTo>
                <a:lnTo>
                  <a:pt x="894688" y="28961"/>
                </a:lnTo>
                <a:lnTo>
                  <a:pt x="907199" y="28961"/>
                </a:lnTo>
                <a:lnTo>
                  <a:pt x="907199" y="38637"/>
                </a:lnTo>
                <a:lnTo>
                  <a:pt x="894688" y="38637"/>
                </a:lnTo>
                <a:lnTo>
                  <a:pt x="894688" y="81560"/>
                </a:lnTo>
                <a:cubicBezTo>
                  <a:pt x="894688" y="85108"/>
                  <a:pt x="894907" y="87389"/>
                  <a:pt x="895345" y="88403"/>
                </a:cubicBezTo>
                <a:cubicBezTo>
                  <a:pt x="895783" y="89417"/>
                  <a:pt x="896497" y="90223"/>
                  <a:pt x="897488" y="90822"/>
                </a:cubicBezTo>
                <a:cubicBezTo>
                  <a:pt x="898478" y="91421"/>
                  <a:pt x="899895" y="91720"/>
                  <a:pt x="901738" y="91720"/>
                </a:cubicBezTo>
                <a:cubicBezTo>
                  <a:pt x="903121" y="91720"/>
                  <a:pt x="904941" y="91559"/>
                  <a:pt x="907199" y="91237"/>
                </a:cubicBezTo>
                <a:close/>
                <a:moveTo>
                  <a:pt x="919076" y="102365"/>
                </a:moveTo>
                <a:lnTo>
                  <a:pt x="919076" y="1037"/>
                </a:lnTo>
                <a:lnTo>
                  <a:pt x="931517" y="1037"/>
                </a:lnTo>
                <a:lnTo>
                  <a:pt x="931517" y="37393"/>
                </a:lnTo>
                <a:cubicBezTo>
                  <a:pt x="937323" y="30666"/>
                  <a:pt x="944650" y="27302"/>
                  <a:pt x="953497" y="27302"/>
                </a:cubicBezTo>
                <a:cubicBezTo>
                  <a:pt x="958934" y="27302"/>
                  <a:pt x="963658" y="28373"/>
                  <a:pt x="967666" y="30516"/>
                </a:cubicBezTo>
                <a:cubicBezTo>
                  <a:pt x="971675" y="32659"/>
                  <a:pt x="974544" y="35619"/>
                  <a:pt x="976272" y="39398"/>
                </a:cubicBezTo>
                <a:cubicBezTo>
                  <a:pt x="978000" y="43176"/>
                  <a:pt x="978864" y="48660"/>
                  <a:pt x="978864" y="55848"/>
                </a:cubicBezTo>
                <a:lnTo>
                  <a:pt x="978864" y="102365"/>
                </a:lnTo>
                <a:lnTo>
                  <a:pt x="966422" y="102365"/>
                </a:lnTo>
                <a:lnTo>
                  <a:pt x="966422" y="55848"/>
                </a:lnTo>
                <a:cubicBezTo>
                  <a:pt x="966422" y="49627"/>
                  <a:pt x="965074" y="45100"/>
                  <a:pt x="962379" y="42266"/>
                </a:cubicBezTo>
                <a:cubicBezTo>
                  <a:pt x="959683" y="39432"/>
                  <a:pt x="955870" y="38015"/>
                  <a:pt x="950940" y="38015"/>
                </a:cubicBezTo>
                <a:cubicBezTo>
                  <a:pt x="947253" y="38015"/>
                  <a:pt x="943786" y="38971"/>
                  <a:pt x="940537" y="40884"/>
                </a:cubicBezTo>
                <a:cubicBezTo>
                  <a:pt x="937289" y="42796"/>
                  <a:pt x="934973" y="45388"/>
                  <a:pt x="933591" y="48660"/>
                </a:cubicBezTo>
                <a:cubicBezTo>
                  <a:pt x="932209" y="51931"/>
                  <a:pt x="931517" y="56447"/>
                  <a:pt x="931517" y="62207"/>
                </a:cubicBezTo>
                <a:lnTo>
                  <a:pt x="931517" y="102365"/>
                </a:lnTo>
                <a:lnTo>
                  <a:pt x="919076" y="102365"/>
                </a:lnTo>
                <a:close/>
                <a:moveTo>
                  <a:pt x="1047435" y="78726"/>
                </a:moveTo>
                <a:lnTo>
                  <a:pt x="1060291" y="80316"/>
                </a:lnTo>
                <a:cubicBezTo>
                  <a:pt x="1058264" y="87827"/>
                  <a:pt x="1054508" y="93656"/>
                  <a:pt x="1049025" y="97803"/>
                </a:cubicBezTo>
                <a:cubicBezTo>
                  <a:pt x="1043542" y="101950"/>
                  <a:pt x="1036538" y="104024"/>
                  <a:pt x="1028013" y="104024"/>
                </a:cubicBezTo>
                <a:cubicBezTo>
                  <a:pt x="1017276" y="104024"/>
                  <a:pt x="1008763" y="100717"/>
                  <a:pt x="1002474" y="94105"/>
                </a:cubicBezTo>
                <a:cubicBezTo>
                  <a:pt x="996184" y="87493"/>
                  <a:pt x="993039" y="78219"/>
                  <a:pt x="993039" y="66285"/>
                </a:cubicBezTo>
                <a:cubicBezTo>
                  <a:pt x="993039" y="53936"/>
                  <a:pt x="996218" y="44351"/>
                  <a:pt x="1002577" y="37531"/>
                </a:cubicBezTo>
                <a:cubicBezTo>
                  <a:pt x="1008936" y="30712"/>
                  <a:pt x="1017184" y="27302"/>
                  <a:pt x="1027322" y="27302"/>
                </a:cubicBezTo>
                <a:cubicBezTo>
                  <a:pt x="1037137" y="27302"/>
                  <a:pt x="1045154" y="30643"/>
                  <a:pt x="1051375" y="37324"/>
                </a:cubicBezTo>
                <a:cubicBezTo>
                  <a:pt x="1057596" y="44006"/>
                  <a:pt x="1060706" y="53406"/>
                  <a:pt x="1060706" y="65525"/>
                </a:cubicBezTo>
                <a:cubicBezTo>
                  <a:pt x="1060706" y="66262"/>
                  <a:pt x="1060683" y="67368"/>
                  <a:pt x="1060637" y="68842"/>
                </a:cubicBezTo>
                <a:lnTo>
                  <a:pt x="1005895" y="68842"/>
                </a:lnTo>
                <a:cubicBezTo>
                  <a:pt x="1006356" y="76906"/>
                  <a:pt x="1008637" y="83081"/>
                  <a:pt x="1012738" y="87366"/>
                </a:cubicBezTo>
                <a:cubicBezTo>
                  <a:pt x="1016839" y="91651"/>
                  <a:pt x="1021954" y="93794"/>
                  <a:pt x="1028082" y="93794"/>
                </a:cubicBezTo>
                <a:cubicBezTo>
                  <a:pt x="1032644" y="93794"/>
                  <a:pt x="1036538" y="92596"/>
                  <a:pt x="1039763" y="90200"/>
                </a:cubicBezTo>
                <a:cubicBezTo>
                  <a:pt x="1042989" y="87804"/>
                  <a:pt x="1045546" y="83979"/>
                  <a:pt x="1047435" y="78726"/>
                </a:cubicBezTo>
                <a:moveTo>
                  <a:pt x="1006586" y="58613"/>
                </a:moveTo>
                <a:lnTo>
                  <a:pt x="1047574" y="58613"/>
                </a:lnTo>
                <a:cubicBezTo>
                  <a:pt x="1047021" y="52438"/>
                  <a:pt x="1045454" y="47807"/>
                  <a:pt x="1042873" y="44720"/>
                </a:cubicBezTo>
                <a:cubicBezTo>
                  <a:pt x="1038911" y="39928"/>
                  <a:pt x="1033773" y="37531"/>
                  <a:pt x="1027460" y="37531"/>
                </a:cubicBezTo>
                <a:cubicBezTo>
                  <a:pt x="1021746" y="37531"/>
                  <a:pt x="1016942" y="39444"/>
                  <a:pt x="1013049" y="43268"/>
                </a:cubicBezTo>
                <a:cubicBezTo>
                  <a:pt x="1009155" y="47093"/>
                  <a:pt x="1007001" y="52208"/>
                  <a:pt x="1006586" y="58613"/>
                </a:cubicBezTo>
                <a:close/>
                <a:moveTo>
                  <a:pt x="1162236" y="93310"/>
                </a:moveTo>
                <a:cubicBezTo>
                  <a:pt x="1157628" y="97227"/>
                  <a:pt x="1153193" y="99992"/>
                  <a:pt x="1148931" y="101604"/>
                </a:cubicBezTo>
                <a:cubicBezTo>
                  <a:pt x="1144668" y="103217"/>
                  <a:pt x="1140095" y="104024"/>
                  <a:pt x="1135211" y="104024"/>
                </a:cubicBezTo>
                <a:cubicBezTo>
                  <a:pt x="1127147" y="104024"/>
                  <a:pt x="1120949" y="102054"/>
                  <a:pt x="1116618" y="98114"/>
                </a:cubicBezTo>
                <a:cubicBezTo>
                  <a:pt x="1112286" y="94174"/>
                  <a:pt x="1110121" y="89140"/>
                  <a:pt x="1110121" y="83012"/>
                </a:cubicBezTo>
                <a:cubicBezTo>
                  <a:pt x="1110121" y="79417"/>
                  <a:pt x="1110939" y="76134"/>
                  <a:pt x="1112574" y="73162"/>
                </a:cubicBezTo>
                <a:cubicBezTo>
                  <a:pt x="1114210" y="70190"/>
                  <a:pt x="1116353" y="67805"/>
                  <a:pt x="1119002" y="66008"/>
                </a:cubicBezTo>
                <a:cubicBezTo>
                  <a:pt x="1121652" y="64211"/>
                  <a:pt x="1124636" y="62852"/>
                  <a:pt x="1127953" y="61930"/>
                </a:cubicBezTo>
                <a:cubicBezTo>
                  <a:pt x="1130395" y="61285"/>
                  <a:pt x="1134082" y="60663"/>
                  <a:pt x="1139012" y="60064"/>
                </a:cubicBezTo>
                <a:cubicBezTo>
                  <a:pt x="1149058" y="58866"/>
                  <a:pt x="1156453" y="57438"/>
                  <a:pt x="1161199" y="55779"/>
                </a:cubicBezTo>
                <a:cubicBezTo>
                  <a:pt x="1161245" y="54074"/>
                  <a:pt x="1161268" y="52991"/>
                  <a:pt x="1161268" y="52530"/>
                </a:cubicBezTo>
                <a:cubicBezTo>
                  <a:pt x="1161268" y="47461"/>
                  <a:pt x="1160093" y="43890"/>
                  <a:pt x="1157743" y="41817"/>
                </a:cubicBezTo>
                <a:cubicBezTo>
                  <a:pt x="1154564" y="39006"/>
                  <a:pt x="1149841" y="37601"/>
                  <a:pt x="1143574" y="37601"/>
                </a:cubicBezTo>
                <a:cubicBezTo>
                  <a:pt x="1137722" y="37601"/>
                  <a:pt x="1133402" y="38626"/>
                  <a:pt x="1130614" y="40676"/>
                </a:cubicBezTo>
                <a:cubicBezTo>
                  <a:pt x="1127827" y="42727"/>
                  <a:pt x="1125765" y="46356"/>
                  <a:pt x="1124428" y="51563"/>
                </a:cubicBezTo>
                <a:lnTo>
                  <a:pt x="1112263" y="49904"/>
                </a:lnTo>
                <a:cubicBezTo>
                  <a:pt x="1113369" y="44697"/>
                  <a:pt x="1115189" y="40492"/>
                  <a:pt x="1117724" y="37290"/>
                </a:cubicBezTo>
                <a:cubicBezTo>
                  <a:pt x="1120258" y="34087"/>
                  <a:pt x="1123921" y="31622"/>
                  <a:pt x="1128714" y="29894"/>
                </a:cubicBezTo>
                <a:cubicBezTo>
                  <a:pt x="1133506" y="28166"/>
                  <a:pt x="1139058" y="27302"/>
                  <a:pt x="1145371" y="27302"/>
                </a:cubicBezTo>
                <a:cubicBezTo>
                  <a:pt x="1151638" y="27302"/>
                  <a:pt x="1156730" y="28039"/>
                  <a:pt x="1160646" y="29514"/>
                </a:cubicBezTo>
                <a:cubicBezTo>
                  <a:pt x="1164563" y="30988"/>
                  <a:pt x="1167443" y="32843"/>
                  <a:pt x="1169286" y="35078"/>
                </a:cubicBezTo>
                <a:cubicBezTo>
                  <a:pt x="1171129" y="37313"/>
                  <a:pt x="1172420" y="40135"/>
                  <a:pt x="1173157" y="43545"/>
                </a:cubicBezTo>
                <a:cubicBezTo>
                  <a:pt x="1173572" y="45664"/>
                  <a:pt x="1173779" y="49489"/>
                  <a:pt x="1173779" y="55018"/>
                </a:cubicBezTo>
                <a:lnTo>
                  <a:pt x="1173779" y="71607"/>
                </a:lnTo>
                <a:cubicBezTo>
                  <a:pt x="1173779" y="83173"/>
                  <a:pt x="1174044" y="90488"/>
                  <a:pt x="1174574" y="93552"/>
                </a:cubicBezTo>
                <a:cubicBezTo>
                  <a:pt x="1175104" y="96616"/>
                  <a:pt x="1176152" y="99554"/>
                  <a:pt x="1177719" y="102365"/>
                </a:cubicBezTo>
                <a:lnTo>
                  <a:pt x="1164724" y="102365"/>
                </a:lnTo>
                <a:cubicBezTo>
                  <a:pt x="1163434" y="99784"/>
                  <a:pt x="1162605" y="96766"/>
                  <a:pt x="1162236" y="93310"/>
                </a:cubicBezTo>
                <a:moveTo>
                  <a:pt x="1161199" y="65525"/>
                </a:moveTo>
                <a:cubicBezTo>
                  <a:pt x="1156684" y="67368"/>
                  <a:pt x="1149910" y="68934"/>
                  <a:pt x="1140878" y="70225"/>
                </a:cubicBezTo>
                <a:cubicBezTo>
                  <a:pt x="1135764" y="70962"/>
                  <a:pt x="1132146" y="71791"/>
                  <a:pt x="1130027" y="72713"/>
                </a:cubicBezTo>
                <a:cubicBezTo>
                  <a:pt x="1127907" y="73634"/>
                  <a:pt x="1126271" y="74982"/>
                  <a:pt x="1125119" y="76756"/>
                </a:cubicBezTo>
                <a:cubicBezTo>
                  <a:pt x="1123967" y="78530"/>
                  <a:pt x="1123391" y="80500"/>
                  <a:pt x="1123391" y="82666"/>
                </a:cubicBezTo>
                <a:cubicBezTo>
                  <a:pt x="1123391" y="85984"/>
                  <a:pt x="1124647" y="88748"/>
                  <a:pt x="1127158" y="90960"/>
                </a:cubicBezTo>
                <a:cubicBezTo>
                  <a:pt x="1129670" y="93172"/>
                  <a:pt x="1133345" y="94278"/>
                  <a:pt x="1138183" y="94278"/>
                </a:cubicBezTo>
                <a:cubicBezTo>
                  <a:pt x="1142975" y="94278"/>
                  <a:pt x="1147237" y="93230"/>
                  <a:pt x="1150970" y="91133"/>
                </a:cubicBezTo>
                <a:cubicBezTo>
                  <a:pt x="1154702" y="89036"/>
                  <a:pt x="1157444" y="86168"/>
                  <a:pt x="1159195" y="82528"/>
                </a:cubicBezTo>
                <a:cubicBezTo>
                  <a:pt x="1160531" y="79717"/>
                  <a:pt x="1161199" y="75570"/>
                  <a:pt x="1161199" y="70086"/>
                </a:cubicBezTo>
                <a:lnTo>
                  <a:pt x="1161199" y="65525"/>
                </a:lnTo>
                <a:close/>
                <a:moveTo>
                  <a:pt x="1192447" y="130496"/>
                </a:moveTo>
                <a:lnTo>
                  <a:pt x="1192447" y="28961"/>
                </a:lnTo>
                <a:lnTo>
                  <a:pt x="1203782" y="28961"/>
                </a:lnTo>
                <a:lnTo>
                  <a:pt x="1203782" y="38499"/>
                </a:lnTo>
                <a:cubicBezTo>
                  <a:pt x="1206455" y="34767"/>
                  <a:pt x="1209473" y="31967"/>
                  <a:pt x="1212837" y="30101"/>
                </a:cubicBezTo>
                <a:cubicBezTo>
                  <a:pt x="1216201" y="28235"/>
                  <a:pt x="1220279" y="27302"/>
                  <a:pt x="1225071" y="27302"/>
                </a:cubicBezTo>
                <a:cubicBezTo>
                  <a:pt x="1231338" y="27302"/>
                  <a:pt x="1236867" y="28915"/>
                  <a:pt x="1241659" y="32140"/>
                </a:cubicBezTo>
                <a:cubicBezTo>
                  <a:pt x="1246452" y="35366"/>
                  <a:pt x="1250069" y="39916"/>
                  <a:pt x="1252511" y="45791"/>
                </a:cubicBezTo>
                <a:cubicBezTo>
                  <a:pt x="1254953" y="51666"/>
                  <a:pt x="1256174" y="58106"/>
                  <a:pt x="1256174" y="65110"/>
                </a:cubicBezTo>
                <a:cubicBezTo>
                  <a:pt x="1256174" y="72621"/>
                  <a:pt x="1254827" y="79383"/>
                  <a:pt x="1252131" y="85396"/>
                </a:cubicBezTo>
                <a:cubicBezTo>
                  <a:pt x="1249435" y="91409"/>
                  <a:pt x="1245519" y="96017"/>
                  <a:pt x="1240381" y="99220"/>
                </a:cubicBezTo>
                <a:cubicBezTo>
                  <a:pt x="1235243" y="102422"/>
                  <a:pt x="1229840" y="104024"/>
                  <a:pt x="1224172" y="104024"/>
                </a:cubicBezTo>
                <a:cubicBezTo>
                  <a:pt x="1220025" y="104024"/>
                  <a:pt x="1216304" y="103148"/>
                  <a:pt x="1213010" y="101397"/>
                </a:cubicBezTo>
                <a:cubicBezTo>
                  <a:pt x="1209715" y="99646"/>
                  <a:pt x="1207008" y="97434"/>
                  <a:pt x="1204888" y="94762"/>
                </a:cubicBezTo>
                <a:lnTo>
                  <a:pt x="1204888" y="130496"/>
                </a:lnTo>
                <a:lnTo>
                  <a:pt x="1192447" y="130496"/>
                </a:lnTo>
                <a:moveTo>
                  <a:pt x="1203713" y="66077"/>
                </a:moveTo>
                <a:cubicBezTo>
                  <a:pt x="1203713" y="75524"/>
                  <a:pt x="1205626" y="82505"/>
                  <a:pt x="1209450" y="87020"/>
                </a:cubicBezTo>
                <a:cubicBezTo>
                  <a:pt x="1213275" y="91536"/>
                  <a:pt x="1217906" y="93794"/>
                  <a:pt x="1223343" y="93794"/>
                </a:cubicBezTo>
                <a:cubicBezTo>
                  <a:pt x="1228872" y="93794"/>
                  <a:pt x="1233607" y="91456"/>
                  <a:pt x="1237547" y="86778"/>
                </a:cubicBezTo>
                <a:cubicBezTo>
                  <a:pt x="1241487" y="82101"/>
                  <a:pt x="1243457" y="74856"/>
                  <a:pt x="1243457" y="65041"/>
                </a:cubicBezTo>
                <a:cubicBezTo>
                  <a:pt x="1243457" y="55687"/>
                  <a:pt x="1241533" y="48683"/>
                  <a:pt x="1237685" y="44029"/>
                </a:cubicBezTo>
                <a:cubicBezTo>
                  <a:pt x="1233838" y="39375"/>
                  <a:pt x="1229241" y="37048"/>
                  <a:pt x="1223896" y="37048"/>
                </a:cubicBezTo>
                <a:cubicBezTo>
                  <a:pt x="1218597" y="37048"/>
                  <a:pt x="1213908" y="39524"/>
                  <a:pt x="1209830" y="44478"/>
                </a:cubicBezTo>
                <a:cubicBezTo>
                  <a:pt x="1205752" y="49431"/>
                  <a:pt x="1203713" y="56631"/>
                  <a:pt x="1203713" y="66077"/>
                </a:cubicBezTo>
                <a:close/>
                <a:moveTo>
                  <a:pt x="1318456" y="93310"/>
                </a:moveTo>
                <a:cubicBezTo>
                  <a:pt x="1313848" y="97227"/>
                  <a:pt x="1309413" y="99992"/>
                  <a:pt x="1305151" y="101604"/>
                </a:cubicBezTo>
                <a:cubicBezTo>
                  <a:pt x="1300889" y="103217"/>
                  <a:pt x="1296315" y="104024"/>
                  <a:pt x="1291431" y="104024"/>
                </a:cubicBezTo>
                <a:cubicBezTo>
                  <a:pt x="1283367" y="104024"/>
                  <a:pt x="1277169" y="102054"/>
                  <a:pt x="1272838" y="98114"/>
                </a:cubicBezTo>
                <a:cubicBezTo>
                  <a:pt x="1268506" y="94174"/>
                  <a:pt x="1266341" y="89140"/>
                  <a:pt x="1266341" y="83012"/>
                </a:cubicBezTo>
                <a:cubicBezTo>
                  <a:pt x="1266341" y="79417"/>
                  <a:pt x="1267159" y="76134"/>
                  <a:pt x="1268794" y="73162"/>
                </a:cubicBezTo>
                <a:cubicBezTo>
                  <a:pt x="1270430" y="70190"/>
                  <a:pt x="1272573" y="67805"/>
                  <a:pt x="1275222" y="66008"/>
                </a:cubicBezTo>
                <a:cubicBezTo>
                  <a:pt x="1277872" y="64211"/>
                  <a:pt x="1280856" y="62852"/>
                  <a:pt x="1284173" y="61930"/>
                </a:cubicBezTo>
                <a:cubicBezTo>
                  <a:pt x="1286616" y="61285"/>
                  <a:pt x="1290302" y="60663"/>
                  <a:pt x="1295232" y="60064"/>
                </a:cubicBezTo>
                <a:cubicBezTo>
                  <a:pt x="1305278" y="58866"/>
                  <a:pt x="1312673" y="57438"/>
                  <a:pt x="1317419" y="55779"/>
                </a:cubicBezTo>
                <a:cubicBezTo>
                  <a:pt x="1317466" y="54074"/>
                  <a:pt x="1317489" y="52991"/>
                  <a:pt x="1317489" y="52530"/>
                </a:cubicBezTo>
                <a:cubicBezTo>
                  <a:pt x="1317489" y="47461"/>
                  <a:pt x="1316314" y="43890"/>
                  <a:pt x="1313963" y="41817"/>
                </a:cubicBezTo>
                <a:cubicBezTo>
                  <a:pt x="1310784" y="39006"/>
                  <a:pt x="1306061" y="37601"/>
                  <a:pt x="1299794" y="37601"/>
                </a:cubicBezTo>
                <a:cubicBezTo>
                  <a:pt x="1293942" y="37601"/>
                  <a:pt x="1289622" y="38626"/>
                  <a:pt x="1286834" y="40676"/>
                </a:cubicBezTo>
                <a:cubicBezTo>
                  <a:pt x="1284047" y="42727"/>
                  <a:pt x="1281985" y="46356"/>
                  <a:pt x="1280648" y="51563"/>
                </a:cubicBezTo>
                <a:lnTo>
                  <a:pt x="1268483" y="49904"/>
                </a:lnTo>
                <a:cubicBezTo>
                  <a:pt x="1269589" y="44697"/>
                  <a:pt x="1271409" y="40492"/>
                  <a:pt x="1273944" y="37290"/>
                </a:cubicBezTo>
                <a:cubicBezTo>
                  <a:pt x="1276478" y="34087"/>
                  <a:pt x="1280141" y="31622"/>
                  <a:pt x="1284934" y="29894"/>
                </a:cubicBezTo>
                <a:cubicBezTo>
                  <a:pt x="1289726" y="28166"/>
                  <a:pt x="1295278" y="27302"/>
                  <a:pt x="1301591" y="27302"/>
                </a:cubicBezTo>
                <a:cubicBezTo>
                  <a:pt x="1307858" y="27302"/>
                  <a:pt x="1312950" y="28039"/>
                  <a:pt x="1316866" y="29514"/>
                </a:cubicBezTo>
                <a:cubicBezTo>
                  <a:pt x="1320783" y="30988"/>
                  <a:pt x="1323663" y="32843"/>
                  <a:pt x="1325506" y="35078"/>
                </a:cubicBezTo>
                <a:cubicBezTo>
                  <a:pt x="1327349" y="37313"/>
                  <a:pt x="1328640" y="40135"/>
                  <a:pt x="1329377" y="43545"/>
                </a:cubicBezTo>
                <a:cubicBezTo>
                  <a:pt x="1329792" y="45664"/>
                  <a:pt x="1329999" y="49489"/>
                  <a:pt x="1329999" y="55018"/>
                </a:cubicBezTo>
                <a:lnTo>
                  <a:pt x="1329999" y="71607"/>
                </a:lnTo>
                <a:cubicBezTo>
                  <a:pt x="1329999" y="83173"/>
                  <a:pt x="1330264" y="90488"/>
                  <a:pt x="1330794" y="93552"/>
                </a:cubicBezTo>
                <a:cubicBezTo>
                  <a:pt x="1331324" y="96616"/>
                  <a:pt x="1332372" y="99554"/>
                  <a:pt x="1333939" y="102365"/>
                </a:cubicBezTo>
                <a:lnTo>
                  <a:pt x="1320944" y="102365"/>
                </a:lnTo>
                <a:cubicBezTo>
                  <a:pt x="1319654" y="99784"/>
                  <a:pt x="1318825" y="96766"/>
                  <a:pt x="1318456" y="93310"/>
                </a:cubicBezTo>
                <a:moveTo>
                  <a:pt x="1317419" y="65525"/>
                </a:moveTo>
                <a:cubicBezTo>
                  <a:pt x="1312904" y="67368"/>
                  <a:pt x="1306130" y="68934"/>
                  <a:pt x="1297099" y="70225"/>
                </a:cubicBezTo>
                <a:cubicBezTo>
                  <a:pt x="1291984" y="70962"/>
                  <a:pt x="1288367" y="71791"/>
                  <a:pt x="1286247" y="72713"/>
                </a:cubicBezTo>
                <a:cubicBezTo>
                  <a:pt x="1284127" y="73634"/>
                  <a:pt x="1282491" y="74982"/>
                  <a:pt x="1281339" y="76756"/>
                </a:cubicBezTo>
                <a:cubicBezTo>
                  <a:pt x="1280187" y="78530"/>
                  <a:pt x="1279612" y="80500"/>
                  <a:pt x="1279612" y="82666"/>
                </a:cubicBezTo>
                <a:cubicBezTo>
                  <a:pt x="1279612" y="85984"/>
                  <a:pt x="1280867" y="88748"/>
                  <a:pt x="1283378" y="90960"/>
                </a:cubicBezTo>
                <a:cubicBezTo>
                  <a:pt x="1285890" y="93172"/>
                  <a:pt x="1289565" y="94278"/>
                  <a:pt x="1294403" y="94278"/>
                </a:cubicBezTo>
                <a:cubicBezTo>
                  <a:pt x="1299195" y="94278"/>
                  <a:pt x="1303457" y="93230"/>
                  <a:pt x="1307190" y="91133"/>
                </a:cubicBezTo>
                <a:cubicBezTo>
                  <a:pt x="1310922" y="89036"/>
                  <a:pt x="1313664" y="86168"/>
                  <a:pt x="1315415" y="82528"/>
                </a:cubicBezTo>
                <a:cubicBezTo>
                  <a:pt x="1316751" y="79717"/>
                  <a:pt x="1317419" y="75570"/>
                  <a:pt x="1317419" y="70086"/>
                </a:cubicBezTo>
                <a:lnTo>
                  <a:pt x="1317419" y="65525"/>
                </a:lnTo>
                <a:close/>
                <a:moveTo>
                  <a:pt x="1348529" y="102365"/>
                </a:moveTo>
                <a:lnTo>
                  <a:pt x="1348529" y="28961"/>
                </a:lnTo>
                <a:lnTo>
                  <a:pt x="1359726" y="28961"/>
                </a:lnTo>
                <a:lnTo>
                  <a:pt x="1359726" y="40089"/>
                </a:lnTo>
                <a:cubicBezTo>
                  <a:pt x="1362583" y="34882"/>
                  <a:pt x="1365221" y="31449"/>
                  <a:pt x="1367640" y="29790"/>
                </a:cubicBezTo>
                <a:cubicBezTo>
                  <a:pt x="1370059" y="28131"/>
                  <a:pt x="1372720" y="27302"/>
                  <a:pt x="1375623" y="27302"/>
                </a:cubicBezTo>
                <a:cubicBezTo>
                  <a:pt x="1379816" y="27302"/>
                  <a:pt x="1384079" y="28638"/>
                  <a:pt x="1388410" y="31311"/>
                </a:cubicBezTo>
                <a:lnTo>
                  <a:pt x="1384125" y="42854"/>
                </a:lnTo>
                <a:cubicBezTo>
                  <a:pt x="1381084" y="41056"/>
                  <a:pt x="1378042" y="40158"/>
                  <a:pt x="1375001" y="40158"/>
                </a:cubicBezTo>
                <a:cubicBezTo>
                  <a:pt x="1372283" y="40158"/>
                  <a:pt x="1369840" y="40976"/>
                  <a:pt x="1367675" y="42612"/>
                </a:cubicBezTo>
                <a:cubicBezTo>
                  <a:pt x="1365509" y="44247"/>
                  <a:pt x="1363965" y="46517"/>
                  <a:pt x="1363044" y="49420"/>
                </a:cubicBezTo>
                <a:cubicBezTo>
                  <a:pt x="1361661" y="53843"/>
                  <a:pt x="1360970" y="58682"/>
                  <a:pt x="1360970" y="63935"/>
                </a:cubicBezTo>
                <a:lnTo>
                  <a:pt x="1360970" y="102365"/>
                </a:lnTo>
                <a:lnTo>
                  <a:pt x="1348529" y="102365"/>
                </a:lnTo>
                <a:close/>
                <a:moveTo>
                  <a:pt x="1422799" y="91237"/>
                </a:moveTo>
                <a:lnTo>
                  <a:pt x="1424596" y="102227"/>
                </a:lnTo>
                <a:cubicBezTo>
                  <a:pt x="1421094" y="102964"/>
                  <a:pt x="1417960" y="103332"/>
                  <a:pt x="1415196" y="103332"/>
                </a:cubicBezTo>
                <a:cubicBezTo>
                  <a:pt x="1410680" y="103332"/>
                  <a:pt x="1407178" y="102618"/>
                  <a:pt x="1404689" y="101190"/>
                </a:cubicBezTo>
                <a:cubicBezTo>
                  <a:pt x="1402201" y="99761"/>
                  <a:pt x="1400450" y="97884"/>
                  <a:pt x="1399436" y="95557"/>
                </a:cubicBezTo>
                <a:cubicBezTo>
                  <a:pt x="1398423" y="93230"/>
                  <a:pt x="1397916" y="88334"/>
                  <a:pt x="1397916" y="80869"/>
                </a:cubicBezTo>
                <a:lnTo>
                  <a:pt x="1397916" y="38637"/>
                </a:lnTo>
                <a:lnTo>
                  <a:pt x="1388792" y="38637"/>
                </a:lnTo>
                <a:lnTo>
                  <a:pt x="1388792" y="28961"/>
                </a:lnTo>
                <a:lnTo>
                  <a:pt x="1397916" y="28961"/>
                </a:lnTo>
                <a:lnTo>
                  <a:pt x="1397916" y="10783"/>
                </a:lnTo>
                <a:lnTo>
                  <a:pt x="1410288" y="3318"/>
                </a:lnTo>
                <a:lnTo>
                  <a:pt x="1410288" y="28961"/>
                </a:lnTo>
                <a:lnTo>
                  <a:pt x="1422799" y="28961"/>
                </a:lnTo>
                <a:lnTo>
                  <a:pt x="1422799" y="38637"/>
                </a:lnTo>
                <a:lnTo>
                  <a:pt x="1410288" y="38637"/>
                </a:lnTo>
                <a:lnTo>
                  <a:pt x="1410288" y="81560"/>
                </a:lnTo>
                <a:cubicBezTo>
                  <a:pt x="1410288" y="85108"/>
                  <a:pt x="1410507" y="87389"/>
                  <a:pt x="1410945" y="88403"/>
                </a:cubicBezTo>
                <a:cubicBezTo>
                  <a:pt x="1411382" y="89417"/>
                  <a:pt x="1412097" y="90223"/>
                  <a:pt x="1413087" y="90822"/>
                </a:cubicBezTo>
                <a:cubicBezTo>
                  <a:pt x="1414078" y="91421"/>
                  <a:pt x="1415495" y="91720"/>
                  <a:pt x="1417338" y="91720"/>
                </a:cubicBezTo>
                <a:cubicBezTo>
                  <a:pt x="1418721" y="91720"/>
                  <a:pt x="1420541" y="91559"/>
                  <a:pt x="1422799" y="91237"/>
                </a:cubicBezTo>
                <a:close/>
                <a:moveTo>
                  <a:pt x="1434676" y="102365"/>
                </a:moveTo>
                <a:lnTo>
                  <a:pt x="1434676" y="28961"/>
                </a:lnTo>
                <a:lnTo>
                  <a:pt x="1445804" y="28961"/>
                </a:lnTo>
                <a:lnTo>
                  <a:pt x="1445804" y="39259"/>
                </a:lnTo>
                <a:cubicBezTo>
                  <a:pt x="1448108" y="35665"/>
                  <a:pt x="1451172" y="32774"/>
                  <a:pt x="1454997" y="30585"/>
                </a:cubicBezTo>
                <a:cubicBezTo>
                  <a:pt x="1458821" y="28396"/>
                  <a:pt x="1463176" y="27302"/>
                  <a:pt x="1468060" y="27302"/>
                </a:cubicBezTo>
                <a:cubicBezTo>
                  <a:pt x="1473497" y="27302"/>
                  <a:pt x="1477956" y="28431"/>
                  <a:pt x="1481435" y="30689"/>
                </a:cubicBezTo>
                <a:cubicBezTo>
                  <a:pt x="1484914" y="32947"/>
                  <a:pt x="1487367" y="36103"/>
                  <a:pt x="1488796" y="40158"/>
                </a:cubicBezTo>
                <a:cubicBezTo>
                  <a:pt x="1494602" y="31587"/>
                  <a:pt x="1502159" y="27302"/>
                  <a:pt x="1511467" y="27302"/>
                </a:cubicBezTo>
                <a:cubicBezTo>
                  <a:pt x="1518747" y="27302"/>
                  <a:pt x="1524346" y="29318"/>
                  <a:pt x="1528262" y="33350"/>
                </a:cubicBezTo>
                <a:cubicBezTo>
                  <a:pt x="1532179" y="37382"/>
                  <a:pt x="1534138" y="43591"/>
                  <a:pt x="1534138" y="51977"/>
                </a:cubicBezTo>
                <a:lnTo>
                  <a:pt x="1534138" y="102365"/>
                </a:lnTo>
                <a:lnTo>
                  <a:pt x="1521765" y="102365"/>
                </a:lnTo>
                <a:lnTo>
                  <a:pt x="1521765" y="56124"/>
                </a:lnTo>
                <a:cubicBezTo>
                  <a:pt x="1521765" y="51148"/>
                  <a:pt x="1521362" y="47565"/>
                  <a:pt x="1520556" y="45376"/>
                </a:cubicBezTo>
                <a:cubicBezTo>
                  <a:pt x="1519749" y="43188"/>
                  <a:pt x="1518286" y="41425"/>
                  <a:pt x="1516167" y="40089"/>
                </a:cubicBezTo>
                <a:cubicBezTo>
                  <a:pt x="1514047" y="38753"/>
                  <a:pt x="1511559" y="38084"/>
                  <a:pt x="1508702" y="38084"/>
                </a:cubicBezTo>
                <a:cubicBezTo>
                  <a:pt x="1503541" y="38084"/>
                  <a:pt x="1499256" y="39801"/>
                  <a:pt x="1495846" y="43234"/>
                </a:cubicBezTo>
                <a:cubicBezTo>
                  <a:pt x="1492436" y="46667"/>
                  <a:pt x="1490731" y="52162"/>
                  <a:pt x="1490731" y="59719"/>
                </a:cubicBezTo>
                <a:lnTo>
                  <a:pt x="1490731" y="102365"/>
                </a:lnTo>
                <a:lnTo>
                  <a:pt x="1478290" y="102365"/>
                </a:lnTo>
                <a:lnTo>
                  <a:pt x="1478290" y="54673"/>
                </a:lnTo>
                <a:cubicBezTo>
                  <a:pt x="1478290" y="49143"/>
                  <a:pt x="1477276" y="44996"/>
                  <a:pt x="1475248" y="42232"/>
                </a:cubicBezTo>
                <a:cubicBezTo>
                  <a:pt x="1473221" y="39467"/>
                  <a:pt x="1469903" y="38084"/>
                  <a:pt x="1465295" y="38084"/>
                </a:cubicBezTo>
                <a:cubicBezTo>
                  <a:pt x="1461793" y="38084"/>
                  <a:pt x="1458556" y="39006"/>
                  <a:pt x="1455584" y="40849"/>
                </a:cubicBezTo>
                <a:cubicBezTo>
                  <a:pt x="1452612" y="42692"/>
                  <a:pt x="1450458" y="45388"/>
                  <a:pt x="1449122" y="48936"/>
                </a:cubicBezTo>
                <a:cubicBezTo>
                  <a:pt x="1447785" y="52484"/>
                  <a:pt x="1447117" y="57599"/>
                  <a:pt x="1447117" y="64280"/>
                </a:cubicBezTo>
                <a:lnTo>
                  <a:pt x="1447117" y="102365"/>
                </a:lnTo>
                <a:lnTo>
                  <a:pt x="1434676" y="102365"/>
                </a:lnTo>
                <a:close/>
                <a:moveTo>
                  <a:pt x="1602246" y="78726"/>
                </a:moveTo>
                <a:lnTo>
                  <a:pt x="1615102" y="80316"/>
                </a:lnTo>
                <a:cubicBezTo>
                  <a:pt x="1613075" y="87827"/>
                  <a:pt x="1609319" y="93656"/>
                  <a:pt x="1603836" y="97803"/>
                </a:cubicBezTo>
                <a:cubicBezTo>
                  <a:pt x="1598352" y="101950"/>
                  <a:pt x="1591348" y="104024"/>
                  <a:pt x="1582824" y="104024"/>
                </a:cubicBezTo>
                <a:cubicBezTo>
                  <a:pt x="1572087" y="104024"/>
                  <a:pt x="1563574" y="100717"/>
                  <a:pt x="1557284" y="94105"/>
                </a:cubicBezTo>
                <a:cubicBezTo>
                  <a:pt x="1550994" y="87493"/>
                  <a:pt x="1547850" y="78219"/>
                  <a:pt x="1547850" y="66285"/>
                </a:cubicBezTo>
                <a:cubicBezTo>
                  <a:pt x="1547850" y="53936"/>
                  <a:pt x="1551029" y="44351"/>
                  <a:pt x="1557388" y="37531"/>
                </a:cubicBezTo>
                <a:cubicBezTo>
                  <a:pt x="1563747" y="30712"/>
                  <a:pt x="1571995" y="27302"/>
                  <a:pt x="1582132" y="27302"/>
                </a:cubicBezTo>
                <a:cubicBezTo>
                  <a:pt x="1591947" y="27302"/>
                  <a:pt x="1599965" y="30643"/>
                  <a:pt x="1606186" y="37324"/>
                </a:cubicBezTo>
                <a:cubicBezTo>
                  <a:pt x="1612406" y="44006"/>
                  <a:pt x="1615517" y="53406"/>
                  <a:pt x="1615517" y="65525"/>
                </a:cubicBezTo>
                <a:cubicBezTo>
                  <a:pt x="1615517" y="66262"/>
                  <a:pt x="1615494" y="67368"/>
                  <a:pt x="1615448" y="68842"/>
                </a:cubicBezTo>
                <a:lnTo>
                  <a:pt x="1560706" y="68842"/>
                </a:lnTo>
                <a:cubicBezTo>
                  <a:pt x="1561166" y="76906"/>
                  <a:pt x="1563447" y="83081"/>
                  <a:pt x="1567548" y="87366"/>
                </a:cubicBezTo>
                <a:cubicBezTo>
                  <a:pt x="1571649" y="91651"/>
                  <a:pt x="1576764" y="93794"/>
                  <a:pt x="1582893" y="93794"/>
                </a:cubicBezTo>
                <a:cubicBezTo>
                  <a:pt x="1587455" y="93794"/>
                  <a:pt x="1591348" y="92596"/>
                  <a:pt x="1594574" y="90200"/>
                </a:cubicBezTo>
                <a:cubicBezTo>
                  <a:pt x="1597799" y="87804"/>
                  <a:pt x="1600357" y="83979"/>
                  <a:pt x="1602246" y="78726"/>
                </a:cubicBezTo>
                <a:moveTo>
                  <a:pt x="1561397" y="58613"/>
                </a:moveTo>
                <a:lnTo>
                  <a:pt x="1602384" y="58613"/>
                </a:lnTo>
                <a:cubicBezTo>
                  <a:pt x="1601831" y="52438"/>
                  <a:pt x="1600265" y="47807"/>
                  <a:pt x="1597684" y="44720"/>
                </a:cubicBezTo>
                <a:cubicBezTo>
                  <a:pt x="1593721" y="39928"/>
                  <a:pt x="1588583" y="37531"/>
                  <a:pt x="1582271" y="37531"/>
                </a:cubicBezTo>
                <a:cubicBezTo>
                  <a:pt x="1576557" y="37531"/>
                  <a:pt x="1571753" y="39444"/>
                  <a:pt x="1567859" y="43268"/>
                </a:cubicBezTo>
                <a:cubicBezTo>
                  <a:pt x="1563966" y="47093"/>
                  <a:pt x="1561812" y="52208"/>
                  <a:pt x="1561397" y="58613"/>
                </a:cubicBezTo>
                <a:close/>
                <a:moveTo>
                  <a:pt x="1630107" y="102365"/>
                </a:moveTo>
                <a:lnTo>
                  <a:pt x="1630107" y="28961"/>
                </a:lnTo>
                <a:lnTo>
                  <a:pt x="1641304" y="28961"/>
                </a:lnTo>
                <a:lnTo>
                  <a:pt x="1641304" y="39398"/>
                </a:lnTo>
                <a:cubicBezTo>
                  <a:pt x="1646695" y="31334"/>
                  <a:pt x="1654483" y="27302"/>
                  <a:pt x="1664666" y="27302"/>
                </a:cubicBezTo>
                <a:cubicBezTo>
                  <a:pt x="1669090" y="27302"/>
                  <a:pt x="1673156" y="28097"/>
                  <a:pt x="1676866" y="29686"/>
                </a:cubicBezTo>
                <a:cubicBezTo>
                  <a:pt x="1680575" y="31276"/>
                  <a:pt x="1683351" y="33361"/>
                  <a:pt x="1685194" y="35942"/>
                </a:cubicBezTo>
                <a:cubicBezTo>
                  <a:pt x="1687038" y="38522"/>
                  <a:pt x="1688328" y="41586"/>
                  <a:pt x="1689065" y="45134"/>
                </a:cubicBezTo>
                <a:cubicBezTo>
                  <a:pt x="1689526" y="47438"/>
                  <a:pt x="1689756" y="51470"/>
                  <a:pt x="1689756" y="57230"/>
                </a:cubicBezTo>
                <a:lnTo>
                  <a:pt x="1689756" y="102365"/>
                </a:lnTo>
                <a:lnTo>
                  <a:pt x="1677315" y="102365"/>
                </a:lnTo>
                <a:lnTo>
                  <a:pt x="1677315" y="57714"/>
                </a:lnTo>
                <a:cubicBezTo>
                  <a:pt x="1677315" y="52645"/>
                  <a:pt x="1676831" y="48855"/>
                  <a:pt x="1675863" y="46344"/>
                </a:cubicBezTo>
                <a:cubicBezTo>
                  <a:pt x="1674896" y="43833"/>
                  <a:pt x="1673179" y="41828"/>
                  <a:pt x="1670714" y="40331"/>
                </a:cubicBezTo>
                <a:cubicBezTo>
                  <a:pt x="1668249" y="38833"/>
                  <a:pt x="1665357" y="38084"/>
                  <a:pt x="1662040" y="38084"/>
                </a:cubicBezTo>
                <a:cubicBezTo>
                  <a:pt x="1656741" y="38084"/>
                  <a:pt x="1652167" y="39766"/>
                  <a:pt x="1648320" y="43130"/>
                </a:cubicBezTo>
                <a:cubicBezTo>
                  <a:pt x="1644472" y="46494"/>
                  <a:pt x="1642548" y="52876"/>
                  <a:pt x="1642548" y="62276"/>
                </a:cubicBezTo>
                <a:lnTo>
                  <a:pt x="1642548" y="102365"/>
                </a:lnTo>
                <a:lnTo>
                  <a:pt x="1630107" y="102365"/>
                </a:lnTo>
                <a:close/>
                <a:moveTo>
                  <a:pt x="1735380" y="91237"/>
                </a:moveTo>
                <a:lnTo>
                  <a:pt x="1737177" y="102227"/>
                </a:lnTo>
                <a:cubicBezTo>
                  <a:pt x="1733675" y="102964"/>
                  <a:pt x="1730542" y="103332"/>
                  <a:pt x="1727777" y="103332"/>
                </a:cubicBezTo>
                <a:cubicBezTo>
                  <a:pt x="1723261" y="103332"/>
                  <a:pt x="1719759" y="102618"/>
                  <a:pt x="1717271" y="101190"/>
                </a:cubicBezTo>
                <a:cubicBezTo>
                  <a:pt x="1714783" y="99761"/>
                  <a:pt x="1713032" y="97884"/>
                  <a:pt x="1712018" y="95557"/>
                </a:cubicBezTo>
                <a:cubicBezTo>
                  <a:pt x="1711004" y="93230"/>
                  <a:pt x="1710498" y="88334"/>
                  <a:pt x="1710498" y="80869"/>
                </a:cubicBezTo>
                <a:lnTo>
                  <a:pt x="1710498" y="38637"/>
                </a:lnTo>
                <a:lnTo>
                  <a:pt x="1701374" y="38637"/>
                </a:lnTo>
                <a:lnTo>
                  <a:pt x="1701374" y="28961"/>
                </a:lnTo>
                <a:lnTo>
                  <a:pt x="1710498" y="28961"/>
                </a:lnTo>
                <a:lnTo>
                  <a:pt x="1710498" y="10783"/>
                </a:lnTo>
                <a:lnTo>
                  <a:pt x="1722870" y="3318"/>
                </a:lnTo>
                <a:lnTo>
                  <a:pt x="1722870" y="28961"/>
                </a:lnTo>
                <a:lnTo>
                  <a:pt x="1735380" y="28961"/>
                </a:lnTo>
                <a:lnTo>
                  <a:pt x="1735380" y="38637"/>
                </a:lnTo>
                <a:lnTo>
                  <a:pt x="1722870" y="38637"/>
                </a:lnTo>
                <a:lnTo>
                  <a:pt x="1722870" y="81560"/>
                </a:lnTo>
                <a:cubicBezTo>
                  <a:pt x="1722870" y="85108"/>
                  <a:pt x="1723089" y="87389"/>
                  <a:pt x="1723526" y="88403"/>
                </a:cubicBezTo>
                <a:cubicBezTo>
                  <a:pt x="1723964" y="89417"/>
                  <a:pt x="1724678" y="90223"/>
                  <a:pt x="1725669" y="90822"/>
                </a:cubicBezTo>
                <a:cubicBezTo>
                  <a:pt x="1726660" y="91421"/>
                  <a:pt x="1728077" y="91720"/>
                  <a:pt x="1729920" y="91720"/>
                </a:cubicBezTo>
                <a:cubicBezTo>
                  <a:pt x="1731302" y="91720"/>
                  <a:pt x="1733122" y="91559"/>
                  <a:pt x="1735380" y="91237"/>
                </a:cubicBezTo>
                <a:close/>
                <a:moveTo>
                  <a:pt x="1750714" y="43130"/>
                </a:moveTo>
                <a:lnTo>
                  <a:pt x="1750714" y="28961"/>
                </a:lnTo>
                <a:lnTo>
                  <a:pt x="1764883" y="28961"/>
                </a:lnTo>
                <a:lnTo>
                  <a:pt x="1764883" y="43130"/>
                </a:lnTo>
                <a:lnTo>
                  <a:pt x="1750714" y="43130"/>
                </a:lnTo>
                <a:moveTo>
                  <a:pt x="1750714" y="102365"/>
                </a:moveTo>
                <a:lnTo>
                  <a:pt x="1750714" y="88195"/>
                </a:lnTo>
                <a:lnTo>
                  <a:pt x="1764883" y="88195"/>
                </a:lnTo>
                <a:lnTo>
                  <a:pt x="1764883" y="102365"/>
                </a:lnTo>
                <a:lnTo>
                  <a:pt x="1750714" y="1023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...">
            <a:extLst xmlns:a="http://schemas.openxmlformats.org/drawingml/2006/main">
              <a:ext uri="{FF2B5EF4-FFF2-40B4-BE49-F238E27FC236}">
                <a16:creationId xmlns:a16="http://schemas.microsoft.com/office/drawing/2014/main" id="{B237C957-992D-4D58-9EE8-5868FC09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17" y="2926008"/>
            <a:ext cx="92336" cy="14169"/>
          </a:xfrm>
          <a:custGeom xmlns:a="http://schemas.openxmlformats.org/drawingml/2006/main">
            <a:pathLst>
              <a:path w="92336" h="14169">
                <a:moveTo>
                  <a:pt x="0" y="14169"/>
                </a:moveTo>
                <a:lnTo>
                  <a:pt x="0" y="0"/>
                </a:lnTo>
                <a:lnTo>
                  <a:pt x="14169" y="0"/>
                </a:lnTo>
                <a:lnTo>
                  <a:pt x="14169" y="14169"/>
                </a:lnTo>
                <a:lnTo>
                  <a:pt x="0" y="14169"/>
                </a:lnTo>
                <a:close/>
                <a:moveTo>
                  <a:pt x="39083" y="14169"/>
                </a:moveTo>
                <a:lnTo>
                  <a:pt x="39083" y="0"/>
                </a:lnTo>
                <a:lnTo>
                  <a:pt x="53253" y="0"/>
                </a:lnTo>
                <a:lnTo>
                  <a:pt x="53253" y="14169"/>
                </a:lnTo>
                <a:lnTo>
                  <a:pt x="39083" y="14169"/>
                </a:lnTo>
                <a:close/>
                <a:moveTo>
                  <a:pt x="78167" y="14169"/>
                </a:moveTo>
                <a:lnTo>
                  <a:pt x="78167" y="0"/>
                </a:lnTo>
                <a:lnTo>
                  <a:pt x="92336" y="0"/>
                </a:lnTo>
                <a:lnTo>
                  <a:pt x="92336" y="14169"/>
                </a:lnTo>
                <a:lnTo>
                  <a:pt x="78167" y="14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…">
            <a:extLst xmlns:a="http://schemas.openxmlformats.org/drawingml/2006/main">
              <a:ext uri="{FF2B5EF4-FFF2-40B4-BE49-F238E27FC236}">
                <a16:creationId xmlns:a16="http://schemas.microsoft.com/office/drawing/2014/main" id="{F2F7601D-F185-4C7E-A096-09167B96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80" y="3094851"/>
            <a:ext cx="108585" cy="14169"/>
          </a:xfrm>
          <a:custGeom xmlns:a="http://schemas.openxmlformats.org/drawingml/2006/main">
            <a:pathLst>
              <a:path w="108585" h="14169">
                <a:moveTo>
                  <a:pt x="0" y="14169"/>
                </a:moveTo>
                <a:lnTo>
                  <a:pt x="0" y="0"/>
                </a:lnTo>
                <a:lnTo>
                  <a:pt x="14169" y="0"/>
                </a:lnTo>
                <a:lnTo>
                  <a:pt x="14169" y="14169"/>
                </a:lnTo>
                <a:lnTo>
                  <a:pt x="0" y="14169"/>
                </a:lnTo>
                <a:moveTo>
                  <a:pt x="47208" y="14169"/>
                </a:moveTo>
                <a:lnTo>
                  <a:pt x="47208" y="0"/>
                </a:lnTo>
                <a:lnTo>
                  <a:pt x="61377" y="0"/>
                </a:lnTo>
                <a:lnTo>
                  <a:pt x="61377" y="14169"/>
                </a:lnTo>
                <a:lnTo>
                  <a:pt x="47208" y="14169"/>
                </a:lnTo>
                <a:moveTo>
                  <a:pt x="94347" y="14169"/>
                </a:moveTo>
                <a:lnTo>
                  <a:pt x="94347" y="0"/>
                </a:lnTo>
                <a:lnTo>
                  <a:pt x="108585" y="0"/>
                </a:lnTo>
                <a:lnTo>
                  <a:pt x="108585" y="14169"/>
                </a:lnTo>
                <a:lnTo>
                  <a:pt x="94347" y="14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ActionstakenbyJohn:">
            <a:extLst xmlns:a="http://schemas.openxmlformats.org/drawingml/2006/main">
              <a:ext uri="{FF2B5EF4-FFF2-40B4-BE49-F238E27FC236}">
                <a16:creationId xmlns:a16="http://schemas.microsoft.com/office/drawing/2014/main" id="{AD32DCBF-F56B-46A8-9C4A-539A0B2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53" y="3176536"/>
            <a:ext cx="1403036" cy="131118"/>
          </a:xfrm>
          <a:custGeom xmlns:a="http://schemas.openxmlformats.org/drawingml/2006/main">
            <a:pathLst>
              <a:path w="1403036" h="131118">
                <a:moveTo>
                  <a:pt x="0" y="101328"/>
                </a:moveTo>
                <a:lnTo>
                  <a:pt x="38914" y="0"/>
                </a:lnTo>
                <a:lnTo>
                  <a:pt x="53360" y="0"/>
                </a:lnTo>
                <a:lnTo>
                  <a:pt x="94831" y="101328"/>
                </a:lnTo>
                <a:lnTo>
                  <a:pt x="79556" y="101328"/>
                </a:lnTo>
                <a:lnTo>
                  <a:pt x="67736" y="70639"/>
                </a:lnTo>
                <a:lnTo>
                  <a:pt x="25367" y="70639"/>
                </a:lnTo>
                <a:lnTo>
                  <a:pt x="14238" y="101328"/>
                </a:lnTo>
                <a:lnTo>
                  <a:pt x="0" y="101328"/>
                </a:lnTo>
                <a:moveTo>
                  <a:pt x="29237" y="59719"/>
                </a:moveTo>
                <a:lnTo>
                  <a:pt x="63589" y="59719"/>
                </a:lnTo>
                <a:lnTo>
                  <a:pt x="53014" y="31656"/>
                </a:lnTo>
                <a:cubicBezTo>
                  <a:pt x="49788" y="23132"/>
                  <a:pt x="47392" y="16128"/>
                  <a:pt x="45826" y="10644"/>
                </a:cubicBezTo>
                <a:cubicBezTo>
                  <a:pt x="44535" y="17141"/>
                  <a:pt x="42715" y="23593"/>
                  <a:pt x="40365" y="29997"/>
                </a:cubicBezTo>
                <a:lnTo>
                  <a:pt x="29237" y="59719"/>
                </a:lnTo>
                <a:close/>
                <a:moveTo>
                  <a:pt x="151246" y="74441"/>
                </a:moveTo>
                <a:lnTo>
                  <a:pt x="163480" y="76031"/>
                </a:lnTo>
                <a:cubicBezTo>
                  <a:pt x="162144" y="84463"/>
                  <a:pt x="158722" y="91064"/>
                  <a:pt x="153216" y="95833"/>
                </a:cubicBezTo>
                <a:cubicBezTo>
                  <a:pt x="147710" y="100602"/>
                  <a:pt x="140947" y="102987"/>
                  <a:pt x="132930" y="102987"/>
                </a:cubicBezTo>
                <a:cubicBezTo>
                  <a:pt x="122884" y="102987"/>
                  <a:pt x="114809" y="99704"/>
                  <a:pt x="108704" y="93137"/>
                </a:cubicBezTo>
                <a:cubicBezTo>
                  <a:pt x="102598" y="86571"/>
                  <a:pt x="99545" y="77159"/>
                  <a:pt x="99545" y="64902"/>
                </a:cubicBezTo>
                <a:cubicBezTo>
                  <a:pt x="99545" y="56977"/>
                  <a:pt x="100859" y="50042"/>
                  <a:pt x="103485" y="44098"/>
                </a:cubicBezTo>
                <a:cubicBezTo>
                  <a:pt x="106112" y="38154"/>
                  <a:pt x="110109" y="33695"/>
                  <a:pt x="115477" y="30723"/>
                </a:cubicBezTo>
                <a:cubicBezTo>
                  <a:pt x="120845" y="27751"/>
                  <a:pt x="126686" y="26265"/>
                  <a:pt x="132999" y="26265"/>
                </a:cubicBezTo>
                <a:cubicBezTo>
                  <a:pt x="140970" y="26265"/>
                  <a:pt x="147491" y="28281"/>
                  <a:pt x="152559" y="32313"/>
                </a:cubicBezTo>
                <a:cubicBezTo>
                  <a:pt x="157628" y="36345"/>
                  <a:pt x="160877" y="42070"/>
                  <a:pt x="162305" y="49489"/>
                </a:cubicBezTo>
                <a:lnTo>
                  <a:pt x="150209" y="51355"/>
                </a:lnTo>
                <a:cubicBezTo>
                  <a:pt x="149057" y="46425"/>
                  <a:pt x="147018" y="42715"/>
                  <a:pt x="144092" y="40227"/>
                </a:cubicBezTo>
                <a:cubicBezTo>
                  <a:pt x="141166" y="37739"/>
                  <a:pt x="137630" y="36495"/>
                  <a:pt x="133483" y="36495"/>
                </a:cubicBezTo>
                <a:cubicBezTo>
                  <a:pt x="127216" y="36495"/>
                  <a:pt x="122124" y="38741"/>
                  <a:pt x="118207" y="43234"/>
                </a:cubicBezTo>
                <a:cubicBezTo>
                  <a:pt x="114291" y="47726"/>
                  <a:pt x="112332" y="54834"/>
                  <a:pt x="112332" y="64557"/>
                </a:cubicBezTo>
                <a:cubicBezTo>
                  <a:pt x="112332" y="74418"/>
                  <a:pt x="114222" y="81583"/>
                  <a:pt x="118000" y="86053"/>
                </a:cubicBezTo>
                <a:cubicBezTo>
                  <a:pt x="121779" y="90522"/>
                  <a:pt x="126709" y="92757"/>
                  <a:pt x="132791" y="92757"/>
                </a:cubicBezTo>
                <a:cubicBezTo>
                  <a:pt x="137676" y="92757"/>
                  <a:pt x="141754" y="91260"/>
                  <a:pt x="145025" y="88265"/>
                </a:cubicBezTo>
                <a:cubicBezTo>
                  <a:pt x="148297" y="85269"/>
                  <a:pt x="150371" y="80661"/>
                  <a:pt x="151246" y="74441"/>
                </a:cubicBezTo>
                <a:close/>
                <a:moveTo>
                  <a:pt x="200821" y="90200"/>
                </a:moveTo>
                <a:lnTo>
                  <a:pt x="202618" y="101190"/>
                </a:lnTo>
                <a:cubicBezTo>
                  <a:pt x="199116" y="101927"/>
                  <a:pt x="195983" y="102296"/>
                  <a:pt x="193218" y="102296"/>
                </a:cubicBezTo>
                <a:cubicBezTo>
                  <a:pt x="188702" y="102296"/>
                  <a:pt x="185200" y="101581"/>
                  <a:pt x="182712" y="100153"/>
                </a:cubicBezTo>
                <a:cubicBezTo>
                  <a:pt x="180224" y="98724"/>
                  <a:pt x="178473" y="96847"/>
                  <a:pt x="177459" y="94520"/>
                </a:cubicBezTo>
                <a:cubicBezTo>
                  <a:pt x="176445" y="92193"/>
                  <a:pt x="175938" y="87297"/>
                  <a:pt x="175938" y="79832"/>
                </a:cubicBezTo>
                <a:lnTo>
                  <a:pt x="175938" y="37601"/>
                </a:lnTo>
                <a:lnTo>
                  <a:pt x="166815" y="37601"/>
                </a:lnTo>
                <a:lnTo>
                  <a:pt x="166815" y="27924"/>
                </a:lnTo>
                <a:lnTo>
                  <a:pt x="175938" y="27924"/>
                </a:lnTo>
                <a:lnTo>
                  <a:pt x="175938" y="9746"/>
                </a:lnTo>
                <a:lnTo>
                  <a:pt x="188310" y="2281"/>
                </a:lnTo>
                <a:lnTo>
                  <a:pt x="188310" y="27924"/>
                </a:lnTo>
                <a:lnTo>
                  <a:pt x="200821" y="27924"/>
                </a:lnTo>
                <a:lnTo>
                  <a:pt x="200821" y="37601"/>
                </a:lnTo>
                <a:lnTo>
                  <a:pt x="188310" y="37601"/>
                </a:lnTo>
                <a:lnTo>
                  <a:pt x="188310" y="80523"/>
                </a:lnTo>
                <a:cubicBezTo>
                  <a:pt x="188310" y="84071"/>
                  <a:pt x="188529" y="86352"/>
                  <a:pt x="188967" y="87366"/>
                </a:cubicBezTo>
                <a:cubicBezTo>
                  <a:pt x="189405" y="88380"/>
                  <a:pt x="190119" y="89186"/>
                  <a:pt x="191110" y="89785"/>
                </a:cubicBezTo>
                <a:cubicBezTo>
                  <a:pt x="192100" y="90384"/>
                  <a:pt x="193517" y="90684"/>
                  <a:pt x="195361" y="90684"/>
                </a:cubicBezTo>
                <a:cubicBezTo>
                  <a:pt x="196743" y="90684"/>
                  <a:pt x="198563" y="90522"/>
                  <a:pt x="200821" y="90200"/>
                </a:cubicBezTo>
                <a:close/>
                <a:moveTo>
                  <a:pt x="212753" y="14308"/>
                </a:moveTo>
                <a:lnTo>
                  <a:pt x="212753" y="0"/>
                </a:lnTo>
                <a:lnTo>
                  <a:pt x="225195" y="0"/>
                </a:lnTo>
                <a:lnTo>
                  <a:pt x="225195" y="14308"/>
                </a:lnTo>
                <a:lnTo>
                  <a:pt x="212753" y="14308"/>
                </a:lnTo>
                <a:moveTo>
                  <a:pt x="212753" y="101328"/>
                </a:moveTo>
                <a:lnTo>
                  <a:pt x="212753" y="27924"/>
                </a:lnTo>
                <a:lnTo>
                  <a:pt x="225195" y="27924"/>
                </a:lnTo>
                <a:lnTo>
                  <a:pt x="225195" y="101328"/>
                </a:lnTo>
                <a:lnTo>
                  <a:pt x="212753" y="101328"/>
                </a:lnTo>
                <a:close/>
                <a:moveTo>
                  <a:pt x="239294" y="64626"/>
                </a:moveTo>
                <a:cubicBezTo>
                  <a:pt x="239294" y="51033"/>
                  <a:pt x="243073" y="40964"/>
                  <a:pt x="250630" y="34421"/>
                </a:cubicBezTo>
                <a:cubicBezTo>
                  <a:pt x="256943" y="28984"/>
                  <a:pt x="264638" y="26265"/>
                  <a:pt x="273715" y="26265"/>
                </a:cubicBezTo>
                <a:cubicBezTo>
                  <a:pt x="283807" y="26265"/>
                  <a:pt x="292055" y="29571"/>
                  <a:pt x="298460" y="36184"/>
                </a:cubicBezTo>
                <a:cubicBezTo>
                  <a:pt x="304865" y="42796"/>
                  <a:pt x="308067" y="51931"/>
                  <a:pt x="308067" y="63589"/>
                </a:cubicBezTo>
                <a:cubicBezTo>
                  <a:pt x="308067" y="73035"/>
                  <a:pt x="306650" y="80466"/>
                  <a:pt x="303817" y="85880"/>
                </a:cubicBezTo>
                <a:cubicBezTo>
                  <a:pt x="300983" y="91294"/>
                  <a:pt x="296859" y="95499"/>
                  <a:pt x="291444" y="98494"/>
                </a:cubicBezTo>
                <a:cubicBezTo>
                  <a:pt x="286030" y="101489"/>
                  <a:pt x="280120" y="102987"/>
                  <a:pt x="273715" y="102987"/>
                </a:cubicBezTo>
                <a:cubicBezTo>
                  <a:pt x="263440" y="102987"/>
                  <a:pt x="255134" y="99692"/>
                  <a:pt x="248798" y="93103"/>
                </a:cubicBezTo>
                <a:cubicBezTo>
                  <a:pt x="242462" y="86514"/>
                  <a:pt x="239294" y="77021"/>
                  <a:pt x="239294" y="64626"/>
                </a:cubicBezTo>
                <a:moveTo>
                  <a:pt x="252081" y="64626"/>
                </a:moveTo>
                <a:cubicBezTo>
                  <a:pt x="252081" y="74026"/>
                  <a:pt x="254132" y="81065"/>
                  <a:pt x="258233" y="85742"/>
                </a:cubicBezTo>
                <a:cubicBezTo>
                  <a:pt x="262334" y="90419"/>
                  <a:pt x="267495" y="92757"/>
                  <a:pt x="273715" y="92757"/>
                </a:cubicBezTo>
                <a:cubicBezTo>
                  <a:pt x="279890" y="92757"/>
                  <a:pt x="285028" y="90407"/>
                  <a:pt x="289129" y="85707"/>
                </a:cubicBezTo>
                <a:cubicBezTo>
                  <a:pt x="293230" y="81007"/>
                  <a:pt x="295280" y="73842"/>
                  <a:pt x="295280" y="64211"/>
                </a:cubicBezTo>
                <a:cubicBezTo>
                  <a:pt x="295280" y="55134"/>
                  <a:pt x="293218" y="48256"/>
                  <a:pt x="289094" y="43579"/>
                </a:cubicBezTo>
                <a:cubicBezTo>
                  <a:pt x="284970" y="38902"/>
                  <a:pt x="279844" y="36564"/>
                  <a:pt x="273715" y="36564"/>
                </a:cubicBezTo>
                <a:cubicBezTo>
                  <a:pt x="267495" y="36564"/>
                  <a:pt x="262334" y="38891"/>
                  <a:pt x="258233" y="43545"/>
                </a:cubicBezTo>
                <a:cubicBezTo>
                  <a:pt x="254132" y="48199"/>
                  <a:pt x="252081" y="55226"/>
                  <a:pt x="252081" y="64626"/>
                </a:cubicBezTo>
                <a:close/>
                <a:moveTo>
                  <a:pt x="322163" y="101328"/>
                </a:moveTo>
                <a:lnTo>
                  <a:pt x="322163" y="27924"/>
                </a:lnTo>
                <a:lnTo>
                  <a:pt x="333360" y="27924"/>
                </a:lnTo>
                <a:lnTo>
                  <a:pt x="333360" y="38361"/>
                </a:lnTo>
                <a:cubicBezTo>
                  <a:pt x="338751" y="30297"/>
                  <a:pt x="346539" y="26265"/>
                  <a:pt x="356722" y="26265"/>
                </a:cubicBezTo>
                <a:cubicBezTo>
                  <a:pt x="361146" y="26265"/>
                  <a:pt x="365212" y="27060"/>
                  <a:pt x="368921" y="28650"/>
                </a:cubicBezTo>
                <a:cubicBezTo>
                  <a:pt x="372631" y="30239"/>
                  <a:pt x="375407" y="32324"/>
                  <a:pt x="377250" y="34905"/>
                </a:cubicBezTo>
                <a:cubicBezTo>
                  <a:pt x="379093" y="37485"/>
                  <a:pt x="380384" y="40550"/>
                  <a:pt x="381121" y="44098"/>
                </a:cubicBezTo>
                <a:cubicBezTo>
                  <a:pt x="381582" y="46402"/>
                  <a:pt x="381812" y="50434"/>
                  <a:pt x="381812" y="56193"/>
                </a:cubicBezTo>
                <a:lnTo>
                  <a:pt x="381812" y="101328"/>
                </a:lnTo>
                <a:lnTo>
                  <a:pt x="369371" y="101328"/>
                </a:lnTo>
                <a:lnTo>
                  <a:pt x="369371" y="56677"/>
                </a:lnTo>
                <a:cubicBezTo>
                  <a:pt x="369371" y="51609"/>
                  <a:pt x="368887" y="47819"/>
                  <a:pt x="367919" y="45307"/>
                </a:cubicBezTo>
                <a:cubicBezTo>
                  <a:pt x="366952" y="42796"/>
                  <a:pt x="365235" y="40792"/>
                  <a:pt x="362770" y="39294"/>
                </a:cubicBezTo>
                <a:cubicBezTo>
                  <a:pt x="360305" y="37796"/>
                  <a:pt x="357413" y="37048"/>
                  <a:pt x="354096" y="37048"/>
                </a:cubicBezTo>
                <a:cubicBezTo>
                  <a:pt x="348796" y="37048"/>
                  <a:pt x="344223" y="38729"/>
                  <a:pt x="340375" y="42093"/>
                </a:cubicBezTo>
                <a:cubicBezTo>
                  <a:pt x="336528" y="45457"/>
                  <a:pt x="334604" y="51839"/>
                  <a:pt x="334604" y="61239"/>
                </a:cubicBezTo>
                <a:lnTo>
                  <a:pt x="334604" y="101328"/>
                </a:lnTo>
                <a:lnTo>
                  <a:pt x="322163" y="101328"/>
                </a:lnTo>
                <a:close/>
                <a:moveTo>
                  <a:pt x="395424" y="79417"/>
                </a:moveTo>
                <a:lnTo>
                  <a:pt x="407727" y="77482"/>
                </a:lnTo>
                <a:cubicBezTo>
                  <a:pt x="408418" y="82412"/>
                  <a:pt x="410342" y="86191"/>
                  <a:pt x="413498" y="88817"/>
                </a:cubicBezTo>
                <a:cubicBezTo>
                  <a:pt x="416655" y="91444"/>
                  <a:pt x="421067" y="92757"/>
                  <a:pt x="426734" y="92757"/>
                </a:cubicBezTo>
                <a:cubicBezTo>
                  <a:pt x="432448" y="92757"/>
                  <a:pt x="436687" y="91594"/>
                  <a:pt x="439452" y="89267"/>
                </a:cubicBezTo>
                <a:cubicBezTo>
                  <a:pt x="442217" y="86940"/>
                  <a:pt x="443599" y="84210"/>
                  <a:pt x="443599" y="81076"/>
                </a:cubicBezTo>
                <a:cubicBezTo>
                  <a:pt x="443599" y="78265"/>
                  <a:pt x="442378" y="76054"/>
                  <a:pt x="439936" y="74441"/>
                </a:cubicBezTo>
                <a:cubicBezTo>
                  <a:pt x="438231" y="73335"/>
                  <a:pt x="433992" y="71929"/>
                  <a:pt x="427218" y="70225"/>
                </a:cubicBezTo>
                <a:cubicBezTo>
                  <a:pt x="418095" y="67921"/>
                  <a:pt x="411770" y="65928"/>
                  <a:pt x="408245" y="64246"/>
                </a:cubicBezTo>
                <a:cubicBezTo>
                  <a:pt x="404720" y="62564"/>
                  <a:pt x="402047" y="60237"/>
                  <a:pt x="400227" y="57265"/>
                </a:cubicBezTo>
                <a:cubicBezTo>
                  <a:pt x="398407" y="54293"/>
                  <a:pt x="397497" y="51010"/>
                  <a:pt x="397497" y="47415"/>
                </a:cubicBezTo>
                <a:cubicBezTo>
                  <a:pt x="397497" y="44144"/>
                  <a:pt x="398246" y="41114"/>
                  <a:pt x="399744" y="38326"/>
                </a:cubicBezTo>
                <a:cubicBezTo>
                  <a:pt x="401241" y="35539"/>
                  <a:pt x="403280" y="33223"/>
                  <a:pt x="405861" y="31380"/>
                </a:cubicBezTo>
                <a:cubicBezTo>
                  <a:pt x="407796" y="29951"/>
                  <a:pt x="410434" y="28742"/>
                  <a:pt x="413775" y="27751"/>
                </a:cubicBezTo>
                <a:cubicBezTo>
                  <a:pt x="417115" y="26760"/>
                  <a:pt x="420698" y="26265"/>
                  <a:pt x="424523" y="26265"/>
                </a:cubicBezTo>
                <a:cubicBezTo>
                  <a:pt x="430282" y="26265"/>
                  <a:pt x="435340" y="27095"/>
                  <a:pt x="439694" y="28753"/>
                </a:cubicBezTo>
                <a:cubicBezTo>
                  <a:pt x="444049" y="30412"/>
                  <a:pt x="447263" y="32659"/>
                  <a:pt x="449336" y="35492"/>
                </a:cubicBezTo>
                <a:cubicBezTo>
                  <a:pt x="451410" y="38326"/>
                  <a:pt x="452838" y="42116"/>
                  <a:pt x="453622" y="46862"/>
                </a:cubicBezTo>
                <a:lnTo>
                  <a:pt x="441457" y="48521"/>
                </a:lnTo>
                <a:cubicBezTo>
                  <a:pt x="440904" y="44743"/>
                  <a:pt x="439302" y="41794"/>
                  <a:pt x="436653" y="39674"/>
                </a:cubicBezTo>
                <a:cubicBezTo>
                  <a:pt x="434003" y="37554"/>
                  <a:pt x="430259" y="36495"/>
                  <a:pt x="425421" y="36495"/>
                </a:cubicBezTo>
                <a:cubicBezTo>
                  <a:pt x="419707" y="36495"/>
                  <a:pt x="415629" y="37439"/>
                  <a:pt x="413187" y="39329"/>
                </a:cubicBezTo>
                <a:cubicBezTo>
                  <a:pt x="410745" y="41218"/>
                  <a:pt x="409524" y="43430"/>
                  <a:pt x="409524" y="45964"/>
                </a:cubicBezTo>
                <a:cubicBezTo>
                  <a:pt x="409524" y="47577"/>
                  <a:pt x="410031" y="49028"/>
                  <a:pt x="411044" y="50318"/>
                </a:cubicBezTo>
                <a:cubicBezTo>
                  <a:pt x="412058" y="51655"/>
                  <a:pt x="413648" y="52761"/>
                  <a:pt x="415814" y="53636"/>
                </a:cubicBezTo>
                <a:cubicBezTo>
                  <a:pt x="417058" y="54097"/>
                  <a:pt x="420721" y="55157"/>
                  <a:pt x="426803" y="56816"/>
                </a:cubicBezTo>
                <a:cubicBezTo>
                  <a:pt x="435605" y="59166"/>
                  <a:pt x="441745" y="61089"/>
                  <a:pt x="445224" y="62587"/>
                </a:cubicBezTo>
                <a:cubicBezTo>
                  <a:pt x="448703" y="64085"/>
                  <a:pt x="451433" y="66262"/>
                  <a:pt x="453414" y="69119"/>
                </a:cubicBezTo>
                <a:cubicBezTo>
                  <a:pt x="455396" y="71976"/>
                  <a:pt x="456386" y="75524"/>
                  <a:pt x="456386" y="79763"/>
                </a:cubicBezTo>
                <a:cubicBezTo>
                  <a:pt x="456386" y="83910"/>
                  <a:pt x="455177" y="87815"/>
                  <a:pt x="452758" y="91479"/>
                </a:cubicBezTo>
                <a:cubicBezTo>
                  <a:pt x="450338" y="95142"/>
                  <a:pt x="446848" y="97976"/>
                  <a:pt x="442286" y="99980"/>
                </a:cubicBezTo>
                <a:cubicBezTo>
                  <a:pt x="437724" y="101985"/>
                  <a:pt x="432563" y="102987"/>
                  <a:pt x="426803" y="102987"/>
                </a:cubicBezTo>
                <a:cubicBezTo>
                  <a:pt x="417265" y="102987"/>
                  <a:pt x="409996" y="101005"/>
                  <a:pt x="404997" y="97043"/>
                </a:cubicBezTo>
                <a:cubicBezTo>
                  <a:pt x="399997" y="93080"/>
                  <a:pt x="396806" y="87205"/>
                  <a:pt x="395424" y="79417"/>
                </a:cubicBezTo>
                <a:close/>
                <a:moveTo>
                  <a:pt x="536901" y="90200"/>
                </a:moveTo>
                <a:lnTo>
                  <a:pt x="538698" y="101190"/>
                </a:lnTo>
                <a:cubicBezTo>
                  <a:pt x="535196" y="101927"/>
                  <a:pt x="532063" y="102296"/>
                  <a:pt x="529298" y="102296"/>
                </a:cubicBezTo>
                <a:cubicBezTo>
                  <a:pt x="524782" y="102296"/>
                  <a:pt x="521280" y="101581"/>
                  <a:pt x="518792" y="100153"/>
                </a:cubicBezTo>
                <a:cubicBezTo>
                  <a:pt x="516304" y="98724"/>
                  <a:pt x="514553" y="96847"/>
                  <a:pt x="513539" y="94520"/>
                </a:cubicBezTo>
                <a:cubicBezTo>
                  <a:pt x="512525" y="92193"/>
                  <a:pt x="512018" y="87297"/>
                  <a:pt x="512018" y="79832"/>
                </a:cubicBezTo>
                <a:lnTo>
                  <a:pt x="512018" y="37601"/>
                </a:lnTo>
                <a:lnTo>
                  <a:pt x="502894" y="37601"/>
                </a:lnTo>
                <a:lnTo>
                  <a:pt x="502894" y="27924"/>
                </a:lnTo>
                <a:lnTo>
                  <a:pt x="512018" y="27924"/>
                </a:lnTo>
                <a:lnTo>
                  <a:pt x="512018" y="9746"/>
                </a:lnTo>
                <a:lnTo>
                  <a:pt x="524390" y="2281"/>
                </a:lnTo>
                <a:lnTo>
                  <a:pt x="524390" y="27924"/>
                </a:lnTo>
                <a:lnTo>
                  <a:pt x="536901" y="27924"/>
                </a:lnTo>
                <a:lnTo>
                  <a:pt x="536901" y="37601"/>
                </a:lnTo>
                <a:lnTo>
                  <a:pt x="524390" y="37601"/>
                </a:lnTo>
                <a:lnTo>
                  <a:pt x="524390" y="80523"/>
                </a:lnTo>
                <a:cubicBezTo>
                  <a:pt x="524390" y="84071"/>
                  <a:pt x="524609" y="86352"/>
                  <a:pt x="525047" y="87366"/>
                </a:cubicBezTo>
                <a:cubicBezTo>
                  <a:pt x="525485" y="88380"/>
                  <a:pt x="526199" y="89186"/>
                  <a:pt x="527190" y="89785"/>
                </a:cubicBezTo>
                <a:cubicBezTo>
                  <a:pt x="528180" y="90384"/>
                  <a:pt x="529597" y="90684"/>
                  <a:pt x="531440" y="90684"/>
                </a:cubicBezTo>
                <a:cubicBezTo>
                  <a:pt x="532823" y="90684"/>
                  <a:pt x="534643" y="90522"/>
                  <a:pt x="536901" y="90200"/>
                </a:cubicBezTo>
                <a:close/>
                <a:moveTo>
                  <a:pt x="596663" y="92273"/>
                </a:moveTo>
                <a:cubicBezTo>
                  <a:pt x="592055" y="96190"/>
                  <a:pt x="587620" y="98955"/>
                  <a:pt x="583358" y="100568"/>
                </a:cubicBezTo>
                <a:cubicBezTo>
                  <a:pt x="579096" y="102180"/>
                  <a:pt x="574522" y="102987"/>
                  <a:pt x="569638" y="102987"/>
                </a:cubicBezTo>
                <a:cubicBezTo>
                  <a:pt x="561574" y="102987"/>
                  <a:pt x="555376" y="101017"/>
                  <a:pt x="551045" y="97077"/>
                </a:cubicBezTo>
                <a:cubicBezTo>
                  <a:pt x="546713" y="93137"/>
                  <a:pt x="544548" y="88103"/>
                  <a:pt x="544548" y="81975"/>
                </a:cubicBezTo>
                <a:cubicBezTo>
                  <a:pt x="544548" y="78381"/>
                  <a:pt x="545366" y="75097"/>
                  <a:pt x="547001" y="72125"/>
                </a:cubicBezTo>
                <a:cubicBezTo>
                  <a:pt x="548637" y="69153"/>
                  <a:pt x="550780" y="66769"/>
                  <a:pt x="553429" y="64972"/>
                </a:cubicBezTo>
                <a:cubicBezTo>
                  <a:pt x="556079" y="63174"/>
                  <a:pt x="559063" y="61815"/>
                  <a:pt x="562380" y="60894"/>
                </a:cubicBezTo>
                <a:cubicBezTo>
                  <a:pt x="564823" y="60248"/>
                  <a:pt x="568509" y="59626"/>
                  <a:pt x="573439" y="59027"/>
                </a:cubicBezTo>
                <a:cubicBezTo>
                  <a:pt x="583485" y="57829"/>
                  <a:pt x="590880" y="56401"/>
                  <a:pt x="595626" y="54742"/>
                </a:cubicBezTo>
                <a:cubicBezTo>
                  <a:pt x="595673" y="53037"/>
                  <a:pt x="595696" y="51954"/>
                  <a:pt x="595696" y="51493"/>
                </a:cubicBezTo>
                <a:cubicBezTo>
                  <a:pt x="595696" y="46425"/>
                  <a:pt x="594521" y="42854"/>
                  <a:pt x="592170" y="40780"/>
                </a:cubicBezTo>
                <a:cubicBezTo>
                  <a:pt x="588991" y="37969"/>
                  <a:pt x="584268" y="36564"/>
                  <a:pt x="578001" y="36564"/>
                </a:cubicBezTo>
                <a:cubicBezTo>
                  <a:pt x="572149" y="36564"/>
                  <a:pt x="567829" y="37589"/>
                  <a:pt x="565041" y="39640"/>
                </a:cubicBezTo>
                <a:cubicBezTo>
                  <a:pt x="562254" y="41690"/>
                  <a:pt x="560192" y="45319"/>
                  <a:pt x="558855" y="50526"/>
                </a:cubicBezTo>
                <a:lnTo>
                  <a:pt x="546690" y="48867"/>
                </a:lnTo>
                <a:cubicBezTo>
                  <a:pt x="547796" y="43660"/>
                  <a:pt x="549616" y="39455"/>
                  <a:pt x="552151" y="36253"/>
                </a:cubicBezTo>
                <a:cubicBezTo>
                  <a:pt x="554685" y="33050"/>
                  <a:pt x="558348" y="30585"/>
                  <a:pt x="563141" y="28857"/>
                </a:cubicBezTo>
                <a:cubicBezTo>
                  <a:pt x="567933" y="27129"/>
                  <a:pt x="573485" y="26265"/>
                  <a:pt x="579798" y="26265"/>
                </a:cubicBezTo>
                <a:cubicBezTo>
                  <a:pt x="586065" y="26265"/>
                  <a:pt x="591157" y="27002"/>
                  <a:pt x="595073" y="28477"/>
                </a:cubicBezTo>
                <a:cubicBezTo>
                  <a:pt x="598990" y="29951"/>
                  <a:pt x="601870" y="31806"/>
                  <a:pt x="603713" y="34041"/>
                </a:cubicBezTo>
                <a:cubicBezTo>
                  <a:pt x="605556" y="36276"/>
                  <a:pt x="606847" y="39098"/>
                  <a:pt x="607584" y="42508"/>
                </a:cubicBezTo>
                <a:cubicBezTo>
                  <a:pt x="607999" y="44628"/>
                  <a:pt x="608206" y="48452"/>
                  <a:pt x="608206" y="53982"/>
                </a:cubicBezTo>
                <a:lnTo>
                  <a:pt x="608206" y="70570"/>
                </a:lnTo>
                <a:cubicBezTo>
                  <a:pt x="608206" y="82136"/>
                  <a:pt x="608471" y="89451"/>
                  <a:pt x="609001" y="92515"/>
                </a:cubicBezTo>
                <a:cubicBezTo>
                  <a:pt x="609531" y="95580"/>
                  <a:pt x="610579" y="98517"/>
                  <a:pt x="612146" y="101328"/>
                </a:cubicBezTo>
                <a:lnTo>
                  <a:pt x="599151" y="101328"/>
                </a:lnTo>
                <a:cubicBezTo>
                  <a:pt x="597861" y="98748"/>
                  <a:pt x="597032" y="95729"/>
                  <a:pt x="596663" y="92273"/>
                </a:cubicBezTo>
                <a:moveTo>
                  <a:pt x="595626" y="64488"/>
                </a:moveTo>
                <a:cubicBezTo>
                  <a:pt x="591111" y="66331"/>
                  <a:pt x="584337" y="67898"/>
                  <a:pt x="575306" y="69188"/>
                </a:cubicBezTo>
                <a:cubicBezTo>
                  <a:pt x="570191" y="69925"/>
                  <a:pt x="566574" y="70754"/>
                  <a:pt x="564454" y="71676"/>
                </a:cubicBezTo>
                <a:cubicBezTo>
                  <a:pt x="562334" y="72598"/>
                  <a:pt x="560698" y="73945"/>
                  <a:pt x="559546" y="75720"/>
                </a:cubicBezTo>
                <a:cubicBezTo>
                  <a:pt x="558395" y="77494"/>
                  <a:pt x="557819" y="79463"/>
                  <a:pt x="557819" y="81629"/>
                </a:cubicBezTo>
                <a:cubicBezTo>
                  <a:pt x="557819" y="84947"/>
                  <a:pt x="559074" y="87712"/>
                  <a:pt x="561585" y="89923"/>
                </a:cubicBezTo>
                <a:cubicBezTo>
                  <a:pt x="564097" y="92135"/>
                  <a:pt x="567772" y="93241"/>
                  <a:pt x="572610" y="93241"/>
                </a:cubicBezTo>
                <a:cubicBezTo>
                  <a:pt x="577402" y="93241"/>
                  <a:pt x="581664" y="92193"/>
                  <a:pt x="585397" y="90096"/>
                </a:cubicBezTo>
                <a:cubicBezTo>
                  <a:pt x="589129" y="88000"/>
                  <a:pt x="591871" y="85131"/>
                  <a:pt x="593622" y="81491"/>
                </a:cubicBezTo>
                <a:cubicBezTo>
                  <a:pt x="594958" y="78680"/>
                  <a:pt x="595626" y="74533"/>
                  <a:pt x="595626" y="69050"/>
                </a:cubicBezTo>
                <a:lnTo>
                  <a:pt x="595626" y="64488"/>
                </a:lnTo>
                <a:close/>
                <a:moveTo>
                  <a:pt x="627071" y="101328"/>
                </a:moveTo>
                <a:lnTo>
                  <a:pt x="627071" y="0"/>
                </a:lnTo>
                <a:lnTo>
                  <a:pt x="639512" y="0"/>
                </a:lnTo>
                <a:lnTo>
                  <a:pt x="639512" y="57783"/>
                </a:lnTo>
                <a:lnTo>
                  <a:pt x="668956" y="27924"/>
                </a:lnTo>
                <a:lnTo>
                  <a:pt x="685061" y="27924"/>
                </a:lnTo>
                <a:lnTo>
                  <a:pt x="656999" y="55157"/>
                </a:lnTo>
                <a:lnTo>
                  <a:pt x="687895" y="101328"/>
                </a:lnTo>
                <a:lnTo>
                  <a:pt x="672551" y="101328"/>
                </a:lnTo>
                <a:lnTo>
                  <a:pt x="648290" y="63797"/>
                </a:lnTo>
                <a:lnTo>
                  <a:pt x="639512" y="72229"/>
                </a:lnTo>
                <a:lnTo>
                  <a:pt x="639512" y="101328"/>
                </a:lnTo>
                <a:lnTo>
                  <a:pt x="627071" y="101328"/>
                </a:lnTo>
                <a:close/>
                <a:moveTo>
                  <a:pt x="747561" y="77689"/>
                </a:moveTo>
                <a:lnTo>
                  <a:pt x="760417" y="79279"/>
                </a:lnTo>
                <a:cubicBezTo>
                  <a:pt x="758390" y="86790"/>
                  <a:pt x="754634" y="92619"/>
                  <a:pt x="749151" y="96766"/>
                </a:cubicBezTo>
                <a:cubicBezTo>
                  <a:pt x="743667" y="100913"/>
                  <a:pt x="736663" y="102987"/>
                  <a:pt x="728139" y="102987"/>
                </a:cubicBezTo>
                <a:cubicBezTo>
                  <a:pt x="717402" y="102987"/>
                  <a:pt x="708889" y="99681"/>
                  <a:pt x="702599" y="93068"/>
                </a:cubicBezTo>
                <a:cubicBezTo>
                  <a:pt x="696310" y="86456"/>
                  <a:pt x="693165" y="77183"/>
                  <a:pt x="693165" y="65248"/>
                </a:cubicBezTo>
                <a:cubicBezTo>
                  <a:pt x="693165" y="52899"/>
                  <a:pt x="696344" y="43314"/>
                  <a:pt x="702703" y="36495"/>
                </a:cubicBezTo>
                <a:cubicBezTo>
                  <a:pt x="709062" y="29675"/>
                  <a:pt x="717310" y="26265"/>
                  <a:pt x="727448" y="26265"/>
                </a:cubicBezTo>
                <a:cubicBezTo>
                  <a:pt x="737263" y="26265"/>
                  <a:pt x="745280" y="29606"/>
                  <a:pt x="751501" y="36287"/>
                </a:cubicBezTo>
                <a:cubicBezTo>
                  <a:pt x="757722" y="42969"/>
                  <a:pt x="760832" y="52369"/>
                  <a:pt x="760832" y="64488"/>
                </a:cubicBezTo>
                <a:cubicBezTo>
                  <a:pt x="760832" y="65225"/>
                  <a:pt x="760809" y="66331"/>
                  <a:pt x="760763" y="67805"/>
                </a:cubicBezTo>
                <a:lnTo>
                  <a:pt x="706021" y="67805"/>
                </a:lnTo>
                <a:cubicBezTo>
                  <a:pt x="706482" y="75869"/>
                  <a:pt x="708763" y="82044"/>
                  <a:pt x="712864" y="86329"/>
                </a:cubicBezTo>
                <a:cubicBezTo>
                  <a:pt x="716965" y="90615"/>
                  <a:pt x="722079" y="92757"/>
                  <a:pt x="728208" y="92757"/>
                </a:cubicBezTo>
                <a:cubicBezTo>
                  <a:pt x="732770" y="92757"/>
                  <a:pt x="736663" y="91559"/>
                  <a:pt x="739889" y="89163"/>
                </a:cubicBezTo>
                <a:cubicBezTo>
                  <a:pt x="743115" y="86767"/>
                  <a:pt x="745672" y="82942"/>
                  <a:pt x="747561" y="77689"/>
                </a:cubicBezTo>
                <a:moveTo>
                  <a:pt x="706712" y="57576"/>
                </a:moveTo>
                <a:lnTo>
                  <a:pt x="747699" y="57576"/>
                </a:lnTo>
                <a:cubicBezTo>
                  <a:pt x="747146" y="51401"/>
                  <a:pt x="745580" y="46770"/>
                  <a:pt x="742999" y="43683"/>
                </a:cubicBezTo>
                <a:cubicBezTo>
                  <a:pt x="739037" y="38891"/>
                  <a:pt x="733899" y="36495"/>
                  <a:pt x="727586" y="36495"/>
                </a:cubicBezTo>
                <a:cubicBezTo>
                  <a:pt x="721872" y="36495"/>
                  <a:pt x="717068" y="38407"/>
                  <a:pt x="713175" y="42232"/>
                </a:cubicBezTo>
                <a:cubicBezTo>
                  <a:pt x="709281" y="46056"/>
                  <a:pt x="707127" y="51171"/>
                  <a:pt x="706712" y="57576"/>
                </a:cubicBezTo>
                <a:close/>
                <a:moveTo>
                  <a:pt x="775549" y="101328"/>
                </a:moveTo>
                <a:lnTo>
                  <a:pt x="775549" y="27924"/>
                </a:lnTo>
                <a:lnTo>
                  <a:pt x="786747" y="27924"/>
                </a:lnTo>
                <a:lnTo>
                  <a:pt x="786747" y="38361"/>
                </a:lnTo>
                <a:cubicBezTo>
                  <a:pt x="792138" y="30297"/>
                  <a:pt x="799925" y="26265"/>
                  <a:pt x="810109" y="26265"/>
                </a:cubicBezTo>
                <a:cubicBezTo>
                  <a:pt x="814532" y="26265"/>
                  <a:pt x="818599" y="27060"/>
                  <a:pt x="822308" y="28650"/>
                </a:cubicBezTo>
                <a:cubicBezTo>
                  <a:pt x="826018" y="30239"/>
                  <a:pt x="828794" y="32324"/>
                  <a:pt x="830637" y="34905"/>
                </a:cubicBezTo>
                <a:cubicBezTo>
                  <a:pt x="832480" y="37485"/>
                  <a:pt x="833770" y="40550"/>
                  <a:pt x="834508" y="44098"/>
                </a:cubicBezTo>
                <a:cubicBezTo>
                  <a:pt x="834968" y="46402"/>
                  <a:pt x="835199" y="50434"/>
                  <a:pt x="835199" y="56193"/>
                </a:cubicBezTo>
                <a:lnTo>
                  <a:pt x="835199" y="101328"/>
                </a:lnTo>
                <a:lnTo>
                  <a:pt x="822757" y="101328"/>
                </a:lnTo>
                <a:lnTo>
                  <a:pt x="822757" y="56677"/>
                </a:lnTo>
                <a:cubicBezTo>
                  <a:pt x="822757" y="51609"/>
                  <a:pt x="822274" y="47819"/>
                  <a:pt x="821306" y="45307"/>
                </a:cubicBezTo>
                <a:cubicBezTo>
                  <a:pt x="820338" y="42796"/>
                  <a:pt x="818622" y="40792"/>
                  <a:pt x="816157" y="39294"/>
                </a:cubicBezTo>
                <a:cubicBezTo>
                  <a:pt x="813691" y="37796"/>
                  <a:pt x="810800" y="37048"/>
                  <a:pt x="807482" y="37048"/>
                </a:cubicBezTo>
                <a:cubicBezTo>
                  <a:pt x="802183" y="37048"/>
                  <a:pt x="797610" y="38729"/>
                  <a:pt x="793762" y="42093"/>
                </a:cubicBezTo>
                <a:cubicBezTo>
                  <a:pt x="789915" y="45457"/>
                  <a:pt x="787991" y="51839"/>
                  <a:pt x="787991" y="61239"/>
                </a:cubicBezTo>
                <a:lnTo>
                  <a:pt x="787991" y="101328"/>
                </a:lnTo>
                <a:lnTo>
                  <a:pt x="775549" y="101328"/>
                </a:lnTo>
                <a:close/>
                <a:moveTo>
                  <a:pt x="904287" y="101328"/>
                </a:moveTo>
                <a:lnTo>
                  <a:pt x="892745" y="101328"/>
                </a:lnTo>
                <a:lnTo>
                  <a:pt x="892745" y="0"/>
                </a:lnTo>
                <a:lnTo>
                  <a:pt x="905186" y="0"/>
                </a:lnTo>
                <a:lnTo>
                  <a:pt x="905186" y="36149"/>
                </a:lnTo>
                <a:cubicBezTo>
                  <a:pt x="910439" y="29560"/>
                  <a:pt x="917143" y="26265"/>
                  <a:pt x="925299" y="26265"/>
                </a:cubicBezTo>
                <a:cubicBezTo>
                  <a:pt x="929815" y="26265"/>
                  <a:pt x="934089" y="27175"/>
                  <a:pt x="938121" y="28995"/>
                </a:cubicBezTo>
                <a:cubicBezTo>
                  <a:pt x="942153" y="30815"/>
                  <a:pt x="945471" y="33373"/>
                  <a:pt x="948074" y="36667"/>
                </a:cubicBezTo>
                <a:cubicBezTo>
                  <a:pt x="950678" y="39962"/>
                  <a:pt x="952717" y="43936"/>
                  <a:pt x="954191" y="48590"/>
                </a:cubicBezTo>
                <a:cubicBezTo>
                  <a:pt x="955666" y="53244"/>
                  <a:pt x="956403" y="58221"/>
                  <a:pt x="956403" y="63520"/>
                </a:cubicBezTo>
                <a:cubicBezTo>
                  <a:pt x="956403" y="76100"/>
                  <a:pt x="953292" y="85822"/>
                  <a:pt x="947072" y="92688"/>
                </a:cubicBezTo>
                <a:cubicBezTo>
                  <a:pt x="940851" y="99554"/>
                  <a:pt x="933386" y="102987"/>
                  <a:pt x="924677" y="102987"/>
                </a:cubicBezTo>
                <a:cubicBezTo>
                  <a:pt x="916014" y="102987"/>
                  <a:pt x="909218" y="99370"/>
                  <a:pt x="904287" y="92135"/>
                </a:cubicBezTo>
                <a:lnTo>
                  <a:pt x="904287" y="101328"/>
                </a:lnTo>
                <a:moveTo>
                  <a:pt x="904149" y="64073"/>
                </a:moveTo>
                <a:cubicBezTo>
                  <a:pt x="904149" y="72874"/>
                  <a:pt x="905347" y="79233"/>
                  <a:pt x="907743" y="83150"/>
                </a:cubicBezTo>
                <a:cubicBezTo>
                  <a:pt x="911660" y="89555"/>
                  <a:pt x="916959" y="92757"/>
                  <a:pt x="923641" y="92757"/>
                </a:cubicBezTo>
                <a:cubicBezTo>
                  <a:pt x="929078" y="92757"/>
                  <a:pt x="933778" y="90396"/>
                  <a:pt x="937741" y="85673"/>
                </a:cubicBezTo>
                <a:cubicBezTo>
                  <a:pt x="941704" y="80949"/>
                  <a:pt x="943685" y="73911"/>
                  <a:pt x="943685" y="64557"/>
                </a:cubicBezTo>
                <a:cubicBezTo>
                  <a:pt x="943685" y="54972"/>
                  <a:pt x="941784" y="47899"/>
                  <a:pt x="937983" y="43337"/>
                </a:cubicBezTo>
                <a:cubicBezTo>
                  <a:pt x="934181" y="38776"/>
                  <a:pt x="929585" y="36495"/>
                  <a:pt x="924194" y="36495"/>
                </a:cubicBezTo>
                <a:cubicBezTo>
                  <a:pt x="918756" y="36495"/>
                  <a:pt x="914056" y="38856"/>
                  <a:pt x="910093" y="43579"/>
                </a:cubicBezTo>
                <a:cubicBezTo>
                  <a:pt x="906131" y="48302"/>
                  <a:pt x="904149" y="55134"/>
                  <a:pt x="904149" y="64073"/>
                </a:cubicBezTo>
                <a:close/>
                <a:moveTo>
                  <a:pt x="970498" y="129598"/>
                </a:moveTo>
                <a:lnTo>
                  <a:pt x="969116" y="117916"/>
                </a:lnTo>
                <a:cubicBezTo>
                  <a:pt x="971834" y="118654"/>
                  <a:pt x="974208" y="119022"/>
                  <a:pt x="976235" y="119022"/>
                </a:cubicBezTo>
                <a:cubicBezTo>
                  <a:pt x="979000" y="119022"/>
                  <a:pt x="981212" y="118562"/>
                  <a:pt x="982870" y="117640"/>
                </a:cubicBezTo>
                <a:cubicBezTo>
                  <a:pt x="984529" y="116718"/>
                  <a:pt x="985889" y="115428"/>
                  <a:pt x="986948" y="113769"/>
                </a:cubicBezTo>
                <a:cubicBezTo>
                  <a:pt x="987732" y="112525"/>
                  <a:pt x="988999" y="109438"/>
                  <a:pt x="990750" y="104507"/>
                </a:cubicBezTo>
                <a:cubicBezTo>
                  <a:pt x="990980" y="103816"/>
                  <a:pt x="991349" y="102802"/>
                  <a:pt x="991856" y="101466"/>
                </a:cubicBezTo>
                <a:lnTo>
                  <a:pt x="964001" y="27924"/>
                </a:lnTo>
                <a:lnTo>
                  <a:pt x="977410" y="27924"/>
                </a:lnTo>
                <a:lnTo>
                  <a:pt x="992685" y="70432"/>
                </a:lnTo>
                <a:cubicBezTo>
                  <a:pt x="994667" y="75823"/>
                  <a:pt x="996441" y="81491"/>
                  <a:pt x="998007" y="87435"/>
                </a:cubicBezTo>
                <a:cubicBezTo>
                  <a:pt x="999436" y="81721"/>
                  <a:pt x="1001141" y="76146"/>
                  <a:pt x="1003122" y="70708"/>
                </a:cubicBezTo>
                <a:lnTo>
                  <a:pt x="1018812" y="27924"/>
                </a:lnTo>
                <a:lnTo>
                  <a:pt x="1031253" y="27924"/>
                </a:lnTo>
                <a:lnTo>
                  <a:pt x="1003330" y="102572"/>
                </a:lnTo>
                <a:cubicBezTo>
                  <a:pt x="1000334" y="110636"/>
                  <a:pt x="998007" y="116188"/>
                  <a:pt x="996349" y="119230"/>
                </a:cubicBezTo>
                <a:cubicBezTo>
                  <a:pt x="994137" y="123331"/>
                  <a:pt x="991602" y="126337"/>
                  <a:pt x="988746" y="128250"/>
                </a:cubicBezTo>
                <a:cubicBezTo>
                  <a:pt x="985889" y="130162"/>
                  <a:pt x="982479" y="131118"/>
                  <a:pt x="978516" y="131118"/>
                </a:cubicBezTo>
                <a:cubicBezTo>
                  <a:pt x="976120" y="131118"/>
                  <a:pt x="973447" y="130611"/>
                  <a:pt x="970498" y="129598"/>
                </a:cubicBezTo>
                <a:close/>
                <a:moveTo>
                  <a:pt x="1075135" y="72575"/>
                </a:moveTo>
                <a:lnTo>
                  <a:pt x="1087231" y="70916"/>
                </a:lnTo>
                <a:cubicBezTo>
                  <a:pt x="1087554" y="78657"/>
                  <a:pt x="1089005" y="83956"/>
                  <a:pt x="1091586" y="86813"/>
                </a:cubicBezTo>
                <a:cubicBezTo>
                  <a:pt x="1094166" y="89670"/>
                  <a:pt x="1097737" y="91098"/>
                  <a:pt x="1102299" y="91098"/>
                </a:cubicBezTo>
                <a:cubicBezTo>
                  <a:pt x="1105663" y="91098"/>
                  <a:pt x="1108566" y="90327"/>
                  <a:pt x="1111008" y="88783"/>
                </a:cubicBezTo>
                <a:cubicBezTo>
                  <a:pt x="1113450" y="87239"/>
                  <a:pt x="1115132" y="85143"/>
                  <a:pt x="1116054" y="82493"/>
                </a:cubicBezTo>
                <a:cubicBezTo>
                  <a:pt x="1116975" y="79844"/>
                  <a:pt x="1117436" y="75616"/>
                  <a:pt x="1117436" y="69810"/>
                </a:cubicBezTo>
                <a:lnTo>
                  <a:pt x="1117436" y="0"/>
                </a:lnTo>
                <a:lnTo>
                  <a:pt x="1130845" y="0"/>
                </a:lnTo>
                <a:lnTo>
                  <a:pt x="1130845" y="69050"/>
                </a:lnTo>
                <a:cubicBezTo>
                  <a:pt x="1130845" y="77528"/>
                  <a:pt x="1129820" y="84094"/>
                  <a:pt x="1127769" y="88748"/>
                </a:cubicBezTo>
                <a:cubicBezTo>
                  <a:pt x="1125719" y="93402"/>
                  <a:pt x="1122470" y="96950"/>
                  <a:pt x="1118023" y="99393"/>
                </a:cubicBezTo>
                <a:cubicBezTo>
                  <a:pt x="1113577" y="101835"/>
                  <a:pt x="1108358" y="103056"/>
                  <a:pt x="1102368" y="103056"/>
                </a:cubicBezTo>
                <a:cubicBezTo>
                  <a:pt x="1093475" y="103056"/>
                  <a:pt x="1086667" y="100499"/>
                  <a:pt x="1081944" y="95384"/>
                </a:cubicBezTo>
                <a:cubicBezTo>
                  <a:pt x="1077220" y="90269"/>
                  <a:pt x="1074951" y="82666"/>
                  <a:pt x="1075135" y="72575"/>
                </a:cubicBezTo>
                <a:close/>
                <a:moveTo>
                  <a:pt x="1146068" y="64626"/>
                </a:moveTo>
                <a:cubicBezTo>
                  <a:pt x="1146068" y="51033"/>
                  <a:pt x="1149846" y="40964"/>
                  <a:pt x="1157403" y="34421"/>
                </a:cubicBezTo>
                <a:cubicBezTo>
                  <a:pt x="1163716" y="28984"/>
                  <a:pt x="1171411" y="26265"/>
                  <a:pt x="1180489" y="26265"/>
                </a:cubicBezTo>
                <a:cubicBezTo>
                  <a:pt x="1190580" y="26265"/>
                  <a:pt x="1198828" y="29571"/>
                  <a:pt x="1205233" y="36184"/>
                </a:cubicBezTo>
                <a:cubicBezTo>
                  <a:pt x="1211638" y="42796"/>
                  <a:pt x="1214841" y="51931"/>
                  <a:pt x="1214841" y="63589"/>
                </a:cubicBezTo>
                <a:cubicBezTo>
                  <a:pt x="1214841" y="73035"/>
                  <a:pt x="1213424" y="80466"/>
                  <a:pt x="1210590" y="85880"/>
                </a:cubicBezTo>
                <a:cubicBezTo>
                  <a:pt x="1207756" y="91294"/>
                  <a:pt x="1203632" y="95499"/>
                  <a:pt x="1198218" y="98494"/>
                </a:cubicBezTo>
                <a:cubicBezTo>
                  <a:pt x="1192804" y="101489"/>
                  <a:pt x="1186894" y="102987"/>
                  <a:pt x="1180489" y="102987"/>
                </a:cubicBezTo>
                <a:cubicBezTo>
                  <a:pt x="1170213" y="102987"/>
                  <a:pt x="1161907" y="99692"/>
                  <a:pt x="1155572" y="93103"/>
                </a:cubicBezTo>
                <a:cubicBezTo>
                  <a:pt x="1149236" y="86514"/>
                  <a:pt x="1146068" y="77021"/>
                  <a:pt x="1146068" y="64626"/>
                </a:cubicBezTo>
                <a:moveTo>
                  <a:pt x="1158855" y="64626"/>
                </a:moveTo>
                <a:cubicBezTo>
                  <a:pt x="1158855" y="74026"/>
                  <a:pt x="1160905" y="81065"/>
                  <a:pt x="1165006" y="85742"/>
                </a:cubicBezTo>
                <a:cubicBezTo>
                  <a:pt x="1169107" y="90419"/>
                  <a:pt x="1174268" y="92757"/>
                  <a:pt x="1180489" y="92757"/>
                </a:cubicBezTo>
                <a:cubicBezTo>
                  <a:pt x="1186663" y="92757"/>
                  <a:pt x="1191801" y="90407"/>
                  <a:pt x="1195902" y="85707"/>
                </a:cubicBezTo>
                <a:cubicBezTo>
                  <a:pt x="1200003" y="81007"/>
                  <a:pt x="1202054" y="73842"/>
                  <a:pt x="1202054" y="64211"/>
                </a:cubicBezTo>
                <a:cubicBezTo>
                  <a:pt x="1202054" y="55134"/>
                  <a:pt x="1199992" y="48256"/>
                  <a:pt x="1195868" y="43579"/>
                </a:cubicBezTo>
                <a:cubicBezTo>
                  <a:pt x="1191744" y="38902"/>
                  <a:pt x="1186617" y="36564"/>
                  <a:pt x="1180489" y="36564"/>
                </a:cubicBezTo>
                <a:cubicBezTo>
                  <a:pt x="1174268" y="36564"/>
                  <a:pt x="1169107" y="38891"/>
                  <a:pt x="1165006" y="43545"/>
                </a:cubicBezTo>
                <a:cubicBezTo>
                  <a:pt x="1160905" y="48199"/>
                  <a:pt x="1158855" y="55226"/>
                  <a:pt x="1158855" y="64626"/>
                </a:cubicBezTo>
                <a:close/>
                <a:moveTo>
                  <a:pt x="1228936" y="101328"/>
                </a:moveTo>
                <a:lnTo>
                  <a:pt x="1228936" y="0"/>
                </a:lnTo>
                <a:lnTo>
                  <a:pt x="1241378" y="0"/>
                </a:lnTo>
                <a:lnTo>
                  <a:pt x="1241378" y="36356"/>
                </a:lnTo>
                <a:cubicBezTo>
                  <a:pt x="1247184" y="29629"/>
                  <a:pt x="1254510" y="26265"/>
                  <a:pt x="1263357" y="26265"/>
                </a:cubicBezTo>
                <a:cubicBezTo>
                  <a:pt x="1268795" y="26265"/>
                  <a:pt x="1273518" y="27336"/>
                  <a:pt x="1277527" y="29479"/>
                </a:cubicBezTo>
                <a:cubicBezTo>
                  <a:pt x="1281535" y="31622"/>
                  <a:pt x="1284404" y="34582"/>
                  <a:pt x="1286132" y="38361"/>
                </a:cubicBezTo>
                <a:cubicBezTo>
                  <a:pt x="1287860" y="42139"/>
                  <a:pt x="1288724" y="47623"/>
                  <a:pt x="1288724" y="54811"/>
                </a:cubicBezTo>
                <a:lnTo>
                  <a:pt x="1288724" y="101328"/>
                </a:lnTo>
                <a:lnTo>
                  <a:pt x="1276282" y="101328"/>
                </a:lnTo>
                <a:lnTo>
                  <a:pt x="1276282" y="54811"/>
                </a:lnTo>
                <a:cubicBezTo>
                  <a:pt x="1276282" y="48590"/>
                  <a:pt x="1274935" y="44063"/>
                  <a:pt x="1272239" y="41229"/>
                </a:cubicBezTo>
                <a:cubicBezTo>
                  <a:pt x="1269543" y="38395"/>
                  <a:pt x="1265730" y="36978"/>
                  <a:pt x="1260800" y="36978"/>
                </a:cubicBezTo>
                <a:cubicBezTo>
                  <a:pt x="1257114" y="36978"/>
                  <a:pt x="1253646" y="37935"/>
                  <a:pt x="1250398" y="39847"/>
                </a:cubicBezTo>
                <a:cubicBezTo>
                  <a:pt x="1247149" y="41759"/>
                  <a:pt x="1244833" y="44351"/>
                  <a:pt x="1243451" y="47623"/>
                </a:cubicBezTo>
                <a:cubicBezTo>
                  <a:pt x="1242069" y="50894"/>
                  <a:pt x="1241378" y="55410"/>
                  <a:pt x="1241378" y="61170"/>
                </a:cubicBezTo>
                <a:lnTo>
                  <a:pt x="1241378" y="101328"/>
                </a:lnTo>
                <a:lnTo>
                  <a:pt x="1228936" y="101328"/>
                </a:lnTo>
                <a:close/>
                <a:moveTo>
                  <a:pt x="1307174" y="101328"/>
                </a:moveTo>
                <a:lnTo>
                  <a:pt x="1307174" y="27924"/>
                </a:lnTo>
                <a:lnTo>
                  <a:pt x="1318371" y="27924"/>
                </a:lnTo>
                <a:lnTo>
                  <a:pt x="1318371" y="38361"/>
                </a:lnTo>
                <a:cubicBezTo>
                  <a:pt x="1323762" y="30297"/>
                  <a:pt x="1331549" y="26265"/>
                  <a:pt x="1341733" y="26265"/>
                </a:cubicBezTo>
                <a:cubicBezTo>
                  <a:pt x="1346156" y="26265"/>
                  <a:pt x="1350223" y="27060"/>
                  <a:pt x="1353932" y="28650"/>
                </a:cubicBezTo>
                <a:cubicBezTo>
                  <a:pt x="1357642" y="30239"/>
                  <a:pt x="1360418" y="32324"/>
                  <a:pt x="1362261" y="34905"/>
                </a:cubicBezTo>
                <a:cubicBezTo>
                  <a:pt x="1364104" y="37485"/>
                  <a:pt x="1365395" y="40550"/>
                  <a:pt x="1366132" y="44098"/>
                </a:cubicBezTo>
                <a:cubicBezTo>
                  <a:pt x="1366593" y="46402"/>
                  <a:pt x="1366823" y="50434"/>
                  <a:pt x="1366823" y="56193"/>
                </a:cubicBezTo>
                <a:lnTo>
                  <a:pt x="1366823" y="101328"/>
                </a:lnTo>
                <a:lnTo>
                  <a:pt x="1354382" y="101328"/>
                </a:lnTo>
                <a:lnTo>
                  <a:pt x="1354382" y="56677"/>
                </a:lnTo>
                <a:cubicBezTo>
                  <a:pt x="1354382" y="51609"/>
                  <a:pt x="1353898" y="47819"/>
                  <a:pt x="1352930" y="45307"/>
                </a:cubicBezTo>
                <a:cubicBezTo>
                  <a:pt x="1351962" y="42796"/>
                  <a:pt x="1350246" y="40792"/>
                  <a:pt x="1347781" y="39294"/>
                </a:cubicBezTo>
                <a:cubicBezTo>
                  <a:pt x="1345316" y="37796"/>
                  <a:pt x="1342424" y="37048"/>
                  <a:pt x="1339106" y="37048"/>
                </a:cubicBezTo>
                <a:cubicBezTo>
                  <a:pt x="1333807" y="37048"/>
                  <a:pt x="1329234" y="38729"/>
                  <a:pt x="1325386" y="42093"/>
                </a:cubicBezTo>
                <a:cubicBezTo>
                  <a:pt x="1321539" y="45457"/>
                  <a:pt x="1319615" y="51839"/>
                  <a:pt x="1319615" y="61239"/>
                </a:cubicBezTo>
                <a:lnTo>
                  <a:pt x="1319615" y="101328"/>
                </a:lnTo>
                <a:lnTo>
                  <a:pt x="1307174" y="101328"/>
                </a:lnTo>
                <a:close/>
                <a:moveTo>
                  <a:pt x="1388867" y="42093"/>
                </a:moveTo>
                <a:lnTo>
                  <a:pt x="1388867" y="27924"/>
                </a:lnTo>
                <a:lnTo>
                  <a:pt x="1403036" y="27924"/>
                </a:lnTo>
                <a:lnTo>
                  <a:pt x="1403036" y="42093"/>
                </a:lnTo>
                <a:lnTo>
                  <a:pt x="1388867" y="42093"/>
                </a:lnTo>
                <a:moveTo>
                  <a:pt x="1388867" y="101328"/>
                </a:moveTo>
                <a:lnTo>
                  <a:pt x="1388867" y="87159"/>
                </a:lnTo>
                <a:lnTo>
                  <a:pt x="1403036" y="87159"/>
                </a:lnTo>
                <a:lnTo>
                  <a:pt x="1403036" y="101328"/>
                </a:lnTo>
                <a:lnTo>
                  <a:pt x="1388867" y="10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…">
            <a:extLst xmlns:a="http://schemas.openxmlformats.org/drawingml/2006/main">
              <a:ext uri="{FF2B5EF4-FFF2-40B4-BE49-F238E27FC236}">
                <a16:creationId xmlns:a16="http://schemas.microsoft.com/office/drawing/2014/main" id="{3B342917-9E9E-40B7-9B9D-C32CD9EC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80" y="3432537"/>
            <a:ext cx="108585" cy="14169"/>
          </a:xfrm>
          <a:custGeom xmlns:a="http://schemas.openxmlformats.org/drawingml/2006/main">
            <a:pathLst>
              <a:path w="108585" h="14169">
                <a:moveTo>
                  <a:pt x="0" y="14169"/>
                </a:moveTo>
                <a:lnTo>
                  <a:pt x="0" y="0"/>
                </a:lnTo>
                <a:lnTo>
                  <a:pt x="14169" y="0"/>
                </a:lnTo>
                <a:lnTo>
                  <a:pt x="14169" y="14169"/>
                </a:lnTo>
                <a:lnTo>
                  <a:pt x="0" y="14169"/>
                </a:lnTo>
                <a:moveTo>
                  <a:pt x="47208" y="14169"/>
                </a:moveTo>
                <a:lnTo>
                  <a:pt x="47208" y="0"/>
                </a:lnTo>
                <a:lnTo>
                  <a:pt x="61377" y="0"/>
                </a:lnTo>
                <a:lnTo>
                  <a:pt x="61377" y="14169"/>
                </a:lnTo>
                <a:lnTo>
                  <a:pt x="47208" y="14169"/>
                </a:lnTo>
                <a:moveTo>
                  <a:pt x="94347" y="14169"/>
                </a:moveTo>
                <a:lnTo>
                  <a:pt x="94347" y="0"/>
                </a:lnTo>
                <a:lnTo>
                  <a:pt x="108585" y="0"/>
                </a:lnTo>
                <a:lnTo>
                  <a:pt x="108585" y="14169"/>
                </a:lnTo>
                <a:lnTo>
                  <a:pt x="94347" y="14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…">
            <a:extLst xmlns:a="http://schemas.openxmlformats.org/drawingml/2006/main">
              <a:ext uri="{FF2B5EF4-FFF2-40B4-BE49-F238E27FC236}">
                <a16:creationId xmlns:a16="http://schemas.microsoft.com/office/drawing/2014/main" id="{623977B5-9273-4E3E-9243-5649051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80" y="3601380"/>
            <a:ext cx="108585" cy="14169"/>
          </a:xfrm>
          <a:custGeom xmlns:a="http://schemas.openxmlformats.org/drawingml/2006/main">
            <a:pathLst>
              <a:path w="108585" h="14169">
                <a:moveTo>
                  <a:pt x="0" y="14169"/>
                </a:moveTo>
                <a:lnTo>
                  <a:pt x="0" y="0"/>
                </a:lnTo>
                <a:lnTo>
                  <a:pt x="14169" y="0"/>
                </a:lnTo>
                <a:lnTo>
                  <a:pt x="14169" y="14169"/>
                </a:lnTo>
                <a:lnTo>
                  <a:pt x="0" y="14169"/>
                </a:lnTo>
                <a:moveTo>
                  <a:pt x="47208" y="14169"/>
                </a:moveTo>
                <a:lnTo>
                  <a:pt x="47208" y="0"/>
                </a:lnTo>
                <a:lnTo>
                  <a:pt x="61377" y="0"/>
                </a:lnTo>
                <a:lnTo>
                  <a:pt x="61377" y="14169"/>
                </a:lnTo>
                <a:lnTo>
                  <a:pt x="47208" y="14169"/>
                </a:lnTo>
                <a:moveTo>
                  <a:pt x="94347" y="14169"/>
                </a:moveTo>
                <a:lnTo>
                  <a:pt x="94347" y="0"/>
                </a:lnTo>
                <a:lnTo>
                  <a:pt x="108585" y="0"/>
                </a:lnTo>
                <a:lnTo>
                  <a:pt x="108585" y="14169"/>
                </a:lnTo>
                <a:lnTo>
                  <a:pt x="94347" y="14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Question:">
            <a:extLst xmlns:a="http://schemas.openxmlformats.org/drawingml/2006/main">
              <a:ext uri="{FF2B5EF4-FFF2-40B4-BE49-F238E27FC236}">
                <a16:creationId xmlns:a16="http://schemas.microsoft.com/office/drawing/2014/main" id="{D0DD68C7-33B4-41EF-846F-AEAFBBE3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3" y="3681267"/>
            <a:ext cx="583668" cy="111005"/>
          </a:xfrm>
          <a:custGeom xmlns:a="http://schemas.openxmlformats.org/drawingml/2006/main">
            <a:pathLst>
              <a:path w="583668" h="111005">
                <a:moveTo>
                  <a:pt x="81629" y="92273"/>
                </a:moveTo>
                <a:cubicBezTo>
                  <a:pt x="87850" y="96559"/>
                  <a:pt x="93587" y="99692"/>
                  <a:pt x="98840" y="101674"/>
                </a:cubicBezTo>
                <a:lnTo>
                  <a:pt x="94900" y="111005"/>
                </a:lnTo>
                <a:cubicBezTo>
                  <a:pt x="87619" y="108378"/>
                  <a:pt x="80362" y="104231"/>
                  <a:pt x="73128" y="98563"/>
                </a:cubicBezTo>
                <a:cubicBezTo>
                  <a:pt x="65617" y="102756"/>
                  <a:pt x="57322" y="104853"/>
                  <a:pt x="48245" y="104853"/>
                </a:cubicBezTo>
                <a:cubicBezTo>
                  <a:pt x="39075" y="104853"/>
                  <a:pt x="30758" y="102641"/>
                  <a:pt x="23293" y="98218"/>
                </a:cubicBezTo>
                <a:cubicBezTo>
                  <a:pt x="15828" y="93794"/>
                  <a:pt x="10080" y="87573"/>
                  <a:pt x="6048" y="79556"/>
                </a:cubicBezTo>
                <a:cubicBezTo>
                  <a:pt x="2016" y="71538"/>
                  <a:pt x="0" y="62506"/>
                  <a:pt x="0" y="52461"/>
                </a:cubicBezTo>
                <a:cubicBezTo>
                  <a:pt x="0" y="42462"/>
                  <a:pt x="2027" y="33361"/>
                  <a:pt x="6082" y="25159"/>
                </a:cubicBezTo>
                <a:cubicBezTo>
                  <a:pt x="10137" y="16957"/>
                  <a:pt x="15909" y="10713"/>
                  <a:pt x="23397" y="6428"/>
                </a:cubicBezTo>
                <a:cubicBezTo>
                  <a:pt x="30885" y="2143"/>
                  <a:pt x="39259" y="0"/>
                  <a:pt x="48521" y="0"/>
                </a:cubicBezTo>
                <a:cubicBezTo>
                  <a:pt x="57875" y="0"/>
                  <a:pt x="66308" y="2223"/>
                  <a:pt x="73819" y="6670"/>
                </a:cubicBezTo>
                <a:cubicBezTo>
                  <a:pt x="81330" y="11117"/>
                  <a:pt x="87055" y="17337"/>
                  <a:pt x="90995" y="25332"/>
                </a:cubicBezTo>
                <a:cubicBezTo>
                  <a:pt x="94934" y="33327"/>
                  <a:pt x="96904" y="42347"/>
                  <a:pt x="96904" y="52392"/>
                </a:cubicBezTo>
                <a:cubicBezTo>
                  <a:pt x="96904" y="60732"/>
                  <a:pt x="95637" y="68232"/>
                  <a:pt x="93103" y="74890"/>
                </a:cubicBezTo>
                <a:cubicBezTo>
                  <a:pt x="90569" y="81549"/>
                  <a:pt x="86744" y="87343"/>
                  <a:pt x="81629" y="92273"/>
                </a:cubicBezTo>
                <a:moveTo>
                  <a:pt x="52115" y="75132"/>
                </a:moveTo>
                <a:cubicBezTo>
                  <a:pt x="59857" y="77298"/>
                  <a:pt x="66239" y="80523"/>
                  <a:pt x="71261" y="84809"/>
                </a:cubicBezTo>
                <a:cubicBezTo>
                  <a:pt x="79141" y="77620"/>
                  <a:pt x="83081" y="66815"/>
                  <a:pt x="83081" y="52392"/>
                </a:cubicBezTo>
                <a:cubicBezTo>
                  <a:pt x="83081" y="44190"/>
                  <a:pt x="81687" y="37025"/>
                  <a:pt x="78899" y="30896"/>
                </a:cubicBezTo>
                <a:cubicBezTo>
                  <a:pt x="76111" y="24768"/>
                  <a:pt x="72033" y="20010"/>
                  <a:pt x="66665" y="16623"/>
                </a:cubicBezTo>
                <a:cubicBezTo>
                  <a:pt x="61297" y="13236"/>
                  <a:pt x="55272" y="11543"/>
                  <a:pt x="48590" y="11543"/>
                </a:cubicBezTo>
                <a:cubicBezTo>
                  <a:pt x="38591" y="11543"/>
                  <a:pt x="30297" y="14964"/>
                  <a:pt x="23708" y="21807"/>
                </a:cubicBezTo>
                <a:cubicBezTo>
                  <a:pt x="17118" y="28650"/>
                  <a:pt x="13824" y="38868"/>
                  <a:pt x="13824" y="52461"/>
                </a:cubicBezTo>
                <a:cubicBezTo>
                  <a:pt x="13824" y="65640"/>
                  <a:pt x="17084" y="75754"/>
                  <a:pt x="23604" y="82804"/>
                </a:cubicBezTo>
                <a:cubicBezTo>
                  <a:pt x="30124" y="89854"/>
                  <a:pt x="38453" y="93379"/>
                  <a:pt x="48590" y="93379"/>
                </a:cubicBezTo>
                <a:cubicBezTo>
                  <a:pt x="53383" y="93379"/>
                  <a:pt x="57898" y="92481"/>
                  <a:pt x="62138" y="90684"/>
                </a:cubicBezTo>
                <a:cubicBezTo>
                  <a:pt x="57944" y="87965"/>
                  <a:pt x="53521" y="86030"/>
                  <a:pt x="48867" y="84878"/>
                </a:cubicBezTo>
                <a:lnTo>
                  <a:pt x="52115" y="75132"/>
                </a:lnTo>
                <a:close/>
                <a:moveTo>
                  <a:pt x="160791" y="103125"/>
                </a:moveTo>
                <a:lnTo>
                  <a:pt x="160791" y="92343"/>
                </a:lnTo>
                <a:cubicBezTo>
                  <a:pt x="155078" y="100637"/>
                  <a:pt x="147313" y="104784"/>
                  <a:pt x="137498" y="104784"/>
                </a:cubicBezTo>
                <a:cubicBezTo>
                  <a:pt x="133167" y="104784"/>
                  <a:pt x="129123" y="103954"/>
                  <a:pt x="125368" y="102296"/>
                </a:cubicBezTo>
                <a:cubicBezTo>
                  <a:pt x="121613" y="100637"/>
                  <a:pt x="118825" y="98552"/>
                  <a:pt x="117005" y="96040"/>
                </a:cubicBezTo>
                <a:cubicBezTo>
                  <a:pt x="115185" y="93529"/>
                  <a:pt x="113906" y="90453"/>
                  <a:pt x="113169" y="86813"/>
                </a:cubicBezTo>
                <a:cubicBezTo>
                  <a:pt x="112662" y="84371"/>
                  <a:pt x="112408" y="80500"/>
                  <a:pt x="112408" y="75201"/>
                </a:cubicBezTo>
                <a:lnTo>
                  <a:pt x="112408" y="29721"/>
                </a:lnTo>
                <a:lnTo>
                  <a:pt x="124850" y="29721"/>
                </a:lnTo>
                <a:lnTo>
                  <a:pt x="124850" y="70432"/>
                </a:lnTo>
                <a:cubicBezTo>
                  <a:pt x="124850" y="76929"/>
                  <a:pt x="125103" y="81307"/>
                  <a:pt x="125610" y="83564"/>
                </a:cubicBezTo>
                <a:cubicBezTo>
                  <a:pt x="126393" y="86836"/>
                  <a:pt x="128052" y="89405"/>
                  <a:pt x="130587" y="91271"/>
                </a:cubicBezTo>
                <a:cubicBezTo>
                  <a:pt x="133121" y="93137"/>
                  <a:pt x="136254" y="94071"/>
                  <a:pt x="139987" y="94071"/>
                </a:cubicBezTo>
                <a:cubicBezTo>
                  <a:pt x="143719" y="94071"/>
                  <a:pt x="147221" y="93114"/>
                  <a:pt x="150493" y="91202"/>
                </a:cubicBezTo>
                <a:cubicBezTo>
                  <a:pt x="153764" y="89290"/>
                  <a:pt x="156080" y="86686"/>
                  <a:pt x="157439" y="83392"/>
                </a:cubicBezTo>
                <a:cubicBezTo>
                  <a:pt x="158798" y="80097"/>
                  <a:pt x="159478" y="75316"/>
                  <a:pt x="159478" y="69050"/>
                </a:cubicBezTo>
                <a:lnTo>
                  <a:pt x="159478" y="29721"/>
                </a:lnTo>
                <a:lnTo>
                  <a:pt x="171919" y="29721"/>
                </a:lnTo>
                <a:lnTo>
                  <a:pt x="171919" y="103125"/>
                </a:lnTo>
                <a:lnTo>
                  <a:pt x="160791" y="103125"/>
                </a:lnTo>
                <a:close/>
                <a:moveTo>
                  <a:pt x="241087" y="79486"/>
                </a:moveTo>
                <a:lnTo>
                  <a:pt x="253943" y="81076"/>
                </a:lnTo>
                <a:cubicBezTo>
                  <a:pt x="251915" y="88587"/>
                  <a:pt x="248160" y="94416"/>
                  <a:pt x="242676" y="98563"/>
                </a:cubicBezTo>
                <a:cubicBezTo>
                  <a:pt x="237193" y="102710"/>
                  <a:pt x="230189" y="104784"/>
                  <a:pt x="221664" y="104784"/>
                </a:cubicBezTo>
                <a:cubicBezTo>
                  <a:pt x="210928" y="104784"/>
                  <a:pt x="202415" y="101478"/>
                  <a:pt x="196125" y="94865"/>
                </a:cubicBezTo>
                <a:cubicBezTo>
                  <a:pt x="189835" y="88253"/>
                  <a:pt x="186690" y="78980"/>
                  <a:pt x="186690" y="67045"/>
                </a:cubicBezTo>
                <a:cubicBezTo>
                  <a:pt x="186690" y="54696"/>
                  <a:pt x="189870" y="45111"/>
                  <a:pt x="196229" y="38292"/>
                </a:cubicBezTo>
                <a:cubicBezTo>
                  <a:pt x="202588" y="31472"/>
                  <a:pt x="210836" y="28062"/>
                  <a:pt x="220973" y="28062"/>
                </a:cubicBezTo>
                <a:cubicBezTo>
                  <a:pt x="230788" y="28062"/>
                  <a:pt x="238806" y="31403"/>
                  <a:pt x="245026" y="38084"/>
                </a:cubicBezTo>
                <a:cubicBezTo>
                  <a:pt x="251247" y="44766"/>
                  <a:pt x="254357" y="54166"/>
                  <a:pt x="254357" y="66285"/>
                </a:cubicBezTo>
                <a:cubicBezTo>
                  <a:pt x="254357" y="67022"/>
                  <a:pt x="254334" y="68128"/>
                  <a:pt x="254288" y="69602"/>
                </a:cubicBezTo>
                <a:lnTo>
                  <a:pt x="199546" y="69602"/>
                </a:lnTo>
                <a:cubicBezTo>
                  <a:pt x="200007" y="77666"/>
                  <a:pt x="202288" y="83841"/>
                  <a:pt x="206389" y="88126"/>
                </a:cubicBezTo>
                <a:cubicBezTo>
                  <a:pt x="210490" y="92412"/>
                  <a:pt x="215605" y="94554"/>
                  <a:pt x="221733" y="94554"/>
                </a:cubicBezTo>
                <a:cubicBezTo>
                  <a:pt x="226295" y="94554"/>
                  <a:pt x="230189" y="93356"/>
                  <a:pt x="233414" y="90960"/>
                </a:cubicBezTo>
                <a:cubicBezTo>
                  <a:pt x="236640" y="88564"/>
                  <a:pt x="239197" y="84739"/>
                  <a:pt x="241087" y="79486"/>
                </a:cubicBezTo>
                <a:moveTo>
                  <a:pt x="200237" y="59373"/>
                </a:moveTo>
                <a:lnTo>
                  <a:pt x="241225" y="59373"/>
                </a:lnTo>
                <a:cubicBezTo>
                  <a:pt x="240672" y="53198"/>
                  <a:pt x="239105" y="48567"/>
                  <a:pt x="236525" y="45480"/>
                </a:cubicBezTo>
                <a:cubicBezTo>
                  <a:pt x="232562" y="40688"/>
                  <a:pt x="227424" y="38292"/>
                  <a:pt x="221111" y="38292"/>
                </a:cubicBezTo>
                <a:cubicBezTo>
                  <a:pt x="215398" y="38292"/>
                  <a:pt x="210594" y="40204"/>
                  <a:pt x="206700" y="44029"/>
                </a:cubicBezTo>
                <a:cubicBezTo>
                  <a:pt x="202806" y="47853"/>
                  <a:pt x="200652" y="52968"/>
                  <a:pt x="200237" y="59373"/>
                </a:cubicBezTo>
                <a:close/>
                <a:moveTo>
                  <a:pt x="264013" y="81214"/>
                </a:moveTo>
                <a:lnTo>
                  <a:pt x="276316" y="79279"/>
                </a:lnTo>
                <a:cubicBezTo>
                  <a:pt x="277008" y="84210"/>
                  <a:pt x="278931" y="87988"/>
                  <a:pt x="282088" y="90615"/>
                </a:cubicBezTo>
                <a:cubicBezTo>
                  <a:pt x="285244" y="93241"/>
                  <a:pt x="289656" y="94554"/>
                  <a:pt x="295324" y="94554"/>
                </a:cubicBezTo>
                <a:cubicBezTo>
                  <a:pt x="301038" y="94554"/>
                  <a:pt x="305277" y="93391"/>
                  <a:pt x="308042" y="91064"/>
                </a:cubicBezTo>
                <a:cubicBezTo>
                  <a:pt x="310807" y="88737"/>
                  <a:pt x="312189" y="86007"/>
                  <a:pt x="312189" y="82873"/>
                </a:cubicBezTo>
                <a:cubicBezTo>
                  <a:pt x="312189" y="80062"/>
                  <a:pt x="310968" y="77851"/>
                  <a:pt x="308526" y="76238"/>
                </a:cubicBezTo>
                <a:cubicBezTo>
                  <a:pt x="306821" y="75132"/>
                  <a:pt x="302582" y="73727"/>
                  <a:pt x="295808" y="72022"/>
                </a:cubicBezTo>
                <a:cubicBezTo>
                  <a:pt x="286684" y="69718"/>
                  <a:pt x="280360" y="67725"/>
                  <a:pt x="276835" y="66043"/>
                </a:cubicBezTo>
                <a:cubicBezTo>
                  <a:pt x="273310" y="64361"/>
                  <a:pt x="270637" y="62034"/>
                  <a:pt x="268817" y="59062"/>
                </a:cubicBezTo>
                <a:cubicBezTo>
                  <a:pt x="266997" y="56090"/>
                  <a:pt x="266087" y="52807"/>
                  <a:pt x="266087" y="49212"/>
                </a:cubicBezTo>
                <a:cubicBezTo>
                  <a:pt x="266087" y="45941"/>
                  <a:pt x="266836" y="42911"/>
                  <a:pt x="268333" y="40123"/>
                </a:cubicBezTo>
                <a:cubicBezTo>
                  <a:pt x="269831" y="37336"/>
                  <a:pt x="271870" y="35020"/>
                  <a:pt x="274450" y="33177"/>
                </a:cubicBezTo>
                <a:cubicBezTo>
                  <a:pt x="276386" y="31749"/>
                  <a:pt x="279024" y="30539"/>
                  <a:pt x="282364" y="29548"/>
                </a:cubicBezTo>
                <a:cubicBezTo>
                  <a:pt x="285705" y="28558"/>
                  <a:pt x="289288" y="28062"/>
                  <a:pt x="293112" y="28062"/>
                </a:cubicBezTo>
                <a:cubicBezTo>
                  <a:pt x="298872" y="28062"/>
                  <a:pt x="303929" y="28892"/>
                  <a:pt x="308284" y="30550"/>
                </a:cubicBezTo>
                <a:cubicBezTo>
                  <a:pt x="312638" y="32209"/>
                  <a:pt x="315852" y="34456"/>
                  <a:pt x="317926" y="37290"/>
                </a:cubicBezTo>
                <a:cubicBezTo>
                  <a:pt x="319999" y="40123"/>
                  <a:pt x="321428" y="43913"/>
                  <a:pt x="322211" y="48660"/>
                </a:cubicBezTo>
                <a:lnTo>
                  <a:pt x="310046" y="50318"/>
                </a:lnTo>
                <a:cubicBezTo>
                  <a:pt x="309493" y="46540"/>
                  <a:pt x="307892" y="43591"/>
                  <a:pt x="305243" y="41471"/>
                </a:cubicBezTo>
                <a:cubicBezTo>
                  <a:pt x="302593" y="39352"/>
                  <a:pt x="298849" y="38292"/>
                  <a:pt x="294011" y="38292"/>
                </a:cubicBezTo>
                <a:cubicBezTo>
                  <a:pt x="288297" y="38292"/>
                  <a:pt x="284219" y="39236"/>
                  <a:pt x="281777" y="41126"/>
                </a:cubicBezTo>
                <a:cubicBezTo>
                  <a:pt x="279335" y="43015"/>
                  <a:pt x="278114" y="45227"/>
                  <a:pt x="278114" y="47761"/>
                </a:cubicBezTo>
                <a:cubicBezTo>
                  <a:pt x="278114" y="49374"/>
                  <a:pt x="278620" y="50825"/>
                  <a:pt x="279634" y="52115"/>
                </a:cubicBezTo>
                <a:cubicBezTo>
                  <a:pt x="280648" y="53452"/>
                  <a:pt x="282238" y="54558"/>
                  <a:pt x="284403" y="55433"/>
                </a:cubicBezTo>
                <a:cubicBezTo>
                  <a:pt x="285648" y="55894"/>
                  <a:pt x="289311" y="56954"/>
                  <a:pt x="295393" y="58613"/>
                </a:cubicBezTo>
                <a:cubicBezTo>
                  <a:pt x="304194" y="60963"/>
                  <a:pt x="310334" y="62886"/>
                  <a:pt x="313813" y="64384"/>
                </a:cubicBezTo>
                <a:cubicBezTo>
                  <a:pt x="317292" y="65882"/>
                  <a:pt x="320023" y="68059"/>
                  <a:pt x="322004" y="70916"/>
                </a:cubicBezTo>
                <a:cubicBezTo>
                  <a:pt x="323985" y="73773"/>
                  <a:pt x="324976" y="77321"/>
                  <a:pt x="324976" y="81560"/>
                </a:cubicBezTo>
                <a:cubicBezTo>
                  <a:pt x="324976" y="85707"/>
                  <a:pt x="323766" y="89612"/>
                  <a:pt x="321347" y="93276"/>
                </a:cubicBezTo>
                <a:cubicBezTo>
                  <a:pt x="318928" y="96939"/>
                  <a:pt x="315438" y="99773"/>
                  <a:pt x="310876" y="101777"/>
                </a:cubicBezTo>
                <a:cubicBezTo>
                  <a:pt x="306314" y="103782"/>
                  <a:pt x="301153" y="104784"/>
                  <a:pt x="295393" y="104784"/>
                </a:cubicBezTo>
                <a:cubicBezTo>
                  <a:pt x="285855" y="104784"/>
                  <a:pt x="278586" y="102802"/>
                  <a:pt x="273586" y="98840"/>
                </a:cubicBezTo>
                <a:cubicBezTo>
                  <a:pt x="268587" y="94877"/>
                  <a:pt x="265396" y="89002"/>
                  <a:pt x="264013" y="81214"/>
                </a:cubicBezTo>
                <a:close/>
                <a:moveTo>
                  <a:pt x="366521" y="91997"/>
                </a:moveTo>
                <a:lnTo>
                  <a:pt x="368318" y="102987"/>
                </a:lnTo>
                <a:cubicBezTo>
                  <a:pt x="364816" y="103724"/>
                  <a:pt x="361682" y="104093"/>
                  <a:pt x="358917" y="104093"/>
                </a:cubicBezTo>
                <a:cubicBezTo>
                  <a:pt x="354402" y="104093"/>
                  <a:pt x="350900" y="103378"/>
                  <a:pt x="348411" y="101950"/>
                </a:cubicBezTo>
                <a:cubicBezTo>
                  <a:pt x="345923" y="100522"/>
                  <a:pt x="344172" y="98644"/>
                  <a:pt x="343158" y="96317"/>
                </a:cubicBezTo>
                <a:cubicBezTo>
                  <a:pt x="342145" y="93990"/>
                  <a:pt x="341638" y="89094"/>
                  <a:pt x="341638" y="81629"/>
                </a:cubicBezTo>
                <a:lnTo>
                  <a:pt x="341638" y="39398"/>
                </a:lnTo>
                <a:lnTo>
                  <a:pt x="332514" y="39398"/>
                </a:lnTo>
                <a:lnTo>
                  <a:pt x="332514" y="29721"/>
                </a:lnTo>
                <a:lnTo>
                  <a:pt x="341638" y="29721"/>
                </a:lnTo>
                <a:lnTo>
                  <a:pt x="341638" y="11543"/>
                </a:lnTo>
                <a:lnTo>
                  <a:pt x="354010" y="4078"/>
                </a:lnTo>
                <a:lnTo>
                  <a:pt x="354010" y="29721"/>
                </a:lnTo>
                <a:lnTo>
                  <a:pt x="366521" y="29721"/>
                </a:lnTo>
                <a:lnTo>
                  <a:pt x="366521" y="39398"/>
                </a:lnTo>
                <a:lnTo>
                  <a:pt x="354010" y="39398"/>
                </a:lnTo>
                <a:lnTo>
                  <a:pt x="354010" y="82320"/>
                </a:lnTo>
                <a:cubicBezTo>
                  <a:pt x="354010" y="85868"/>
                  <a:pt x="354229" y="88149"/>
                  <a:pt x="354667" y="89163"/>
                </a:cubicBezTo>
                <a:cubicBezTo>
                  <a:pt x="355104" y="90177"/>
                  <a:pt x="355819" y="90983"/>
                  <a:pt x="356809" y="91582"/>
                </a:cubicBezTo>
                <a:cubicBezTo>
                  <a:pt x="357800" y="92181"/>
                  <a:pt x="359217" y="92481"/>
                  <a:pt x="361060" y="92481"/>
                </a:cubicBezTo>
                <a:cubicBezTo>
                  <a:pt x="362443" y="92481"/>
                  <a:pt x="364263" y="92320"/>
                  <a:pt x="366521" y="91997"/>
                </a:cubicBezTo>
                <a:close/>
                <a:moveTo>
                  <a:pt x="378509" y="16105"/>
                </a:moveTo>
                <a:lnTo>
                  <a:pt x="378509" y="1797"/>
                </a:lnTo>
                <a:lnTo>
                  <a:pt x="390951" y="1797"/>
                </a:lnTo>
                <a:lnTo>
                  <a:pt x="390951" y="16105"/>
                </a:lnTo>
                <a:lnTo>
                  <a:pt x="378509" y="16105"/>
                </a:lnTo>
                <a:moveTo>
                  <a:pt x="378509" y="103125"/>
                </a:moveTo>
                <a:lnTo>
                  <a:pt x="378509" y="29721"/>
                </a:lnTo>
                <a:lnTo>
                  <a:pt x="390951" y="29721"/>
                </a:lnTo>
                <a:lnTo>
                  <a:pt x="390951" y="103125"/>
                </a:lnTo>
                <a:lnTo>
                  <a:pt x="378509" y="103125"/>
                </a:lnTo>
                <a:close/>
                <a:moveTo>
                  <a:pt x="405107" y="66423"/>
                </a:moveTo>
                <a:cubicBezTo>
                  <a:pt x="405107" y="52830"/>
                  <a:pt x="408886" y="42761"/>
                  <a:pt x="416443" y="36218"/>
                </a:cubicBezTo>
                <a:cubicBezTo>
                  <a:pt x="422755" y="30781"/>
                  <a:pt x="430451" y="28062"/>
                  <a:pt x="439528" y="28062"/>
                </a:cubicBezTo>
                <a:cubicBezTo>
                  <a:pt x="449620" y="28062"/>
                  <a:pt x="457868" y="31368"/>
                  <a:pt x="464273" y="37981"/>
                </a:cubicBezTo>
                <a:cubicBezTo>
                  <a:pt x="470678" y="44593"/>
                  <a:pt x="473880" y="53728"/>
                  <a:pt x="473880" y="65386"/>
                </a:cubicBezTo>
                <a:cubicBezTo>
                  <a:pt x="473880" y="74832"/>
                  <a:pt x="472463" y="82263"/>
                  <a:pt x="469629" y="87677"/>
                </a:cubicBezTo>
                <a:cubicBezTo>
                  <a:pt x="466796" y="93091"/>
                  <a:pt x="462671" y="97296"/>
                  <a:pt x="457257" y="100291"/>
                </a:cubicBezTo>
                <a:cubicBezTo>
                  <a:pt x="451843" y="103286"/>
                  <a:pt x="445933" y="104784"/>
                  <a:pt x="439528" y="104784"/>
                </a:cubicBezTo>
                <a:cubicBezTo>
                  <a:pt x="429253" y="104784"/>
                  <a:pt x="420947" y="101489"/>
                  <a:pt x="414611" y="94900"/>
                </a:cubicBezTo>
                <a:cubicBezTo>
                  <a:pt x="408275" y="88311"/>
                  <a:pt x="405107" y="78818"/>
                  <a:pt x="405107" y="66423"/>
                </a:cubicBezTo>
                <a:moveTo>
                  <a:pt x="417894" y="66423"/>
                </a:moveTo>
                <a:cubicBezTo>
                  <a:pt x="417894" y="75823"/>
                  <a:pt x="419945" y="82862"/>
                  <a:pt x="424046" y="87539"/>
                </a:cubicBezTo>
                <a:cubicBezTo>
                  <a:pt x="428147" y="92216"/>
                  <a:pt x="433308" y="94554"/>
                  <a:pt x="439528" y="94554"/>
                </a:cubicBezTo>
                <a:cubicBezTo>
                  <a:pt x="445703" y="94554"/>
                  <a:pt x="450841" y="92204"/>
                  <a:pt x="454942" y="87504"/>
                </a:cubicBezTo>
                <a:cubicBezTo>
                  <a:pt x="459043" y="82804"/>
                  <a:pt x="461093" y="75639"/>
                  <a:pt x="461093" y="66008"/>
                </a:cubicBezTo>
                <a:cubicBezTo>
                  <a:pt x="461093" y="56931"/>
                  <a:pt x="459031" y="50053"/>
                  <a:pt x="454907" y="45376"/>
                </a:cubicBezTo>
                <a:cubicBezTo>
                  <a:pt x="450783" y="40699"/>
                  <a:pt x="445657" y="38361"/>
                  <a:pt x="439528" y="38361"/>
                </a:cubicBezTo>
                <a:cubicBezTo>
                  <a:pt x="433308" y="38361"/>
                  <a:pt x="428147" y="40688"/>
                  <a:pt x="424046" y="45342"/>
                </a:cubicBezTo>
                <a:cubicBezTo>
                  <a:pt x="419945" y="49996"/>
                  <a:pt x="417894" y="57023"/>
                  <a:pt x="417894" y="66423"/>
                </a:cubicBezTo>
                <a:close/>
                <a:moveTo>
                  <a:pt x="487891" y="103125"/>
                </a:moveTo>
                <a:lnTo>
                  <a:pt x="487891" y="29721"/>
                </a:lnTo>
                <a:lnTo>
                  <a:pt x="499088" y="29721"/>
                </a:lnTo>
                <a:lnTo>
                  <a:pt x="499088" y="40158"/>
                </a:lnTo>
                <a:cubicBezTo>
                  <a:pt x="504479" y="32094"/>
                  <a:pt x="512266" y="28062"/>
                  <a:pt x="522450" y="28062"/>
                </a:cubicBezTo>
                <a:cubicBezTo>
                  <a:pt x="526874" y="28062"/>
                  <a:pt x="530940" y="28857"/>
                  <a:pt x="534649" y="30447"/>
                </a:cubicBezTo>
                <a:cubicBezTo>
                  <a:pt x="538359" y="32036"/>
                  <a:pt x="541135" y="34122"/>
                  <a:pt x="542978" y="36702"/>
                </a:cubicBezTo>
                <a:cubicBezTo>
                  <a:pt x="544821" y="39282"/>
                  <a:pt x="546112" y="42347"/>
                  <a:pt x="546849" y="45895"/>
                </a:cubicBezTo>
                <a:cubicBezTo>
                  <a:pt x="547310" y="48199"/>
                  <a:pt x="547540" y="52231"/>
                  <a:pt x="547540" y="57991"/>
                </a:cubicBezTo>
                <a:lnTo>
                  <a:pt x="547540" y="103125"/>
                </a:lnTo>
                <a:lnTo>
                  <a:pt x="535099" y="103125"/>
                </a:lnTo>
                <a:lnTo>
                  <a:pt x="535099" y="58474"/>
                </a:lnTo>
                <a:cubicBezTo>
                  <a:pt x="535099" y="53406"/>
                  <a:pt x="534615" y="49616"/>
                  <a:pt x="533647" y="47104"/>
                </a:cubicBezTo>
                <a:cubicBezTo>
                  <a:pt x="532679" y="44593"/>
                  <a:pt x="530963" y="42589"/>
                  <a:pt x="528498" y="41091"/>
                </a:cubicBezTo>
                <a:cubicBezTo>
                  <a:pt x="526033" y="39593"/>
                  <a:pt x="523141" y="38845"/>
                  <a:pt x="519823" y="38845"/>
                </a:cubicBezTo>
                <a:cubicBezTo>
                  <a:pt x="514524" y="38845"/>
                  <a:pt x="509951" y="40527"/>
                  <a:pt x="506103" y="43890"/>
                </a:cubicBezTo>
                <a:cubicBezTo>
                  <a:pt x="502256" y="47254"/>
                  <a:pt x="500332" y="53636"/>
                  <a:pt x="500332" y="63036"/>
                </a:cubicBezTo>
                <a:lnTo>
                  <a:pt x="500332" y="103125"/>
                </a:lnTo>
                <a:lnTo>
                  <a:pt x="487891" y="103125"/>
                </a:lnTo>
                <a:close/>
                <a:moveTo>
                  <a:pt x="569499" y="43890"/>
                </a:moveTo>
                <a:lnTo>
                  <a:pt x="569499" y="29721"/>
                </a:lnTo>
                <a:lnTo>
                  <a:pt x="583668" y="29721"/>
                </a:lnTo>
                <a:lnTo>
                  <a:pt x="583668" y="43890"/>
                </a:lnTo>
                <a:lnTo>
                  <a:pt x="569499" y="43890"/>
                </a:lnTo>
                <a:moveTo>
                  <a:pt x="569499" y="103125"/>
                </a:moveTo>
                <a:lnTo>
                  <a:pt x="569499" y="88956"/>
                </a:lnTo>
                <a:lnTo>
                  <a:pt x="583668" y="88956"/>
                </a:lnTo>
                <a:lnTo>
                  <a:pt x="583668" y="103125"/>
                </a:lnTo>
                <a:lnTo>
                  <a:pt x="569499" y="1031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….">
            <a:extLst xmlns:a="http://schemas.openxmlformats.org/drawingml/2006/main">
              <a:ext uri="{FF2B5EF4-FFF2-40B4-BE49-F238E27FC236}">
                <a16:creationId xmlns:a16="http://schemas.microsoft.com/office/drawing/2014/main" id="{FC9AE48A-C94B-4E38-9702-9A35B970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80" y="3939065"/>
            <a:ext cx="151212" cy="14169"/>
          </a:xfrm>
          <a:custGeom xmlns:a="http://schemas.openxmlformats.org/drawingml/2006/main">
            <a:pathLst>
              <a:path w="151212" h="14169">
                <a:moveTo>
                  <a:pt x="0" y="14169"/>
                </a:moveTo>
                <a:lnTo>
                  <a:pt x="0" y="0"/>
                </a:lnTo>
                <a:lnTo>
                  <a:pt x="14169" y="0"/>
                </a:lnTo>
                <a:lnTo>
                  <a:pt x="14169" y="14169"/>
                </a:lnTo>
                <a:lnTo>
                  <a:pt x="0" y="14169"/>
                </a:lnTo>
                <a:moveTo>
                  <a:pt x="47208" y="14169"/>
                </a:moveTo>
                <a:lnTo>
                  <a:pt x="47208" y="0"/>
                </a:lnTo>
                <a:lnTo>
                  <a:pt x="61377" y="0"/>
                </a:lnTo>
                <a:lnTo>
                  <a:pt x="61377" y="14169"/>
                </a:lnTo>
                <a:lnTo>
                  <a:pt x="47208" y="14169"/>
                </a:lnTo>
                <a:moveTo>
                  <a:pt x="94347" y="14169"/>
                </a:moveTo>
                <a:lnTo>
                  <a:pt x="94347" y="0"/>
                </a:lnTo>
                <a:lnTo>
                  <a:pt x="108585" y="0"/>
                </a:lnTo>
                <a:lnTo>
                  <a:pt x="108585" y="14169"/>
                </a:lnTo>
                <a:lnTo>
                  <a:pt x="94347" y="14169"/>
                </a:lnTo>
                <a:close/>
                <a:moveTo>
                  <a:pt x="137042" y="14169"/>
                </a:moveTo>
                <a:lnTo>
                  <a:pt x="137042" y="0"/>
                </a:lnTo>
                <a:lnTo>
                  <a:pt x="151212" y="0"/>
                </a:lnTo>
                <a:lnTo>
                  <a:pt x="151212" y="14169"/>
                </a:lnTo>
                <a:lnTo>
                  <a:pt x="137042" y="14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(a)…">
            <a:extLst xmlns:a="http://schemas.openxmlformats.org/drawingml/2006/main">
              <a:ext uri="{FF2B5EF4-FFF2-40B4-BE49-F238E27FC236}">
                <a16:creationId xmlns:a16="http://schemas.microsoft.com/office/drawing/2014/main" id="{A8CB4E61-657E-4B7B-ACC4-9B58851D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32" y="4019021"/>
            <a:ext cx="327588" cy="132846"/>
          </a:xfrm>
          <a:custGeom xmlns:a="http://schemas.openxmlformats.org/drawingml/2006/main">
            <a:pathLst>
              <a:path w="327588" h="132846">
                <a:moveTo>
                  <a:pt x="24537" y="132846"/>
                </a:moveTo>
                <a:cubicBezTo>
                  <a:pt x="17671" y="124183"/>
                  <a:pt x="11865" y="114046"/>
                  <a:pt x="7119" y="102434"/>
                </a:cubicBezTo>
                <a:cubicBezTo>
                  <a:pt x="2373" y="90822"/>
                  <a:pt x="0" y="78795"/>
                  <a:pt x="0" y="66354"/>
                </a:cubicBezTo>
                <a:cubicBezTo>
                  <a:pt x="0" y="55387"/>
                  <a:pt x="1774" y="44881"/>
                  <a:pt x="5322" y="34836"/>
                </a:cubicBezTo>
                <a:cubicBezTo>
                  <a:pt x="9469" y="23178"/>
                  <a:pt x="15874" y="11566"/>
                  <a:pt x="24537" y="0"/>
                </a:cubicBezTo>
                <a:lnTo>
                  <a:pt x="33453" y="0"/>
                </a:lnTo>
                <a:cubicBezTo>
                  <a:pt x="27878" y="9584"/>
                  <a:pt x="24192" y="16427"/>
                  <a:pt x="22394" y="20528"/>
                </a:cubicBezTo>
                <a:cubicBezTo>
                  <a:pt x="19584" y="26887"/>
                  <a:pt x="17372" y="33523"/>
                  <a:pt x="15759" y="40434"/>
                </a:cubicBezTo>
                <a:cubicBezTo>
                  <a:pt x="13778" y="49051"/>
                  <a:pt x="12787" y="57714"/>
                  <a:pt x="12787" y="66423"/>
                </a:cubicBezTo>
                <a:cubicBezTo>
                  <a:pt x="12787" y="88587"/>
                  <a:pt x="19676" y="110728"/>
                  <a:pt x="33453" y="132846"/>
                </a:cubicBezTo>
                <a:lnTo>
                  <a:pt x="24537" y="132846"/>
                </a:lnTo>
                <a:close/>
                <a:moveTo>
                  <a:pt x="95557" y="94001"/>
                </a:moveTo>
                <a:cubicBezTo>
                  <a:pt x="90949" y="97918"/>
                  <a:pt x="86514" y="100683"/>
                  <a:pt x="82251" y="102296"/>
                </a:cubicBezTo>
                <a:cubicBezTo>
                  <a:pt x="77989" y="103908"/>
                  <a:pt x="73416" y="104715"/>
                  <a:pt x="68531" y="104715"/>
                </a:cubicBezTo>
                <a:cubicBezTo>
                  <a:pt x="60467" y="104715"/>
                  <a:pt x="54270" y="102745"/>
                  <a:pt x="49938" y="98805"/>
                </a:cubicBezTo>
                <a:cubicBezTo>
                  <a:pt x="45607" y="94865"/>
                  <a:pt x="43441" y="89831"/>
                  <a:pt x="43441" y="83703"/>
                </a:cubicBezTo>
                <a:cubicBezTo>
                  <a:pt x="43441" y="80109"/>
                  <a:pt x="44259" y="76825"/>
                  <a:pt x="45895" y="73853"/>
                </a:cubicBezTo>
                <a:cubicBezTo>
                  <a:pt x="47531" y="70881"/>
                  <a:pt x="49673" y="68497"/>
                  <a:pt x="52323" y="66700"/>
                </a:cubicBezTo>
                <a:cubicBezTo>
                  <a:pt x="54973" y="64902"/>
                  <a:pt x="57956" y="63543"/>
                  <a:pt x="61274" y="62622"/>
                </a:cubicBezTo>
                <a:cubicBezTo>
                  <a:pt x="63716" y="61976"/>
                  <a:pt x="67402" y="61354"/>
                  <a:pt x="72333" y="60755"/>
                </a:cubicBezTo>
                <a:cubicBezTo>
                  <a:pt x="82378" y="59557"/>
                  <a:pt x="89774" y="58129"/>
                  <a:pt x="94520" y="56470"/>
                </a:cubicBezTo>
                <a:cubicBezTo>
                  <a:pt x="94566" y="54765"/>
                  <a:pt x="94589" y="53682"/>
                  <a:pt x="94589" y="53221"/>
                </a:cubicBezTo>
                <a:cubicBezTo>
                  <a:pt x="94589" y="48153"/>
                  <a:pt x="93414" y="44582"/>
                  <a:pt x="91064" y="42508"/>
                </a:cubicBezTo>
                <a:cubicBezTo>
                  <a:pt x="87885" y="39697"/>
                  <a:pt x="83161" y="38292"/>
                  <a:pt x="76895" y="38292"/>
                </a:cubicBezTo>
                <a:cubicBezTo>
                  <a:pt x="71043" y="38292"/>
                  <a:pt x="66723" y="39317"/>
                  <a:pt x="63935" y="41368"/>
                </a:cubicBezTo>
                <a:cubicBezTo>
                  <a:pt x="61147" y="43418"/>
                  <a:pt x="59085" y="47047"/>
                  <a:pt x="57749" y="52254"/>
                </a:cubicBezTo>
                <a:lnTo>
                  <a:pt x="45584" y="50595"/>
                </a:lnTo>
                <a:cubicBezTo>
                  <a:pt x="46690" y="45388"/>
                  <a:pt x="48510" y="41183"/>
                  <a:pt x="51044" y="37981"/>
                </a:cubicBezTo>
                <a:cubicBezTo>
                  <a:pt x="53579" y="34778"/>
                  <a:pt x="57242" y="32313"/>
                  <a:pt x="62034" y="30585"/>
                </a:cubicBezTo>
                <a:cubicBezTo>
                  <a:pt x="66826" y="28857"/>
                  <a:pt x="72379" y="27993"/>
                  <a:pt x="78692" y="27993"/>
                </a:cubicBezTo>
                <a:cubicBezTo>
                  <a:pt x="84959" y="27993"/>
                  <a:pt x="90050" y="28730"/>
                  <a:pt x="93967" y="30205"/>
                </a:cubicBezTo>
                <a:cubicBezTo>
                  <a:pt x="97884" y="31679"/>
                  <a:pt x="100764" y="33534"/>
                  <a:pt x="102607" y="35769"/>
                </a:cubicBezTo>
                <a:cubicBezTo>
                  <a:pt x="104450" y="38004"/>
                  <a:pt x="105740" y="40826"/>
                  <a:pt x="106477" y="44236"/>
                </a:cubicBezTo>
                <a:cubicBezTo>
                  <a:pt x="106892" y="46356"/>
                  <a:pt x="107100" y="50180"/>
                  <a:pt x="107100" y="55710"/>
                </a:cubicBezTo>
                <a:lnTo>
                  <a:pt x="107100" y="72298"/>
                </a:lnTo>
                <a:cubicBezTo>
                  <a:pt x="107100" y="83864"/>
                  <a:pt x="107364" y="91179"/>
                  <a:pt x="107894" y="94243"/>
                </a:cubicBezTo>
                <a:cubicBezTo>
                  <a:pt x="108424" y="97308"/>
                  <a:pt x="109473" y="100245"/>
                  <a:pt x="111039" y="103056"/>
                </a:cubicBezTo>
                <a:lnTo>
                  <a:pt x="98045" y="103056"/>
                </a:lnTo>
                <a:cubicBezTo>
                  <a:pt x="96755" y="100476"/>
                  <a:pt x="95925" y="97457"/>
                  <a:pt x="95557" y="94001"/>
                </a:cubicBezTo>
                <a:moveTo>
                  <a:pt x="94520" y="66216"/>
                </a:moveTo>
                <a:cubicBezTo>
                  <a:pt x="90004" y="68059"/>
                  <a:pt x="83231" y="69626"/>
                  <a:pt x="74199" y="70916"/>
                </a:cubicBezTo>
                <a:cubicBezTo>
                  <a:pt x="69084" y="71653"/>
                  <a:pt x="65467" y="72482"/>
                  <a:pt x="63347" y="73404"/>
                </a:cubicBezTo>
                <a:cubicBezTo>
                  <a:pt x="61228" y="74326"/>
                  <a:pt x="59592" y="75673"/>
                  <a:pt x="58440" y="77447"/>
                </a:cubicBezTo>
                <a:cubicBezTo>
                  <a:pt x="57288" y="79222"/>
                  <a:pt x="56712" y="81191"/>
                  <a:pt x="56712" y="83357"/>
                </a:cubicBezTo>
                <a:cubicBezTo>
                  <a:pt x="56712" y="86675"/>
                  <a:pt x="57968" y="89440"/>
                  <a:pt x="60479" y="91651"/>
                </a:cubicBezTo>
                <a:cubicBezTo>
                  <a:pt x="62990" y="93863"/>
                  <a:pt x="66665" y="94969"/>
                  <a:pt x="71503" y="94969"/>
                </a:cubicBezTo>
                <a:cubicBezTo>
                  <a:pt x="76296" y="94969"/>
                  <a:pt x="80558" y="93921"/>
                  <a:pt x="84290" y="91824"/>
                </a:cubicBezTo>
                <a:cubicBezTo>
                  <a:pt x="88023" y="89728"/>
                  <a:pt x="90764" y="86859"/>
                  <a:pt x="92515" y="83219"/>
                </a:cubicBezTo>
                <a:cubicBezTo>
                  <a:pt x="93852" y="80408"/>
                  <a:pt x="94520" y="76261"/>
                  <a:pt x="94520" y="70778"/>
                </a:cubicBezTo>
                <a:lnTo>
                  <a:pt x="94520" y="66216"/>
                </a:lnTo>
                <a:close/>
                <a:moveTo>
                  <a:pt x="133994" y="132846"/>
                </a:moveTo>
                <a:lnTo>
                  <a:pt x="125078" y="132846"/>
                </a:lnTo>
                <a:cubicBezTo>
                  <a:pt x="138856" y="110728"/>
                  <a:pt x="145744" y="88587"/>
                  <a:pt x="145744" y="66423"/>
                </a:cubicBezTo>
                <a:cubicBezTo>
                  <a:pt x="145744" y="57760"/>
                  <a:pt x="144754" y="49166"/>
                  <a:pt x="142772" y="40642"/>
                </a:cubicBezTo>
                <a:cubicBezTo>
                  <a:pt x="141206" y="33730"/>
                  <a:pt x="139017" y="27095"/>
                  <a:pt x="136206" y="20736"/>
                </a:cubicBezTo>
                <a:cubicBezTo>
                  <a:pt x="134409" y="16588"/>
                  <a:pt x="130700" y="9677"/>
                  <a:pt x="125078" y="0"/>
                </a:cubicBezTo>
                <a:lnTo>
                  <a:pt x="133994" y="0"/>
                </a:lnTo>
                <a:cubicBezTo>
                  <a:pt x="142657" y="11566"/>
                  <a:pt x="149062" y="23178"/>
                  <a:pt x="153209" y="34836"/>
                </a:cubicBezTo>
                <a:cubicBezTo>
                  <a:pt x="156757" y="44881"/>
                  <a:pt x="158531" y="55387"/>
                  <a:pt x="158531" y="66354"/>
                </a:cubicBezTo>
                <a:cubicBezTo>
                  <a:pt x="158531" y="78795"/>
                  <a:pt x="156147" y="90822"/>
                  <a:pt x="151378" y="102434"/>
                </a:cubicBezTo>
                <a:cubicBezTo>
                  <a:pt x="146608" y="114046"/>
                  <a:pt x="140814" y="124183"/>
                  <a:pt x="133994" y="132846"/>
                </a:cubicBezTo>
                <a:close/>
                <a:moveTo>
                  <a:pt x="219002" y="103056"/>
                </a:moveTo>
                <a:lnTo>
                  <a:pt x="219002" y="88887"/>
                </a:lnTo>
                <a:lnTo>
                  <a:pt x="233171" y="88887"/>
                </a:lnTo>
                <a:lnTo>
                  <a:pt x="233171" y="103056"/>
                </a:lnTo>
                <a:lnTo>
                  <a:pt x="219002" y="103056"/>
                </a:lnTo>
                <a:moveTo>
                  <a:pt x="266210" y="103056"/>
                </a:moveTo>
                <a:lnTo>
                  <a:pt x="266210" y="88887"/>
                </a:lnTo>
                <a:lnTo>
                  <a:pt x="280380" y="88887"/>
                </a:lnTo>
                <a:lnTo>
                  <a:pt x="280380" y="103056"/>
                </a:lnTo>
                <a:lnTo>
                  <a:pt x="266210" y="103056"/>
                </a:lnTo>
                <a:moveTo>
                  <a:pt x="313349" y="103056"/>
                </a:moveTo>
                <a:lnTo>
                  <a:pt x="313349" y="88887"/>
                </a:lnTo>
                <a:lnTo>
                  <a:pt x="327588" y="88887"/>
                </a:lnTo>
                <a:lnTo>
                  <a:pt x="327588" y="103056"/>
                </a:lnTo>
                <a:lnTo>
                  <a:pt x="313349" y="10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(b)….">
            <a:extLst xmlns:a="http://schemas.openxmlformats.org/drawingml/2006/main">
              <a:ext uri="{FF2B5EF4-FFF2-40B4-BE49-F238E27FC236}">
                <a16:creationId xmlns:a16="http://schemas.microsoft.com/office/drawing/2014/main" id="{EC1A4334-37D2-4031-AB5E-34317B8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32" y="4187863"/>
            <a:ext cx="370214" cy="132846"/>
          </a:xfrm>
          <a:custGeom xmlns:a="http://schemas.openxmlformats.org/drawingml/2006/main">
            <a:pathLst>
              <a:path w="370214" h="132846">
                <a:moveTo>
                  <a:pt x="24537" y="132846"/>
                </a:moveTo>
                <a:cubicBezTo>
                  <a:pt x="17671" y="124183"/>
                  <a:pt x="11865" y="114046"/>
                  <a:pt x="7119" y="102434"/>
                </a:cubicBezTo>
                <a:cubicBezTo>
                  <a:pt x="2373" y="90822"/>
                  <a:pt x="0" y="78795"/>
                  <a:pt x="0" y="66354"/>
                </a:cubicBezTo>
                <a:cubicBezTo>
                  <a:pt x="0" y="55387"/>
                  <a:pt x="1774" y="44881"/>
                  <a:pt x="5322" y="34836"/>
                </a:cubicBezTo>
                <a:cubicBezTo>
                  <a:pt x="9469" y="23178"/>
                  <a:pt x="15874" y="11566"/>
                  <a:pt x="24537" y="0"/>
                </a:cubicBezTo>
                <a:lnTo>
                  <a:pt x="33453" y="0"/>
                </a:lnTo>
                <a:cubicBezTo>
                  <a:pt x="27878" y="9584"/>
                  <a:pt x="24192" y="16427"/>
                  <a:pt x="22394" y="20528"/>
                </a:cubicBezTo>
                <a:cubicBezTo>
                  <a:pt x="19584" y="26887"/>
                  <a:pt x="17372" y="33523"/>
                  <a:pt x="15759" y="40434"/>
                </a:cubicBezTo>
                <a:cubicBezTo>
                  <a:pt x="13778" y="49051"/>
                  <a:pt x="12787" y="57714"/>
                  <a:pt x="12787" y="66423"/>
                </a:cubicBezTo>
                <a:cubicBezTo>
                  <a:pt x="12787" y="88587"/>
                  <a:pt x="19676" y="110728"/>
                  <a:pt x="33453" y="132846"/>
                </a:cubicBezTo>
                <a:lnTo>
                  <a:pt x="24537" y="132846"/>
                </a:lnTo>
                <a:close/>
                <a:moveTo>
                  <a:pt x="59131" y="103056"/>
                </a:moveTo>
                <a:lnTo>
                  <a:pt x="47588" y="103056"/>
                </a:lnTo>
                <a:lnTo>
                  <a:pt x="47588" y="1728"/>
                </a:lnTo>
                <a:lnTo>
                  <a:pt x="60030" y="1728"/>
                </a:lnTo>
                <a:lnTo>
                  <a:pt x="60030" y="37877"/>
                </a:lnTo>
                <a:cubicBezTo>
                  <a:pt x="65283" y="31288"/>
                  <a:pt x="71987" y="27993"/>
                  <a:pt x="80143" y="27993"/>
                </a:cubicBezTo>
                <a:cubicBezTo>
                  <a:pt x="84659" y="27993"/>
                  <a:pt x="88933" y="28903"/>
                  <a:pt x="92965" y="30723"/>
                </a:cubicBezTo>
                <a:cubicBezTo>
                  <a:pt x="96997" y="32543"/>
                  <a:pt x="100314" y="35101"/>
                  <a:pt x="102918" y="38395"/>
                </a:cubicBezTo>
                <a:cubicBezTo>
                  <a:pt x="105521" y="41690"/>
                  <a:pt x="107560" y="45664"/>
                  <a:pt x="109035" y="50318"/>
                </a:cubicBezTo>
                <a:cubicBezTo>
                  <a:pt x="110509" y="54972"/>
                  <a:pt x="111247" y="59949"/>
                  <a:pt x="111247" y="65248"/>
                </a:cubicBezTo>
                <a:cubicBezTo>
                  <a:pt x="111247" y="77828"/>
                  <a:pt x="108136" y="87550"/>
                  <a:pt x="101916" y="94416"/>
                </a:cubicBezTo>
                <a:cubicBezTo>
                  <a:pt x="95695" y="101282"/>
                  <a:pt x="88230" y="104715"/>
                  <a:pt x="79521" y="104715"/>
                </a:cubicBezTo>
                <a:cubicBezTo>
                  <a:pt x="70858" y="104715"/>
                  <a:pt x="64062" y="101098"/>
                  <a:pt x="59131" y="93863"/>
                </a:cubicBezTo>
                <a:lnTo>
                  <a:pt x="59131" y="103056"/>
                </a:lnTo>
                <a:moveTo>
                  <a:pt x="58993" y="65801"/>
                </a:moveTo>
                <a:cubicBezTo>
                  <a:pt x="58993" y="74602"/>
                  <a:pt x="60191" y="80961"/>
                  <a:pt x="62587" y="84878"/>
                </a:cubicBezTo>
                <a:cubicBezTo>
                  <a:pt x="66504" y="91283"/>
                  <a:pt x="71803" y="94485"/>
                  <a:pt x="78484" y="94485"/>
                </a:cubicBezTo>
                <a:cubicBezTo>
                  <a:pt x="83922" y="94485"/>
                  <a:pt x="88622" y="92124"/>
                  <a:pt x="92585" y="87401"/>
                </a:cubicBezTo>
                <a:cubicBezTo>
                  <a:pt x="96547" y="82677"/>
                  <a:pt x="98529" y="75639"/>
                  <a:pt x="98529" y="66285"/>
                </a:cubicBezTo>
                <a:cubicBezTo>
                  <a:pt x="98529" y="56700"/>
                  <a:pt x="96628" y="49627"/>
                  <a:pt x="92827" y="45065"/>
                </a:cubicBezTo>
                <a:cubicBezTo>
                  <a:pt x="89025" y="40504"/>
                  <a:pt x="84429" y="38223"/>
                  <a:pt x="79037" y="38223"/>
                </a:cubicBezTo>
                <a:cubicBezTo>
                  <a:pt x="73600" y="38223"/>
                  <a:pt x="68900" y="40584"/>
                  <a:pt x="64937" y="45307"/>
                </a:cubicBezTo>
                <a:cubicBezTo>
                  <a:pt x="60974" y="50030"/>
                  <a:pt x="58993" y="56862"/>
                  <a:pt x="58993" y="65801"/>
                </a:cubicBezTo>
                <a:close/>
                <a:moveTo>
                  <a:pt x="133994" y="132846"/>
                </a:moveTo>
                <a:lnTo>
                  <a:pt x="125078" y="132846"/>
                </a:lnTo>
                <a:cubicBezTo>
                  <a:pt x="138856" y="110728"/>
                  <a:pt x="145744" y="88587"/>
                  <a:pt x="145744" y="66423"/>
                </a:cubicBezTo>
                <a:cubicBezTo>
                  <a:pt x="145744" y="57760"/>
                  <a:pt x="144754" y="49166"/>
                  <a:pt x="142772" y="40642"/>
                </a:cubicBezTo>
                <a:cubicBezTo>
                  <a:pt x="141206" y="33730"/>
                  <a:pt x="139017" y="27095"/>
                  <a:pt x="136206" y="20736"/>
                </a:cubicBezTo>
                <a:cubicBezTo>
                  <a:pt x="134409" y="16588"/>
                  <a:pt x="130700" y="9677"/>
                  <a:pt x="125078" y="0"/>
                </a:cubicBezTo>
                <a:lnTo>
                  <a:pt x="133994" y="0"/>
                </a:lnTo>
                <a:cubicBezTo>
                  <a:pt x="142657" y="11566"/>
                  <a:pt x="149062" y="23178"/>
                  <a:pt x="153209" y="34836"/>
                </a:cubicBezTo>
                <a:cubicBezTo>
                  <a:pt x="156757" y="44881"/>
                  <a:pt x="158531" y="55387"/>
                  <a:pt x="158531" y="66354"/>
                </a:cubicBezTo>
                <a:cubicBezTo>
                  <a:pt x="158531" y="78795"/>
                  <a:pt x="156147" y="90822"/>
                  <a:pt x="151378" y="102434"/>
                </a:cubicBezTo>
                <a:cubicBezTo>
                  <a:pt x="146608" y="114046"/>
                  <a:pt x="140814" y="124183"/>
                  <a:pt x="133994" y="132846"/>
                </a:cubicBezTo>
                <a:close/>
                <a:moveTo>
                  <a:pt x="219002" y="103056"/>
                </a:moveTo>
                <a:lnTo>
                  <a:pt x="219002" y="88887"/>
                </a:lnTo>
                <a:lnTo>
                  <a:pt x="233171" y="88887"/>
                </a:lnTo>
                <a:lnTo>
                  <a:pt x="233171" y="103056"/>
                </a:lnTo>
                <a:lnTo>
                  <a:pt x="219002" y="103056"/>
                </a:lnTo>
                <a:moveTo>
                  <a:pt x="266210" y="103056"/>
                </a:moveTo>
                <a:lnTo>
                  <a:pt x="266210" y="88887"/>
                </a:lnTo>
                <a:lnTo>
                  <a:pt x="280380" y="88887"/>
                </a:lnTo>
                <a:lnTo>
                  <a:pt x="280380" y="103056"/>
                </a:lnTo>
                <a:lnTo>
                  <a:pt x="266210" y="103056"/>
                </a:lnTo>
                <a:moveTo>
                  <a:pt x="313349" y="103056"/>
                </a:moveTo>
                <a:lnTo>
                  <a:pt x="313349" y="88887"/>
                </a:lnTo>
                <a:lnTo>
                  <a:pt x="327588" y="88887"/>
                </a:lnTo>
                <a:lnTo>
                  <a:pt x="327588" y="103056"/>
                </a:lnTo>
                <a:lnTo>
                  <a:pt x="313349" y="103056"/>
                </a:lnTo>
                <a:close/>
                <a:moveTo>
                  <a:pt x="356045" y="103056"/>
                </a:moveTo>
                <a:lnTo>
                  <a:pt x="356045" y="88887"/>
                </a:lnTo>
                <a:lnTo>
                  <a:pt x="370214" y="88887"/>
                </a:lnTo>
                <a:lnTo>
                  <a:pt x="370214" y="103056"/>
                </a:lnTo>
                <a:lnTo>
                  <a:pt x="356045" y="103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89a13fb564c8f"/>
          <a:stretch xmlns:a="http://schemas.openxmlformats.org/drawingml/2006/main"/>
        </p:blipFill>
        <p:spPr>
          <a:xfrm xmlns:a="http://schemas.openxmlformats.org/drawingml/2006/main">
            <a:off x="2951511" y="2370133"/>
            <a:ext cx="673666" cy="706896"/>
          </a:xfrm>
          <a:prstGeom xmlns:a="http://schemas.openxmlformats.org/drawingml/2006/main" prst="rect">
            <a:avLst/>
          </a:prstGeom>
        </p:spPr>
      </p:pic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6d3d0500944c9"/>
          <a:stretch xmlns:a="http://schemas.openxmlformats.org/drawingml/2006/main"/>
        </p:blipFill>
        <p:spPr>
          <a:xfrm xmlns:a="http://schemas.openxmlformats.org/drawingml/2006/main">
            <a:off x="2951511" y="3118840"/>
            <a:ext cx="673666" cy="706896"/>
          </a:xfrm>
          <a:prstGeom xmlns:a="http://schemas.openxmlformats.org/drawingml/2006/main" prst="rect">
            <a:avLst/>
          </a:prstGeom>
        </p:spPr>
      </p:pic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1b906dc064b09"/>
          <a:stretch xmlns:a="http://schemas.openxmlformats.org/drawingml/2006/main"/>
        </p:blipFill>
        <p:spPr>
          <a:xfrm xmlns:a="http://schemas.openxmlformats.org/drawingml/2006/main">
            <a:off x="2958725" y="3885867"/>
            <a:ext cx="672879" cy="706070"/>
          </a:xfrm>
          <a:prstGeom xmlns:a="http://schemas.openxmlformats.org/drawingml/2006/main" prst="rect">
            <a:avLst/>
          </a:prstGeom>
        </p:spPr>
      </p:pic>
      <p:sp>
        <p:nvSpPr>
          <p:cNvPr id="35" name="Text In(apple,kitchencabinet)">
            <a:extLst xmlns:a="http://schemas.openxmlformats.org/drawingml/2006/main">
              <a:ext uri="{FF2B5EF4-FFF2-40B4-BE49-F238E27FC236}">
                <a16:creationId xmlns:a16="http://schemas.microsoft.com/office/drawing/2014/main" id="{6939DD9A-91EF-48A0-A391-38B4D83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185" y="1462617"/>
            <a:ext cx="1794728" cy="102164"/>
          </a:xfrm>
          <a:custGeom xmlns:a="http://schemas.openxmlformats.org/drawingml/2006/main">
            <a:pathLst>
              <a:path w="1794728" h="102164">
                <a:moveTo>
                  <a:pt x="41831" y="70906"/>
                </a:moveTo>
                <a:cubicBezTo>
                  <a:pt x="44781" y="70906"/>
                  <a:pt x="46667" y="71186"/>
                  <a:pt x="47491" y="71746"/>
                </a:cubicBezTo>
                <a:cubicBezTo>
                  <a:pt x="48314" y="72305"/>
                  <a:pt x="48726" y="73356"/>
                  <a:pt x="48726" y="74899"/>
                </a:cubicBezTo>
                <a:cubicBezTo>
                  <a:pt x="48726" y="76481"/>
                  <a:pt x="48314" y="77571"/>
                  <a:pt x="47491" y="78169"/>
                </a:cubicBezTo>
                <a:cubicBezTo>
                  <a:pt x="46667" y="78766"/>
                  <a:pt x="44781" y="79065"/>
                  <a:pt x="41831" y="79065"/>
                </a:cubicBezTo>
                <a:lnTo>
                  <a:pt x="6953" y="79065"/>
                </a:lnTo>
                <a:lnTo>
                  <a:pt x="4252" y="79065"/>
                </a:lnTo>
                <a:cubicBezTo>
                  <a:pt x="2873" y="79065"/>
                  <a:pt x="1820" y="78718"/>
                  <a:pt x="1092" y="78024"/>
                </a:cubicBezTo>
                <a:cubicBezTo>
                  <a:pt x="364" y="77329"/>
                  <a:pt x="0" y="76288"/>
                  <a:pt x="0" y="74899"/>
                </a:cubicBezTo>
                <a:cubicBezTo>
                  <a:pt x="0" y="73356"/>
                  <a:pt x="421" y="72305"/>
                  <a:pt x="1264" y="71746"/>
                </a:cubicBezTo>
                <a:cubicBezTo>
                  <a:pt x="2107" y="71186"/>
                  <a:pt x="4003" y="70906"/>
                  <a:pt x="6953" y="70906"/>
                </a:cubicBezTo>
                <a:lnTo>
                  <a:pt x="19939" y="70906"/>
                </a:lnTo>
                <a:lnTo>
                  <a:pt x="19939" y="19077"/>
                </a:lnTo>
                <a:lnTo>
                  <a:pt x="6953" y="19077"/>
                </a:lnTo>
                <a:cubicBezTo>
                  <a:pt x="4080" y="19077"/>
                  <a:pt x="2203" y="18784"/>
                  <a:pt x="1322" y="18199"/>
                </a:cubicBezTo>
                <a:cubicBezTo>
                  <a:pt x="441" y="17613"/>
                  <a:pt x="0" y="16546"/>
                  <a:pt x="0" y="14997"/>
                </a:cubicBezTo>
                <a:cubicBezTo>
                  <a:pt x="0" y="13599"/>
                  <a:pt x="364" y="12569"/>
                  <a:pt x="1092" y="11909"/>
                </a:cubicBezTo>
                <a:cubicBezTo>
                  <a:pt x="1820" y="11248"/>
                  <a:pt x="2911" y="10917"/>
                  <a:pt x="4367" y="10917"/>
                </a:cubicBezTo>
                <a:lnTo>
                  <a:pt x="6953" y="10917"/>
                </a:lnTo>
                <a:lnTo>
                  <a:pt x="41831" y="10917"/>
                </a:lnTo>
                <a:lnTo>
                  <a:pt x="44532" y="10917"/>
                </a:lnTo>
                <a:cubicBezTo>
                  <a:pt x="45911" y="10917"/>
                  <a:pt x="46954" y="11257"/>
                  <a:pt x="47663" y="11937"/>
                </a:cubicBezTo>
                <a:cubicBezTo>
                  <a:pt x="48372" y="12617"/>
                  <a:pt x="48726" y="13637"/>
                  <a:pt x="48726" y="14997"/>
                </a:cubicBezTo>
                <a:cubicBezTo>
                  <a:pt x="48726" y="16546"/>
                  <a:pt x="48295" y="17613"/>
                  <a:pt x="47433" y="18199"/>
                </a:cubicBezTo>
                <a:cubicBezTo>
                  <a:pt x="46571" y="18784"/>
                  <a:pt x="44704" y="19077"/>
                  <a:pt x="41831" y="19077"/>
                </a:cubicBezTo>
                <a:lnTo>
                  <a:pt x="28845" y="19077"/>
                </a:lnTo>
                <a:lnTo>
                  <a:pt x="28845" y="70906"/>
                </a:lnTo>
                <a:lnTo>
                  <a:pt x="41831" y="70906"/>
                </a:lnTo>
                <a:close/>
                <a:moveTo>
                  <a:pt x="73336" y="70906"/>
                </a:moveTo>
                <a:lnTo>
                  <a:pt x="73336" y="34121"/>
                </a:lnTo>
                <a:lnTo>
                  <a:pt x="72245" y="34121"/>
                </a:lnTo>
                <a:cubicBezTo>
                  <a:pt x="69640" y="34121"/>
                  <a:pt x="67849" y="33815"/>
                  <a:pt x="66872" y="33203"/>
                </a:cubicBezTo>
                <a:cubicBezTo>
                  <a:pt x="65895" y="32591"/>
                  <a:pt x="65407" y="31520"/>
                  <a:pt x="65407" y="29989"/>
                </a:cubicBezTo>
                <a:cubicBezTo>
                  <a:pt x="65407" y="28574"/>
                  <a:pt x="65809" y="27551"/>
                  <a:pt x="66614" y="26920"/>
                </a:cubicBezTo>
                <a:cubicBezTo>
                  <a:pt x="67418" y="26288"/>
                  <a:pt x="68720" y="25972"/>
                  <a:pt x="70521" y="25972"/>
                </a:cubicBezTo>
                <a:lnTo>
                  <a:pt x="73222" y="25972"/>
                </a:lnTo>
                <a:lnTo>
                  <a:pt x="78738" y="25972"/>
                </a:lnTo>
                <a:cubicBezTo>
                  <a:pt x="79772" y="25972"/>
                  <a:pt x="80576" y="26184"/>
                  <a:pt x="81151" y="26609"/>
                </a:cubicBezTo>
                <a:cubicBezTo>
                  <a:pt x="81726" y="27033"/>
                  <a:pt x="82013" y="27612"/>
                  <a:pt x="82013" y="28346"/>
                </a:cubicBezTo>
                <a:lnTo>
                  <a:pt x="82013" y="32284"/>
                </a:lnTo>
                <a:cubicBezTo>
                  <a:pt x="84809" y="29662"/>
                  <a:pt x="87577" y="27725"/>
                  <a:pt x="90316" y="26473"/>
                </a:cubicBezTo>
                <a:cubicBezTo>
                  <a:pt x="93055" y="25220"/>
                  <a:pt x="95899" y="24593"/>
                  <a:pt x="98849" y="24593"/>
                </a:cubicBezTo>
                <a:cubicBezTo>
                  <a:pt x="104633" y="24593"/>
                  <a:pt x="109182" y="26392"/>
                  <a:pt x="112495" y="29989"/>
                </a:cubicBezTo>
                <a:cubicBezTo>
                  <a:pt x="115809" y="33585"/>
                  <a:pt x="117466" y="38558"/>
                  <a:pt x="117466" y="44909"/>
                </a:cubicBezTo>
                <a:lnTo>
                  <a:pt x="117466" y="70906"/>
                </a:lnTo>
                <a:lnTo>
                  <a:pt x="120166" y="70906"/>
                </a:lnTo>
                <a:cubicBezTo>
                  <a:pt x="122082" y="70906"/>
                  <a:pt x="123461" y="71224"/>
                  <a:pt x="124304" y="71861"/>
                </a:cubicBezTo>
                <a:cubicBezTo>
                  <a:pt x="125146" y="72497"/>
                  <a:pt x="125568" y="73509"/>
                  <a:pt x="125568" y="74899"/>
                </a:cubicBezTo>
                <a:cubicBezTo>
                  <a:pt x="125568" y="76404"/>
                  <a:pt x="125118" y="77475"/>
                  <a:pt x="124217" y="78112"/>
                </a:cubicBezTo>
                <a:cubicBezTo>
                  <a:pt x="123317" y="78747"/>
                  <a:pt x="121718" y="79065"/>
                  <a:pt x="119419" y="79065"/>
                </a:cubicBezTo>
                <a:lnTo>
                  <a:pt x="106721" y="79065"/>
                </a:lnTo>
                <a:cubicBezTo>
                  <a:pt x="104269" y="79065"/>
                  <a:pt x="102699" y="78776"/>
                  <a:pt x="102009" y="78198"/>
                </a:cubicBezTo>
                <a:cubicBezTo>
                  <a:pt x="101319" y="77618"/>
                  <a:pt x="100975" y="76519"/>
                  <a:pt x="100975" y="74899"/>
                </a:cubicBezTo>
                <a:cubicBezTo>
                  <a:pt x="100975" y="73395"/>
                  <a:pt x="101377" y="72353"/>
                  <a:pt x="102181" y="71775"/>
                </a:cubicBezTo>
                <a:cubicBezTo>
                  <a:pt x="102986" y="71195"/>
                  <a:pt x="104499" y="70906"/>
                  <a:pt x="106721" y="70906"/>
                </a:cubicBezTo>
                <a:lnTo>
                  <a:pt x="108732" y="70906"/>
                </a:lnTo>
                <a:lnTo>
                  <a:pt x="108732" y="47076"/>
                </a:lnTo>
                <a:cubicBezTo>
                  <a:pt x="108732" y="42607"/>
                  <a:pt x="107717" y="39199"/>
                  <a:pt x="105686" y="36850"/>
                </a:cubicBezTo>
                <a:cubicBezTo>
                  <a:pt x="103656" y="34501"/>
                  <a:pt x="100707" y="33327"/>
                  <a:pt x="96838" y="33327"/>
                </a:cubicBezTo>
                <a:cubicBezTo>
                  <a:pt x="92930" y="33327"/>
                  <a:pt x="89483" y="34645"/>
                  <a:pt x="86495" y="37281"/>
                </a:cubicBezTo>
                <a:cubicBezTo>
                  <a:pt x="83507" y="39916"/>
                  <a:pt x="82013" y="43181"/>
                  <a:pt x="82013" y="47076"/>
                </a:cubicBezTo>
                <a:lnTo>
                  <a:pt x="82013" y="70906"/>
                </a:lnTo>
                <a:lnTo>
                  <a:pt x="84024" y="70906"/>
                </a:lnTo>
                <a:cubicBezTo>
                  <a:pt x="86322" y="70906"/>
                  <a:pt x="87874" y="71195"/>
                  <a:pt x="88678" y="71775"/>
                </a:cubicBezTo>
                <a:cubicBezTo>
                  <a:pt x="89483" y="72353"/>
                  <a:pt x="89885" y="73395"/>
                  <a:pt x="89885" y="74899"/>
                </a:cubicBezTo>
                <a:cubicBezTo>
                  <a:pt x="89885" y="76519"/>
                  <a:pt x="89540" y="77618"/>
                  <a:pt x="88851" y="78198"/>
                </a:cubicBezTo>
                <a:cubicBezTo>
                  <a:pt x="88161" y="78776"/>
                  <a:pt x="86476" y="79065"/>
                  <a:pt x="83794" y="79065"/>
                </a:cubicBezTo>
                <a:lnTo>
                  <a:pt x="73336" y="79065"/>
                </a:lnTo>
                <a:lnTo>
                  <a:pt x="70234" y="79065"/>
                </a:lnTo>
                <a:cubicBezTo>
                  <a:pt x="68663" y="79065"/>
                  <a:pt x="67485" y="78728"/>
                  <a:pt x="66700" y="78052"/>
                </a:cubicBezTo>
                <a:cubicBezTo>
                  <a:pt x="65915" y="77377"/>
                  <a:pt x="65522" y="76326"/>
                  <a:pt x="65522" y="74899"/>
                </a:cubicBezTo>
                <a:cubicBezTo>
                  <a:pt x="65522" y="73356"/>
                  <a:pt x="65972" y="72305"/>
                  <a:pt x="66872" y="71746"/>
                </a:cubicBezTo>
                <a:cubicBezTo>
                  <a:pt x="67772" y="71186"/>
                  <a:pt x="69525" y="70906"/>
                  <a:pt x="72130" y="70906"/>
                </a:cubicBezTo>
                <a:lnTo>
                  <a:pt x="73336" y="70906"/>
                </a:lnTo>
                <a:close/>
                <a:moveTo>
                  <a:pt x="176723" y="11438"/>
                </a:moveTo>
                <a:cubicBezTo>
                  <a:pt x="176723" y="12244"/>
                  <a:pt x="176082" y="13980"/>
                  <a:pt x="174798" y="16645"/>
                </a:cubicBezTo>
                <a:cubicBezTo>
                  <a:pt x="173515" y="19310"/>
                  <a:pt x="172548" y="21429"/>
                  <a:pt x="171897" y="23002"/>
                </a:cubicBezTo>
                <a:cubicBezTo>
                  <a:pt x="169292" y="29100"/>
                  <a:pt x="167444" y="34680"/>
                  <a:pt x="166352" y="39743"/>
                </a:cubicBezTo>
                <a:cubicBezTo>
                  <a:pt x="165260" y="44805"/>
                  <a:pt x="164714" y="50060"/>
                  <a:pt x="164714" y="55506"/>
                </a:cubicBezTo>
                <a:cubicBezTo>
                  <a:pt x="164714" y="60531"/>
                  <a:pt x="165174" y="65392"/>
                  <a:pt x="166093" y="70091"/>
                </a:cubicBezTo>
                <a:cubicBezTo>
                  <a:pt x="167013" y="74789"/>
                  <a:pt x="168411" y="79478"/>
                  <a:pt x="170288" y="84157"/>
                </a:cubicBezTo>
                <a:cubicBezTo>
                  <a:pt x="171245" y="86688"/>
                  <a:pt x="172557" y="89669"/>
                  <a:pt x="174224" y="93102"/>
                </a:cubicBezTo>
                <a:cubicBezTo>
                  <a:pt x="175890" y="96535"/>
                  <a:pt x="176723" y="98654"/>
                  <a:pt x="176723" y="99460"/>
                </a:cubicBezTo>
                <a:cubicBezTo>
                  <a:pt x="176723" y="100304"/>
                  <a:pt x="176541" y="100965"/>
                  <a:pt x="176177" y="101444"/>
                </a:cubicBezTo>
                <a:cubicBezTo>
                  <a:pt x="175814" y="101924"/>
                  <a:pt x="175325" y="102164"/>
                  <a:pt x="174712" y="102164"/>
                </a:cubicBezTo>
                <a:cubicBezTo>
                  <a:pt x="173525" y="102164"/>
                  <a:pt x="172203" y="101540"/>
                  <a:pt x="170748" y="100293"/>
                </a:cubicBezTo>
                <a:cubicBezTo>
                  <a:pt x="169292" y="99047"/>
                  <a:pt x="167606" y="97044"/>
                  <a:pt x="165691" y="94283"/>
                </a:cubicBezTo>
                <a:cubicBezTo>
                  <a:pt x="161592" y="88415"/>
                  <a:pt x="158528" y="82259"/>
                  <a:pt x="156497" y="75815"/>
                </a:cubicBezTo>
                <a:cubicBezTo>
                  <a:pt x="154467" y="69371"/>
                  <a:pt x="153452" y="62602"/>
                  <a:pt x="153452" y="55506"/>
                </a:cubicBezTo>
                <a:cubicBezTo>
                  <a:pt x="153452" y="49024"/>
                  <a:pt x="154285" y="42839"/>
                  <a:pt x="155952" y="36952"/>
                </a:cubicBezTo>
                <a:cubicBezTo>
                  <a:pt x="157618" y="31065"/>
                  <a:pt x="160156" y="25360"/>
                  <a:pt x="163565" y="19838"/>
                </a:cubicBezTo>
                <a:cubicBezTo>
                  <a:pt x="165787" y="16194"/>
                  <a:pt x="167836" y="13452"/>
                  <a:pt x="169713" y="11611"/>
                </a:cubicBezTo>
                <a:cubicBezTo>
                  <a:pt x="171590" y="9769"/>
                  <a:pt x="173257" y="8849"/>
                  <a:pt x="174712" y="8849"/>
                </a:cubicBezTo>
                <a:cubicBezTo>
                  <a:pt x="175325" y="8849"/>
                  <a:pt x="175814" y="9089"/>
                  <a:pt x="176177" y="9569"/>
                </a:cubicBezTo>
                <a:cubicBezTo>
                  <a:pt x="176541" y="10048"/>
                  <a:pt x="176723" y="10671"/>
                  <a:pt x="176723" y="11438"/>
                </a:cubicBezTo>
                <a:close/>
                <a:moveTo>
                  <a:pt x="248163" y="53725"/>
                </a:moveTo>
                <a:cubicBezTo>
                  <a:pt x="246056" y="53036"/>
                  <a:pt x="244017" y="52528"/>
                  <a:pt x="242044" y="52202"/>
                </a:cubicBezTo>
                <a:cubicBezTo>
                  <a:pt x="240071" y="51877"/>
                  <a:pt x="238108" y="51714"/>
                  <a:pt x="236154" y="51714"/>
                </a:cubicBezTo>
                <a:cubicBezTo>
                  <a:pt x="230255" y="51714"/>
                  <a:pt x="225601" y="52710"/>
                  <a:pt x="222191" y="54702"/>
                </a:cubicBezTo>
                <a:cubicBezTo>
                  <a:pt x="218782" y="56694"/>
                  <a:pt x="217077" y="59375"/>
                  <a:pt x="217077" y="62746"/>
                </a:cubicBezTo>
                <a:cubicBezTo>
                  <a:pt x="217077" y="65351"/>
                  <a:pt x="218140" y="67496"/>
                  <a:pt x="220266" y="69182"/>
                </a:cubicBezTo>
                <a:cubicBezTo>
                  <a:pt x="222392" y="70867"/>
                  <a:pt x="225103" y="71710"/>
                  <a:pt x="228397" y="71710"/>
                </a:cubicBezTo>
                <a:cubicBezTo>
                  <a:pt x="233262" y="71710"/>
                  <a:pt x="237773" y="70437"/>
                  <a:pt x="241929" y="67889"/>
                </a:cubicBezTo>
                <a:cubicBezTo>
                  <a:pt x="246085" y="65342"/>
                  <a:pt x="248163" y="62689"/>
                  <a:pt x="248163" y="59931"/>
                </a:cubicBezTo>
                <a:lnTo>
                  <a:pt x="248163" y="53725"/>
                </a:lnTo>
                <a:moveTo>
                  <a:pt x="248623" y="71825"/>
                </a:moveTo>
                <a:cubicBezTo>
                  <a:pt x="245482" y="74660"/>
                  <a:pt x="242063" y="76824"/>
                  <a:pt x="238366" y="78318"/>
                </a:cubicBezTo>
                <a:cubicBezTo>
                  <a:pt x="234670" y="79812"/>
                  <a:pt x="230868" y="80559"/>
                  <a:pt x="226961" y="80559"/>
                </a:cubicBezTo>
                <a:cubicBezTo>
                  <a:pt x="221253" y="80559"/>
                  <a:pt x="216646" y="78967"/>
                  <a:pt x="213141" y="75783"/>
                </a:cubicBezTo>
                <a:cubicBezTo>
                  <a:pt x="209636" y="72598"/>
                  <a:pt x="207884" y="68455"/>
                  <a:pt x="207884" y="63352"/>
                </a:cubicBezTo>
                <a:cubicBezTo>
                  <a:pt x="207884" y="57290"/>
                  <a:pt x="210211" y="52590"/>
                  <a:pt x="214865" y="49252"/>
                </a:cubicBezTo>
                <a:cubicBezTo>
                  <a:pt x="219519" y="45914"/>
                  <a:pt x="226060" y="44244"/>
                  <a:pt x="234488" y="44244"/>
                </a:cubicBezTo>
                <a:cubicBezTo>
                  <a:pt x="236710" y="44244"/>
                  <a:pt x="238951" y="44388"/>
                  <a:pt x="241211" y="44675"/>
                </a:cubicBezTo>
                <a:cubicBezTo>
                  <a:pt x="243471" y="44963"/>
                  <a:pt x="245788" y="45413"/>
                  <a:pt x="248163" y="46026"/>
                </a:cubicBezTo>
                <a:lnTo>
                  <a:pt x="248163" y="45623"/>
                </a:lnTo>
                <a:cubicBezTo>
                  <a:pt x="248163" y="41235"/>
                  <a:pt x="247110" y="37992"/>
                  <a:pt x="245003" y="35896"/>
                </a:cubicBezTo>
                <a:cubicBezTo>
                  <a:pt x="242896" y="33800"/>
                  <a:pt x="239621" y="32752"/>
                  <a:pt x="235177" y="32752"/>
                </a:cubicBezTo>
                <a:cubicBezTo>
                  <a:pt x="232189" y="32752"/>
                  <a:pt x="228857" y="33557"/>
                  <a:pt x="225179" y="35166"/>
                </a:cubicBezTo>
                <a:cubicBezTo>
                  <a:pt x="221502" y="36774"/>
                  <a:pt x="219069" y="37579"/>
                  <a:pt x="217882" y="37579"/>
                </a:cubicBezTo>
                <a:cubicBezTo>
                  <a:pt x="216771" y="37579"/>
                  <a:pt x="215852" y="37129"/>
                  <a:pt x="215124" y="36229"/>
                </a:cubicBezTo>
                <a:cubicBezTo>
                  <a:pt x="214396" y="35328"/>
                  <a:pt x="214032" y="34170"/>
                  <a:pt x="214032" y="32752"/>
                </a:cubicBezTo>
                <a:cubicBezTo>
                  <a:pt x="214032" y="30477"/>
                  <a:pt x="216148" y="28548"/>
                  <a:pt x="220381" y="26967"/>
                </a:cubicBezTo>
                <a:cubicBezTo>
                  <a:pt x="224614" y="25384"/>
                  <a:pt x="230025" y="24593"/>
                  <a:pt x="236614" y="24593"/>
                </a:cubicBezTo>
                <a:cubicBezTo>
                  <a:pt x="243356" y="24593"/>
                  <a:pt x="248451" y="26310"/>
                  <a:pt x="251898" y="29743"/>
                </a:cubicBezTo>
                <a:cubicBezTo>
                  <a:pt x="255346" y="33175"/>
                  <a:pt x="257070" y="38247"/>
                  <a:pt x="257070" y="44959"/>
                </a:cubicBezTo>
                <a:lnTo>
                  <a:pt x="257070" y="71021"/>
                </a:lnTo>
                <a:lnTo>
                  <a:pt x="259885" y="71021"/>
                </a:lnTo>
                <a:cubicBezTo>
                  <a:pt x="262605" y="71021"/>
                  <a:pt x="264425" y="71306"/>
                  <a:pt x="265344" y="71877"/>
                </a:cubicBezTo>
                <a:cubicBezTo>
                  <a:pt x="266263" y="72447"/>
                  <a:pt x="266723" y="73474"/>
                  <a:pt x="266723" y="74957"/>
                </a:cubicBezTo>
                <a:cubicBezTo>
                  <a:pt x="266723" y="76326"/>
                  <a:pt x="266340" y="77353"/>
                  <a:pt x="265574" y="78038"/>
                </a:cubicBezTo>
                <a:cubicBezTo>
                  <a:pt x="264808" y="78723"/>
                  <a:pt x="263658" y="79065"/>
                  <a:pt x="262126" y="79065"/>
                </a:cubicBezTo>
                <a:lnTo>
                  <a:pt x="253105" y="79065"/>
                </a:lnTo>
                <a:cubicBezTo>
                  <a:pt x="252032" y="79065"/>
                  <a:pt x="251151" y="78742"/>
                  <a:pt x="250462" y="78097"/>
                </a:cubicBezTo>
                <a:cubicBezTo>
                  <a:pt x="249772" y="77451"/>
                  <a:pt x="249313" y="76519"/>
                  <a:pt x="249083" y="75303"/>
                </a:cubicBezTo>
                <a:lnTo>
                  <a:pt x="248623" y="71825"/>
                </a:lnTo>
                <a:close/>
                <a:moveTo>
                  <a:pt x="290931" y="93890"/>
                </a:moveTo>
                <a:lnTo>
                  <a:pt x="304721" y="93890"/>
                </a:lnTo>
                <a:cubicBezTo>
                  <a:pt x="306177" y="93890"/>
                  <a:pt x="307269" y="94232"/>
                  <a:pt x="307997" y="94917"/>
                </a:cubicBezTo>
                <a:cubicBezTo>
                  <a:pt x="308724" y="95602"/>
                  <a:pt x="309088" y="96629"/>
                  <a:pt x="309088" y="97998"/>
                </a:cubicBezTo>
                <a:cubicBezTo>
                  <a:pt x="309088" y="99481"/>
                  <a:pt x="308734" y="100527"/>
                  <a:pt x="308025" y="101135"/>
                </a:cubicBezTo>
                <a:cubicBezTo>
                  <a:pt x="307317" y="101744"/>
                  <a:pt x="306062" y="102049"/>
                  <a:pt x="304262" y="102049"/>
                </a:cubicBezTo>
                <a:lnTo>
                  <a:pt x="278922" y="102049"/>
                </a:lnTo>
                <a:cubicBezTo>
                  <a:pt x="277390" y="102049"/>
                  <a:pt x="276231" y="101707"/>
                  <a:pt x="275445" y="101022"/>
                </a:cubicBezTo>
                <a:cubicBezTo>
                  <a:pt x="274660" y="100337"/>
                  <a:pt x="274268" y="99329"/>
                  <a:pt x="274268" y="97998"/>
                </a:cubicBezTo>
                <a:cubicBezTo>
                  <a:pt x="274268" y="96477"/>
                  <a:pt x="274756" y="95411"/>
                  <a:pt x="275733" y="94802"/>
                </a:cubicBezTo>
                <a:cubicBezTo>
                  <a:pt x="276710" y="94194"/>
                  <a:pt x="278520" y="93890"/>
                  <a:pt x="281163" y="93890"/>
                </a:cubicBezTo>
                <a:lnTo>
                  <a:pt x="282254" y="93890"/>
                </a:lnTo>
                <a:lnTo>
                  <a:pt x="282254" y="34131"/>
                </a:lnTo>
                <a:lnTo>
                  <a:pt x="281163" y="34131"/>
                </a:lnTo>
                <a:cubicBezTo>
                  <a:pt x="278520" y="34131"/>
                  <a:pt x="276710" y="33825"/>
                  <a:pt x="275733" y="33212"/>
                </a:cubicBezTo>
                <a:cubicBezTo>
                  <a:pt x="274756" y="32599"/>
                  <a:pt x="274268" y="31526"/>
                  <a:pt x="274268" y="29994"/>
                </a:cubicBezTo>
                <a:cubicBezTo>
                  <a:pt x="274268" y="28653"/>
                  <a:pt x="274660" y="27648"/>
                  <a:pt x="275445" y="26978"/>
                </a:cubicBezTo>
                <a:cubicBezTo>
                  <a:pt x="276231" y="26307"/>
                  <a:pt x="277390" y="25972"/>
                  <a:pt x="278922" y="25972"/>
                </a:cubicBezTo>
                <a:lnTo>
                  <a:pt x="287656" y="25972"/>
                </a:lnTo>
                <a:cubicBezTo>
                  <a:pt x="288805" y="25972"/>
                  <a:pt x="289638" y="26163"/>
                  <a:pt x="290155" y="26547"/>
                </a:cubicBezTo>
                <a:cubicBezTo>
                  <a:pt x="290672" y="26930"/>
                  <a:pt x="290931" y="27523"/>
                  <a:pt x="290931" y="28328"/>
                </a:cubicBezTo>
                <a:lnTo>
                  <a:pt x="290931" y="33901"/>
                </a:lnTo>
                <a:cubicBezTo>
                  <a:pt x="293536" y="31220"/>
                  <a:pt x="296418" y="29209"/>
                  <a:pt x="299579" y="27868"/>
                </a:cubicBezTo>
                <a:cubicBezTo>
                  <a:pt x="302739" y="26527"/>
                  <a:pt x="306139" y="25857"/>
                  <a:pt x="309778" y="25857"/>
                </a:cubicBezTo>
                <a:cubicBezTo>
                  <a:pt x="317478" y="25857"/>
                  <a:pt x="323913" y="28462"/>
                  <a:pt x="329084" y="33672"/>
                </a:cubicBezTo>
                <a:cubicBezTo>
                  <a:pt x="334256" y="38881"/>
                  <a:pt x="336842" y="45413"/>
                  <a:pt x="336842" y="53266"/>
                </a:cubicBezTo>
                <a:cubicBezTo>
                  <a:pt x="336842" y="60812"/>
                  <a:pt x="334390" y="67018"/>
                  <a:pt x="329487" y="71883"/>
                </a:cubicBezTo>
                <a:cubicBezTo>
                  <a:pt x="324583" y="76748"/>
                  <a:pt x="318320" y="79180"/>
                  <a:pt x="310697" y="79180"/>
                </a:cubicBezTo>
                <a:cubicBezTo>
                  <a:pt x="306637" y="79180"/>
                  <a:pt x="302902" y="78462"/>
                  <a:pt x="299493" y="77025"/>
                </a:cubicBezTo>
                <a:cubicBezTo>
                  <a:pt x="296083" y="75589"/>
                  <a:pt x="293229" y="73530"/>
                  <a:pt x="290931" y="70848"/>
                </a:cubicBezTo>
                <a:lnTo>
                  <a:pt x="290931" y="93890"/>
                </a:lnTo>
                <a:moveTo>
                  <a:pt x="308744" y="70676"/>
                </a:moveTo>
                <a:cubicBezTo>
                  <a:pt x="314068" y="70676"/>
                  <a:pt x="318435" y="69003"/>
                  <a:pt x="321845" y="65657"/>
                </a:cubicBezTo>
                <a:cubicBezTo>
                  <a:pt x="325254" y="62310"/>
                  <a:pt x="326958" y="57978"/>
                  <a:pt x="326958" y="52662"/>
                </a:cubicBezTo>
                <a:cubicBezTo>
                  <a:pt x="326958" y="47461"/>
                  <a:pt x="325244" y="43168"/>
                  <a:pt x="321816" y="39784"/>
                </a:cubicBezTo>
                <a:cubicBezTo>
                  <a:pt x="318387" y="36399"/>
                  <a:pt x="314030" y="34706"/>
                  <a:pt x="308744" y="34706"/>
                </a:cubicBezTo>
                <a:cubicBezTo>
                  <a:pt x="303457" y="34706"/>
                  <a:pt x="299129" y="36389"/>
                  <a:pt x="295758" y="39755"/>
                </a:cubicBezTo>
                <a:cubicBezTo>
                  <a:pt x="292387" y="43120"/>
                  <a:pt x="290701" y="47423"/>
                  <a:pt x="290701" y="52662"/>
                </a:cubicBezTo>
                <a:cubicBezTo>
                  <a:pt x="290701" y="57940"/>
                  <a:pt x="292377" y="62262"/>
                  <a:pt x="295729" y="65628"/>
                </a:cubicBezTo>
                <a:cubicBezTo>
                  <a:pt x="299081" y="68993"/>
                  <a:pt x="303419" y="70676"/>
                  <a:pt x="308744" y="70676"/>
                </a:cubicBezTo>
                <a:close/>
                <a:moveTo>
                  <a:pt x="361279" y="93890"/>
                </a:moveTo>
                <a:lnTo>
                  <a:pt x="375070" y="93890"/>
                </a:lnTo>
                <a:cubicBezTo>
                  <a:pt x="376525" y="93890"/>
                  <a:pt x="377617" y="94232"/>
                  <a:pt x="378345" y="94917"/>
                </a:cubicBezTo>
                <a:cubicBezTo>
                  <a:pt x="379073" y="95602"/>
                  <a:pt x="379437" y="96629"/>
                  <a:pt x="379437" y="97998"/>
                </a:cubicBezTo>
                <a:cubicBezTo>
                  <a:pt x="379437" y="99481"/>
                  <a:pt x="379082" y="100527"/>
                  <a:pt x="378374" y="101135"/>
                </a:cubicBezTo>
                <a:cubicBezTo>
                  <a:pt x="377665" y="101744"/>
                  <a:pt x="376410" y="102049"/>
                  <a:pt x="374610" y="102049"/>
                </a:cubicBezTo>
                <a:lnTo>
                  <a:pt x="349270" y="102049"/>
                </a:lnTo>
                <a:cubicBezTo>
                  <a:pt x="347738" y="102049"/>
                  <a:pt x="346579" y="101707"/>
                  <a:pt x="345794" y="101022"/>
                </a:cubicBezTo>
                <a:cubicBezTo>
                  <a:pt x="345008" y="100337"/>
                  <a:pt x="344616" y="99329"/>
                  <a:pt x="344616" y="97998"/>
                </a:cubicBezTo>
                <a:cubicBezTo>
                  <a:pt x="344616" y="96477"/>
                  <a:pt x="345104" y="95411"/>
                  <a:pt x="346081" y="94802"/>
                </a:cubicBezTo>
                <a:cubicBezTo>
                  <a:pt x="347058" y="94194"/>
                  <a:pt x="348868" y="93890"/>
                  <a:pt x="351511" y="93890"/>
                </a:cubicBezTo>
                <a:lnTo>
                  <a:pt x="352603" y="93890"/>
                </a:lnTo>
                <a:lnTo>
                  <a:pt x="352603" y="34131"/>
                </a:lnTo>
                <a:lnTo>
                  <a:pt x="351511" y="34131"/>
                </a:lnTo>
                <a:cubicBezTo>
                  <a:pt x="348868" y="34131"/>
                  <a:pt x="347058" y="33825"/>
                  <a:pt x="346081" y="33212"/>
                </a:cubicBezTo>
                <a:cubicBezTo>
                  <a:pt x="345104" y="32599"/>
                  <a:pt x="344616" y="31526"/>
                  <a:pt x="344616" y="29994"/>
                </a:cubicBezTo>
                <a:cubicBezTo>
                  <a:pt x="344616" y="28653"/>
                  <a:pt x="345008" y="27648"/>
                  <a:pt x="345794" y="26978"/>
                </a:cubicBezTo>
                <a:cubicBezTo>
                  <a:pt x="346579" y="26307"/>
                  <a:pt x="347738" y="25972"/>
                  <a:pt x="349270" y="25972"/>
                </a:cubicBezTo>
                <a:lnTo>
                  <a:pt x="358004" y="25972"/>
                </a:lnTo>
                <a:cubicBezTo>
                  <a:pt x="359153" y="25972"/>
                  <a:pt x="359986" y="26163"/>
                  <a:pt x="360503" y="26547"/>
                </a:cubicBezTo>
                <a:cubicBezTo>
                  <a:pt x="361021" y="26930"/>
                  <a:pt x="361279" y="27523"/>
                  <a:pt x="361279" y="28328"/>
                </a:cubicBezTo>
                <a:lnTo>
                  <a:pt x="361279" y="33901"/>
                </a:lnTo>
                <a:cubicBezTo>
                  <a:pt x="363884" y="31220"/>
                  <a:pt x="366767" y="29209"/>
                  <a:pt x="369927" y="27868"/>
                </a:cubicBezTo>
                <a:cubicBezTo>
                  <a:pt x="373087" y="26527"/>
                  <a:pt x="376487" y="25857"/>
                  <a:pt x="380126" y="25857"/>
                </a:cubicBezTo>
                <a:cubicBezTo>
                  <a:pt x="387826" y="25857"/>
                  <a:pt x="394261" y="28462"/>
                  <a:pt x="399433" y="33672"/>
                </a:cubicBezTo>
                <a:cubicBezTo>
                  <a:pt x="404604" y="38881"/>
                  <a:pt x="407190" y="45413"/>
                  <a:pt x="407190" y="53266"/>
                </a:cubicBezTo>
                <a:cubicBezTo>
                  <a:pt x="407190" y="60812"/>
                  <a:pt x="404738" y="67018"/>
                  <a:pt x="399835" y="71883"/>
                </a:cubicBezTo>
                <a:cubicBezTo>
                  <a:pt x="394932" y="76748"/>
                  <a:pt x="388669" y="79180"/>
                  <a:pt x="381045" y="79180"/>
                </a:cubicBezTo>
                <a:cubicBezTo>
                  <a:pt x="376985" y="79180"/>
                  <a:pt x="373250" y="78462"/>
                  <a:pt x="369841" y="77025"/>
                </a:cubicBezTo>
                <a:cubicBezTo>
                  <a:pt x="366431" y="75589"/>
                  <a:pt x="363578" y="73530"/>
                  <a:pt x="361279" y="70848"/>
                </a:cubicBezTo>
                <a:lnTo>
                  <a:pt x="361279" y="93890"/>
                </a:lnTo>
                <a:moveTo>
                  <a:pt x="379092" y="70676"/>
                </a:moveTo>
                <a:cubicBezTo>
                  <a:pt x="384416" y="70676"/>
                  <a:pt x="388783" y="69003"/>
                  <a:pt x="392193" y="65657"/>
                </a:cubicBezTo>
                <a:cubicBezTo>
                  <a:pt x="395602" y="62310"/>
                  <a:pt x="397307" y="57978"/>
                  <a:pt x="397307" y="52662"/>
                </a:cubicBezTo>
                <a:cubicBezTo>
                  <a:pt x="397307" y="47461"/>
                  <a:pt x="395592" y="43168"/>
                  <a:pt x="392164" y="39784"/>
                </a:cubicBezTo>
                <a:cubicBezTo>
                  <a:pt x="388736" y="36399"/>
                  <a:pt x="384378" y="34706"/>
                  <a:pt x="379092" y="34706"/>
                </a:cubicBezTo>
                <a:cubicBezTo>
                  <a:pt x="373805" y="34706"/>
                  <a:pt x="369477" y="36389"/>
                  <a:pt x="366106" y="39755"/>
                </a:cubicBezTo>
                <a:cubicBezTo>
                  <a:pt x="362735" y="43120"/>
                  <a:pt x="361049" y="47423"/>
                  <a:pt x="361049" y="52662"/>
                </a:cubicBezTo>
                <a:cubicBezTo>
                  <a:pt x="361049" y="57940"/>
                  <a:pt x="362725" y="62262"/>
                  <a:pt x="366077" y="65628"/>
                </a:cubicBezTo>
                <a:cubicBezTo>
                  <a:pt x="369429" y="68993"/>
                  <a:pt x="373767" y="70676"/>
                  <a:pt x="379092" y="70676"/>
                </a:cubicBezTo>
                <a:close/>
                <a:moveTo>
                  <a:pt x="442601" y="12067"/>
                </a:moveTo>
                <a:lnTo>
                  <a:pt x="432833" y="12067"/>
                </a:lnTo>
                <a:cubicBezTo>
                  <a:pt x="429117" y="12067"/>
                  <a:pt x="426790" y="11774"/>
                  <a:pt x="425852" y="11189"/>
                </a:cubicBezTo>
                <a:cubicBezTo>
                  <a:pt x="424913" y="10603"/>
                  <a:pt x="424444" y="9536"/>
                  <a:pt x="424444" y="7987"/>
                </a:cubicBezTo>
                <a:cubicBezTo>
                  <a:pt x="424444" y="6627"/>
                  <a:pt x="424837" y="5607"/>
                  <a:pt x="425622" y="4927"/>
                </a:cubicBezTo>
                <a:cubicBezTo>
                  <a:pt x="426407" y="4247"/>
                  <a:pt x="427547" y="3907"/>
                  <a:pt x="429041" y="3907"/>
                </a:cubicBezTo>
                <a:lnTo>
                  <a:pt x="448003" y="3907"/>
                </a:lnTo>
                <a:cubicBezTo>
                  <a:pt x="449037" y="3907"/>
                  <a:pt x="449841" y="4118"/>
                  <a:pt x="450416" y="4539"/>
                </a:cubicBezTo>
                <a:cubicBezTo>
                  <a:pt x="450991" y="4960"/>
                  <a:pt x="451278" y="5533"/>
                  <a:pt x="451278" y="6260"/>
                </a:cubicBezTo>
                <a:lnTo>
                  <a:pt x="451278" y="70906"/>
                </a:lnTo>
                <a:lnTo>
                  <a:pt x="469320" y="70906"/>
                </a:lnTo>
                <a:cubicBezTo>
                  <a:pt x="470776" y="70906"/>
                  <a:pt x="471839" y="71224"/>
                  <a:pt x="472509" y="71861"/>
                </a:cubicBezTo>
                <a:cubicBezTo>
                  <a:pt x="473180" y="72497"/>
                  <a:pt x="473515" y="73509"/>
                  <a:pt x="473515" y="74899"/>
                </a:cubicBezTo>
                <a:cubicBezTo>
                  <a:pt x="473515" y="76481"/>
                  <a:pt x="473189" y="77571"/>
                  <a:pt x="472538" y="78169"/>
                </a:cubicBezTo>
                <a:cubicBezTo>
                  <a:pt x="471887" y="78766"/>
                  <a:pt x="470661" y="79065"/>
                  <a:pt x="468861" y="79065"/>
                </a:cubicBezTo>
                <a:lnTo>
                  <a:pt x="426455" y="79065"/>
                </a:lnTo>
                <a:cubicBezTo>
                  <a:pt x="424961" y="79065"/>
                  <a:pt x="423822" y="78718"/>
                  <a:pt x="423036" y="78024"/>
                </a:cubicBezTo>
                <a:cubicBezTo>
                  <a:pt x="422251" y="77329"/>
                  <a:pt x="421858" y="76288"/>
                  <a:pt x="421858" y="74899"/>
                </a:cubicBezTo>
                <a:cubicBezTo>
                  <a:pt x="421858" y="73549"/>
                  <a:pt x="422261" y="72546"/>
                  <a:pt x="423065" y="71890"/>
                </a:cubicBezTo>
                <a:cubicBezTo>
                  <a:pt x="423869" y="71234"/>
                  <a:pt x="425076" y="70906"/>
                  <a:pt x="426685" y="70906"/>
                </a:cubicBezTo>
                <a:lnTo>
                  <a:pt x="442601" y="70906"/>
                </a:lnTo>
                <a:lnTo>
                  <a:pt x="442601" y="12067"/>
                </a:lnTo>
                <a:close/>
                <a:moveTo>
                  <a:pt x="497378" y="55047"/>
                </a:moveTo>
                <a:cubicBezTo>
                  <a:pt x="497685" y="60581"/>
                  <a:pt x="499552" y="64857"/>
                  <a:pt x="502981" y="67875"/>
                </a:cubicBezTo>
                <a:cubicBezTo>
                  <a:pt x="506409" y="70891"/>
                  <a:pt x="511092" y="72400"/>
                  <a:pt x="517030" y="72400"/>
                </a:cubicBezTo>
                <a:cubicBezTo>
                  <a:pt x="521511" y="72400"/>
                  <a:pt x="526396" y="71203"/>
                  <a:pt x="531682" y="68808"/>
                </a:cubicBezTo>
                <a:cubicBezTo>
                  <a:pt x="536968" y="66414"/>
                  <a:pt x="540167" y="65217"/>
                  <a:pt x="541278" y="65217"/>
                </a:cubicBezTo>
                <a:cubicBezTo>
                  <a:pt x="542427" y="65217"/>
                  <a:pt x="543385" y="65581"/>
                  <a:pt x="544151" y="66309"/>
                </a:cubicBezTo>
                <a:cubicBezTo>
                  <a:pt x="544917" y="67037"/>
                  <a:pt x="545300" y="67937"/>
                  <a:pt x="545300" y="69010"/>
                </a:cubicBezTo>
                <a:cubicBezTo>
                  <a:pt x="545300" y="70120"/>
                  <a:pt x="544898" y="71136"/>
                  <a:pt x="544093" y="72055"/>
                </a:cubicBezTo>
                <a:cubicBezTo>
                  <a:pt x="543289" y="72974"/>
                  <a:pt x="542006" y="73875"/>
                  <a:pt x="540243" y="74756"/>
                </a:cubicBezTo>
                <a:cubicBezTo>
                  <a:pt x="536413" y="76633"/>
                  <a:pt x="532458" y="78069"/>
                  <a:pt x="528378" y="79065"/>
                </a:cubicBezTo>
                <a:cubicBezTo>
                  <a:pt x="524298" y="80061"/>
                  <a:pt x="520247" y="80559"/>
                  <a:pt x="516225" y="80559"/>
                </a:cubicBezTo>
                <a:cubicBezTo>
                  <a:pt x="507491" y="80559"/>
                  <a:pt x="500500" y="78038"/>
                  <a:pt x="495252" y="72996"/>
                </a:cubicBezTo>
                <a:cubicBezTo>
                  <a:pt x="490004" y="67953"/>
                  <a:pt x="487380" y="61270"/>
                  <a:pt x="487380" y="52949"/>
                </a:cubicBezTo>
                <a:cubicBezTo>
                  <a:pt x="487380" y="44475"/>
                  <a:pt x="490157" y="37612"/>
                  <a:pt x="495712" y="32359"/>
                </a:cubicBezTo>
                <a:cubicBezTo>
                  <a:pt x="501266" y="27105"/>
                  <a:pt x="508506" y="24478"/>
                  <a:pt x="517432" y="24478"/>
                </a:cubicBezTo>
                <a:cubicBezTo>
                  <a:pt x="525515" y="24478"/>
                  <a:pt x="532218" y="26930"/>
                  <a:pt x="537543" y="31833"/>
                </a:cubicBezTo>
                <a:cubicBezTo>
                  <a:pt x="542867" y="36736"/>
                  <a:pt x="545530" y="42674"/>
                  <a:pt x="545530" y="49646"/>
                </a:cubicBezTo>
                <a:cubicBezTo>
                  <a:pt x="545530" y="51791"/>
                  <a:pt x="545080" y="53227"/>
                  <a:pt x="544180" y="53955"/>
                </a:cubicBezTo>
                <a:cubicBezTo>
                  <a:pt x="543279" y="54683"/>
                  <a:pt x="540837" y="55047"/>
                  <a:pt x="536853" y="55047"/>
                </a:cubicBezTo>
                <a:lnTo>
                  <a:pt x="535991" y="55047"/>
                </a:lnTo>
                <a:lnTo>
                  <a:pt x="497378" y="55047"/>
                </a:lnTo>
                <a:moveTo>
                  <a:pt x="497666" y="47462"/>
                </a:moveTo>
                <a:lnTo>
                  <a:pt x="535072" y="47462"/>
                </a:lnTo>
                <a:cubicBezTo>
                  <a:pt x="534497" y="42938"/>
                  <a:pt x="532592" y="39299"/>
                  <a:pt x="529355" y="36543"/>
                </a:cubicBezTo>
                <a:cubicBezTo>
                  <a:pt x="526118" y="33786"/>
                  <a:pt x="522144" y="32407"/>
                  <a:pt x="517432" y="32407"/>
                </a:cubicBezTo>
                <a:cubicBezTo>
                  <a:pt x="512337" y="32407"/>
                  <a:pt x="508047" y="33738"/>
                  <a:pt x="504561" y="36399"/>
                </a:cubicBezTo>
                <a:cubicBezTo>
                  <a:pt x="501075" y="39060"/>
                  <a:pt x="498776" y="42748"/>
                  <a:pt x="497666" y="47462"/>
                </a:cubicBezTo>
                <a:close/>
                <a:moveTo>
                  <a:pt x="580368" y="63039"/>
                </a:moveTo>
                <a:cubicBezTo>
                  <a:pt x="580674" y="61734"/>
                  <a:pt x="581076" y="60900"/>
                  <a:pt x="581574" y="60536"/>
                </a:cubicBezTo>
                <a:cubicBezTo>
                  <a:pt x="582072" y="60171"/>
                  <a:pt x="582915" y="59988"/>
                  <a:pt x="584103" y="59988"/>
                </a:cubicBezTo>
                <a:lnTo>
                  <a:pt x="596686" y="59988"/>
                </a:lnTo>
                <a:cubicBezTo>
                  <a:pt x="597261" y="59988"/>
                  <a:pt x="597721" y="60103"/>
                  <a:pt x="598065" y="60333"/>
                </a:cubicBezTo>
                <a:cubicBezTo>
                  <a:pt x="598410" y="60563"/>
                  <a:pt x="598583" y="60850"/>
                  <a:pt x="598583" y="61195"/>
                </a:cubicBezTo>
                <a:cubicBezTo>
                  <a:pt x="598583" y="61387"/>
                  <a:pt x="598544" y="61636"/>
                  <a:pt x="598468" y="61942"/>
                </a:cubicBezTo>
                <a:cubicBezTo>
                  <a:pt x="598391" y="62248"/>
                  <a:pt x="598276" y="62536"/>
                  <a:pt x="598123" y="62804"/>
                </a:cubicBezTo>
                <a:lnTo>
                  <a:pt x="582321" y="95671"/>
                </a:lnTo>
                <a:cubicBezTo>
                  <a:pt x="582053" y="96246"/>
                  <a:pt x="581689" y="96705"/>
                  <a:pt x="581230" y="97050"/>
                </a:cubicBezTo>
                <a:cubicBezTo>
                  <a:pt x="580770" y="97395"/>
                  <a:pt x="580272" y="97567"/>
                  <a:pt x="579736" y="97567"/>
                </a:cubicBezTo>
                <a:cubicBezTo>
                  <a:pt x="579621" y="97567"/>
                  <a:pt x="579496" y="97552"/>
                  <a:pt x="579362" y="97521"/>
                </a:cubicBezTo>
                <a:cubicBezTo>
                  <a:pt x="579228" y="97491"/>
                  <a:pt x="579008" y="97430"/>
                  <a:pt x="578701" y="97337"/>
                </a:cubicBezTo>
                <a:lnTo>
                  <a:pt x="574679" y="95842"/>
                </a:lnTo>
                <a:cubicBezTo>
                  <a:pt x="574066" y="95572"/>
                  <a:pt x="573607" y="95265"/>
                  <a:pt x="573300" y="94919"/>
                </a:cubicBezTo>
                <a:cubicBezTo>
                  <a:pt x="572994" y="94574"/>
                  <a:pt x="572840" y="94172"/>
                  <a:pt x="572840" y="93712"/>
                </a:cubicBezTo>
                <a:cubicBezTo>
                  <a:pt x="572840" y="93289"/>
                  <a:pt x="572840" y="92992"/>
                  <a:pt x="572840" y="92820"/>
                </a:cubicBezTo>
                <a:cubicBezTo>
                  <a:pt x="572840" y="92647"/>
                  <a:pt x="572879" y="92465"/>
                  <a:pt x="572955" y="92274"/>
                </a:cubicBezTo>
                <a:lnTo>
                  <a:pt x="580368" y="63039"/>
                </a:lnTo>
                <a:close/>
                <a:moveTo>
                  <a:pt x="717386" y="57052"/>
                </a:moveTo>
                <a:lnTo>
                  <a:pt x="717386" y="74005"/>
                </a:lnTo>
                <a:cubicBezTo>
                  <a:pt x="717386" y="75538"/>
                  <a:pt x="717070" y="76765"/>
                  <a:pt x="716438" y="77686"/>
                </a:cubicBezTo>
                <a:cubicBezTo>
                  <a:pt x="715806" y="78605"/>
                  <a:pt x="714992" y="79065"/>
                  <a:pt x="713996" y="79065"/>
                </a:cubicBezTo>
                <a:lnTo>
                  <a:pt x="703366" y="79065"/>
                </a:lnTo>
                <a:cubicBezTo>
                  <a:pt x="701872" y="79065"/>
                  <a:pt x="700742" y="78718"/>
                  <a:pt x="699975" y="78024"/>
                </a:cubicBezTo>
                <a:cubicBezTo>
                  <a:pt x="699209" y="77329"/>
                  <a:pt x="698826" y="76288"/>
                  <a:pt x="698826" y="74899"/>
                </a:cubicBezTo>
                <a:cubicBezTo>
                  <a:pt x="698826" y="73356"/>
                  <a:pt x="699276" y="72305"/>
                  <a:pt x="700177" y="71746"/>
                </a:cubicBezTo>
                <a:cubicBezTo>
                  <a:pt x="701077" y="71186"/>
                  <a:pt x="703002" y="70906"/>
                  <a:pt x="705951" y="70906"/>
                </a:cubicBezTo>
                <a:lnTo>
                  <a:pt x="708709" y="70906"/>
                </a:lnTo>
                <a:lnTo>
                  <a:pt x="708709" y="12067"/>
                </a:lnTo>
                <a:lnTo>
                  <a:pt x="706354" y="12067"/>
                </a:lnTo>
                <a:cubicBezTo>
                  <a:pt x="703059" y="12067"/>
                  <a:pt x="700933" y="11770"/>
                  <a:pt x="699975" y="11176"/>
                </a:cubicBezTo>
                <a:cubicBezTo>
                  <a:pt x="699018" y="10582"/>
                  <a:pt x="698539" y="9500"/>
                  <a:pt x="698539" y="7929"/>
                </a:cubicBezTo>
                <a:cubicBezTo>
                  <a:pt x="698539" y="6550"/>
                  <a:pt x="698932" y="5516"/>
                  <a:pt x="699717" y="4827"/>
                </a:cubicBezTo>
                <a:cubicBezTo>
                  <a:pt x="700502" y="4137"/>
                  <a:pt x="701642" y="3792"/>
                  <a:pt x="703136" y="3792"/>
                </a:cubicBezTo>
                <a:lnTo>
                  <a:pt x="714111" y="3792"/>
                </a:lnTo>
                <a:cubicBezTo>
                  <a:pt x="715145" y="3792"/>
                  <a:pt x="715949" y="4004"/>
                  <a:pt x="716524" y="4426"/>
                </a:cubicBezTo>
                <a:cubicBezTo>
                  <a:pt x="717099" y="4848"/>
                  <a:pt x="717386" y="5422"/>
                  <a:pt x="717386" y="6150"/>
                </a:cubicBezTo>
                <a:lnTo>
                  <a:pt x="717386" y="47381"/>
                </a:lnTo>
                <a:lnTo>
                  <a:pt x="733992" y="33465"/>
                </a:lnTo>
                <a:cubicBezTo>
                  <a:pt x="732728" y="32931"/>
                  <a:pt x="731799" y="32340"/>
                  <a:pt x="731205" y="31693"/>
                </a:cubicBezTo>
                <a:cubicBezTo>
                  <a:pt x="730611" y="31044"/>
                  <a:pt x="730314" y="30281"/>
                  <a:pt x="730314" y="29403"/>
                </a:cubicBezTo>
                <a:cubicBezTo>
                  <a:pt x="730314" y="28260"/>
                  <a:pt x="730736" y="27402"/>
                  <a:pt x="731578" y="26830"/>
                </a:cubicBezTo>
                <a:cubicBezTo>
                  <a:pt x="732421" y="26258"/>
                  <a:pt x="733647" y="25972"/>
                  <a:pt x="735256" y="25972"/>
                </a:cubicBezTo>
                <a:lnTo>
                  <a:pt x="750828" y="25972"/>
                </a:lnTo>
                <a:cubicBezTo>
                  <a:pt x="752283" y="25972"/>
                  <a:pt x="753394" y="26298"/>
                  <a:pt x="754160" y="26949"/>
                </a:cubicBezTo>
                <a:cubicBezTo>
                  <a:pt x="754926" y="27599"/>
                  <a:pt x="755310" y="28574"/>
                  <a:pt x="755310" y="29874"/>
                </a:cubicBezTo>
                <a:cubicBezTo>
                  <a:pt x="755310" y="32170"/>
                  <a:pt x="753452" y="33509"/>
                  <a:pt x="749736" y="33891"/>
                </a:cubicBezTo>
                <a:cubicBezTo>
                  <a:pt x="749008" y="33967"/>
                  <a:pt x="748433" y="34044"/>
                  <a:pt x="748012" y="34121"/>
                </a:cubicBezTo>
                <a:cubicBezTo>
                  <a:pt x="746441" y="34312"/>
                  <a:pt x="744718" y="34915"/>
                  <a:pt x="742841" y="35929"/>
                </a:cubicBezTo>
                <a:cubicBezTo>
                  <a:pt x="740964" y="36943"/>
                  <a:pt x="739067" y="38291"/>
                  <a:pt x="737152" y="39974"/>
                </a:cubicBezTo>
                <a:lnTo>
                  <a:pt x="728820" y="47263"/>
                </a:lnTo>
                <a:lnTo>
                  <a:pt x="750598" y="70906"/>
                </a:lnTo>
                <a:lnTo>
                  <a:pt x="755539" y="70906"/>
                </a:lnTo>
                <a:cubicBezTo>
                  <a:pt x="757187" y="70906"/>
                  <a:pt x="758364" y="71215"/>
                  <a:pt x="759073" y="71832"/>
                </a:cubicBezTo>
                <a:cubicBezTo>
                  <a:pt x="759782" y="72449"/>
                  <a:pt x="760136" y="73471"/>
                  <a:pt x="760136" y="74899"/>
                </a:cubicBezTo>
                <a:cubicBezTo>
                  <a:pt x="760136" y="76250"/>
                  <a:pt x="759744" y="77281"/>
                  <a:pt x="758958" y="77995"/>
                </a:cubicBezTo>
                <a:cubicBezTo>
                  <a:pt x="758173" y="78708"/>
                  <a:pt x="757033" y="79065"/>
                  <a:pt x="755539" y="79065"/>
                </a:cubicBezTo>
                <a:lnTo>
                  <a:pt x="739968" y="79065"/>
                </a:lnTo>
                <a:cubicBezTo>
                  <a:pt x="738282" y="79065"/>
                  <a:pt x="737056" y="78778"/>
                  <a:pt x="736290" y="78203"/>
                </a:cubicBezTo>
                <a:cubicBezTo>
                  <a:pt x="735524" y="77627"/>
                  <a:pt x="735141" y="76707"/>
                  <a:pt x="735141" y="75443"/>
                </a:cubicBezTo>
                <a:cubicBezTo>
                  <a:pt x="735141" y="74408"/>
                  <a:pt x="735515" y="73517"/>
                  <a:pt x="736261" y="72770"/>
                </a:cubicBezTo>
                <a:cubicBezTo>
                  <a:pt x="737008" y="72021"/>
                  <a:pt x="738129" y="71418"/>
                  <a:pt x="739623" y="70958"/>
                </a:cubicBezTo>
                <a:lnTo>
                  <a:pt x="722557" y="52341"/>
                </a:lnTo>
                <a:lnTo>
                  <a:pt x="717386" y="57052"/>
                </a:lnTo>
                <a:close/>
                <a:moveTo>
                  <a:pt x="792906" y="9423"/>
                </a:moveTo>
                <a:cubicBezTo>
                  <a:pt x="792906" y="5286"/>
                  <a:pt x="793279" y="2681"/>
                  <a:pt x="794026" y="1609"/>
                </a:cubicBezTo>
                <a:cubicBezTo>
                  <a:pt x="794773" y="536"/>
                  <a:pt x="796373" y="0"/>
                  <a:pt x="798824" y="0"/>
                </a:cubicBezTo>
                <a:cubicBezTo>
                  <a:pt x="801199" y="0"/>
                  <a:pt x="802770" y="450"/>
                  <a:pt x="803536" y="1350"/>
                </a:cubicBezTo>
                <a:cubicBezTo>
                  <a:pt x="804302" y="2251"/>
                  <a:pt x="804685" y="4386"/>
                  <a:pt x="804685" y="7757"/>
                </a:cubicBezTo>
                <a:cubicBezTo>
                  <a:pt x="804685" y="11051"/>
                  <a:pt x="804331" y="13091"/>
                  <a:pt x="803622" y="13877"/>
                </a:cubicBezTo>
                <a:cubicBezTo>
                  <a:pt x="802913" y="14662"/>
                  <a:pt x="801314" y="15055"/>
                  <a:pt x="798824" y="15055"/>
                </a:cubicBezTo>
                <a:cubicBezTo>
                  <a:pt x="796373" y="15055"/>
                  <a:pt x="794773" y="14691"/>
                  <a:pt x="794026" y="13963"/>
                </a:cubicBezTo>
                <a:cubicBezTo>
                  <a:pt x="793279" y="13235"/>
                  <a:pt x="792906" y="11722"/>
                  <a:pt x="792906" y="9423"/>
                </a:cubicBezTo>
                <a:moveTo>
                  <a:pt x="803536" y="70906"/>
                </a:moveTo>
                <a:lnTo>
                  <a:pt x="821981" y="70906"/>
                </a:lnTo>
                <a:cubicBezTo>
                  <a:pt x="823475" y="70906"/>
                  <a:pt x="824576" y="71224"/>
                  <a:pt x="825285" y="71861"/>
                </a:cubicBezTo>
                <a:cubicBezTo>
                  <a:pt x="825993" y="72497"/>
                  <a:pt x="826348" y="73509"/>
                  <a:pt x="826348" y="74899"/>
                </a:cubicBezTo>
                <a:cubicBezTo>
                  <a:pt x="826348" y="76481"/>
                  <a:pt x="826012" y="77571"/>
                  <a:pt x="825342" y="78169"/>
                </a:cubicBezTo>
                <a:cubicBezTo>
                  <a:pt x="824672" y="78766"/>
                  <a:pt x="823436" y="79065"/>
                  <a:pt x="821636" y="79065"/>
                </a:cubicBezTo>
                <a:lnTo>
                  <a:pt x="777047" y="79065"/>
                </a:lnTo>
                <a:cubicBezTo>
                  <a:pt x="775514" y="79065"/>
                  <a:pt x="774365" y="78718"/>
                  <a:pt x="773599" y="78024"/>
                </a:cubicBezTo>
                <a:cubicBezTo>
                  <a:pt x="772833" y="77329"/>
                  <a:pt x="772450" y="76288"/>
                  <a:pt x="772450" y="74899"/>
                </a:cubicBezTo>
                <a:cubicBezTo>
                  <a:pt x="772450" y="73549"/>
                  <a:pt x="772852" y="72546"/>
                  <a:pt x="773657" y="71890"/>
                </a:cubicBezTo>
                <a:cubicBezTo>
                  <a:pt x="774461" y="71234"/>
                  <a:pt x="775668" y="70906"/>
                  <a:pt x="777277" y="70906"/>
                </a:cubicBezTo>
                <a:lnTo>
                  <a:pt x="794802" y="70906"/>
                </a:lnTo>
                <a:lnTo>
                  <a:pt x="794802" y="34131"/>
                </a:lnTo>
                <a:lnTo>
                  <a:pt x="783597" y="34131"/>
                </a:lnTo>
                <a:cubicBezTo>
                  <a:pt x="782027" y="34131"/>
                  <a:pt x="780830" y="33777"/>
                  <a:pt x="780006" y="33068"/>
                </a:cubicBezTo>
                <a:cubicBezTo>
                  <a:pt x="779182" y="32360"/>
                  <a:pt x="778771" y="31335"/>
                  <a:pt x="778771" y="29994"/>
                </a:cubicBezTo>
                <a:cubicBezTo>
                  <a:pt x="778771" y="28653"/>
                  <a:pt x="779154" y="27648"/>
                  <a:pt x="779920" y="26978"/>
                </a:cubicBezTo>
                <a:cubicBezTo>
                  <a:pt x="780686" y="26307"/>
                  <a:pt x="781835" y="25972"/>
                  <a:pt x="783367" y="25972"/>
                </a:cubicBezTo>
                <a:lnTo>
                  <a:pt x="800203" y="25972"/>
                </a:lnTo>
                <a:cubicBezTo>
                  <a:pt x="801237" y="25972"/>
                  <a:pt x="802051" y="26183"/>
                  <a:pt x="802645" y="26604"/>
                </a:cubicBezTo>
                <a:cubicBezTo>
                  <a:pt x="803239" y="27024"/>
                  <a:pt x="803536" y="27598"/>
                  <a:pt x="803536" y="28324"/>
                </a:cubicBezTo>
                <a:lnTo>
                  <a:pt x="803536" y="70906"/>
                </a:lnTo>
                <a:close/>
                <a:moveTo>
                  <a:pt x="884227" y="29190"/>
                </a:moveTo>
                <a:cubicBezTo>
                  <a:pt x="886104" y="29190"/>
                  <a:pt x="887473" y="29518"/>
                  <a:pt x="888335" y="30174"/>
                </a:cubicBezTo>
                <a:cubicBezTo>
                  <a:pt x="889197" y="30830"/>
                  <a:pt x="889628" y="31871"/>
                  <a:pt x="889628" y="33298"/>
                </a:cubicBezTo>
                <a:cubicBezTo>
                  <a:pt x="889628" y="34648"/>
                  <a:pt x="889226" y="35661"/>
                  <a:pt x="888421" y="36336"/>
                </a:cubicBezTo>
                <a:cubicBezTo>
                  <a:pt x="887617" y="37011"/>
                  <a:pt x="886410" y="37349"/>
                  <a:pt x="884802" y="37349"/>
                </a:cubicBezTo>
                <a:lnTo>
                  <a:pt x="861530" y="37349"/>
                </a:lnTo>
                <a:lnTo>
                  <a:pt x="861530" y="56541"/>
                </a:lnTo>
                <a:cubicBezTo>
                  <a:pt x="861530" y="62823"/>
                  <a:pt x="862344" y="66960"/>
                  <a:pt x="863972" y="68952"/>
                </a:cubicBezTo>
                <a:cubicBezTo>
                  <a:pt x="865600" y="70944"/>
                  <a:pt x="868387" y="71940"/>
                  <a:pt x="872333" y="71940"/>
                </a:cubicBezTo>
                <a:cubicBezTo>
                  <a:pt x="875819" y="71940"/>
                  <a:pt x="879994" y="70925"/>
                  <a:pt x="884859" y="68895"/>
                </a:cubicBezTo>
                <a:cubicBezTo>
                  <a:pt x="889724" y="66864"/>
                  <a:pt x="892731" y="65849"/>
                  <a:pt x="893880" y="65849"/>
                </a:cubicBezTo>
                <a:cubicBezTo>
                  <a:pt x="894953" y="65849"/>
                  <a:pt x="895863" y="66232"/>
                  <a:pt x="896610" y="66998"/>
                </a:cubicBezTo>
                <a:cubicBezTo>
                  <a:pt x="897357" y="67765"/>
                  <a:pt x="897730" y="68703"/>
                  <a:pt x="897730" y="69814"/>
                </a:cubicBezTo>
                <a:cubicBezTo>
                  <a:pt x="897730" y="71078"/>
                  <a:pt x="897261" y="72176"/>
                  <a:pt x="896322" y="73109"/>
                </a:cubicBezTo>
                <a:cubicBezTo>
                  <a:pt x="895384" y="74042"/>
                  <a:pt x="893784" y="74945"/>
                  <a:pt x="891524" y="75820"/>
                </a:cubicBezTo>
                <a:cubicBezTo>
                  <a:pt x="887770" y="77304"/>
                  <a:pt x="884390" y="78388"/>
                  <a:pt x="881383" y="79072"/>
                </a:cubicBezTo>
                <a:cubicBezTo>
                  <a:pt x="878376" y="79757"/>
                  <a:pt x="875550" y="80099"/>
                  <a:pt x="872907" y="80099"/>
                </a:cubicBezTo>
                <a:cubicBezTo>
                  <a:pt x="868425" y="80099"/>
                  <a:pt x="864662" y="79382"/>
                  <a:pt x="861616" y="77948"/>
                </a:cubicBezTo>
                <a:cubicBezTo>
                  <a:pt x="858571" y="76513"/>
                  <a:pt x="856301" y="74380"/>
                  <a:pt x="854807" y="71549"/>
                </a:cubicBezTo>
                <a:cubicBezTo>
                  <a:pt x="854041" y="70210"/>
                  <a:pt x="853495" y="68623"/>
                  <a:pt x="853170" y="66787"/>
                </a:cubicBezTo>
                <a:cubicBezTo>
                  <a:pt x="852844" y="64950"/>
                  <a:pt x="852681" y="62119"/>
                  <a:pt x="852681" y="58293"/>
                </a:cubicBezTo>
                <a:lnTo>
                  <a:pt x="852681" y="56516"/>
                </a:lnTo>
                <a:lnTo>
                  <a:pt x="852681" y="37349"/>
                </a:lnTo>
                <a:lnTo>
                  <a:pt x="842913" y="37349"/>
                </a:lnTo>
                <a:cubicBezTo>
                  <a:pt x="841304" y="37349"/>
                  <a:pt x="840136" y="37031"/>
                  <a:pt x="839408" y="36396"/>
                </a:cubicBezTo>
                <a:cubicBezTo>
                  <a:pt x="838680" y="35759"/>
                  <a:pt x="838316" y="34726"/>
                  <a:pt x="838316" y="33298"/>
                </a:cubicBezTo>
                <a:cubicBezTo>
                  <a:pt x="838316" y="31717"/>
                  <a:pt x="838814" y="30637"/>
                  <a:pt x="839810" y="30059"/>
                </a:cubicBezTo>
                <a:cubicBezTo>
                  <a:pt x="840806" y="29479"/>
                  <a:pt x="842932" y="29190"/>
                  <a:pt x="846188" y="29190"/>
                </a:cubicBezTo>
                <a:lnTo>
                  <a:pt x="852681" y="29190"/>
                </a:lnTo>
                <a:lnTo>
                  <a:pt x="852681" y="17410"/>
                </a:lnTo>
                <a:lnTo>
                  <a:pt x="852681" y="14365"/>
                </a:lnTo>
                <a:cubicBezTo>
                  <a:pt x="852681" y="12718"/>
                  <a:pt x="853036" y="11502"/>
                  <a:pt x="853744" y="10716"/>
                </a:cubicBezTo>
                <a:cubicBezTo>
                  <a:pt x="854453" y="9931"/>
                  <a:pt x="855554" y="9538"/>
                  <a:pt x="857048" y="9538"/>
                </a:cubicBezTo>
                <a:cubicBezTo>
                  <a:pt x="858734" y="9538"/>
                  <a:pt x="859902" y="10017"/>
                  <a:pt x="860553" y="10975"/>
                </a:cubicBezTo>
                <a:cubicBezTo>
                  <a:pt x="861205" y="11933"/>
                  <a:pt x="861530" y="14116"/>
                  <a:pt x="861530" y="17525"/>
                </a:cubicBezTo>
                <a:lnTo>
                  <a:pt x="861530" y="29190"/>
                </a:lnTo>
                <a:lnTo>
                  <a:pt x="884227" y="29190"/>
                </a:lnTo>
                <a:close/>
                <a:moveTo>
                  <a:pt x="956183" y="29450"/>
                </a:moveTo>
                <a:lnTo>
                  <a:pt x="956183" y="29220"/>
                </a:lnTo>
                <a:cubicBezTo>
                  <a:pt x="956183" y="27945"/>
                  <a:pt x="956547" y="27009"/>
                  <a:pt x="957275" y="26410"/>
                </a:cubicBezTo>
                <a:cubicBezTo>
                  <a:pt x="958003" y="25812"/>
                  <a:pt x="959133" y="25512"/>
                  <a:pt x="960665" y="25512"/>
                </a:cubicBezTo>
                <a:cubicBezTo>
                  <a:pt x="962236" y="25512"/>
                  <a:pt x="963318" y="25973"/>
                  <a:pt x="963912" y="26895"/>
                </a:cubicBezTo>
                <a:cubicBezTo>
                  <a:pt x="964506" y="27817"/>
                  <a:pt x="964802" y="29718"/>
                  <a:pt x="964802" y="32598"/>
                </a:cubicBezTo>
                <a:lnTo>
                  <a:pt x="964802" y="43314"/>
                </a:lnTo>
                <a:cubicBezTo>
                  <a:pt x="964802" y="44735"/>
                  <a:pt x="964439" y="45801"/>
                  <a:pt x="963711" y="46512"/>
                </a:cubicBezTo>
                <a:cubicBezTo>
                  <a:pt x="962983" y="47222"/>
                  <a:pt x="961891" y="47577"/>
                  <a:pt x="960435" y="47577"/>
                </a:cubicBezTo>
                <a:cubicBezTo>
                  <a:pt x="959401" y="47577"/>
                  <a:pt x="958511" y="47280"/>
                  <a:pt x="957764" y="46686"/>
                </a:cubicBezTo>
                <a:cubicBezTo>
                  <a:pt x="957017" y="46093"/>
                  <a:pt x="956107" y="44857"/>
                  <a:pt x="955034" y="42980"/>
                </a:cubicBezTo>
                <a:cubicBezTo>
                  <a:pt x="953196" y="39877"/>
                  <a:pt x="950964" y="37531"/>
                  <a:pt x="948340" y="35941"/>
                </a:cubicBezTo>
                <a:cubicBezTo>
                  <a:pt x="945716" y="34352"/>
                  <a:pt x="942699" y="33557"/>
                  <a:pt x="939290" y="33557"/>
                </a:cubicBezTo>
                <a:cubicBezTo>
                  <a:pt x="933314" y="33557"/>
                  <a:pt x="928459" y="35319"/>
                  <a:pt x="924724" y="38843"/>
                </a:cubicBezTo>
                <a:cubicBezTo>
                  <a:pt x="920989" y="42367"/>
                  <a:pt x="919122" y="46926"/>
                  <a:pt x="919122" y="52519"/>
                </a:cubicBezTo>
                <a:cubicBezTo>
                  <a:pt x="919122" y="58226"/>
                  <a:pt x="920913" y="62890"/>
                  <a:pt x="924494" y="66510"/>
                </a:cubicBezTo>
                <a:cubicBezTo>
                  <a:pt x="928076" y="70130"/>
                  <a:pt x="932682" y="71940"/>
                  <a:pt x="938313" y="71940"/>
                </a:cubicBezTo>
                <a:cubicBezTo>
                  <a:pt x="940880" y="71940"/>
                  <a:pt x="943322" y="71586"/>
                  <a:pt x="945640" y="70877"/>
                </a:cubicBezTo>
                <a:cubicBezTo>
                  <a:pt x="947957" y="70168"/>
                  <a:pt x="950150" y="69105"/>
                  <a:pt x="952219" y="67688"/>
                </a:cubicBezTo>
                <a:cubicBezTo>
                  <a:pt x="952947" y="67228"/>
                  <a:pt x="953923" y="66520"/>
                  <a:pt x="955149" y="65562"/>
                </a:cubicBezTo>
                <a:cubicBezTo>
                  <a:pt x="957639" y="63532"/>
                  <a:pt x="959593" y="62517"/>
                  <a:pt x="961010" y="62517"/>
                </a:cubicBezTo>
                <a:cubicBezTo>
                  <a:pt x="962198" y="62517"/>
                  <a:pt x="963165" y="62890"/>
                  <a:pt x="963912" y="63637"/>
                </a:cubicBezTo>
                <a:cubicBezTo>
                  <a:pt x="964659" y="64384"/>
                  <a:pt x="965032" y="65351"/>
                  <a:pt x="965032" y="66539"/>
                </a:cubicBezTo>
                <a:cubicBezTo>
                  <a:pt x="965032" y="69565"/>
                  <a:pt x="962169" y="72658"/>
                  <a:pt x="956442" y="75819"/>
                </a:cubicBezTo>
                <a:cubicBezTo>
                  <a:pt x="950715" y="78979"/>
                  <a:pt x="944634" y="80559"/>
                  <a:pt x="938198" y="80559"/>
                </a:cubicBezTo>
                <a:cubicBezTo>
                  <a:pt x="929886" y="80559"/>
                  <a:pt x="922962" y="77894"/>
                  <a:pt x="917427" y="72565"/>
                </a:cubicBezTo>
                <a:cubicBezTo>
                  <a:pt x="911891" y="67234"/>
                  <a:pt x="909124" y="60581"/>
                  <a:pt x="909124" y="52605"/>
                </a:cubicBezTo>
                <a:cubicBezTo>
                  <a:pt x="909124" y="44629"/>
                  <a:pt x="911882" y="37966"/>
                  <a:pt x="917398" y="32618"/>
                </a:cubicBezTo>
                <a:cubicBezTo>
                  <a:pt x="922914" y="27268"/>
                  <a:pt x="929809" y="24593"/>
                  <a:pt x="938084" y="24593"/>
                </a:cubicBezTo>
                <a:cubicBezTo>
                  <a:pt x="940995" y="24593"/>
                  <a:pt x="943916" y="24989"/>
                  <a:pt x="946846" y="25780"/>
                </a:cubicBezTo>
                <a:cubicBezTo>
                  <a:pt x="949777" y="26570"/>
                  <a:pt x="952889" y="27793"/>
                  <a:pt x="956183" y="29450"/>
                </a:cubicBezTo>
                <a:close/>
                <a:moveTo>
                  <a:pt x="987631" y="70906"/>
                </a:moveTo>
                <a:lnTo>
                  <a:pt x="987631" y="12067"/>
                </a:lnTo>
                <a:lnTo>
                  <a:pt x="986539" y="12067"/>
                </a:lnTo>
                <a:cubicBezTo>
                  <a:pt x="983934" y="12067"/>
                  <a:pt x="982143" y="11764"/>
                  <a:pt x="981167" y="11160"/>
                </a:cubicBezTo>
                <a:cubicBezTo>
                  <a:pt x="980190" y="10555"/>
                  <a:pt x="979701" y="9498"/>
                  <a:pt x="979701" y="7987"/>
                </a:cubicBezTo>
                <a:cubicBezTo>
                  <a:pt x="979701" y="6627"/>
                  <a:pt x="980094" y="5607"/>
                  <a:pt x="980879" y="4927"/>
                </a:cubicBezTo>
                <a:cubicBezTo>
                  <a:pt x="981665" y="4247"/>
                  <a:pt x="982804" y="3907"/>
                  <a:pt x="984298" y="3907"/>
                </a:cubicBezTo>
                <a:lnTo>
                  <a:pt x="993032" y="3907"/>
                </a:lnTo>
                <a:cubicBezTo>
                  <a:pt x="994066" y="3907"/>
                  <a:pt x="994871" y="4118"/>
                  <a:pt x="995445" y="4539"/>
                </a:cubicBezTo>
                <a:cubicBezTo>
                  <a:pt x="996020" y="4961"/>
                  <a:pt x="996307" y="5535"/>
                  <a:pt x="996307" y="6263"/>
                </a:cubicBezTo>
                <a:lnTo>
                  <a:pt x="996307" y="32285"/>
                </a:lnTo>
                <a:cubicBezTo>
                  <a:pt x="999104" y="29664"/>
                  <a:pt x="1001871" y="27726"/>
                  <a:pt x="1004610" y="26473"/>
                </a:cubicBezTo>
                <a:cubicBezTo>
                  <a:pt x="1007349" y="25220"/>
                  <a:pt x="1010194" y="24593"/>
                  <a:pt x="1013143" y="24593"/>
                </a:cubicBezTo>
                <a:cubicBezTo>
                  <a:pt x="1018927" y="24593"/>
                  <a:pt x="1023476" y="26392"/>
                  <a:pt x="1026790" y="29989"/>
                </a:cubicBezTo>
                <a:cubicBezTo>
                  <a:pt x="1030103" y="33585"/>
                  <a:pt x="1031760" y="38558"/>
                  <a:pt x="1031760" y="44909"/>
                </a:cubicBezTo>
                <a:lnTo>
                  <a:pt x="1031760" y="70906"/>
                </a:lnTo>
                <a:lnTo>
                  <a:pt x="1034461" y="70906"/>
                </a:lnTo>
                <a:cubicBezTo>
                  <a:pt x="1036376" y="70906"/>
                  <a:pt x="1037755" y="71224"/>
                  <a:pt x="1038598" y="71861"/>
                </a:cubicBezTo>
                <a:cubicBezTo>
                  <a:pt x="1039441" y="72497"/>
                  <a:pt x="1039862" y="73509"/>
                  <a:pt x="1039862" y="74899"/>
                </a:cubicBezTo>
                <a:cubicBezTo>
                  <a:pt x="1039862" y="76288"/>
                  <a:pt x="1039479" y="77329"/>
                  <a:pt x="1038713" y="78024"/>
                </a:cubicBezTo>
                <a:cubicBezTo>
                  <a:pt x="1037947" y="78718"/>
                  <a:pt x="1036798" y="79065"/>
                  <a:pt x="1035265" y="79065"/>
                </a:cubicBezTo>
                <a:lnTo>
                  <a:pt x="1019981" y="79065"/>
                </a:lnTo>
                <a:cubicBezTo>
                  <a:pt x="1018181" y="79065"/>
                  <a:pt x="1016964" y="78766"/>
                  <a:pt x="1016332" y="78169"/>
                </a:cubicBezTo>
                <a:cubicBezTo>
                  <a:pt x="1015700" y="77571"/>
                  <a:pt x="1015384" y="76481"/>
                  <a:pt x="1015384" y="74899"/>
                </a:cubicBezTo>
                <a:cubicBezTo>
                  <a:pt x="1015384" y="73356"/>
                  <a:pt x="1015777" y="72305"/>
                  <a:pt x="1016562" y="71746"/>
                </a:cubicBezTo>
                <a:cubicBezTo>
                  <a:pt x="1017347" y="71186"/>
                  <a:pt x="1018832" y="70906"/>
                  <a:pt x="1021015" y="70906"/>
                </a:cubicBezTo>
                <a:lnTo>
                  <a:pt x="1023026" y="70906"/>
                </a:lnTo>
                <a:lnTo>
                  <a:pt x="1023026" y="47076"/>
                </a:lnTo>
                <a:cubicBezTo>
                  <a:pt x="1023026" y="42607"/>
                  <a:pt x="1022011" y="39199"/>
                  <a:pt x="1019981" y="36850"/>
                </a:cubicBezTo>
                <a:cubicBezTo>
                  <a:pt x="1017951" y="34501"/>
                  <a:pt x="1015001" y="33327"/>
                  <a:pt x="1011132" y="33327"/>
                </a:cubicBezTo>
                <a:cubicBezTo>
                  <a:pt x="1007186" y="33327"/>
                  <a:pt x="1003729" y="34645"/>
                  <a:pt x="1000761" y="37281"/>
                </a:cubicBezTo>
                <a:cubicBezTo>
                  <a:pt x="997792" y="39916"/>
                  <a:pt x="996307" y="43181"/>
                  <a:pt x="996307" y="47076"/>
                </a:cubicBezTo>
                <a:lnTo>
                  <a:pt x="996307" y="70906"/>
                </a:lnTo>
                <a:lnTo>
                  <a:pt x="998318" y="70906"/>
                </a:lnTo>
                <a:cubicBezTo>
                  <a:pt x="1000617" y="70906"/>
                  <a:pt x="1002168" y="71195"/>
                  <a:pt x="1002973" y="71775"/>
                </a:cubicBezTo>
                <a:cubicBezTo>
                  <a:pt x="1003777" y="72353"/>
                  <a:pt x="1004179" y="73395"/>
                  <a:pt x="1004179" y="74899"/>
                </a:cubicBezTo>
                <a:cubicBezTo>
                  <a:pt x="1004179" y="76481"/>
                  <a:pt x="1003863" y="77571"/>
                  <a:pt x="1003231" y="78169"/>
                </a:cubicBezTo>
                <a:cubicBezTo>
                  <a:pt x="1002599" y="78766"/>
                  <a:pt x="1001383" y="79065"/>
                  <a:pt x="999583" y="79065"/>
                </a:cubicBezTo>
                <a:lnTo>
                  <a:pt x="984298" y="79065"/>
                </a:lnTo>
                <a:cubicBezTo>
                  <a:pt x="982804" y="79065"/>
                  <a:pt x="981684" y="78718"/>
                  <a:pt x="980937" y="78024"/>
                </a:cubicBezTo>
                <a:cubicBezTo>
                  <a:pt x="980190" y="77329"/>
                  <a:pt x="979816" y="76288"/>
                  <a:pt x="979816" y="74899"/>
                </a:cubicBezTo>
                <a:cubicBezTo>
                  <a:pt x="979816" y="73356"/>
                  <a:pt x="980266" y="72305"/>
                  <a:pt x="981167" y="71746"/>
                </a:cubicBezTo>
                <a:cubicBezTo>
                  <a:pt x="982067" y="71186"/>
                  <a:pt x="983819" y="70906"/>
                  <a:pt x="986424" y="70906"/>
                </a:cubicBezTo>
                <a:lnTo>
                  <a:pt x="987631" y="70906"/>
                </a:lnTo>
                <a:close/>
                <a:moveTo>
                  <a:pt x="1060163" y="55047"/>
                </a:moveTo>
                <a:cubicBezTo>
                  <a:pt x="1060469" y="60581"/>
                  <a:pt x="1062337" y="64857"/>
                  <a:pt x="1065765" y="67875"/>
                </a:cubicBezTo>
                <a:cubicBezTo>
                  <a:pt x="1069194" y="70891"/>
                  <a:pt x="1073877" y="72400"/>
                  <a:pt x="1079814" y="72400"/>
                </a:cubicBezTo>
                <a:cubicBezTo>
                  <a:pt x="1084296" y="72400"/>
                  <a:pt x="1089180" y="71203"/>
                  <a:pt x="1094467" y="68808"/>
                </a:cubicBezTo>
                <a:cubicBezTo>
                  <a:pt x="1099753" y="66414"/>
                  <a:pt x="1102952" y="65217"/>
                  <a:pt x="1104062" y="65217"/>
                </a:cubicBezTo>
                <a:cubicBezTo>
                  <a:pt x="1105212" y="65217"/>
                  <a:pt x="1106169" y="65581"/>
                  <a:pt x="1106935" y="66309"/>
                </a:cubicBezTo>
                <a:cubicBezTo>
                  <a:pt x="1107702" y="67037"/>
                  <a:pt x="1108085" y="67937"/>
                  <a:pt x="1108085" y="69010"/>
                </a:cubicBezTo>
                <a:cubicBezTo>
                  <a:pt x="1108085" y="70120"/>
                  <a:pt x="1107682" y="71136"/>
                  <a:pt x="1106878" y="72055"/>
                </a:cubicBezTo>
                <a:cubicBezTo>
                  <a:pt x="1106074" y="72974"/>
                  <a:pt x="1104790" y="73875"/>
                  <a:pt x="1103028" y="74756"/>
                </a:cubicBezTo>
                <a:cubicBezTo>
                  <a:pt x="1099197" y="76633"/>
                  <a:pt x="1095242" y="78069"/>
                  <a:pt x="1091163" y="79065"/>
                </a:cubicBezTo>
                <a:cubicBezTo>
                  <a:pt x="1087083" y="80061"/>
                  <a:pt x="1083032" y="80559"/>
                  <a:pt x="1079010" y="80559"/>
                </a:cubicBezTo>
                <a:cubicBezTo>
                  <a:pt x="1070276" y="80559"/>
                  <a:pt x="1063285" y="78038"/>
                  <a:pt x="1058037" y="72996"/>
                </a:cubicBezTo>
                <a:cubicBezTo>
                  <a:pt x="1052789" y="67953"/>
                  <a:pt x="1050165" y="61270"/>
                  <a:pt x="1050165" y="52949"/>
                </a:cubicBezTo>
                <a:cubicBezTo>
                  <a:pt x="1050165" y="44475"/>
                  <a:pt x="1052942" y="37612"/>
                  <a:pt x="1058497" y="32359"/>
                </a:cubicBezTo>
                <a:cubicBezTo>
                  <a:pt x="1064051" y="27105"/>
                  <a:pt x="1071291" y="24478"/>
                  <a:pt x="1080216" y="24478"/>
                </a:cubicBezTo>
                <a:cubicBezTo>
                  <a:pt x="1088299" y="24478"/>
                  <a:pt x="1095003" y="26930"/>
                  <a:pt x="1100327" y="31833"/>
                </a:cubicBezTo>
                <a:cubicBezTo>
                  <a:pt x="1105652" y="36736"/>
                  <a:pt x="1108314" y="42674"/>
                  <a:pt x="1108314" y="49646"/>
                </a:cubicBezTo>
                <a:cubicBezTo>
                  <a:pt x="1108314" y="51791"/>
                  <a:pt x="1107864" y="53227"/>
                  <a:pt x="1106964" y="53955"/>
                </a:cubicBezTo>
                <a:cubicBezTo>
                  <a:pt x="1106064" y="54683"/>
                  <a:pt x="1103622" y="55047"/>
                  <a:pt x="1099638" y="55047"/>
                </a:cubicBezTo>
                <a:lnTo>
                  <a:pt x="1098776" y="55047"/>
                </a:lnTo>
                <a:lnTo>
                  <a:pt x="1060163" y="55047"/>
                </a:lnTo>
                <a:moveTo>
                  <a:pt x="1060450" y="47462"/>
                </a:moveTo>
                <a:lnTo>
                  <a:pt x="1097857" y="47462"/>
                </a:lnTo>
                <a:cubicBezTo>
                  <a:pt x="1097282" y="42938"/>
                  <a:pt x="1095376" y="39299"/>
                  <a:pt x="1092139" y="36543"/>
                </a:cubicBezTo>
                <a:cubicBezTo>
                  <a:pt x="1088903" y="33786"/>
                  <a:pt x="1084928" y="32407"/>
                  <a:pt x="1080216" y="32407"/>
                </a:cubicBezTo>
                <a:cubicBezTo>
                  <a:pt x="1075122" y="32407"/>
                  <a:pt x="1070831" y="33738"/>
                  <a:pt x="1067345" y="36399"/>
                </a:cubicBezTo>
                <a:cubicBezTo>
                  <a:pt x="1063859" y="39060"/>
                  <a:pt x="1061561" y="42748"/>
                  <a:pt x="1060450" y="47462"/>
                </a:cubicBezTo>
                <a:close/>
                <a:moveTo>
                  <a:pt x="1128557" y="70906"/>
                </a:moveTo>
                <a:lnTo>
                  <a:pt x="1128557" y="34121"/>
                </a:lnTo>
                <a:lnTo>
                  <a:pt x="1127465" y="34121"/>
                </a:lnTo>
                <a:cubicBezTo>
                  <a:pt x="1124860" y="34121"/>
                  <a:pt x="1123069" y="33815"/>
                  <a:pt x="1122093" y="33203"/>
                </a:cubicBezTo>
                <a:cubicBezTo>
                  <a:pt x="1121116" y="32591"/>
                  <a:pt x="1120627" y="31520"/>
                  <a:pt x="1120627" y="29989"/>
                </a:cubicBezTo>
                <a:cubicBezTo>
                  <a:pt x="1120627" y="28574"/>
                  <a:pt x="1121030" y="27551"/>
                  <a:pt x="1121834" y="26920"/>
                </a:cubicBezTo>
                <a:cubicBezTo>
                  <a:pt x="1122638" y="26288"/>
                  <a:pt x="1123941" y="25972"/>
                  <a:pt x="1125741" y="25972"/>
                </a:cubicBezTo>
                <a:lnTo>
                  <a:pt x="1128442" y="25972"/>
                </a:lnTo>
                <a:lnTo>
                  <a:pt x="1133958" y="25972"/>
                </a:lnTo>
                <a:cubicBezTo>
                  <a:pt x="1134992" y="25972"/>
                  <a:pt x="1135797" y="26184"/>
                  <a:pt x="1136371" y="26609"/>
                </a:cubicBezTo>
                <a:cubicBezTo>
                  <a:pt x="1136946" y="27033"/>
                  <a:pt x="1137233" y="27612"/>
                  <a:pt x="1137233" y="28346"/>
                </a:cubicBezTo>
                <a:lnTo>
                  <a:pt x="1137233" y="32284"/>
                </a:lnTo>
                <a:cubicBezTo>
                  <a:pt x="1140030" y="29662"/>
                  <a:pt x="1142797" y="27725"/>
                  <a:pt x="1145536" y="26473"/>
                </a:cubicBezTo>
                <a:cubicBezTo>
                  <a:pt x="1148275" y="25220"/>
                  <a:pt x="1151120" y="24593"/>
                  <a:pt x="1154069" y="24593"/>
                </a:cubicBezTo>
                <a:cubicBezTo>
                  <a:pt x="1159853" y="24593"/>
                  <a:pt x="1164402" y="26392"/>
                  <a:pt x="1167716" y="29989"/>
                </a:cubicBezTo>
                <a:cubicBezTo>
                  <a:pt x="1171029" y="33585"/>
                  <a:pt x="1172686" y="38558"/>
                  <a:pt x="1172686" y="44909"/>
                </a:cubicBezTo>
                <a:lnTo>
                  <a:pt x="1172686" y="70906"/>
                </a:lnTo>
                <a:lnTo>
                  <a:pt x="1175387" y="70906"/>
                </a:lnTo>
                <a:cubicBezTo>
                  <a:pt x="1177302" y="70906"/>
                  <a:pt x="1178681" y="71224"/>
                  <a:pt x="1179524" y="71861"/>
                </a:cubicBezTo>
                <a:cubicBezTo>
                  <a:pt x="1180367" y="72497"/>
                  <a:pt x="1180788" y="73509"/>
                  <a:pt x="1180788" y="74899"/>
                </a:cubicBezTo>
                <a:cubicBezTo>
                  <a:pt x="1180788" y="76404"/>
                  <a:pt x="1180338" y="77475"/>
                  <a:pt x="1179438" y="78112"/>
                </a:cubicBezTo>
                <a:cubicBezTo>
                  <a:pt x="1178538" y="78747"/>
                  <a:pt x="1176938" y="79065"/>
                  <a:pt x="1174640" y="79065"/>
                </a:cubicBezTo>
                <a:lnTo>
                  <a:pt x="1161941" y="79065"/>
                </a:lnTo>
                <a:cubicBezTo>
                  <a:pt x="1159490" y="79065"/>
                  <a:pt x="1157919" y="78776"/>
                  <a:pt x="1157229" y="78198"/>
                </a:cubicBezTo>
                <a:cubicBezTo>
                  <a:pt x="1156540" y="77618"/>
                  <a:pt x="1156195" y="76519"/>
                  <a:pt x="1156195" y="74899"/>
                </a:cubicBezTo>
                <a:cubicBezTo>
                  <a:pt x="1156195" y="73395"/>
                  <a:pt x="1156597" y="72353"/>
                  <a:pt x="1157402" y="71775"/>
                </a:cubicBezTo>
                <a:cubicBezTo>
                  <a:pt x="1158206" y="71195"/>
                  <a:pt x="1159719" y="70906"/>
                  <a:pt x="1161941" y="70906"/>
                </a:cubicBezTo>
                <a:lnTo>
                  <a:pt x="1163952" y="70906"/>
                </a:lnTo>
                <a:lnTo>
                  <a:pt x="1163952" y="47076"/>
                </a:lnTo>
                <a:cubicBezTo>
                  <a:pt x="1163952" y="42607"/>
                  <a:pt x="1162937" y="39199"/>
                  <a:pt x="1160907" y="36850"/>
                </a:cubicBezTo>
                <a:cubicBezTo>
                  <a:pt x="1158877" y="34501"/>
                  <a:pt x="1155927" y="33327"/>
                  <a:pt x="1152058" y="33327"/>
                </a:cubicBezTo>
                <a:cubicBezTo>
                  <a:pt x="1148151" y="33327"/>
                  <a:pt x="1144703" y="34645"/>
                  <a:pt x="1141715" y="37281"/>
                </a:cubicBezTo>
                <a:cubicBezTo>
                  <a:pt x="1138727" y="39916"/>
                  <a:pt x="1137233" y="43181"/>
                  <a:pt x="1137233" y="47076"/>
                </a:cubicBezTo>
                <a:lnTo>
                  <a:pt x="1137233" y="70906"/>
                </a:lnTo>
                <a:lnTo>
                  <a:pt x="1139244" y="70906"/>
                </a:lnTo>
                <a:cubicBezTo>
                  <a:pt x="1141543" y="70906"/>
                  <a:pt x="1143094" y="71195"/>
                  <a:pt x="1143899" y="71775"/>
                </a:cubicBezTo>
                <a:cubicBezTo>
                  <a:pt x="1144703" y="72353"/>
                  <a:pt x="1145105" y="73395"/>
                  <a:pt x="1145105" y="74899"/>
                </a:cubicBezTo>
                <a:cubicBezTo>
                  <a:pt x="1145105" y="76519"/>
                  <a:pt x="1144761" y="77618"/>
                  <a:pt x="1144071" y="78198"/>
                </a:cubicBezTo>
                <a:cubicBezTo>
                  <a:pt x="1143382" y="78776"/>
                  <a:pt x="1141696" y="79065"/>
                  <a:pt x="1139015" y="79065"/>
                </a:cubicBezTo>
                <a:lnTo>
                  <a:pt x="1128557" y="79065"/>
                </a:lnTo>
                <a:lnTo>
                  <a:pt x="1125454" y="79065"/>
                </a:lnTo>
                <a:cubicBezTo>
                  <a:pt x="1123883" y="79065"/>
                  <a:pt x="1122706" y="78728"/>
                  <a:pt x="1121920" y="78052"/>
                </a:cubicBezTo>
                <a:cubicBezTo>
                  <a:pt x="1121135" y="77377"/>
                  <a:pt x="1120742" y="76326"/>
                  <a:pt x="1120742" y="74899"/>
                </a:cubicBezTo>
                <a:cubicBezTo>
                  <a:pt x="1120742" y="73356"/>
                  <a:pt x="1121192" y="72305"/>
                  <a:pt x="1122093" y="71746"/>
                </a:cubicBezTo>
                <a:cubicBezTo>
                  <a:pt x="1122993" y="71186"/>
                  <a:pt x="1124745" y="70906"/>
                  <a:pt x="1127350" y="70906"/>
                </a:cubicBezTo>
                <a:lnTo>
                  <a:pt x="1128557" y="70906"/>
                </a:lnTo>
                <a:close/>
                <a:moveTo>
                  <a:pt x="1307924" y="29450"/>
                </a:moveTo>
                <a:lnTo>
                  <a:pt x="1307924" y="29220"/>
                </a:lnTo>
                <a:cubicBezTo>
                  <a:pt x="1307924" y="27945"/>
                  <a:pt x="1308288" y="27009"/>
                  <a:pt x="1309015" y="26410"/>
                </a:cubicBezTo>
                <a:cubicBezTo>
                  <a:pt x="1309743" y="25812"/>
                  <a:pt x="1310873" y="25512"/>
                  <a:pt x="1312406" y="25512"/>
                </a:cubicBezTo>
                <a:cubicBezTo>
                  <a:pt x="1313976" y="25512"/>
                  <a:pt x="1315058" y="25973"/>
                  <a:pt x="1315652" y="26895"/>
                </a:cubicBezTo>
                <a:cubicBezTo>
                  <a:pt x="1316246" y="27817"/>
                  <a:pt x="1316543" y="29718"/>
                  <a:pt x="1316543" y="32598"/>
                </a:cubicBezTo>
                <a:lnTo>
                  <a:pt x="1316543" y="43314"/>
                </a:lnTo>
                <a:cubicBezTo>
                  <a:pt x="1316543" y="44735"/>
                  <a:pt x="1316179" y="45801"/>
                  <a:pt x="1315451" y="46512"/>
                </a:cubicBezTo>
                <a:cubicBezTo>
                  <a:pt x="1314723" y="47222"/>
                  <a:pt x="1313631" y="47577"/>
                  <a:pt x="1312176" y="47577"/>
                </a:cubicBezTo>
                <a:cubicBezTo>
                  <a:pt x="1311141" y="47577"/>
                  <a:pt x="1310251" y="47280"/>
                  <a:pt x="1309504" y="46686"/>
                </a:cubicBezTo>
                <a:cubicBezTo>
                  <a:pt x="1308757" y="46093"/>
                  <a:pt x="1307847" y="44857"/>
                  <a:pt x="1306774" y="42980"/>
                </a:cubicBezTo>
                <a:cubicBezTo>
                  <a:pt x="1304936" y="39877"/>
                  <a:pt x="1302704" y="37531"/>
                  <a:pt x="1300080" y="35941"/>
                </a:cubicBezTo>
                <a:cubicBezTo>
                  <a:pt x="1297456" y="34352"/>
                  <a:pt x="1294440" y="33557"/>
                  <a:pt x="1291030" y="33557"/>
                </a:cubicBezTo>
                <a:cubicBezTo>
                  <a:pt x="1285055" y="33557"/>
                  <a:pt x="1280199" y="35319"/>
                  <a:pt x="1276464" y="38843"/>
                </a:cubicBezTo>
                <a:cubicBezTo>
                  <a:pt x="1272729" y="42367"/>
                  <a:pt x="1270862" y="46926"/>
                  <a:pt x="1270862" y="52519"/>
                </a:cubicBezTo>
                <a:cubicBezTo>
                  <a:pt x="1270862" y="58226"/>
                  <a:pt x="1272653" y="62890"/>
                  <a:pt x="1276234" y="66510"/>
                </a:cubicBezTo>
                <a:cubicBezTo>
                  <a:pt x="1279816" y="70130"/>
                  <a:pt x="1284423" y="71940"/>
                  <a:pt x="1290054" y="71940"/>
                </a:cubicBezTo>
                <a:cubicBezTo>
                  <a:pt x="1292620" y="71940"/>
                  <a:pt x="1295062" y="71586"/>
                  <a:pt x="1297380" y="70877"/>
                </a:cubicBezTo>
                <a:cubicBezTo>
                  <a:pt x="1299697" y="70168"/>
                  <a:pt x="1301890" y="69105"/>
                  <a:pt x="1303959" y="67688"/>
                </a:cubicBezTo>
                <a:cubicBezTo>
                  <a:pt x="1304687" y="67228"/>
                  <a:pt x="1305664" y="66520"/>
                  <a:pt x="1306889" y="65562"/>
                </a:cubicBezTo>
                <a:cubicBezTo>
                  <a:pt x="1309379" y="63532"/>
                  <a:pt x="1311333" y="62517"/>
                  <a:pt x="1312750" y="62517"/>
                </a:cubicBezTo>
                <a:cubicBezTo>
                  <a:pt x="1313938" y="62517"/>
                  <a:pt x="1314905" y="62890"/>
                  <a:pt x="1315652" y="63637"/>
                </a:cubicBezTo>
                <a:cubicBezTo>
                  <a:pt x="1316399" y="64384"/>
                  <a:pt x="1316773" y="65351"/>
                  <a:pt x="1316773" y="66539"/>
                </a:cubicBezTo>
                <a:cubicBezTo>
                  <a:pt x="1316773" y="69565"/>
                  <a:pt x="1313909" y="72658"/>
                  <a:pt x="1308182" y="75819"/>
                </a:cubicBezTo>
                <a:cubicBezTo>
                  <a:pt x="1302455" y="78979"/>
                  <a:pt x="1296374" y="80559"/>
                  <a:pt x="1289939" y="80559"/>
                </a:cubicBezTo>
                <a:cubicBezTo>
                  <a:pt x="1281626" y="80559"/>
                  <a:pt x="1274702" y="77894"/>
                  <a:pt x="1269167" y="72565"/>
                </a:cubicBezTo>
                <a:cubicBezTo>
                  <a:pt x="1263632" y="67234"/>
                  <a:pt x="1260864" y="60581"/>
                  <a:pt x="1260864" y="52605"/>
                </a:cubicBezTo>
                <a:cubicBezTo>
                  <a:pt x="1260864" y="44629"/>
                  <a:pt x="1263622" y="37966"/>
                  <a:pt x="1269138" y="32618"/>
                </a:cubicBezTo>
                <a:cubicBezTo>
                  <a:pt x="1274654" y="27268"/>
                  <a:pt x="1281550" y="24593"/>
                  <a:pt x="1289824" y="24593"/>
                </a:cubicBezTo>
                <a:cubicBezTo>
                  <a:pt x="1292735" y="24593"/>
                  <a:pt x="1295656" y="24989"/>
                  <a:pt x="1298586" y="25780"/>
                </a:cubicBezTo>
                <a:cubicBezTo>
                  <a:pt x="1301517" y="26570"/>
                  <a:pt x="1304629" y="27793"/>
                  <a:pt x="1307924" y="29450"/>
                </a:cubicBezTo>
                <a:close/>
                <a:moveTo>
                  <a:pt x="1373732" y="53725"/>
                </a:moveTo>
                <a:cubicBezTo>
                  <a:pt x="1371625" y="53036"/>
                  <a:pt x="1369586" y="52528"/>
                  <a:pt x="1367613" y="52202"/>
                </a:cubicBezTo>
                <a:cubicBezTo>
                  <a:pt x="1365640" y="51877"/>
                  <a:pt x="1363677" y="51714"/>
                  <a:pt x="1361723" y="51714"/>
                </a:cubicBezTo>
                <a:cubicBezTo>
                  <a:pt x="1355824" y="51714"/>
                  <a:pt x="1351170" y="52710"/>
                  <a:pt x="1347760" y="54702"/>
                </a:cubicBezTo>
                <a:cubicBezTo>
                  <a:pt x="1344351" y="56694"/>
                  <a:pt x="1342646" y="59375"/>
                  <a:pt x="1342646" y="62746"/>
                </a:cubicBezTo>
                <a:cubicBezTo>
                  <a:pt x="1342646" y="65351"/>
                  <a:pt x="1343709" y="67496"/>
                  <a:pt x="1345835" y="69182"/>
                </a:cubicBezTo>
                <a:cubicBezTo>
                  <a:pt x="1347961" y="70867"/>
                  <a:pt x="1350672" y="71710"/>
                  <a:pt x="1353966" y="71710"/>
                </a:cubicBezTo>
                <a:cubicBezTo>
                  <a:pt x="1358831" y="71710"/>
                  <a:pt x="1363342" y="70437"/>
                  <a:pt x="1367498" y="67889"/>
                </a:cubicBezTo>
                <a:cubicBezTo>
                  <a:pt x="1371654" y="65342"/>
                  <a:pt x="1373732" y="62689"/>
                  <a:pt x="1373732" y="59931"/>
                </a:cubicBezTo>
                <a:lnTo>
                  <a:pt x="1373732" y="53725"/>
                </a:lnTo>
                <a:moveTo>
                  <a:pt x="1374192" y="71825"/>
                </a:moveTo>
                <a:cubicBezTo>
                  <a:pt x="1371051" y="74660"/>
                  <a:pt x="1367632" y="76824"/>
                  <a:pt x="1363935" y="78318"/>
                </a:cubicBezTo>
                <a:cubicBezTo>
                  <a:pt x="1360239" y="79812"/>
                  <a:pt x="1356437" y="80559"/>
                  <a:pt x="1352530" y="80559"/>
                </a:cubicBezTo>
                <a:cubicBezTo>
                  <a:pt x="1346822" y="80559"/>
                  <a:pt x="1342215" y="78967"/>
                  <a:pt x="1338710" y="75783"/>
                </a:cubicBezTo>
                <a:cubicBezTo>
                  <a:pt x="1335205" y="72598"/>
                  <a:pt x="1333453" y="68455"/>
                  <a:pt x="1333453" y="63352"/>
                </a:cubicBezTo>
                <a:cubicBezTo>
                  <a:pt x="1333453" y="57290"/>
                  <a:pt x="1335780" y="52590"/>
                  <a:pt x="1340434" y="49252"/>
                </a:cubicBezTo>
                <a:cubicBezTo>
                  <a:pt x="1345088" y="45914"/>
                  <a:pt x="1351629" y="44244"/>
                  <a:pt x="1360057" y="44244"/>
                </a:cubicBezTo>
                <a:cubicBezTo>
                  <a:pt x="1362279" y="44244"/>
                  <a:pt x="1364520" y="44388"/>
                  <a:pt x="1366780" y="44675"/>
                </a:cubicBezTo>
                <a:cubicBezTo>
                  <a:pt x="1369040" y="44963"/>
                  <a:pt x="1371357" y="45413"/>
                  <a:pt x="1373732" y="46026"/>
                </a:cubicBezTo>
                <a:lnTo>
                  <a:pt x="1373732" y="45623"/>
                </a:lnTo>
                <a:cubicBezTo>
                  <a:pt x="1373732" y="41235"/>
                  <a:pt x="1372679" y="37992"/>
                  <a:pt x="1370572" y="35896"/>
                </a:cubicBezTo>
                <a:cubicBezTo>
                  <a:pt x="1368465" y="33800"/>
                  <a:pt x="1365190" y="32752"/>
                  <a:pt x="1360746" y="32752"/>
                </a:cubicBezTo>
                <a:cubicBezTo>
                  <a:pt x="1357758" y="32752"/>
                  <a:pt x="1354426" y="33557"/>
                  <a:pt x="1350748" y="35166"/>
                </a:cubicBezTo>
                <a:cubicBezTo>
                  <a:pt x="1347071" y="36774"/>
                  <a:pt x="1344638" y="37579"/>
                  <a:pt x="1343451" y="37579"/>
                </a:cubicBezTo>
                <a:cubicBezTo>
                  <a:pt x="1342340" y="37579"/>
                  <a:pt x="1341421" y="37129"/>
                  <a:pt x="1340693" y="36229"/>
                </a:cubicBezTo>
                <a:cubicBezTo>
                  <a:pt x="1339965" y="35328"/>
                  <a:pt x="1339601" y="34170"/>
                  <a:pt x="1339601" y="32752"/>
                </a:cubicBezTo>
                <a:cubicBezTo>
                  <a:pt x="1339601" y="30477"/>
                  <a:pt x="1341717" y="28548"/>
                  <a:pt x="1345950" y="26967"/>
                </a:cubicBezTo>
                <a:cubicBezTo>
                  <a:pt x="1350183" y="25384"/>
                  <a:pt x="1355594" y="24593"/>
                  <a:pt x="1362183" y="24593"/>
                </a:cubicBezTo>
                <a:cubicBezTo>
                  <a:pt x="1368925" y="24593"/>
                  <a:pt x="1374020" y="26310"/>
                  <a:pt x="1377467" y="29743"/>
                </a:cubicBezTo>
                <a:cubicBezTo>
                  <a:pt x="1380915" y="33175"/>
                  <a:pt x="1382639" y="38247"/>
                  <a:pt x="1382639" y="44959"/>
                </a:cubicBezTo>
                <a:lnTo>
                  <a:pt x="1382639" y="71021"/>
                </a:lnTo>
                <a:lnTo>
                  <a:pt x="1385454" y="71021"/>
                </a:lnTo>
                <a:cubicBezTo>
                  <a:pt x="1388174" y="71021"/>
                  <a:pt x="1389993" y="71306"/>
                  <a:pt x="1390913" y="71877"/>
                </a:cubicBezTo>
                <a:cubicBezTo>
                  <a:pt x="1391832" y="72447"/>
                  <a:pt x="1392292" y="73474"/>
                  <a:pt x="1392292" y="74957"/>
                </a:cubicBezTo>
                <a:cubicBezTo>
                  <a:pt x="1392292" y="76326"/>
                  <a:pt x="1391909" y="77353"/>
                  <a:pt x="1391143" y="78038"/>
                </a:cubicBezTo>
                <a:cubicBezTo>
                  <a:pt x="1390377" y="78723"/>
                  <a:pt x="1389227" y="79065"/>
                  <a:pt x="1387695" y="79065"/>
                </a:cubicBezTo>
                <a:lnTo>
                  <a:pt x="1378674" y="79065"/>
                </a:lnTo>
                <a:cubicBezTo>
                  <a:pt x="1377601" y="79065"/>
                  <a:pt x="1376720" y="78742"/>
                  <a:pt x="1376031" y="78097"/>
                </a:cubicBezTo>
                <a:cubicBezTo>
                  <a:pt x="1375341" y="77451"/>
                  <a:pt x="1374881" y="76519"/>
                  <a:pt x="1374652" y="75303"/>
                </a:cubicBezTo>
                <a:lnTo>
                  <a:pt x="1374192" y="71825"/>
                </a:lnTo>
                <a:close/>
                <a:moveTo>
                  <a:pt x="1434427" y="71021"/>
                </a:moveTo>
                <a:cubicBezTo>
                  <a:pt x="1439828" y="71021"/>
                  <a:pt x="1444215" y="69319"/>
                  <a:pt x="1447586" y="65916"/>
                </a:cubicBezTo>
                <a:cubicBezTo>
                  <a:pt x="1450957" y="62511"/>
                  <a:pt x="1452642" y="58093"/>
                  <a:pt x="1452642" y="52662"/>
                </a:cubicBezTo>
                <a:cubicBezTo>
                  <a:pt x="1452642" y="47346"/>
                  <a:pt x="1450928" y="42967"/>
                  <a:pt x="1447499" y="39525"/>
                </a:cubicBezTo>
                <a:cubicBezTo>
                  <a:pt x="1444071" y="36083"/>
                  <a:pt x="1439714" y="34361"/>
                  <a:pt x="1434427" y="34361"/>
                </a:cubicBezTo>
                <a:cubicBezTo>
                  <a:pt x="1429103" y="34361"/>
                  <a:pt x="1424745" y="36073"/>
                  <a:pt x="1421355" y="39497"/>
                </a:cubicBezTo>
                <a:cubicBezTo>
                  <a:pt x="1417965" y="42919"/>
                  <a:pt x="1416270" y="47308"/>
                  <a:pt x="1416270" y="52662"/>
                </a:cubicBezTo>
                <a:cubicBezTo>
                  <a:pt x="1416270" y="58017"/>
                  <a:pt x="1417965" y="62415"/>
                  <a:pt x="1421355" y="65858"/>
                </a:cubicBezTo>
                <a:cubicBezTo>
                  <a:pt x="1424745" y="69300"/>
                  <a:pt x="1429103" y="71021"/>
                  <a:pt x="1434427" y="71021"/>
                </a:cubicBezTo>
                <a:moveTo>
                  <a:pt x="1416500" y="34246"/>
                </a:moveTo>
                <a:cubicBezTo>
                  <a:pt x="1418645" y="31565"/>
                  <a:pt x="1421326" y="29515"/>
                  <a:pt x="1424544" y="28098"/>
                </a:cubicBezTo>
                <a:cubicBezTo>
                  <a:pt x="1427762" y="26681"/>
                  <a:pt x="1431401" y="25972"/>
                  <a:pt x="1435461" y="25972"/>
                </a:cubicBezTo>
                <a:cubicBezTo>
                  <a:pt x="1443161" y="25972"/>
                  <a:pt x="1449578" y="28567"/>
                  <a:pt x="1454711" y="33758"/>
                </a:cubicBezTo>
                <a:cubicBezTo>
                  <a:pt x="1459844" y="38948"/>
                  <a:pt x="1462410" y="45374"/>
                  <a:pt x="1462410" y="53036"/>
                </a:cubicBezTo>
                <a:cubicBezTo>
                  <a:pt x="1462410" y="60582"/>
                  <a:pt x="1459777" y="66979"/>
                  <a:pt x="1454510" y="72227"/>
                </a:cubicBezTo>
                <a:cubicBezTo>
                  <a:pt x="1449242" y="77475"/>
                  <a:pt x="1442816" y="80099"/>
                  <a:pt x="1435232" y="80099"/>
                </a:cubicBezTo>
                <a:cubicBezTo>
                  <a:pt x="1431209" y="80099"/>
                  <a:pt x="1427704" y="79387"/>
                  <a:pt x="1424716" y="77961"/>
                </a:cubicBezTo>
                <a:cubicBezTo>
                  <a:pt x="1421729" y="76534"/>
                  <a:pt x="1419277" y="74375"/>
                  <a:pt x="1417362" y="71484"/>
                </a:cubicBezTo>
                <a:lnTo>
                  <a:pt x="1417362" y="76113"/>
                </a:lnTo>
                <a:cubicBezTo>
                  <a:pt x="1417362" y="77156"/>
                  <a:pt x="1417180" y="77909"/>
                  <a:pt x="1416816" y="78372"/>
                </a:cubicBezTo>
                <a:cubicBezTo>
                  <a:pt x="1416452" y="78834"/>
                  <a:pt x="1415848" y="79065"/>
                  <a:pt x="1415006" y="79065"/>
                </a:cubicBezTo>
                <a:lnTo>
                  <a:pt x="1404490" y="79065"/>
                </a:lnTo>
                <a:cubicBezTo>
                  <a:pt x="1402997" y="79065"/>
                  <a:pt x="1401886" y="78718"/>
                  <a:pt x="1401158" y="78024"/>
                </a:cubicBezTo>
                <a:cubicBezTo>
                  <a:pt x="1400430" y="77329"/>
                  <a:pt x="1400066" y="76288"/>
                  <a:pt x="1400066" y="74899"/>
                </a:cubicBezTo>
                <a:cubicBezTo>
                  <a:pt x="1400066" y="73356"/>
                  <a:pt x="1400507" y="72305"/>
                  <a:pt x="1401388" y="71746"/>
                </a:cubicBezTo>
                <a:cubicBezTo>
                  <a:pt x="1402269" y="71186"/>
                  <a:pt x="1404012" y="70906"/>
                  <a:pt x="1406617" y="70906"/>
                </a:cubicBezTo>
                <a:lnTo>
                  <a:pt x="1407823" y="70906"/>
                </a:lnTo>
                <a:lnTo>
                  <a:pt x="1407823" y="12067"/>
                </a:lnTo>
                <a:lnTo>
                  <a:pt x="1406731" y="12067"/>
                </a:lnTo>
                <a:cubicBezTo>
                  <a:pt x="1404127" y="12067"/>
                  <a:pt x="1402345" y="11764"/>
                  <a:pt x="1401388" y="11160"/>
                </a:cubicBezTo>
                <a:cubicBezTo>
                  <a:pt x="1400430" y="10555"/>
                  <a:pt x="1399951" y="9498"/>
                  <a:pt x="1399951" y="7987"/>
                </a:cubicBezTo>
                <a:cubicBezTo>
                  <a:pt x="1399951" y="6627"/>
                  <a:pt x="1400334" y="5607"/>
                  <a:pt x="1401100" y="4927"/>
                </a:cubicBezTo>
                <a:cubicBezTo>
                  <a:pt x="1401866" y="4247"/>
                  <a:pt x="1402997" y="3907"/>
                  <a:pt x="1404490" y="3907"/>
                </a:cubicBezTo>
                <a:lnTo>
                  <a:pt x="1413224" y="3907"/>
                </a:lnTo>
                <a:cubicBezTo>
                  <a:pt x="1414374" y="3907"/>
                  <a:pt x="1415207" y="4099"/>
                  <a:pt x="1415724" y="4482"/>
                </a:cubicBezTo>
                <a:cubicBezTo>
                  <a:pt x="1416241" y="4864"/>
                  <a:pt x="1416500" y="5456"/>
                  <a:pt x="1416500" y="6260"/>
                </a:cubicBezTo>
                <a:lnTo>
                  <a:pt x="1416500" y="34246"/>
                </a:lnTo>
                <a:close/>
                <a:moveTo>
                  <a:pt x="1496387" y="9423"/>
                </a:moveTo>
                <a:cubicBezTo>
                  <a:pt x="1496387" y="5286"/>
                  <a:pt x="1496760" y="2681"/>
                  <a:pt x="1497507" y="1609"/>
                </a:cubicBezTo>
                <a:cubicBezTo>
                  <a:pt x="1498254" y="536"/>
                  <a:pt x="1499853" y="0"/>
                  <a:pt x="1502305" y="0"/>
                </a:cubicBezTo>
                <a:cubicBezTo>
                  <a:pt x="1504680" y="0"/>
                  <a:pt x="1506251" y="450"/>
                  <a:pt x="1507017" y="1350"/>
                </a:cubicBezTo>
                <a:cubicBezTo>
                  <a:pt x="1507783" y="2251"/>
                  <a:pt x="1508166" y="4386"/>
                  <a:pt x="1508166" y="7757"/>
                </a:cubicBezTo>
                <a:cubicBezTo>
                  <a:pt x="1508166" y="11051"/>
                  <a:pt x="1507812" y="13091"/>
                  <a:pt x="1507103" y="13877"/>
                </a:cubicBezTo>
                <a:cubicBezTo>
                  <a:pt x="1506394" y="14662"/>
                  <a:pt x="1504795" y="15055"/>
                  <a:pt x="1502305" y="15055"/>
                </a:cubicBezTo>
                <a:cubicBezTo>
                  <a:pt x="1499853" y="15055"/>
                  <a:pt x="1498254" y="14691"/>
                  <a:pt x="1497507" y="13963"/>
                </a:cubicBezTo>
                <a:cubicBezTo>
                  <a:pt x="1496760" y="13235"/>
                  <a:pt x="1496387" y="11722"/>
                  <a:pt x="1496387" y="9423"/>
                </a:cubicBezTo>
                <a:moveTo>
                  <a:pt x="1507017" y="70906"/>
                </a:moveTo>
                <a:lnTo>
                  <a:pt x="1525461" y="70906"/>
                </a:lnTo>
                <a:cubicBezTo>
                  <a:pt x="1526955" y="70906"/>
                  <a:pt x="1528057" y="71224"/>
                  <a:pt x="1528765" y="71861"/>
                </a:cubicBezTo>
                <a:cubicBezTo>
                  <a:pt x="1529474" y="72497"/>
                  <a:pt x="1529828" y="73509"/>
                  <a:pt x="1529828" y="74899"/>
                </a:cubicBezTo>
                <a:cubicBezTo>
                  <a:pt x="1529828" y="76481"/>
                  <a:pt x="1529493" y="77571"/>
                  <a:pt x="1528823" y="78169"/>
                </a:cubicBezTo>
                <a:cubicBezTo>
                  <a:pt x="1528152" y="78766"/>
                  <a:pt x="1526917" y="79065"/>
                  <a:pt x="1525117" y="79065"/>
                </a:cubicBezTo>
                <a:lnTo>
                  <a:pt x="1480528" y="79065"/>
                </a:lnTo>
                <a:cubicBezTo>
                  <a:pt x="1478995" y="79065"/>
                  <a:pt x="1477846" y="78718"/>
                  <a:pt x="1477080" y="78024"/>
                </a:cubicBezTo>
                <a:cubicBezTo>
                  <a:pt x="1476314" y="77329"/>
                  <a:pt x="1475931" y="76288"/>
                  <a:pt x="1475931" y="74899"/>
                </a:cubicBezTo>
                <a:cubicBezTo>
                  <a:pt x="1475931" y="73549"/>
                  <a:pt x="1476333" y="72546"/>
                  <a:pt x="1477137" y="71890"/>
                </a:cubicBezTo>
                <a:cubicBezTo>
                  <a:pt x="1477942" y="71234"/>
                  <a:pt x="1479149" y="70906"/>
                  <a:pt x="1480757" y="70906"/>
                </a:cubicBezTo>
                <a:lnTo>
                  <a:pt x="1498283" y="70906"/>
                </a:lnTo>
                <a:lnTo>
                  <a:pt x="1498283" y="34131"/>
                </a:lnTo>
                <a:lnTo>
                  <a:pt x="1487078" y="34131"/>
                </a:lnTo>
                <a:cubicBezTo>
                  <a:pt x="1485507" y="34131"/>
                  <a:pt x="1484310" y="33777"/>
                  <a:pt x="1483487" y="33068"/>
                </a:cubicBezTo>
                <a:cubicBezTo>
                  <a:pt x="1482663" y="32360"/>
                  <a:pt x="1482251" y="31335"/>
                  <a:pt x="1482251" y="29994"/>
                </a:cubicBezTo>
                <a:cubicBezTo>
                  <a:pt x="1482251" y="28653"/>
                  <a:pt x="1482634" y="27648"/>
                  <a:pt x="1483401" y="26978"/>
                </a:cubicBezTo>
                <a:cubicBezTo>
                  <a:pt x="1484167" y="26307"/>
                  <a:pt x="1485316" y="25972"/>
                  <a:pt x="1486848" y="25972"/>
                </a:cubicBezTo>
                <a:lnTo>
                  <a:pt x="1503684" y="25972"/>
                </a:lnTo>
                <a:cubicBezTo>
                  <a:pt x="1504718" y="25972"/>
                  <a:pt x="1505532" y="26183"/>
                  <a:pt x="1506126" y="26604"/>
                </a:cubicBezTo>
                <a:cubicBezTo>
                  <a:pt x="1506720" y="27024"/>
                  <a:pt x="1507017" y="27598"/>
                  <a:pt x="1507017" y="28324"/>
                </a:cubicBezTo>
                <a:lnTo>
                  <a:pt x="1507017" y="70906"/>
                </a:lnTo>
                <a:close/>
                <a:moveTo>
                  <a:pt x="1550645" y="70906"/>
                </a:moveTo>
                <a:lnTo>
                  <a:pt x="1550645" y="34121"/>
                </a:lnTo>
                <a:lnTo>
                  <a:pt x="1549553" y="34121"/>
                </a:lnTo>
                <a:cubicBezTo>
                  <a:pt x="1546948" y="34121"/>
                  <a:pt x="1545158" y="33815"/>
                  <a:pt x="1544181" y="33203"/>
                </a:cubicBezTo>
                <a:cubicBezTo>
                  <a:pt x="1543204" y="32591"/>
                  <a:pt x="1542716" y="31520"/>
                  <a:pt x="1542716" y="29989"/>
                </a:cubicBezTo>
                <a:cubicBezTo>
                  <a:pt x="1542716" y="28574"/>
                  <a:pt x="1543118" y="27551"/>
                  <a:pt x="1543922" y="26920"/>
                </a:cubicBezTo>
                <a:cubicBezTo>
                  <a:pt x="1544727" y="26288"/>
                  <a:pt x="1546029" y="25972"/>
                  <a:pt x="1547830" y="25972"/>
                </a:cubicBezTo>
                <a:lnTo>
                  <a:pt x="1550530" y="25972"/>
                </a:lnTo>
                <a:lnTo>
                  <a:pt x="1556046" y="25972"/>
                </a:lnTo>
                <a:cubicBezTo>
                  <a:pt x="1557081" y="25972"/>
                  <a:pt x="1557885" y="26184"/>
                  <a:pt x="1558460" y="26609"/>
                </a:cubicBezTo>
                <a:cubicBezTo>
                  <a:pt x="1559034" y="27033"/>
                  <a:pt x="1559322" y="27612"/>
                  <a:pt x="1559322" y="28346"/>
                </a:cubicBezTo>
                <a:lnTo>
                  <a:pt x="1559322" y="32284"/>
                </a:lnTo>
                <a:cubicBezTo>
                  <a:pt x="1562118" y="29662"/>
                  <a:pt x="1564886" y="27725"/>
                  <a:pt x="1567625" y="26473"/>
                </a:cubicBezTo>
                <a:cubicBezTo>
                  <a:pt x="1570363" y="25220"/>
                  <a:pt x="1573208" y="24593"/>
                  <a:pt x="1576157" y="24593"/>
                </a:cubicBezTo>
                <a:cubicBezTo>
                  <a:pt x="1581942" y="24593"/>
                  <a:pt x="1586491" y="26392"/>
                  <a:pt x="1589804" y="29989"/>
                </a:cubicBezTo>
                <a:cubicBezTo>
                  <a:pt x="1593118" y="33585"/>
                  <a:pt x="1594774" y="38558"/>
                  <a:pt x="1594774" y="44909"/>
                </a:cubicBezTo>
                <a:lnTo>
                  <a:pt x="1594774" y="70906"/>
                </a:lnTo>
                <a:lnTo>
                  <a:pt x="1597475" y="70906"/>
                </a:lnTo>
                <a:cubicBezTo>
                  <a:pt x="1599390" y="70906"/>
                  <a:pt x="1600769" y="71224"/>
                  <a:pt x="1601612" y="71861"/>
                </a:cubicBezTo>
                <a:cubicBezTo>
                  <a:pt x="1602455" y="72497"/>
                  <a:pt x="1602876" y="73509"/>
                  <a:pt x="1602876" y="74899"/>
                </a:cubicBezTo>
                <a:cubicBezTo>
                  <a:pt x="1602876" y="76404"/>
                  <a:pt x="1602426" y="77475"/>
                  <a:pt x="1601526" y="78112"/>
                </a:cubicBezTo>
                <a:cubicBezTo>
                  <a:pt x="1600626" y="78747"/>
                  <a:pt x="1599026" y="79065"/>
                  <a:pt x="1596728" y="79065"/>
                </a:cubicBezTo>
                <a:lnTo>
                  <a:pt x="1584029" y="79065"/>
                </a:lnTo>
                <a:cubicBezTo>
                  <a:pt x="1581578" y="79065"/>
                  <a:pt x="1580007" y="78776"/>
                  <a:pt x="1579318" y="78198"/>
                </a:cubicBezTo>
                <a:cubicBezTo>
                  <a:pt x="1578628" y="77618"/>
                  <a:pt x="1578283" y="76519"/>
                  <a:pt x="1578283" y="74899"/>
                </a:cubicBezTo>
                <a:cubicBezTo>
                  <a:pt x="1578283" y="73395"/>
                  <a:pt x="1578686" y="72353"/>
                  <a:pt x="1579490" y="71775"/>
                </a:cubicBezTo>
                <a:cubicBezTo>
                  <a:pt x="1580294" y="71195"/>
                  <a:pt x="1581808" y="70906"/>
                  <a:pt x="1584029" y="70906"/>
                </a:cubicBezTo>
                <a:lnTo>
                  <a:pt x="1586040" y="70906"/>
                </a:lnTo>
                <a:lnTo>
                  <a:pt x="1586040" y="47076"/>
                </a:lnTo>
                <a:cubicBezTo>
                  <a:pt x="1586040" y="42607"/>
                  <a:pt x="1585025" y="39199"/>
                  <a:pt x="1582995" y="36850"/>
                </a:cubicBezTo>
                <a:cubicBezTo>
                  <a:pt x="1580965" y="34501"/>
                  <a:pt x="1578015" y="33327"/>
                  <a:pt x="1574146" y="33327"/>
                </a:cubicBezTo>
                <a:cubicBezTo>
                  <a:pt x="1570239" y="33327"/>
                  <a:pt x="1566791" y="34645"/>
                  <a:pt x="1563803" y="37281"/>
                </a:cubicBezTo>
                <a:cubicBezTo>
                  <a:pt x="1560816" y="39916"/>
                  <a:pt x="1559322" y="43181"/>
                  <a:pt x="1559322" y="47076"/>
                </a:cubicBezTo>
                <a:lnTo>
                  <a:pt x="1559322" y="70906"/>
                </a:lnTo>
                <a:lnTo>
                  <a:pt x="1561333" y="70906"/>
                </a:lnTo>
                <a:cubicBezTo>
                  <a:pt x="1563631" y="70906"/>
                  <a:pt x="1565182" y="71195"/>
                  <a:pt x="1565987" y="71775"/>
                </a:cubicBezTo>
                <a:cubicBezTo>
                  <a:pt x="1566791" y="72353"/>
                  <a:pt x="1567194" y="73395"/>
                  <a:pt x="1567194" y="74899"/>
                </a:cubicBezTo>
                <a:cubicBezTo>
                  <a:pt x="1567194" y="76519"/>
                  <a:pt x="1566849" y="77618"/>
                  <a:pt x="1566159" y="78198"/>
                </a:cubicBezTo>
                <a:cubicBezTo>
                  <a:pt x="1565470" y="78776"/>
                  <a:pt x="1563784" y="79065"/>
                  <a:pt x="1561103" y="79065"/>
                </a:cubicBezTo>
                <a:lnTo>
                  <a:pt x="1550645" y="79065"/>
                </a:lnTo>
                <a:lnTo>
                  <a:pt x="1547542" y="79065"/>
                </a:lnTo>
                <a:cubicBezTo>
                  <a:pt x="1545972" y="79065"/>
                  <a:pt x="1544794" y="78728"/>
                  <a:pt x="1544008" y="78052"/>
                </a:cubicBezTo>
                <a:cubicBezTo>
                  <a:pt x="1543223" y="77377"/>
                  <a:pt x="1542830" y="76326"/>
                  <a:pt x="1542830" y="74899"/>
                </a:cubicBezTo>
                <a:cubicBezTo>
                  <a:pt x="1542830" y="73356"/>
                  <a:pt x="1543281" y="72305"/>
                  <a:pt x="1544181" y="71746"/>
                </a:cubicBezTo>
                <a:cubicBezTo>
                  <a:pt x="1545081" y="71186"/>
                  <a:pt x="1546834" y="70906"/>
                  <a:pt x="1549438" y="70906"/>
                </a:cubicBezTo>
                <a:lnTo>
                  <a:pt x="1550645" y="70906"/>
                </a:lnTo>
                <a:close/>
                <a:moveTo>
                  <a:pt x="1622947" y="55047"/>
                </a:moveTo>
                <a:cubicBezTo>
                  <a:pt x="1623253" y="60581"/>
                  <a:pt x="1625121" y="64857"/>
                  <a:pt x="1628549" y="67875"/>
                </a:cubicBezTo>
                <a:cubicBezTo>
                  <a:pt x="1631978" y="70891"/>
                  <a:pt x="1636661" y="72400"/>
                  <a:pt x="1642598" y="72400"/>
                </a:cubicBezTo>
                <a:cubicBezTo>
                  <a:pt x="1647080" y="72400"/>
                  <a:pt x="1651964" y="71203"/>
                  <a:pt x="1657251" y="68808"/>
                </a:cubicBezTo>
                <a:cubicBezTo>
                  <a:pt x="1662537" y="66414"/>
                  <a:pt x="1665736" y="65217"/>
                  <a:pt x="1666846" y="65217"/>
                </a:cubicBezTo>
                <a:cubicBezTo>
                  <a:pt x="1667996" y="65217"/>
                  <a:pt x="1668953" y="65581"/>
                  <a:pt x="1669719" y="66309"/>
                </a:cubicBezTo>
                <a:cubicBezTo>
                  <a:pt x="1670486" y="67037"/>
                  <a:pt x="1670869" y="67937"/>
                  <a:pt x="1670869" y="69010"/>
                </a:cubicBezTo>
                <a:cubicBezTo>
                  <a:pt x="1670869" y="70120"/>
                  <a:pt x="1670466" y="71136"/>
                  <a:pt x="1669662" y="72055"/>
                </a:cubicBezTo>
                <a:cubicBezTo>
                  <a:pt x="1668858" y="72974"/>
                  <a:pt x="1667574" y="73875"/>
                  <a:pt x="1665812" y="74756"/>
                </a:cubicBezTo>
                <a:cubicBezTo>
                  <a:pt x="1661981" y="76633"/>
                  <a:pt x="1658026" y="78069"/>
                  <a:pt x="1653947" y="79065"/>
                </a:cubicBezTo>
                <a:cubicBezTo>
                  <a:pt x="1649867" y="80061"/>
                  <a:pt x="1645816" y="80559"/>
                  <a:pt x="1641794" y="80559"/>
                </a:cubicBezTo>
                <a:cubicBezTo>
                  <a:pt x="1633060" y="80559"/>
                  <a:pt x="1626069" y="78038"/>
                  <a:pt x="1620821" y="72996"/>
                </a:cubicBezTo>
                <a:cubicBezTo>
                  <a:pt x="1615573" y="67953"/>
                  <a:pt x="1612949" y="61270"/>
                  <a:pt x="1612949" y="52949"/>
                </a:cubicBezTo>
                <a:cubicBezTo>
                  <a:pt x="1612949" y="44475"/>
                  <a:pt x="1615726" y="37612"/>
                  <a:pt x="1621281" y="32359"/>
                </a:cubicBezTo>
                <a:cubicBezTo>
                  <a:pt x="1626835" y="27105"/>
                  <a:pt x="1634075" y="24478"/>
                  <a:pt x="1643001" y="24478"/>
                </a:cubicBezTo>
                <a:cubicBezTo>
                  <a:pt x="1651083" y="24478"/>
                  <a:pt x="1657787" y="26930"/>
                  <a:pt x="1663112" y="31833"/>
                </a:cubicBezTo>
                <a:cubicBezTo>
                  <a:pt x="1668436" y="36736"/>
                  <a:pt x="1671098" y="42674"/>
                  <a:pt x="1671098" y="49646"/>
                </a:cubicBezTo>
                <a:cubicBezTo>
                  <a:pt x="1671098" y="51791"/>
                  <a:pt x="1670648" y="53227"/>
                  <a:pt x="1669748" y="53955"/>
                </a:cubicBezTo>
                <a:cubicBezTo>
                  <a:pt x="1668848" y="54683"/>
                  <a:pt x="1666406" y="55047"/>
                  <a:pt x="1662422" y="55047"/>
                </a:cubicBezTo>
                <a:lnTo>
                  <a:pt x="1661560" y="55047"/>
                </a:lnTo>
                <a:lnTo>
                  <a:pt x="1622947" y="55047"/>
                </a:lnTo>
                <a:moveTo>
                  <a:pt x="1623234" y="47462"/>
                </a:moveTo>
                <a:lnTo>
                  <a:pt x="1660641" y="47462"/>
                </a:lnTo>
                <a:cubicBezTo>
                  <a:pt x="1660066" y="42938"/>
                  <a:pt x="1658160" y="39299"/>
                  <a:pt x="1654923" y="36543"/>
                </a:cubicBezTo>
                <a:cubicBezTo>
                  <a:pt x="1651687" y="33786"/>
                  <a:pt x="1647712" y="32407"/>
                  <a:pt x="1643001" y="32407"/>
                </a:cubicBezTo>
                <a:cubicBezTo>
                  <a:pt x="1637906" y="32407"/>
                  <a:pt x="1633615" y="33738"/>
                  <a:pt x="1630129" y="36399"/>
                </a:cubicBezTo>
                <a:cubicBezTo>
                  <a:pt x="1626644" y="39060"/>
                  <a:pt x="1624345" y="42748"/>
                  <a:pt x="1623234" y="47462"/>
                </a:cubicBezTo>
                <a:close/>
                <a:moveTo>
                  <a:pt x="1728404" y="29190"/>
                </a:moveTo>
                <a:cubicBezTo>
                  <a:pt x="1730281" y="29190"/>
                  <a:pt x="1731650" y="29518"/>
                  <a:pt x="1732512" y="30174"/>
                </a:cubicBezTo>
                <a:cubicBezTo>
                  <a:pt x="1733374" y="30830"/>
                  <a:pt x="1733805" y="31871"/>
                  <a:pt x="1733805" y="33298"/>
                </a:cubicBezTo>
                <a:cubicBezTo>
                  <a:pt x="1733805" y="34648"/>
                  <a:pt x="1733403" y="35661"/>
                  <a:pt x="1732598" y="36336"/>
                </a:cubicBezTo>
                <a:cubicBezTo>
                  <a:pt x="1731794" y="37011"/>
                  <a:pt x="1730587" y="37349"/>
                  <a:pt x="1728978" y="37349"/>
                </a:cubicBezTo>
                <a:lnTo>
                  <a:pt x="1705707" y="37349"/>
                </a:lnTo>
                <a:lnTo>
                  <a:pt x="1705707" y="56541"/>
                </a:lnTo>
                <a:cubicBezTo>
                  <a:pt x="1705707" y="62823"/>
                  <a:pt x="1706521" y="66960"/>
                  <a:pt x="1708149" y="68952"/>
                </a:cubicBezTo>
                <a:cubicBezTo>
                  <a:pt x="1709777" y="70944"/>
                  <a:pt x="1712564" y="71940"/>
                  <a:pt x="1716509" y="71940"/>
                </a:cubicBezTo>
                <a:cubicBezTo>
                  <a:pt x="1719995" y="71940"/>
                  <a:pt x="1724171" y="70925"/>
                  <a:pt x="1729036" y="68895"/>
                </a:cubicBezTo>
                <a:cubicBezTo>
                  <a:pt x="1733901" y="66864"/>
                  <a:pt x="1736908" y="65849"/>
                  <a:pt x="1738057" y="65849"/>
                </a:cubicBezTo>
                <a:cubicBezTo>
                  <a:pt x="1739129" y="65849"/>
                  <a:pt x="1740039" y="66232"/>
                  <a:pt x="1740786" y="66998"/>
                </a:cubicBezTo>
                <a:cubicBezTo>
                  <a:pt x="1741533" y="67765"/>
                  <a:pt x="1741907" y="68703"/>
                  <a:pt x="1741907" y="69814"/>
                </a:cubicBezTo>
                <a:cubicBezTo>
                  <a:pt x="1741907" y="71078"/>
                  <a:pt x="1741437" y="72176"/>
                  <a:pt x="1740499" y="73109"/>
                </a:cubicBezTo>
                <a:cubicBezTo>
                  <a:pt x="1739560" y="74042"/>
                  <a:pt x="1737961" y="74945"/>
                  <a:pt x="1735701" y="75820"/>
                </a:cubicBezTo>
                <a:cubicBezTo>
                  <a:pt x="1731947" y="77304"/>
                  <a:pt x="1728566" y="78388"/>
                  <a:pt x="1725559" y="79072"/>
                </a:cubicBezTo>
                <a:cubicBezTo>
                  <a:pt x="1722552" y="79757"/>
                  <a:pt x="1719727" y="80099"/>
                  <a:pt x="1717084" y="80099"/>
                </a:cubicBezTo>
                <a:cubicBezTo>
                  <a:pt x="1712602" y="80099"/>
                  <a:pt x="1708838" y="79382"/>
                  <a:pt x="1705793" y="77948"/>
                </a:cubicBezTo>
                <a:cubicBezTo>
                  <a:pt x="1702748" y="76513"/>
                  <a:pt x="1700478" y="74380"/>
                  <a:pt x="1698984" y="71549"/>
                </a:cubicBezTo>
                <a:cubicBezTo>
                  <a:pt x="1698218" y="70210"/>
                  <a:pt x="1697672" y="68623"/>
                  <a:pt x="1697346" y="66787"/>
                </a:cubicBezTo>
                <a:cubicBezTo>
                  <a:pt x="1697021" y="64950"/>
                  <a:pt x="1696858" y="62119"/>
                  <a:pt x="1696858" y="58293"/>
                </a:cubicBezTo>
                <a:lnTo>
                  <a:pt x="1696858" y="56516"/>
                </a:lnTo>
                <a:lnTo>
                  <a:pt x="1696858" y="37349"/>
                </a:lnTo>
                <a:lnTo>
                  <a:pt x="1687090" y="37349"/>
                </a:lnTo>
                <a:cubicBezTo>
                  <a:pt x="1685481" y="37349"/>
                  <a:pt x="1684313" y="37031"/>
                  <a:pt x="1683585" y="36396"/>
                </a:cubicBezTo>
                <a:cubicBezTo>
                  <a:pt x="1682857" y="35759"/>
                  <a:pt x="1682493" y="34726"/>
                  <a:pt x="1682493" y="33298"/>
                </a:cubicBezTo>
                <a:cubicBezTo>
                  <a:pt x="1682493" y="31717"/>
                  <a:pt x="1682991" y="30637"/>
                  <a:pt x="1683987" y="30059"/>
                </a:cubicBezTo>
                <a:cubicBezTo>
                  <a:pt x="1684983" y="29479"/>
                  <a:pt x="1687109" y="29190"/>
                  <a:pt x="1690365" y="29190"/>
                </a:cubicBezTo>
                <a:lnTo>
                  <a:pt x="1696858" y="29190"/>
                </a:lnTo>
                <a:lnTo>
                  <a:pt x="1696858" y="17410"/>
                </a:lnTo>
                <a:lnTo>
                  <a:pt x="1696858" y="14365"/>
                </a:lnTo>
                <a:cubicBezTo>
                  <a:pt x="1696858" y="12718"/>
                  <a:pt x="1697212" y="11502"/>
                  <a:pt x="1697921" y="10716"/>
                </a:cubicBezTo>
                <a:cubicBezTo>
                  <a:pt x="1698630" y="9931"/>
                  <a:pt x="1699731" y="9538"/>
                  <a:pt x="1701225" y="9538"/>
                </a:cubicBezTo>
                <a:cubicBezTo>
                  <a:pt x="1702910" y="9538"/>
                  <a:pt x="1704079" y="10017"/>
                  <a:pt x="1704730" y="10975"/>
                </a:cubicBezTo>
                <a:cubicBezTo>
                  <a:pt x="1705381" y="11933"/>
                  <a:pt x="1705707" y="14116"/>
                  <a:pt x="1705707" y="17525"/>
                </a:cubicBezTo>
                <a:lnTo>
                  <a:pt x="1705707" y="29190"/>
                </a:lnTo>
                <a:lnTo>
                  <a:pt x="1728404" y="29190"/>
                </a:lnTo>
                <a:close/>
                <a:moveTo>
                  <a:pt x="1771342" y="99460"/>
                </a:moveTo>
                <a:cubicBezTo>
                  <a:pt x="1771342" y="98693"/>
                  <a:pt x="1771993" y="96995"/>
                  <a:pt x="1773296" y="94367"/>
                </a:cubicBezTo>
                <a:cubicBezTo>
                  <a:pt x="1774598" y="91741"/>
                  <a:pt x="1775594" y="89641"/>
                  <a:pt x="1776284" y="88068"/>
                </a:cubicBezTo>
                <a:cubicBezTo>
                  <a:pt x="1778850" y="81932"/>
                  <a:pt x="1780689" y="76323"/>
                  <a:pt x="1781800" y="71242"/>
                </a:cubicBezTo>
                <a:cubicBezTo>
                  <a:pt x="1782911" y="66160"/>
                  <a:pt x="1783466" y="60915"/>
                  <a:pt x="1783466" y="55506"/>
                </a:cubicBezTo>
                <a:cubicBezTo>
                  <a:pt x="1783466" y="50597"/>
                  <a:pt x="1782997" y="45774"/>
                  <a:pt x="1782058" y="41037"/>
                </a:cubicBezTo>
                <a:cubicBezTo>
                  <a:pt x="1781120" y="36300"/>
                  <a:pt x="1779693" y="31554"/>
                  <a:pt x="1777778" y="26798"/>
                </a:cubicBezTo>
                <a:cubicBezTo>
                  <a:pt x="1776782" y="24267"/>
                  <a:pt x="1775460" y="21286"/>
                  <a:pt x="1773813" y="17854"/>
                </a:cubicBezTo>
                <a:cubicBezTo>
                  <a:pt x="1772166" y="14421"/>
                  <a:pt x="1771342" y="12282"/>
                  <a:pt x="1771342" y="11438"/>
                </a:cubicBezTo>
                <a:cubicBezTo>
                  <a:pt x="1771342" y="10671"/>
                  <a:pt x="1771534" y="10048"/>
                  <a:pt x="1771917" y="9569"/>
                </a:cubicBezTo>
                <a:cubicBezTo>
                  <a:pt x="1772300" y="9089"/>
                  <a:pt x="1772798" y="8849"/>
                  <a:pt x="1773411" y="8849"/>
                </a:cubicBezTo>
                <a:cubicBezTo>
                  <a:pt x="1774675" y="8849"/>
                  <a:pt x="1776025" y="9473"/>
                  <a:pt x="1777462" y="10720"/>
                </a:cubicBezTo>
                <a:cubicBezTo>
                  <a:pt x="1778898" y="11966"/>
                  <a:pt x="1780574" y="13950"/>
                  <a:pt x="1782489" y="16672"/>
                </a:cubicBezTo>
                <a:cubicBezTo>
                  <a:pt x="1786588" y="22502"/>
                  <a:pt x="1789653" y="28658"/>
                  <a:pt x="1791683" y="35140"/>
                </a:cubicBezTo>
                <a:cubicBezTo>
                  <a:pt x="1793713" y="41623"/>
                  <a:pt x="1794728" y="48411"/>
                  <a:pt x="1794728" y="55506"/>
                </a:cubicBezTo>
                <a:cubicBezTo>
                  <a:pt x="1794728" y="61989"/>
                  <a:pt x="1793876" y="68183"/>
                  <a:pt x="1792171" y="74089"/>
                </a:cubicBezTo>
                <a:cubicBezTo>
                  <a:pt x="1790467" y="79996"/>
                  <a:pt x="1787910" y="85711"/>
                  <a:pt x="1784501" y="91234"/>
                </a:cubicBezTo>
                <a:cubicBezTo>
                  <a:pt x="1782126" y="94992"/>
                  <a:pt x="1780047" y="97753"/>
                  <a:pt x="1778266" y="99517"/>
                </a:cubicBezTo>
                <a:cubicBezTo>
                  <a:pt x="1776485" y="101282"/>
                  <a:pt x="1774866" y="102164"/>
                  <a:pt x="1773411" y="102164"/>
                </a:cubicBezTo>
                <a:cubicBezTo>
                  <a:pt x="1772798" y="102164"/>
                  <a:pt x="1772300" y="101914"/>
                  <a:pt x="1771917" y="101415"/>
                </a:cubicBezTo>
                <a:cubicBezTo>
                  <a:pt x="1771534" y="100917"/>
                  <a:pt x="1771342" y="100265"/>
                  <a:pt x="1771342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In(cupcake,fridge)">
            <a:extLst xmlns:a="http://schemas.openxmlformats.org/drawingml/2006/main">
              <a:ext uri="{FF2B5EF4-FFF2-40B4-BE49-F238E27FC236}">
                <a16:creationId xmlns:a16="http://schemas.microsoft.com/office/drawing/2014/main" id="{A1715DD2-DA53-490B-86DE-BA5E403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185" y="1604172"/>
            <a:ext cx="1302293" cy="102164"/>
          </a:xfrm>
          <a:custGeom xmlns:a="http://schemas.openxmlformats.org/drawingml/2006/main">
            <a:pathLst>
              <a:path w="1302293" h="102164">
                <a:moveTo>
                  <a:pt x="41831" y="70906"/>
                </a:moveTo>
                <a:cubicBezTo>
                  <a:pt x="44781" y="70906"/>
                  <a:pt x="46667" y="71186"/>
                  <a:pt x="47491" y="71746"/>
                </a:cubicBezTo>
                <a:cubicBezTo>
                  <a:pt x="48314" y="72305"/>
                  <a:pt x="48726" y="73356"/>
                  <a:pt x="48726" y="74899"/>
                </a:cubicBezTo>
                <a:cubicBezTo>
                  <a:pt x="48726" y="76481"/>
                  <a:pt x="48314" y="77571"/>
                  <a:pt x="47491" y="78169"/>
                </a:cubicBezTo>
                <a:cubicBezTo>
                  <a:pt x="46667" y="78766"/>
                  <a:pt x="44781" y="79065"/>
                  <a:pt x="41831" y="79065"/>
                </a:cubicBezTo>
                <a:lnTo>
                  <a:pt x="6953" y="79065"/>
                </a:lnTo>
                <a:lnTo>
                  <a:pt x="4252" y="79065"/>
                </a:lnTo>
                <a:cubicBezTo>
                  <a:pt x="2873" y="79065"/>
                  <a:pt x="1820" y="78718"/>
                  <a:pt x="1092" y="78024"/>
                </a:cubicBezTo>
                <a:cubicBezTo>
                  <a:pt x="364" y="77329"/>
                  <a:pt x="0" y="76288"/>
                  <a:pt x="0" y="74899"/>
                </a:cubicBezTo>
                <a:cubicBezTo>
                  <a:pt x="0" y="73356"/>
                  <a:pt x="421" y="72305"/>
                  <a:pt x="1264" y="71746"/>
                </a:cubicBezTo>
                <a:cubicBezTo>
                  <a:pt x="2107" y="71186"/>
                  <a:pt x="4003" y="70906"/>
                  <a:pt x="6953" y="70906"/>
                </a:cubicBezTo>
                <a:lnTo>
                  <a:pt x="19939" y="70906"/>
                </a:lnTo>
                <a:lnTo>
                  <a:pt x="19939" y="19077"/>
                </a:lnTo>
                <a:lnTo>
                  <a:pt x="6953" y="19077"/>
                </a:lnTo>
                <a:cubicBezTo>
                  <a:pt x="4080" y="19077"/>
                  <a:pt x="2203" y="18784"/>
                  <a:pt x="1322" y="18199"/>
                </a:cubicBezTo>
                <a:cubicBezTo>
                  <a:pt x="441" y="17613"/>
                  <a:pt x="0" y="16546"/>
                  <a:pt x="0" y="14997"/>
                </a:cubicBezTo>
                <a:cubicBezTo>
                  <a:pt x="0" y="13599"/>
                  <a:pt x="364" y="12569"/>
                  <a:pt x="1092" y="11909"/>
                </a:cubicBezTo>
                <a:cubicBezTo>
                  <a:pt x="1820" y="11248"/>
                  <a:pt x="2911" y="10917"/>
                  <a:pt x="4367" y="10917"/>
                </a:cubicBezTo>
                <a:lnTo>
                  <a:pt x="6953" y="10917"/>
                </a:lnTo>
                <a:lnTo>
                  <a:pt x="41831" y="10917"/>
                </a:lnTo>
                <a:lnTo>
                  <a:pt x="44532" y="10917"/>
                </a:lnTo>
                <a:cubicBezTo>
                  <a:pt x="45911" y="10917"/>
                  <a:pt x="46954" y="11257"/>
                  <a:pt x="47663" y="11937"/>
                </a:cubicBezTo>
                <a:cubicBezTo>
                  <a:pt x="48372" y="12617"/>
                  <a:pt x="48726" y="13637"/>
                  <a:pt x="48726" y="14997"/>
                </a:cubicBezTo>
                <a:cubicBezTo>
                  <a:pt x="48726" y="16546"/>
                  <a:pt x="48295" y="17613"/>
                  <a:pt x="47433" y="18199"/>
                </a:cubicBezTo>
                <a:cubicBezTo>
                  <a:pt x="46571" y="18784"/>
                  <a:pt x="44704" y="19077"/>
                  <a:pt x="41831" y="19077"/>
                </a:cubicBezTo>
                <a:lnTo>
                  <a:pt x="28845" y="19077"/>
                </a:lnTo>
                <a:lnTo>
                  <a:pt x="28845" y="70906"/>
                </a:lnTo>
                <a:lnTo>
                  <a:pt x="41831" y="70906"/>
                </a:lnTo>
                <a:close/>
                <a:moveTo>
                  <a:pt x="73336" y="70906"/>
                </a:moveTo>
                <a:lnTo>
                  <a:pt x="73336" y="34121"/>
                </a:lnTo>
                <a:lnTo>
                  <a:pt x="72245" y="34121"/>
                </a:lnTo>
                <a:cubicBezTo>
                  <a:pt x="69640" y="34121"/>
                  <a:pt x="67849" y="33815"/>
                  <a:pt x="66872" y="33203"/>
                </a:cubicBezTo>
                <a:cubicBezTo>
                  <a:pt x="65895" y="32591"/>
                  <a:pt x="65407" y="31520"/>
                  <a:pt x="65407" y="29989"/>
                </a:cubicBezTo>
                <a:cubicBezTo>
                  <a:pt x="65407" y="28574"/>
                  <a:pt x="65809" y="27551"/>
                  <a:pt x="66614" y="26920"/>
                </a:cubicBezTo>
                <a:cubicBezTo>
                  <a:pt x="67418" y="26288"/>
                  <a:pt x="68720" y="25972"/>
                  <a:pt x="70521" y="25972"/>
                </a:cubicBezTo>
                <a:lnTo>
                  <a:pt x="73222" y="25972"/>
                </a:lnTo>
                <a:lnTo>
                  <a:pt x="78738" y="25972"/>
                </a:lnTo>
                <a:cubicBezTo>
                  <a:pt x="79772" y="25972"/>
                  <a:pt x="80576" y="26184"/>
                  <a:pt x="81151" y="26609"/>
                </a:cubicBezTo>
                <a:cubicBezTo>
                  <a:pt x="81726" y="27033"/>
                  <a:pt x="82013" y="27612"/>
                  <a:pt x="82013" y="28346"/>
                </a:cubicBezTo>
                <a:lnTo>
                  <a:pt x="82013" y="32284"/>
                </a:lnTo>
                <a:cubicBezTo>
                  <a:pt x="84809" y="29662"/>
                  <a:pt x="87577" y="27725"/>
                  <a:pt x="90316" y="26473"/>
                </a:cubicBezTo>
                <a:cubicBezTo>
                  <a:pt x="93055" y="25220"/>
                  <a:pt x="95899" y="24593"/>
                  <a:pt x="98849" y="24593"/>
                </a:cubicBezTo>
                <a:cubicBezTo>
                  <a:pt x="104633" y="24593"/>
                  <a:pt x="109182" y="26392"/>
                  <a:pt x="112495" y="29989"/>
                </a:cubicBezTo>
                <a:cubicBezTo>
                  <a:pt x="115809" y="33585"/>
                  <a:pt x="117466" y="38558"/>
                  <a:pt x="117466" y="44909"/>
                </a:cubicBezTo>
                <a:lnTo>
                  <a:pt x="117466" y="70906"/>
                </a:lnTo>
                <a:lnTo>
                  <a:pt x="120166" y="70906"/>
                </a:lnTo>
                <a:cubicBezTo>
                  <a:pt x="122082" y="70906"/>
                  <a:pt x="123461" y="71224"/>
                  <a:pt x="124304" y="71861"/>
                </a:cubicBezTo>
                <a:cubicBezTo>
                  <a:pt x="125146" y="72497"/>
                  <a:pt x="125568" y="73509"/>
                  <a:pt x="125568" y="74899"/>
                </a:cubicBezTo>
                <a:cubicBezTo>
                  <a:pt x="125568" y="76404"/>
                  <a:pt x="125118" y="77475"/>
                  <a:pt x="124217" y="78112"/>
                </a:cubicBezTo>
                <a:cubicBezTo>
                  <a:pt x="123317" y="78747"/>
                  <a:pt x="121718" y="79065"/>
                  <a:pt x="119419" y="79065"/>
                </a:cubicBezTo>
                <a:lnTo>
                  <a:pt x="106721" y="79065"/>
                </a:lnTo>
                <a:cubicBezTo>
                  <a:pt x="104269" y="79065"/>
                  <a:pt x="102699" y="78776"/>
                  <a:pt x="102009" y="78198"/>
                </a:cubicBezTo>
                <a:cubicBezTo>
                  <a:pt x="101319" y="77618"/>
                  <a:pt x="100975" y="76519"/>
                  <a:pt x="100975" y="74899"/>
                </a:cubicBezTo>
                <a:cubicBezTo>
                  <a:pt x="100975" y="73395"/>
                  <a:pt x="101377" y="72353"/>
                  <a:pt x="102181" y="71775"/>
                </a:cubicBezTo>
                <a:cubicBezTo>
                  <a:pt x="102986" y="71195"/>
                  <a:pt x="104499" y="70906"/>
                  <a:pt x="106721" y="70906"/>
                </a:cubicBezTo>
                <a:lnTo>
                  <a:pt x="108732" y="70906"/>
                </a:lnTo>
                <a:lnTo>
                  <a:pt x="108732" y="47076"/>
                </a:lnTo>
                <a:cubicBezTo>
                  <a:pt x="108732" y="42607"/>
                  <a:pt x="107717" y="39199"/>
                  <a:pt x="105686" y="36850"/>
                </a:cubicBezTo>
                <a:cubicBezTo>
                  <a:pt x="103656" y="34501"/>
                  <a:pt x="100707" y="33327"/>
                  <a:pt x="96838" y="33327"/>
                </a:cubicBezTo>
                <a:cubicBezTo>
                  <a:pt x="92930" y="33327"/>
                  <a:pt x="89483" y="34645"/>
                  <a:pt x="86495" y="37281"/>
                </a:cubicBezTo>
                <a:cubicBezTo>
                  <a:pt x="83507" y="39916"/>
                  <a:pt x="82013" y="43181"/>
                  <a:pt x="82013" y="47076"/>
                </a:cubicBezTo>
                <a:lnTo>
                  <a:pt x="82013" y="70906"/>
                </a:lnTo>
                <a:lnTo>
                  <a:pt x="84024" y="70906"/>
                </a:lnTo>
                <a:cubicBezTo>
                  <a:pt x="86322" y="70906"/>
                  <a:pt x="87874" y="71195"/>
                  <a:pt x="88678" y="71775"/>
                </a:cubicBezTo>
                <a:cubicBezTo>
                  <a:pt x="89483" y="72353"/>
                  <a:pt x="89885" y="73395"/>
                  <a:pt x="89885" y="74899"/>
                </a:cubicBezTo>
                <a:cubicBezTo>
                  <a:pt x="89885" y="76519"/>
                  <a:pt x="89540" y="77618"/>
                  <a:pt x="88851" y="78198"/>
                </a:cubicBezTo>
                <a:cubicBezTo>
                  <a:pt x="88161" y="78776"/>
                  <a:pt x="86476" y="79065"/>
                  <a:pt x="83794" y="79065"/>
                </a:cubicBezTo>
                <a:lnTo>
                  <a:pt x="73336" y="79065"/>
                </a:lnTo>
                <a:lnTo>
                  <a:pt x="70234" y="79065"/>
                </a:lnTo>
                <a:cubicBezTo>
                  <a:pt x="68663" y="79065"/>
                  <a:pt x="67485" y="78728"/>
                  <a:pt x="66700" y="78052"/>
                </a:cubicBezTo>
                <a:cubicBezTo>
                  <a:pt x="65915" y="77377"/>
                  <a:pt x="65522" y="76326"/>
                  <a:pt x="65522" y="74899"/>
                </a:cubicBezTo>
                <a:cubicBezTo>
                  <a:pt x="65522" y="73356"/>
                  <a:pt x="65972" y="72305"/>
                  <a:pt x="66872" y="71746"/>
                </a:cubicBezTo>
                <a:cubicBezTo>
                  <a:pt x="67772" y="71186"/>
                  <a:pt x="69525" y="70906"/>
                  <a:pt x="72130" y="70906"/>
                </a:cubicBezTo>
                <a:lnTo>
                  <a:pt x="73336" y="70906"/>
                </a:lnTo>
                <a:close/>
                <a:moveTo>
                  <a:pt x="176723" y="11438"/>
                </a:moveTo>
                <a:cubicBezTo>
                  <a:pt x="176723" y="12244"/>
                  <a:pt x="176082" y="13980"/>
                  <a:pt x="174798" y="16645"/>
                </a:cubicBezTo>
                <a:cubicBezTo>
                  <a:pt x="173515" y="19310"/>
                  <a:pt x="172548" y="21429"/>
                  <a:pt x="171897" y="23002"/>
                </a:cubicBezTo>
                <a:cubicBezTo>
                  <a:pt x="169292" y="29100"/>
                  <a:pt x="167444" y="34680"/>
                  <a:pt x="166352" y="39743"/>
                </a:cubicBezTo>
                <a:cubicBezTo>
                  <a:pt x="165260" y="44805"/>
                  <a:pt x="164714" y="50060"/>
                  <a:pt x="164714" y="55506"/>
                </a:cubicBezTo>
                <a:cubicBezTo>
                  <a:pt x="164714" y="60531"/>
                  <a:pt x="165174" y="65392"/>
                  <a:pt x="166093" y="70091"/>
                </a:cubicBezTo>
                <a:cubicBezTo>
                  <a:pt x="167013" y="74789"/>
                  <a:pt x="168411" y="79478"/>
                  <a:pt x="170288" y="84157"/>
                </a:cubicBezTo>
                <a:cubicBezTo>
                  <a:pt x="171245" y="86688"/>
                  <a:pt x="172557" y="89669"/>
                  <a:pt x="174224" y="93102"/>
                </a:cubicBezTo>
                <a:cubicBezTo>
                  <a:pt x="175890" y="96535"/>
                  <a:pt x="176723" y="98654"/>
                  <a:pt x="176723" y="99460"/>
                </a:cubicBezTo>
                <a:cubicBezTo>
                  <a:pt x="176723" y="100304"/>
                  <a:pt x="176541" y="100965"/>
                  <a:pt x="176177" y="101444"/>
                </a:cubicBezTo>
                <a:cubicBezTo>
                  <a:pt x="175814" y="101924"/>
                  <a:pt x="175325" y="102164"/>
                  <a:pt x="174712" y="102164"/>
                </a:cubicBezTo>
                <a:cubicBezTo>
                  <a:pt x="173525" y="102164"/>
                  <a:pt x="172203" y="101540"/>
                  <a:pt x="170748" y="100293"/>
                </a:cubicBezTo>
                <a:cubicBezTo>
                  <a:pt x="169292" y="99047"/>
                  <a:pt x="167606" y="97044"/>
                  <a:pt x="165691" y="94283"/>
                </a:cubicBezTo>
                <a:cubicBezTo>
                  <a:pt x="161592" y="88415"/>
                  <a:pt x="158528" y="82259"/>
                  <a:pt x="156497" y="75815"/>
                </a:cubicBezTo>
                <a:cubicBezTo>
                  <a:pt x="154467" y="69371"/>
                  <a:pt x="153452" y="62602"/>
                  <a:pt x="153452" y="55506"/>
                </a:cubicBezTo>
                <a:cubicBezTo>
                  <a:pt x="153452" y="49024"/>
                  <a:pt x="154285" y="42839"/>
                  <a:pt x="155952" y="36952"/>
                </a:cubicBezTo>
                <a:cubicBezTo>
                  <a:pt x="157618" y="31065"/>
                  <a:pt x="160156" y="25360"/>
                  <a:pt x="163565" y="19838"/>
                </a:cubicBezTo>
                <a:cubicBezTo>
                  <a:pt x="165787" y="16194"/>
                  <a:pt x="167836" y="13452"/>
                  <a:pt x="169713" y="11611"/>
                </a:cubicBezTo>
                <a:cubicBezTo>
                  <a:pt x="171590" y="9769"/>
                  <a:pt x="173257" y="8849"/>
                  <a:pt x="174712" y="8849"/>
                </a:cubicBezTo>
                <a:cubicBezTo>
                  <a:pt x="175325" y="8849"/>
                  <a:pt x="175814" y="9089"/>
                  <a:pt x="176177" y="9569"/>
                </a:cubicBezTo>
                <a:cubicBezTo>
                  <a:pt x="176541" y="10048"/>
                  <a:pt x="176723" y="10671"/>
                  <a:pt x="176723" y="11438"/>
                </a:cubicBezTo>
                <a:close/>
                <a:moveTo>
                  <a:pt x="252703" y="29450"/>
                </a:moveTo>
                <a:lnTo>
                  <a:pt x="252703" y="29220"/>
                </a:lnTo>
                <a:cubicBezTo>
                  <a:pt x="252703" y="27945"/>
                  <a:pt x="253067" y="27009"/>
                  <a:pt x="253794" y="26410"/>
                </a:cubicBezTo>
                <a:cubicBezTo>
                  <a:pt x="254522" y="25812"/>
                  <a:pt x="255652" y="25512"/>
                  <a:pt x="257185" y="25512"/>
                </a:cubicBezTo>
                <a:cubicBezTo>
                  <a:pt x="258755" y="25512"/>
                  <a:pt x="259837" y="25973"/>
                  <a:pt x="260431" y="26895"/>
                </a:cubicBezTo>
                <a:cubicBezTo>
                  <a:pt x="261025" y="27817"/>
                  <a:pt x="261322" y="29718"/>
                  <a:pt x="261322" y="32598"/>
                </a:cubicBezTo>
                <a:lnTo>
                  <a:pt x="261322" y="43314"/>
                </a:lnTo>
                <a:cubicBezTo>
                  <a:pt x="261322" y="44735"/>
                  <a:pt x="260958" y="45801"/>
                  <a:pt x="260230" y="46512"/>
                </a:cubicBezTo>
                <a:cubicBezTo>
                  <a:pt x="259502" y="47222"/>
                  <a:pt x="258410" y="47577"/>
                  <a:pt x="256955" y="47577"/>
                </a:cubicBezTo>
                <a:cubicBezTo>
                  <a:pt x="255920" y="47577"/>
                  <a:pt x="255030" y="47280"/>
                  <a:pt x="254283" y="46686"/>
                </a:cubicBezTo>
                <a:cubicBezTo>
                  <a:pt x="253536" y="46093"/>
                  <a:pt x="252626" y="44857"/>
                  <a:pt x="251553" y="42980"/>
                </a:cubicBezTo>
                <a:cubicBezTo>
                  <a:pt x="249715" y="39877"/>
                  <a:pt x="247483" y="37531"/>
                  <a:pt x="244859" y="35941"/>
                </a:cubicBezTo>
                <a:cubicBezTo>
                  <a:pt x="242235" y="34352"/>
                  <a:pt x="239219" y="33557"/>
                  <a:pt x="235809" y="33557"/>
                </a:cubicBezTo>
                <a:cubicBezTo>
                  <a:pt x="229834" y="33557"/>
                  <a:pt x="224978" y="35319"/>
                  <a:pt x="221243" y="38843"/>
                </a:cubicBezTo>
                <a:cubicBezTo>
                  <a:pt x="217508" y="42367"/>
                  <a:pt x="215641" y="46926"/>
                  <a:pt x="215641" y="52519"/>
                </a:cubicBezTo>
                <a:cubicBezTo>
                  <a:pt x="215641" y="58226"/>
                  <a:pt x="217432" y="62890"/>
                  <a:pt x="221013" y="66510"/>
                </a:cubicBezTo>
                <a:cubicBezTo>
                  <a:pt x="224595" y="70130"/>
                  <a:pt x="229201" y="71940"/>
                  <a:pt x="234833" y="71940"/>
                </a:cubicBezTo>
                <a:cubicBezTo>
                  <a:pt x="237399" y="71940"/>
                  <a:pt x="239841" y="71586"/>
                  <a:pt x="242159" y="70877"/>
                </a:cubicBezTo>
                <a:cubicBezTo>
                  <a:pt x="244476" y="70168"/>
                  <a:pt x="246669" y="69105"/>
                  <a:pt x="248738" y="67688"/>
                </a:cubicBezTo>
                <a:cubicBezTo>
                  <a:pt x="249466" y="67228"/>
                  <a:pt x="250443" y="66520"/>
                  <a:pt x="251668" y="65562"/>
                </a:cubicBezTo>
                <a:cubicBezTo>
                  <a:pt x="254158" y="63532"/>
                  <a:pt x="256112" y="62517"/>
                  <a:pt x="257529" y="62517"/>
                </a:cubicBezTo>
                <a:cubicBezTo>
                  <a:pt x="258717" y="62517"/>
                  <a:pt x="259684" y="62890"/>
                  <a:pt x="260431" y="63637"/>
                </a:cubicBezTo>
                <a:cubicBezTo>
                  <a:pt x="261178" y="64384"/>
                  <a:pt x="261552" y="65351"/>
                  <a:pt x="261552" y="66539"/>
                </a:cubicBezTo>
                <a:cubicBezTo>
                  <a:pt x="261552" y="69565"/>
                  <a:pt x="258688" y="72658"/>
                  <a:pt x="252961" y="75819"/>
                </a:cubicBezTo>
                <a:cubicBezTo>
                  <a:pt x="247234" y="78979"/>
                  <a:pt x="241153" y="80559"/>
                  <a:pt x="234718" y="80559"/>
                </a:cubicBezTo>
                <a:cubicBezTo>
                  <a:pt x="226405" y="80559"/>
                  <a:pt x="219481" y="77894"/>
                  <a:pt x="213946" y="72565"/>
                </a:cubicBezTo>
                <a:cubicBezTo>
                  <a:pt x="208411" y="67234"/>
                  <a:pt x="205643" y="60581"/>
                  <a:pt x="205643" y="52605"/>
                </a:cubicBezTo>
                <a:cubicBezTo>
                  <a:pt x="205643" y="44629"/>
                  <a:pt x="208401" y="37966"/>
                  <a:pt x="213917" y="32618"/>
                </a:cubicBezTo>
                <a:cubicBezTo>
                  <a:pt x="219433" y="27268"/>
                  <a:pt x="226328" y="24593"/>
                  <a:pt x="234603" y="24593"/>
                </a:cubicBezTo>
                <a:cubicBezTo>
                  <a:pt x="237514" y="24593"/>
                  <a:pt x="240435" y="24989"/>
                  <a:pt x="243365" y="25780"/>
                </a:cubicBezTo>
                <a:cubicBezTo>
                  <a:pt x="246296" y="26570"/>
                  <a:pt x="249408" y="27793"/>
                  <a:pt x="252703" y="29450"/>
                </a:cubicBezTo>
                <a:close/>
                <a:moveTo>
                  <a:pt x="291448" y="57823"/>
                </a:moveTo>
                <a:cubicBezTo>
                  <a:pt x="291448" y="62643"/>
                  <a:pt x="292463" y="66164"/>
                  <a:pt x="294493" y="68383"/>
                </a:cubicBezTo>
                <a:cubicBezTo>
                  <a:pt x="296524" y="70601"/>
                  <a:pt x="299742" y="71710"/>
                  <a:pt x="304147" y="71710"/>
                </a:cubicBezTo>
                <a:cubicBezTo>
                  <a:pt x="308322" y="71710"/>
                  <a:pt x="311894" y="70391"/>
                  <a:pt x="314863" y="67753"/>
                </a:cubicBezTo>
                <a:cubicBezTo>
                  <a:pt x="317832" y="65113"/>
                  <a:pt x="319316" y="61804"/>
                  <a:pt x="319316" y="57826"/>
                </a:cubicBezTo>
                <a:lnTo>
                  <a:pt x="319316" y="34131"/>
                </a:lnTo>
                <a:lnTo>
                  <a:pt x="311444" y="34131"/>
                </a:lnTo>
                <a:cubicBezTo>
                  <a:pt x="309950" y="34131"/>
                  <a:pt x="308868" y="33815"/>
                  <a:pt x="308198" y="33183"/>
                </a:cubicBezTo>
                <a:cubicBezTo>
                  <a:pt x="307527" y="32551"/>
                  <a:pt x="307192" y="31565"/>
                  <a:pt x="307192" y="30224"/>
                </a:cubicBezTo>
                <a:cubicBezTo>
                  <a:pt x="307192" y="28768"/>
                  <a:pt x="307556" y="27696"/>
                  <a:pt x="308284" y="27006"/>
                </a:cubicBezTo>
                <a:cubicBezTo>
                  <a:pt x="309012" y="26317"/>
                  <a:pt x="310180" y="25972"/>
                  <a:pt x="311789" y="25972"/>
                </a:cubicBezTo>
                <a:lnTo>
                  <a:pt x="324028" y="25972"/>
                </a:lnTo>
                <a:cubicBezTo>
                  <a:pt x="325484" y="25972"/>
                  <a:pt x="326508" y="26288"/>
                  <a:pt x="327102" y="26920"/>
                </a:cubicBezTo>
                <a:cubicBezTo>
                  <a:pt x="327696" y="27551"/>
                  <a:pt x="327993" y="29090"/>
                  <a:pt x="327993" y="31538"/>
                </a:cubicBezTo>
                <a:lnTo>
                  <a:pt x="327993" y="70906"/>
                </a:lnTo>
                <a:lnTo>
                  <a:pt x="330636" y="70906"/>
                </a:lnTo>
                <a:cubicBezTo>
                  <a:pt x="332513" y="70906"/>
                  <a:pt x="333863" y="71215"/>
                  <a:pt x="334687" y="71832"/>
                </a:cubicBezTo>
                <a:cubicBezTo>
                  <a:pt x="335510" y="72449"/>
                  <a:pt x="335922" y="73471"/>
                  <a:pt x="335922" y="74899"/>
                </a:cubicBezTo>
                <a:cubicBezTo>
                  <a:pt x="335922" y="76288"/>
                  <a:pt x="335530" y="77329"/>
                  <a:pt x="334744" y="78024"/>
                </a:cubicBezTo>
                <a:cubicBezTo>
                  <a:pt x="333959" y="78718"/>
                  <a:pt x="332819" y="79065"/>
                  <a:pt x="331325" y="79065"/>
                </a:cubicBezTo>
                <a:lnTo>
                  <a:pt x="322591" y="79065"/>
                </a:lnTo>
                <a:cubicBezTo>
                  <a:pt x="321557" y="79065"/>
                  <a:pt x="320753" y="78853"/>
                  <a:pt x="320178" y="78428"/>
                </a:cubicBezTo>
                <a:cubicBezTo>
                  <a:pt x="319604" y="78003"/>
                  <a:pt x="319316" y="77423"/>
                  <a:pt x="319316" y="76689"/>
                </a:cubicBezTo>
                <a:lnTo>
                  <a:pt x="319316" y="72752"/>
                </a:lnTo>
                <a:cubicBezTo>
                  <a:pt x="315639" y="75606"/>
                  <a:pt x="312488" y="77563"/>
                  <a:pt x="309864" y="78623"/>
                </a:cubicBezTo>
                <a:cubicBezTo>
                  <a:pt x="307240" y="79684"/>
                  <a:pt x="304472" y="80214"/>
                  <a:pt x="301561" y="80214"/>
                </a:cubicBezTo>
                <a:cubicBezTo>
                  <a:pt x="295240" y="80214"/>
                  <a:pt x="290500" y="78538"/>
                  <a:pt x="287340" y="75187"/>
                </a:cubicBezTo>
                <a:cubicBezTo>
                  <a:pt x="284179" y="71835"/>
                  <a:pt x="282599" y="66769"/>
                  <a:pt x="282599" y="59988"/>
                </a:cubicBezTo>
                <a:lnTo>
                  <a:pt x="282599" y="34131"/>
                </a:lnTo>
                <a:lnTo>
                  <a:pt x="281393" y="34131"/>
                </a:lnTo>
                <a:cubicBezTo>
                  <a:pt x="278788" y="34131"/>
                  <a:pt x="277006" y="33825"/>
                  <a:pt x="276049" y="33212"/>
                </a:cubicBezTo>
                <a:cubicBezTo>
                  <a:pt x="275091" y="32599"/>
                  <a:pt x="274612" y="31526"/>
                  <a:pt x="274612" y="29994"/>
                </a:cubicBezTo>
                <a:cubicBezTo>
                  <a:pt x="274612" y="28653"/>
                  <a:pt x="274986" y="27648"/>
                  <a:pt x="275733" y="26978"/>
                </a:cubicBezTo>
                <a:cubicBezTo>
                  <a:pt x="276480" y="26307"/>
                  <a:pt x="277639" y="25972"/>
                  <a:pt x="279209" y="25972"/>
                </a:cubicBezTo>
                <a:lnTo>
                  <a:pt x="287886" y="25972"/>
                </a:lnTo>
                <a:cubicBezTo>
                  <a:pt x="289226" y="25972"/>
                  <a:pt x="290155" y="26240"/>
                  <a:pt x="290672" y="26776"/>
                </a:cubicBezTo>
                <a:cubicBezTo>
                  <a:pt x="291190" y="27312"/>
                  <a:pt x="291448" y="28497"/>
                  <a:pt x="291448" y="30334"/>
                </a:cubicBezTo>
                <a:lnTo>
                  <a:pt x="291448" y="57823"/>
                </a:lnTo>
                <a:close/>
                <a:moveTo>
                  <a:pt x="361279" y="93890"/>
                </a:moveTo>
                <a:lnTo>
                  <a:pt x="375070" y="93890"/>
                </a:lnTo>
                <a:cubicBezTo>
                  <a:pt x="376525" y="93890"/>
                  <a:pt x="377617" y="94232"/>
                  <a:pt x="378345" y="94917"/>
                </a:cubicBezTo>
                <a:cubicBezTo>
                  <a:pt x="379073" y="95602"/>
                  <a:pt x="379437" y="96629"/>
                  <a:pt x="379437" y="97998"/>
                </a:cubicBezTo>
                <a:cubicBezTo>
                  <a:pt x="379437" y="99481"/>
                  <a:pt x="379082" y="100527"/>
                  <a:pt x="378374" y="101135"/>
                </a:cubicBezTo>
                <a:cubicBezTo>
                  <a:pt x="377665" y="101744"/>
                  <a:pt x="376410" y="102049"/>
                  <a:pt x="374610" y="102049"/>
                </a:cubicBezTo>
                <a:lnTo>
                  <a:pt x="349270" y="102049"/>
                </a:lnTo>
                <a:cubicBezTo>
                  <a:pt x="347738" y="102049"/>
                  <a:pt x="346579" y="101707"/>
                  <a:pt x="345794" y="101022"/>
                </a:cubicBezTo>
                <a:cubicBezTo>
                  <a:pt x="345008" y="100337"/>
                  <a:pt x="344616" y="99329"/>
                  <a:pt x="344616" y="97998"/>
                </a:cubicBezTo>
                <a:cubicBezTo>
                  <a:pt x="344616" y="96477"/>
                  <a:pt x="345104" y="95411"/>
                  <a:pt x="346081" y="94802"/>
                </a:cubicBezTo>
                <a:cubicBezTo>
                  <a:pt x="347058" y="94194"/>
                  <a:pt x="348868" y="93890"/>
                  <a:pt x="351511" y="93890"/>
                </a:cubicBezTo>
                <a:lnTo>
                  <a:pt x="352603" y="93890"/>
                </a:lnTo>
                <a:lnTo>
                  <a:pt x="352603" y="34131"/>
                </a:lnTo>
                <a:lnTo>
                  <a:pt x="351511" y="34131"/>
                </a:lnTo>
                <a:cubicBezTo>
                  <a:pt x="348868" y="34131"/>
                  <a:pt x="347058" y="33825"/>
                  <a:pt x="346081" y="33212"/>
                </a:cubicBezTo>
                <a:cubicBezTo>
                  <a:pt x="345104" y="32599"/>
                  <a:pt x="344616" y="31526"/>
                  <a:pt x="344616" y="29994"/>
                </a:cubicBezTo>
                <a:cubicBezTo>
                  <a:pt x="344616" y="28653"/>
                  <a:pt x="345008" y="27648"/>
                  <a:pt x="345794" y="26978"/>
                </a:cubicBezTo>
                <a:cubicBezTo>
                  <a:pt x="346579" y="26307"/>
                  <a:pt x="347738" y="25972"/>
                  <a:pt x="349270" y="25972"/>
                </a:cubicBezTo>
                <a:lnTo>
                  <a:pt x="358004" y="25972"/>
                </a:lnTo>
                <a:cubicBezTo>
                  <a:pt x="359153" y="25972"/>
                  <a:pt x="359986" y="26163"/>
                  <a:pt x="360503" y="26547"/>
                </a:cubicBezTo>
                <a:cubicBezTo>
                  <a:pt x="361021" y="26930"/>
                  <a:pt x="361279" y="27523"/>
                  <a:pt x="361279" y="28328"/>
                </a:cubicBezTo>
                <a:lnTo>
                  <a:pt x="361279" y="33901"/>
                </a:lnTo>
                <a:cubicBezTo>
                  <a:pt x="363884" y="31220"/>
                  <a:pt x="366767" y="29209"/>
                  <a:pt x="369927" y="27868"/>
                </a:cubicBezTo>
                <a:cubicBezTo>
                  <a:pt x="373087" y="26527"/>
                  <a:pt x="376487" y="25857"/>
                  <a:pt x="380126" y="25857"/>
                </a:cubicBezTo>
                <a:cubicBezTo>
                  <a:pt x="387826" y="25857"/>
                  <a:pt x="394261" y="28462"/>
                  <a:pt x="399433" y="33672"/>
                </a:cubicBezTo>
                <a:cubicBezTo>
                  <a:pt x="404604" y="38881"/>
                  <a:pt x="407190" y="45413"/>
                  <a:pt x="407190" y="53266"/>
                </a:cubicBezTo>
                <a:cubicBezTo>
                  <a:pt x="407190" y="60812"/>
                  <a:pt x="404738" y="67018"/>
                  <a:pt x="399835" y="71883"/>
                </a:cubicBezTo>
                <a:cubicBezTo>
                  <a:pt x="394932" y="76748"/>
                  <a:pt x="388669" y="79180"/>
                  <a:pt x="381045" y="79180"/>
                </a:cubicBezTo>
                <a:cubicBezTo>
                  <a:pt x="376985" y="79180"/>
                  <a:pt x="373250" y="78462"/>
                  <a:pt x="369841" y="77025"/>
                </a:cubicBezTo>
                <a:cubicBezTo>
                  <a:pt x="366431" y="75589"/>
                  <a:pt x="363578" y="73530"/>
                  <a:pt x="361279" y="70848"/>
                </a:cubicBezTo>
                <a:lnTo>
                  <a:pt x="361279" y="93890"/>
                </a:lnTo>
                <a:moveTo>
                  <a:pt x="379092" y="70676"/>
                </a:moveTo>
                <a:cubicBezTo>
                  <a:pt x="384416" y="70676"/>
                  <a:pt x="388783" y="69003"/>
                  <a:pt x="392193" y="65657"/>
                </a:cubicBezTo>
                <a:cubicBezTo>
                  <a:pt x="395602" y="62310"/>
                  <a:pt x="397307" y="57978"/>
                  <a:pt x="397307" y="52662"/>
                </a:cubicBezTo>
                <a:cubicBezTo>
                  <a:pt x="397307" y="47461"/>
                  <a:pt x="395592" y="43168"/>
                  <a:pt x="392164" y="39784"/>
                </a:cubicBezTo>
                <a:cubicBezTo>
                  <a:pt x="388736" y="36399"/>
                  <a:pt x="384378" y="34706"/>
                  <a:pt x="379092" y="34706"/>
                </a:cubicBezTo>
                <a:cubicBezTo>
                  <a:pt x="373805" y="34706"/>
                  <a:pt x="369477" y="36389"/>
                  <a:pt x="366106" y="39755"/>
                </a:cubicBezTo>
                <a:cubicBezTo>
                  <a:pt x="362735" y="43120"/>
                  <a:pt x="361049" y="47423"/>
                  <a:pt x="361049" y="52662"/>
                </a:cubicBezTo>
                <a:cubicBezTo>
                  <a:pt x="361049" y="57940"/>
                  <a:pt x="362725" y="62262"/>
                  <a:pt x="366077" y="65628"/>
                </a:cubicBezTo>
                <a:cubicBezTo>
                  <a:pt x="369429" y="68993"/>
                  <a:pt x="373767" y="70676"/>
                  <a:pt x="379092" y="70676"/>
                </a:cubicBezTo>
                <a:close/>
                <a:moveTo>
                  <a:pt x="463747" y="29450"/>
                </a:moveTo>
                <a:lnTo>
                  <a:pt x="463747" y="29220"/>
                </a:lnTo>
                <a:cubicBezTo>
                  <a:pt x="463747" y="27945"/>
                  <a:pt x="464111" y="27009"/>
                  <a:pt x="464838" y="26410"/>
                </a:cubicBezTo>
                <a:cubicBezTo>
                  <a:pt x="465566" y="25812"/>
                  <a:pt x="466696" y="25512"/>
                  <a:pt x="468229" y="25512"/>
                </a:cubicBezTo>
                <a:cubicBezTo>
                  <a:pt x="469799" y="25512"/>
                  <a:pt x="470881" y="25973"/>
                  <a:pt x="471475" y="26895"/>
                </a:cubicBezTo>
                <a:cubicBezTo>
                  <a:pt x="472069" y="27817"/>
                  <a:pt x="472366" y="29718"/>
                  <a:pt x="472366" y="32598"/>
                </a:cubicBezTo>
                <a:lnTo>
                  <a:pt x="472366" y="43314"/>
                </a:lnTo>
                <a:cubicBezTo>
                  <a:pt x="472366" y="44735"/>
                  <a:pt x="472002" y="45801"/>
                  <a:pt x="471274" y="46512"/>
                </a:cubicBezTo>
                <a:cubicBezTo>
                  <a:pt x="470546" y="47222"/>
                  <a:pt x="469454" y="47577"/>
                  <a:pt x="467999" y="47577"/>
                </a:cubicBezTo>
                <a:cubicBezTo>
                  <a:pt x="466965" y="47577"/>
                  <a:pt x="466074" y="47280"/>
                  <a:pt x="465327" y="46686"/>
                </a:cubicBezTo>
                <a:cubicBezTo>
                  <a:pt x="464580" y="46093"/>
                  <a:pt x="463670" y="44857"/>
                  <a:pt x="462598" y="42980"/>
                </a:cubicBezTo>
                <a:cubicBezTo>
                  <a:pt x="460759" y="39877"/>
                  <a:pt x="458527" y="37531"/>
                  <a:pt x="455903" y="35941"/>
                </a:cubicBezTo>
                <a:cubicBezTo>
                  <a:pt x="453279" y="34352"/>
                  <a:pt x="450263" y="33557"/>
                  <a:pt x="446853" y="33557"/>
                </a:cubicBezTo>
                <a:cubicBezTo>
                  <a:pt x="440878" y="33557"/>
                  <a:pt x="436022" y="35319"/>
                  <a:pt x="432287" y="38843"/>
                </a:cubicBezTo>
                <a:cubicBezTo>
                  <a:pt x="428552" y="42367"/>
                  <a:pt x="426685" y="46926"/>
                  <a:pt x="426685" y="52519"/>
                </a:cubicBezTo>
                <a:cubicBezTo>
                  <a:pt x="426685" y="58226"/>
                  <a:pt x="428476" y="62890"/>
                  <a:pt x="432058" y="66510"/>
                </a:cubicBezTo>
                <a:cubicBezTo>
                  <a:pt x="435639" y="70130"/>
                  <a:pt x="440246" y="71940"/>
                  <a:pt x="445877" y="71940"/>
                </a:cubicBezTo>
                <a:cubicBezTo>
                  <a:pt x="448443" y="71940"/>
                  <a:pt x="450885" y="71586"/>
                  <a:pt x="453203" y="70877"/>
                </a:cubicBezTo>
                <a:cubicBezTo>
                  <a:pt x="455520" y="70168"/>
                  <a:pt x="457713" y="69105"/>
                  <a:pt x="459782" y="67688"/>
                </a:cubicBezTo>
                <a:cubicBezTo>
                  <a:pt x="460510" y="67228"/>
                  <a:pt x="461487" y="66520"/>
                  <a:pt x="462712" y="65562"/>
                </a:cubicBezTo>
                <a:cubicBezTo>
                  <a:pt x="465202" y="63532"/>
                  <a:pt x="467156" y="62517"/>
                  <a:pt x="468573" y="62517"/>
                </a:cubicBezTo>
                <a:cubicBezTo>
                  <a:pt x="469761" y="62517"/>
                  <a:pt x="470728" y="62890"/>
                  <a:pt x="471475" y="63637"/>
                </a:cubicBezTo>
                <a:cubicBezTo>
                  <a:pt x="472222" y="64384"/>
                  <a:pt x="472596" y="65351"/>
                  <a:pt x="472596" y="66539"/>
                </a:cubicBezTo>
                <a:cubicBezTo>
                  <a:pt x="472596" y="69565"/>
                  <a:pt x="469732" y="72658"/>
                  <a:pt x="464005" y="75819"/>
                </a:cubicBezTo>
                <a:cubicBezTo>
                  <a:pt x="458278" y="78979"/>
                  <a:pt x="452197" y="80559"/>
                  <a:pt x="445762" y="80559"/>
                </a:cubicBezTo>
                <a:cubicBezTo>
                  <a:pt x="437449" y="80559"/>
                  <a:pt x="430525" y="77894"/>
                  <a:pt x="424990" y="72565"/>
                </a:cubicBezTo>
                <a:cubicBezTo>
                  <a:pt x="419455" y="67234"/>
                  <a:pt x="416687" y="60581"/>
                  <a:pt x="416687" y="52605"/>
                </a:cubicBezTo>
                <a:cubicBezTo>
                  <a:pt x="416687" y="44629"/>
                  <a:pt x="419445" y="37966"/>
                  <a:pt x="424961" y="32618"/>
                </a:cubicBezTo>
                <a:cubicBezTo>
                  <a:pt x="430477" y="27268"/>
                  <a:pt x="437373" y="24593"/>
                  <a:pt x="445647" y="24593"/>
                </a:cubicBezTo>
                <a:cubicBezTo>
                  <a:pt x="448558" y="24593"/>
                  <a:pt x="451479" y="24989"/>
                  <a:pt x="454409" y="25780"/>
                </a:cubicBezTo>
                <a:cubicBezTo>
                  <a:pt x="457340" y="26570"/>
                  <a:pt x="460452" y="27793"/>
                  <a:pt x="463747" y="29450"/>
                </a:cubicBezTo>
                <a:close/>
                <a:moveTo>
                  <a:pt x="529556" y="53725"/>
                </a:moveTo>
                <a:cubicBezTo>
                  <a:pt x="527449" y="53036"/>
                  <a:pt x="525409" y="52528"/>
                  <a:pt x="523436" y="52202"/>
                </a:cubicBezTo>
                <a:cubicBezTo>
                  <a:pt x="521464" y="51877"/>
                  <a:pt x="519500" y="51714"/>
                  <a:pt x="517547" y="51714"/>
                </a:cubicBezTo>
                <a:cubicBezTo>
                  <a:pt x="511648" y="51714"/>
                  <a:pt x="506993" y="52710"/>
                  <a:pt x="503584" y="54702"/>
                </a:cubicBezTo>
                <a:cubicBezTo>
                  <a:pt x="500175" y="56694"/>
                  <a:pt x="498470" y="59375"/>
                  <a:pt x="498470" y="62746"/>
                </a:cubicBezTo>
                <a:cubicBezTo>
                  <a:pt x="498470" y="65351"/>
                  <a:pt x="499533" y="67496"/>
                  <a:pt x="501659" y="69182"/>
                </a:cubicBezTo>
                <a:cubicBezTo>
                  <a:pt x="503785" y="70867"/>
                  <a:pt x="506495" y="71710"/>
                  <a:pt x="509790" y="71710"/>
                </a:cubicBezTo>
                <a:cubicBezTo>
                  <a:pt x="514655" y="71710"/>
                  <a:pt x="519165" y="70437"/>
                  <a:pt x="523321" y="67889"/>
                </a:cubicBezTo>
                <a:cubicBezTo>
                  <a:pt x="527478" y="65342"/>
                  <a:pt x="529556" y="62689"/>
                  <a:pt x="529556" y="59931"/>
                </a:cubicBezTo>
                <a:lnTo>
                  <a:pt x="529556" y="53725"/>
                </a:lnTo>
                <a:moveTo>
                  <a:pt x="530016" y="71825"/>
                </a:moveTo>
                <a:cubicBezTo>
                  <a:pt x="526874" y="74660"/>
                  <a:pt x="523456" y="76824"/>
                  <a:pt x="519759" y="78318"/>
                </a:cubicBezTo>
                <a:cubicBezTo>
                  <a:pt x="516062" y="79812"/>
                  <a:pt x="512260" y="80559"/>
                  <a:pt x="508353" y="80559"/>
                </a:cubicBezTo>
                <a:cubicBezTo>
                  <a:pt x="502645" y="80559"/>
                  <a:pt x="498039" y="78967"/>
                  <a:pt x="494534" y="75783"/>
                </a:cubicBezTo>
                <a:cubicBezTo>
                  <a:pt x="491029" y="72598"/>
                  <a:pt x="489276" y="68455"/>
                  <a:pt x="489276" y="63352"/>
                </a:cubicBezTo>
                <a:cubicBezTo>
                  <a:pt x="489276" y="57290"/>
                  <a:pt x="491604" y="52590"/>
                  <a:pt x="496258" y="49252"/>
                </a:cubicBezTo>
                <a:cubicBezTo>
                  <a:pt x="500912" y="45914"/>
                  <a:pt x="507453" y="44244"/>
                  <a:pt x="515880" y="44244"/>
                </a:cubicBezTo>
                <a:cubicBezTo>
                  <a:pt x="518102" y="44244"/>
                  <a:pt x="520343" y="44388"/>
                  <a:pt x="522603" y="44675"/>
                </a:cubicBezTo>
                <a:cubicBezTo>
                  <a:pt x="524863" y="44963"/>
                  <a:pt x="527181" y="45413"/>
                  <a:pt x="529556" y="46026"/>
                </a:cubicBezTo>
                <a:lnTo>
                  <a:pt x="529556" y="45623"/>
                </a:lnTo>
                <a:cubicBezTo>
                  <a:pt x="529556" y="41235"/>
                  <a:pt x="528502" y="37992"/>
                  <a:pt x="526396" y="35896"/>
                </a:cubicBezTo>
                <a:cubicBezTo>
                  <a:pt x="524289" y="33800"/>
                  <a:pt x="521014" y="32752"/>
                  <a:pt x="516570" y="32752"/>
                </a:cubicBezTo>
                <a:cubicBezTo>
                  <a:pt x="513582" y="32752"/>
                  <a:pt x="510249" y="33557"/>
                  <a:pt x="506572" y="35166"/>
                </a:cubicBezTo>
                <a:cubicBezTo>
                  <a:pt x="502894" y="36774"/>
                  <a:pt x="500462" y="37579"/>
                  <a:pt x="499274" y="37579"/>
                </a:cubicBezTo>
                <a:cubicBezTo>
                  <a:pt x="498164" y="37579"/>
                  <a:pt x="497244" y="37129"/>
                  <a:pt x="496516" y="36229"/>
                </a:cubicBezTo>
                <a:cubicBezTo>
                  <a:pt x="495789" y="35328"/>
                  <a:pt x="495425" y="34170"/>
                  <a:pt x="495425" y="32752"/>
                </a:cubicBezTo>
                <a:cubicBezTo>
                  <a:pt x="495425" y="30477"/>
                  <a:pt x="497541" y="28548"/>
                  <a:pt x="501774" y="26967"/>
                </a:cubicBezTo>
                <a:cubicBezTo>
                  <a:pt x="506007" y="25384"/>
                  <a:pt x="511418" y="24593"/>
                  <a:pt x="518006" y="24593"/>
                </a:cubicBezTo>
                <a:cubicBezTo>
                  <a:pt x="524748" y="24593"/>
                  <a:pt x="529843" y="26310"/>
                  <a:pt x="533291" y="29743"/>
                </a:cubicBezTo>
                <a:cubicBezTo>
                  <a:pt x="536738" y="33175"/>
                  <a:pt x="538462" y="38247"/>
                  <a:pt x="538462" y="44959"/>
                </a:cubicBezTo>
                <a:lnTo>
                  <a:pt x="538462" y="71021"/>
                </a:lnTo>
                <a:lnTo>
                  <a:pt x="541278" y="71021"/>
                </a:lnTo>
                <a:cubicBezTo>
                  <a:pt x="543998" y="71021"/>
                  <a:pt x="545817" y="71306"/>
                  <a:pt x="546736" y="71877"/>
                </a:cubicBezTo>
                <a:cubicBezTo>
                  <a:pt x="547656" y="72447"/>
                  <a:pt x="548116" y="73474"/>
                  <a:pt x="548116" y="74957"/>
                </a:cubicBezTo>
                <a:cubicBezTo>
                  <a:pt x="548116" y="76326"/>
                  <a:pt x="547732" y="77353"/>
                  <a:pt x="546966" y="78038"/>
                </a:cubicBezTo>
                <a:cubicBezTo>
                  <a:pt x="546200" y="78723"/>
                  <a:pt x="545051" y="79065"/>
                  <a:pt x="543519" y="79065"/>
                </a:cubicBezTo>
                <a:lnTo>
                  <a:pt x="534497" y="79065"/>
                </a:lnTo>
                <a:cubicBezTo>
                  <a:pt x="533425" y="79065"/>
                  <a:pt x="532544" y="78742"/>
                  <a:pt x="531854" y="78097"/>
                </a:cubicBezTo>
                <a:cubicBezTo>
                  <a:pt x="531165" y="77451"/>
                  <a:pt x="530705" y="76519"/>
                  <a:pt x="530475" y="75303"/>
                </a:cubicBezTo>
                <a:lnTo>
                  <a:pt x="530016" y="71825"/>
                </a:lnTo>
                <a:close/>
                <a:moveTo>
                  <a:pt x="576690" y="57052"/>
                </a:moveTo>
                <a:lnTo>
                  <a:pt x="576690" y="74005"/>
                </a:lnTo>
                <a:cubicBezTo>
                  <a:pt x="576690" y="75538"/>
                  <a:pt x="576374" y="76765"/>
                  <a:pt x="575742" y="77686"/>
                </a:cubicBezTo>
                <a:cubicBezTo>
                  <a:pt x="575110" y="78605"/>
                  <a:pt x="574296" y="79065"/>
                  <a:pt x="573300" y="79065"/>
                </a:cubicBezTo>
                <a:lnTo>
                  <a:pt x="562670" y="79065"/>
                </a:lnTo>
                <a:cubicBezTo>
                  <a:pt x="561176" y="79065"/>
                  <a:pt x="560046" y="78718"/>
                  <a:pt x="559280" y="78024"/>
                </a:cubicBezTo>
                <a:cubicBezTo>
                  <a:pt x="558514" y="77329"/>
                  <a:pt x="558131" y="76288"/>
                  <a:pt x="558131" y="74899"/>
                </a:cubicBezTo>
                <a:cubicBezTo>
                  <a:pt x="558131" y="73356"/>
                  <a:pt x="558581" y="72305"/>
                  <a:pt x="559481" y="71746"/>
                </a:cubicBezTo>
                <a:cubicBezTo>
                  <a:pt x="560381" y="71186"/>
                  <a:pt x="562306" y="70906"/>
                  <a:pt x="565256" y="70906"/>
                </a:cubicBezTo>
                <a:lnTo>
                  <a:pt x="568014" y="70906"/>
                </a:lnTo>
                <a:lnTo>
                  <a:pt x="568014" y="12067"/>
                </a:lnTo>
                <a:lnTo>
                  <a:pt x="565658" y="12067"/>
                </a:lnTo>
                <a:cubicBezTo>
                  <a:pt x="562364" y="12067"/>
                  <a:pt x="560238" y="11770"/>
                  <a:pt x="559280" y="11176"/>
                </a:cubicBezTo>
                <a:cubicBezTo>
                  <a:pt x="558322" y="10582"/>
                  <a:pt x="557843" y="9500"/>
                  <a:pt x="557843" y="7929"/>
                </a:cubicBezTo>
                <a:cubicBezTo>
                  <a:pt x="557843" y="6550"/>
                  <a:pt x="558236" y="5516"/>
                  <a:pt x="559021" y="4827"/>
                </a:cubicBezTo>
                <a:cubicBezTo>
                  <a:pt x="559807" y="4137"/>
                  <a:pt x="560946" y="3792"/>
                  <a:pt x="562440" y="3792"/>
                </a:cubicBezTo>
                <a:lnTo>
                  <a:pt x="573415" y="3792"/>
                </a:lnTo>
                <a:cubicBezTo>
                  <a:pt x="574449" y="3792"/>
                  <a:pt x="575254" y="4004"/>
                  <a:pt x="575828" y="4426"/>
                </a:cubicBezTo>
                <a:cubicBezTo>
                  <a:pt x="576403" y="4848"/>
                  <a:pt x="576690" y="5422"/>
                  <a:pt x="576690" y="6150"/>
                </a:cubicBezTo>
                <a:lnTo>
                  <a:pt x="576690" y="47381"/>
                </a:lnTo>
                <a:lnTo>
                  <a:pt x="593296" y="33465"/>
                </a:lnTo>
                <a:cubicBezTo>
                  <a:pt x="592032" y="32931"/>
                  <a:pt x="591103" y="32340"/>
                  <a:pt x="590509" y="31693"/>
                </a:cubicBezTo>
                <a:cubicBezTo>
                  <a:pt x="589916" y="31044"/>
                  <a:pt x="589619" y="30281"/>
                  <a:pt x="589619" y="29403"/>
                </a:cubicBezTo>
                <a:cubicBezTo>
                  <a:pt x="589619" y="28260"/>
                  <a:pt x="590040" y="27402"/>
                  <a:pt x="590883" y="26830"/>
                </a:cubicBezTo>
                <a:cubicBezTo>
                  <a:pt x="591726" y="26258"/>
                  <a:pt x="592951" y="25972"/>
                  <a:pt x="594560" y="25972"/>
                </a:cubicBezTo>
                <a:lnTo>
                  <a:pt x="610132" y="25972"/>
                </a:lnTo>
                <a:cubicBezTo>
                  <a:pt x="611588" y="25972"/>
                  <a:pt x="612699" y="26298"/>
                  <a:pt x="613465" y="26949"/>
                </a:cubicBezTo>
                <a:cubicBezTo>
                  <a:pt x="614231" y="27599"/>
                  <a:pt x="614614" y="28574"/>
                  <a:pt x="614614" y="29874"/>
                </a:cubicBezTo>
                <a:cubicBezTo>
                  <a:pt x="614614" y="32170"/>
                  <a:pt x="612756" y="33509"/>
                  <a:pt x="609040" y="33891"/>
                </a:cubicBezTo>
                <a:cubicBezTo>
                  <a:pt x="608312" y="33967"/>
                  <a:pt x="607738" y="34044"/>
                  <a:pt x="607316" y="34121"/>
                </a:cubicBezTo>
                <a:cubicBezTo>
                  <a:pt x="605746" y="34312"/>
                  <a:pt x="604022" y="34915"/>
                  <a:pt x="602145" y="35929"/>
                </a:cubicBezTo>
                <a:cubicBezTo>
                  <a:pt x="600268" y="36943"/>
                  <a:pt x="598372" y="38291"/>
                  <a:pt x="596457" y="39974"/>
                </a:cubicBezTo>
                <a:lnTo>
                  <a:pt x="588125" y="47263"/>
                </a:lnTo>
                <a:lnTo>
                  <a:pt x="609902" y="70906"/>
                </a:lnTo>
                <a:lnTo>
                  <a:pt x="614844" y="70906"/>
                </a:lnTo>
                <a:cubicBezTo>
                  <a:pt x="616491" y="70906"/>
                  <a:pt x="617669" y="71215"/>
                  <a:pt x="618378" y="71832"/>
                </a:cubicBezTo>
                <a:cubicBezTo>
                  <a:pt x="619086" y="72449"/>
                  <a:pt x="619441" y="73471"/>
                  <a:pt x="619441" y="74899"/>
                </a:cubicBezTo>
                <a:cubicBezTo>
                  <a:pt x="619441" y="76250"/>
                  <a:pt x="619048" y="77281"/>
                  <a:pt x="618263" y="77995"/>
                </a:cubicBezTo>
                <a:cubicBezTo>
                  <a:pt x="617477" y="78708"/>
                  <a:pt x="616338" y="79065"/>
                  <a:pt x="614844" y="79065"/>
                </a:cubicBezTo>
                <a:lnTo>
                  <a:pt x="599272" y="79065"/>
                </a:lnTo>
                <a:cubicBezTo>
                  <a:pt x="597587" y="79065"/>
                  <a:pt x="596361" y="78778"/>
                  <a:pt x="595595" y="78203"/>
                </a:cubicBezTo>
                <a:cubicBezTo>
                  <a:pt x="594828" y="77627"/>
                  <a:pt x="594445" y="76707"/>
                  <a:pt x="594445" y="75443"/>
                </a:cubicBezTo>
                <a:cubicBezTo>
                  <a:pt x="594445" y="74408"/>
                  <a:pt x="594819" y="73517"/>
                  <a:pt x="595566" y="72770"/>
                </a:cubicBezTo>
                <a:cubicBezTo>
                  <a:pt x="596313" y="72021"/>
                  <a:pt x="597433" y="71418"/>
                  <a:pt x="598927" y="70958"/>
                </a:cubicBezTo>
                <a:lnTo>
                  <a:pt x="581862" y="52341"/>
                </a:lnTo>
                <a:lnTo>
                  <a:pt x="576690" y="57052"/>
                </a:lnTo>
                <a:close/>
                <a:moveTo>
                  <a:pt x="638073" y="55047"/>
                </a:moveTo>
                <a:cubicBezTo>
                  <a:pt x="638380" y="60581"/>
                  <a:pt x="640247" y="64857"/>
                  <a:pt x="643676" y="67875"/>
                </a:cubicBezTo>
                <a:cubicBezTo>
                  <a:pt x="647104" y="70891"/>
                  <a:pt x="651787" y="72400"/>
                  <a:pt x="657725" y="72400"/>
                </a:cubicBezTo>
                <a:cubicBezTo>
                  <a:pt x="662207" y="72400"/>
                  <a:pt x="667091" y="71203"/>
                  <a:pt x="672377" y="68808"/>
                </a:cubicBezTo>
                <a:cubicBezTo>
                  <a:pt x="677663" y="66414"/>
                  <a:pt x="680862" y="65217"/>
                  <a:pt x="681973" y="65217"/>
                </a:cubicBezTo>
                <a:cubicBezTo>
                  <a:pt x="683122" y="65217"/>
                  <a:pt x="684080" y="65581"/>
                  <a:pt x="684846" y="66309"/>
                </a:cubicBezTo>
                <a:cubicBezTo>
                  <a:pt x="685612" y="67037"/>
                  <a:pt x="685995" y="67937"/>
                  <a:pt x="685995" y="69010"/>
                </a:cubicBezTo>
                <a:cubicBezTo>
                  <a:pt x="685995" y="70120"/>
                  <a:pt x="685593" y="71136"/>
                  <a:pt x="684788" y="72055"/>
                </a:cubicBezTo>
                <a:cubicBezTo>
                  <a:pt x="683984" y="72974"/>
                  <a:pt x="682701" y="73875"/>
                  <a:pt x="680939" y="74756"/>
                </a:cubicBezTo>
                <a:cubicBezTo>
                  <a:pt x="677108" y="76633"/>
                  <a:pt x="673153" y="78069"/>
                  <a:pt x="669073" y="79065"/>
                </a:cubicBezTo>
                <a:cubicBezTo>
                  <a:pt x="664993" y="80061"/>
                  <a:pt x="660942" y="80559"/>
                  <a:pt x="656920" y="80559"/>
                </a:cubicBezTo>
                <a:cubicBezTo>
                  <a:pt x="648186" y="80559"/>
                  <a:pt x="641195" y="78038"/>
                  <a:pt x="635947" y="72996"/>
                </a:cubicBezTo>
                <a:cubicBezTo>
                  <a:pt x="630699" y="67953"/>
                  <a:pt x="628075" y="61270"/>
                  <a:pt x="628075" y="52949"/>
                </a:cubicBezTo>
                <a:cubicBezTo>
                  <a:pt x="628075" y="44475"/>
                  <a:pt x="630852" y="37612"/>
                  <a:pt x="636407" y="32359"/>
                </a:cubicBezTo>
                <a:cubicBezTo>
                  <a:pt x="641961" y="27105"/>
                  <a:pt x="649201" y="24478"/>
                  <a:pt x="658127" y="24478"/>
                </a:cubicBezTo>
                <a:cubicBezTo>
                  <a:pt x="666210" y="24478"/>
                  <a:pt x="672913" y="26930"/>
                  <a:pt x="678238" y="31833"/>
                </a:cubicBezTo>
                <a:cubicBezTo>
                  <a:pt x="683563" y="36736"/>
                  <a:pt x="686225" y="42674"/>
                  <a:pt x="686225" y="49646"/>
                </a:cubicBezTo>
                <a:cubicBezTo>
                  <a:pt x="686225" y="51791"/>
                  <a:pt x="685775" y="53227"/>
                  <a:pt x="684875" y="53955"/>
                </a:cubicBezTo>
                <a:cubicBezTo>
                  <a:pt x="683974" y="54683"/>
                  <a:pt x="681532" y="55047"/>
                  <a:pt x="677548" y="55047"/>
                </a:cubicBezTo>
                <a:lnTo>
                  <a:pt x="676686" y="55047"/>
                </a:lnTo>
                <a:lnTo>
                  <a:pt x="638073" y="55047"/>
                </a:lnTo>
                <a:moveTo>
                  <a:pt x="638361" y="47462"/>
                </a:moveTo>
                <a:lnTo>
                  <a:pt x="675767" y="47462"/>
                </a:lnTo>
                <a:cubicBezTo>
                  <a:pt x="675192" y="42938"/>
                  <a:pt x="673287" y="39299"/>
                  <a:pt x="670050" y="36543"/>
                </a:cubicBezTo>
                <a:cubicBezTo>
                  <a:pt x="666813" y="33786"/>
                  <a:pt x="662839" y="32407"/>
                  <a:pt x="658127" y="32407"/>
                </a:cubicBezTo>
                <a:cubicBezTo>
                  <a:pt x="653032" y="32407"/>
                  <a:pt x="648742" y="33738"/>
                  <a:pt x="645256" y="36399"/>
                </a:cubicBezTo>
                <a:cubicBezTo>
                  <a:pt x="641770" y="39060"/>
                  <a:pt x="639471" y="42748"/>
                  <a:pt x="638361" y="47462"/>
                </a:cubicBezTo>
                <a:close/>
                <a:moveTo>
                  <a:pt x="721063" y="63039"/>
                </a:moveTo>
                <a:cubicBezTo>
                  <a:pt x="721370" y="61734"/>
                  <a:pt x="721772" y="60900"/>
                  <a:pt x="722270" y="60536"/>
                </a:cubicBezTo>
                <a:cubicBezTo>
                  <a:pt x="722768" y="60171"/>
                  <a:pt x="723611" y="59988"/>
                  <a:pt x="724798" y="59988"/>
                </a:cubicBezTo>
                <a:lnTo>
                  <a:pt x="737382" y="59988"/>
                </a:lnTo>
                <a:cubicBezTo>
                  <a:pt x="737957" y="59988"/>
                  <a:pt x="738416" y="60103"/>
                  <a:pt x="738761" y="60333"/>
                </a:cubicBezTo>
                <a:cubicBezTo>
                  <a:pt x="739106" y="60563"/>
                  <a:pt x="739278" y="60850"/>
                  <a:pt x="739278" y="61195"/>
                </a:cubicBezTo>
                <a:cubicBezTo>
                  <a:pt x="739278" y="61387"/>
                  <a:pt x="739240" y="61636"/>
                  <a:pt x="739163" y="61942"/>
                </a:cubicBezTo>
                <a:cubicBezTo>
                  <a:pt x="739087" y="62248"/>
                  <a:pt x="738972" y="62536"/>
                  <a:pt x="738818" y="62804"/>
                </a:cubicBezTo>
                <a:lnTo>
                  <a:pt x="723017" y="95671"/>
                </a:lnTo>
                <a:cubicBezTo>
                  <a:pt x="722749" y="96246"/>
                  <a:pt x="722385" y="96705"/>
                  <a:pt x="721925" y="97050"/>
                </a:cubicBezTo>
                <a:cubicBezTo>
                  <a:pt x="721466" y="97395"/>
                  <a:pt x="720968" y="97567"/>
                  <a:pt x="720431" y="97567"/>
                </a:cubicBezTo>
                <a:cubicBezTo>
                  <a:pt x="720316" y="97567"/>
                  <a:pt x="720192" y="97552"/>
                  <a:pt x="720058" y="97521"/>
                </a:cubicBezTo>
                <a:cubicBezTo>
                  <a:pt x="719924" y="97491"/>
                  <a:pt x="719703" y="97430"/>
                  <a:pt x="719397" y="97337"/>
                </a:cubicBezTo>
                <a:lnTo>
                  <a:pt x="715375" y="95842"/>
                </a:lnTo>
                <a:cubicBezTo>
                  <a:pt x="714762" y="95572"/>
                  <a:pt x="714302" y="95265"/>
                  <a:pt x="713996" y="94919"/>
                </a:cubicBezTo>
                <a:cubicBezTo>
                  <a:pt x="713689" y="94574"/>
                  <a:pt x="713536" y="94172"/>
                  <a:pt x="713536" y="93712"/>
                </a:cubicBezTo>
                <a:cubicBezTo>
                  <a:pt x="713536" y="93289"/>
                  <a:pt x="713536" y="92992"/>
                  <a:pt x="713536" y="92820"/>
                </a:cubicBezTo>
                <a:cubicBezTo>
                  <a:pt x="713536" y="92647"/>
                  <a:pt x="713574" y="92465"/>
                  <a:pt x="713651" y="92274"/>
                </a:cubicBezTo>
                <a:lnTo>
                  <a:pt x="721063" y="63039"/>
                </a:lnTo>
                <a:close/>
                <a:moveTo>
                  <a:pt x="886238" y="70906"/>
                </a:moveTo>
                <a:cubicBezTo>
                  <a:pt x="887809" y="70906"/>
                  <a:pt x="889006" y="71248"/>
                  <a:pt x="889829" y="71933"/>
                </a:cubicBezTo>
                <a:cubicBezTo>
                  <a:pt x="890653" y="72618"/>
                  <a:pt x="891065" y="73626"/>
                  <a:pt x="891065" y="74957"/>
                </a:cubicBezTo>
                <a:cubicBezTo>
                  <a:pt x="891065" y="76326"/>
                  <a:pt x="890672" y="77353"/>
                  <a:pt x="889887" y="78038"/>
                </a:cubicBezTo>
                <a:cubicBezTo>
                  <a:pt x="889101" y="78723"/>
                  <a:pt x="887962" y="79065"/>
                  <a:pt x="886468" y="79065"/>
                </a:cubicBezTo>
                <a:lnTo>
                  <a:pt x="848889" y="79065"/>
                </a:lnTo>
                <a:cubicBezTo>
                  <a:pt x="847318" y="79065"/>
                  <a:pt x="846121" y="78723"/>
                  <a:pt x="845298" y="78038"/>
                </a:cubicBezTo>
                <a:cubicBezTo>
                  <a:pt x="844474" y="77353"/>
                  <a:pt x="844062" y="76326"/>
                  <a:pt x="844062" y="74957"/>
                </a:cubicBezTo>
                <a:cubicBezTo>
                  <a:pt x="844062" y="73626"/>
                  <a:pt x="844455" y="72618"/>
                  <a:pt x="845240" y="71933"/>
                </a:cubicBezTo>
                <a:cubicBezTo>
                  <a:pt x="846026" y="71248"/>
                  <a:pt x="847165" y="70906"/>
                  <a:pt x="848659" y="70906"/>
                </a:cubicBezTo>
                <a:lnTo>
                  <a:pt x="858427" y="70906"/>
                </a:lnTo>
                <a:lnTo>
                  <a:pt x="858427" y="35740"/>
                </a:lnTo>
                <a:lnTo>
                  <a:pt x="849004" y="35740"/>
                </a:lnTo>
                <a:cubicBezTo>
                  <a:pt x="847433" y="35740"/>
                  <a:pt x="846217" y="35374"/>
                  <a:pt x="845355" y="34641"/>
                </a:cubicBezTo>
                <a:cubicBezTo>
                  <a:pt x="844493" y="33909"/>
                  <a:pt x="844062" y="32867"/>
                  <a:pt x="844062" y="31517"/>
                </a:cubicBezTo>
                <a:cubicBezTo>
                  <a:pt x="844062" y="30128"/>
                  <a:pt x="844465" y="29087"/>
                  <a:pt x="845269" y="28392"/>
                </a:cubicBezTo>
                <a:cubicBezTo>
                  <a:pt x="846073" y="27698"/>
                  <a:pt x="847242" y="27351"/>
                  <a:pt x="848774" y="27351"/>
                </a:cubicBezTo>
                <a:lnTo>
                  <a:pt x="857853" y="27351"/>
                </a:lnTo>
                <a:lnTo>
                  <a:pt x="857853" y="23444"/>
                </a:lnTo>
                <a:cubicBezTo>
                  <a:pt x="857853" y="16510"/>
                  <a:pt x="859826" y="11482"/>
                  <a:pt x="863771" y="8360"/>
                </a:cubicBezTo>
                <a:cubicBezTo>
                  <a:pt x="867717" y="5238"/>
                  <a:pt x="874095" y="3677"/>
                  <a:pt x="882905" y="3677"/>
                </a:cubicBezTo>
                <a:cubicBezTo>
                  <a:pt x="887196" y="3677"/>
                  <a:pt x="890366" y="4156"/>
                  <a:pt x="892415" y="5114"/>
                </a:cubicBezTo>
                <a:cubicBezTo>
                  <a:pt x="894464" y="6072"/>
                  <a:pt x="895489" y="7566"/>
                  <a:pt x="895489" y="9596"/>
                </a:cubicBezTo>
                <a:cubicBezTo>
                  <a:pt x="895489" y="10783"/>
                  <a:pt x="895049" y="11760"/>
                  <a:pt x="894168" y="12526"/>
                </a:cubicBezTo>
                <a:cubicBezTo>
                  <a:pt x="893286" y="13292"/>
                  <a:pt x="892156" y="13675"/>
                  <a:pt x="890777" y="13675"/>
                </a:cubicBezTo>
                <a:cubicBezTo>
                  <a:pt x="890088" y="13675"/>
                  <a:pt x="888431" y="13446"/>
                  <a:pt x="885807" y="12986"/>
                </a:cubicBezTo>
                <a:cubicBezTo>
                  <a:pt x="883183" y="12526"/>
                  <a:pt x="880933" y="12296"/>
                  <a:pt x="879056" y="12296"/>
                </a:cubicBezTo>
                <a:cubicBezTo>
                  <a:pt x="874727" y="12296"/>
                  <a:pt x="871624" y="13206"/>
                  <a:pt x="869747" y="15026"/>
                </a:cubicBezTo>
                <a:cubicBezTo>
                  <a:pt x="867870" y="16845"/>
                  <a:pt x="866931" y="19862"/>
                  <a:pt x="866931" y="24076"/>
                </a:cubicBezTo>
                <a:lnTo>
                  <a:pt x="866931" y="27351"/>
                </a:lnTo>
                <a:lnTo>
                  <a:pt x="887272" y="27351"/>
                </a:lnTo>
                <a:cubicBezTo>
                  <a:pt x="888843" y="27351"/>
                  <a:pt x="890040" y="27698"/>
                  <a:pt x="890864" y="28392"/>
                </a:cubicBezTo>
                <a:cubicBezTo>
                  <a:pt x="891687" y="29087"/>
                  <a:pt x="892099" y="30128"/>
                  <a:pt x="892099" y="31517"/>
                </a:cubicBezTo>
                <a:cubicBezTo>
                  <a:pt x="892099" y="32828"/>
                  <a:pt x="891678" y="33860"/>
                  <a:pt x="890835" y="34613"/>
                </a:cubicBezTo>
                <a:cubicBezTo>
                  <a:pt x="889992" y="35364"/>
                  <a:pt x="888843" y="35740"/>
                  <a:pt x="887387" y="35740"/>
                </a:cubicBezTo>
                <a:lnTo>
                  <a:pt x="867506" y="35740"/>
                </a:lnTo>
                <a:lnTo>
                  <a:pt x="867506" y="70906"/>
                </a:lnTo>
                <a:lnTo>
                  <a:pt x="886238" y="70906"/>
                </a:lnTo>
                <a:close/>
                <a:moveTo>
                  <a:pt x="933257" y="70906"/>
                </a:moveTo>
                <a:lnTo>
                  <a:pt x="952334" y="70906"/>
                </a:lnTo>
                <a:cubicBezTo>
                  <a:pt x="953828" y="70906"/>
                  <a:pt x="954929" y="71224"/>
                  <a:pt x="955638" y="71861"/>
                </a:cubicBezTo>
                <a:cubicBezTo>
                  <a:pt x="956346" y="72497"/>
                  <a:pt x="956701" y="73509"/>
                  <a:pt x="956701" y="74899"/>
                </a:cubicBezTo>
                <a:cubicBezTo>
                  <a:pt x="956701" y="76481"/>
                  <a:pt x="956365" y="77571"/>
                  <a:pt x="955695" y="78169"/>
                </a:cubicBezTo>
                <a:cubicBezTo>
                  <a:pt x="955025" y="78766"/>
                  <a:pt x="953789" y="79065"/>
                  <a:pt x="951989" y="79065"/>
                </a:cubicBezTo>
                <a:lnTo>
                  <a:pt x="914410" y="79065"/>
                </a:lnTo>
                <a:cubicBezTo>
                  <a:pt x="912916" y="79065"/>
                  <a:pt x="911786" y="78718"/>
                  <a:pt x="911020" y="78024"/>
                </a:cubicBezTo>
                <a:cubicBezTo>
                  <a:pt x="910254" y="77329"/>
                  <a:pt x="909871" y="76288"/>
                  <a:pt x="909871" y="74899"/>
                </a:cubicBezTo>
                <a:cubicBezTo>
                  <a:pt x="909871" y="73549"/>
                  <a:pt x="910263" y="72546"/>
                  <a:pt x="911049" y="71890"/>
                </a:cubicBezTo>
                <a:cubicBezTo>
                  <a:pt x="911834" y="71234"/>
                  <a:pt x="913050" y="70906"/>
                  <a:pt x="914697" y="70906"/>
                </a:cubicBezTo>
                <a:lnTo>
                  <a:pt x="924695" y="70906"/>
                </a:lnTo>
                <a:lnTo>
                  <a:pt x="924695" y="34131"/>
                </a:lnTo>
                <a:lnTo>
                  <a:pt x="920788" y="34131"/>
                </a:lnTo>
                <a:cubicBezTo>
                  <a:pt x="917072" y="34131"/>
                  <a:pt x="914755" y="33834"/>
                  <a:pt x="913835" y="33241"/>
                </a:cubicBezTo>
                <a:cubicBezTo>
                  <a:pt x="912916" y="32647"/>
                  <a:pt x="912456" y="31565"/>
                  <a:pt x="912456" y="29994"/>
                </a:cubicBezTo>
                <a:cubicBezTo>
                  <a:pt x="912456" y="28653"/>
                  <a:pt x="912830" y="27648"/>
                  <a:pt x="913577" y="26978"/>
                </a:cubicBezTo>
                <a:cubicBezTo>
                  <a:pt x="914324" y="26307"/>
                  <a:pt x="915463" y="25972"/>
                  <a:pt x="916996" y="25972"/>
                </a:cubicBezTo>
                <a:lnTo>
                  <a:pt x="930097" y="25972"/>
                </a:lnTo>
                <a:cubicBezTo>
                  <a:pt x="931131" y="25972"/>
                  <a:pt x="931916" y="26173"/>
                  <a:pt x="932452" y="26575"/>
                </a:cubicBezTo>
                <a:cubicBezTo>
                  <a:pt x="932989" y="26978"/>
                  <a:pt x="933257" y="27562"/>
                  <a:pt x="933257" y="28328"/>
                </a:cubicBezTo>
                <a:lnTo>
                  <a:pt x="933257" y="38096"/>
                </a:lnTo>
                <a:cubicBezTo>
                  <a:pt x="936896" y="33538"/>
                  <a:pt x="940688" y="30147"/>
                  <a:pt x="944634" y="27926"/>
                </a:cubicBezTo>
                <a:cubicBezTo>
                  <a:pt x="948580" y="25704"/>
                  <a:pt x="952832" y="24593"/>
                  <a:pt x="957390" y="24593"/>
                </a:cubicBezTo>
                <a:cubicBezTo>
                  <a:pt x="960799" y="24593"/>
                  <a:pt x="963557" y="25282"/>
                  <a:pt x="965664" y="26661"/>
                </a:cubicBezTo>
                <a:cubicBezTo>
                  <a:pt x="967771" y="28041"/>
                  <a:pt x="968825" y="29822"/>
                  <a:pt x="968825" y="32005"/>
                </a:cubicBezTo>
                <a:cubicBezTo>
                  <a:pt x="968825" y="33423"/>
                  <a:pt x="968298" y="34677"/>
                  <a:pt x="967245" y="35769"/>
                </a:cubicBezTo>
                <a:cubicBezTo>
                  <a:pt x="966191" y="36861"/>
                  <a:pt x="965032" y="37407"/>
                  <a:pt x="963768" y="37407"/>
                </a:cubicBezTo>
                <a:cubicBezTo>
                  <a:pt x="962887" y="37407"/>
                  <a:pt x="961403" y="36822"/>
                  <a:pt x="959315" y="35654"/>
                </a:cubicBezTo>
                <a:cubicBezTo>
                  <a:pt x="957227" y="34486"/>
                  <a:pt x="955360" y="33901"/>
                  <a:pt x="953713" y="33901"/>
                </a:cubicBezTo>
                <a:cubicBezTo>
                  <a:pt x="950725" y="33901"/>
                  <a:pt x="947574" y="34963"/>
                  <a:pt x="944260" y="37085"/>
                </a:cubicBezTo>
                <a:cubicBezTo>
                  <a:pt x="940947" y="39208"/>
                  <a:pt x="937279" y="42564"/>
                  <a:pt x="933257" y="47155"/>
                </a:cubicBezTo>
                <a:lnTo>
                  <a:pt x="933257" y="70906"/>
                </a:lnTo>
                <a:close/>
                <a:moveTo>
                  <a:pt x="1003950" y="9423"/>
                </a:moveTo>
                <a:cubicBezTo>
                  <a:pt x="1003950" y="5286"/>
                  <a:pt x="1004323" y="2681"/>
                  <a:pt x="1005070" y="1609"/>
                </a:cubicBezTo>
                <a:cubicBezTo>
                  <a:pt x="1005817" y="536"/>
                  <a:pt x="1007416" y="0"/>
                  <a:pt x="1009868" y="0"/>
                </a:cubicBezTo>
                <a:cubicBezTo>
                  <a:pt x="1012243" y="0"/>
                  <a:pt x="1013814" y="450"/>
                  <a:pt x="1014580" y="1350"/>
                </a:cubicBezTo>
                <a:cubicBezTo>
                  <a:pt x="1015346" y="2251"/>
                  <a:pt x="1015729" y="4386"/>
                  <a:pt x="1015729" y="7757"/>
                </a:cubicBezTo>
                <a:cubicBezTo>
                  <a:pt x="1015729" y="11051"/>
                  <a:pt x="1015375" y="13091"/>
                  <a:pt x="1014666" y="13877"/>
                </a:cubicBezTo>
                <a:cubicBezTo>
                  <a:pt x="1013957" y="14662"/>
                  <a:pt x="1012358" y="15055"/>
                  <a:pt x="1009868" y="15055"/>
                </a:cubicBezTo>
                <a:cubicBezTo>
                  <a:pt x="1007416" y="15055"/>
                  <a:pt x="1005817" y="14691"/>
                  <a:pt x="1005070" y="13963"/>
                </a:cubicBezTo>
                <a:cubicBezTo>
                  <a:pt x="1004323" y="13235"/>
                  <a:pt x="1003950" y="11722"/>
                  <a:pt x="1003950" y="9423"/>
                </a:cubicBezTo>
                <a:moveTo>
                  <a:pt x="1014580" y="70906"/>
                </a:moveTo>
                <a:lnTo>
                  <a:pt x="1033024" y="70906"/>
                </a:lnTo>
                <a:cubicBezTo>
                  <a:pt x="1034518" y="70906"/>
                  <a:pt x="1035620" y="71224"/>
                  <a:pt x="1036328" y="71861"/>
                </a:cubicBezTo>
                <a:cubicBezTo>
                  <a:pt x="1037037" y="72497"/>
                  <a:pt x="1037391" y="73509"/>
                  <a:pt x="1037391" y="74899"/>
                </a:cubicBezTo>
                <a:cubicBezTo>
                  <a:pt x="1037391" y="76481"/>
                  <a:pt x="1037056" y="77571"/>
                  <a:pt x="1036386" y="78169"/>
                </a:cubicBezTo>
                <a:cubicBezTo>
                  <a:pt x="1035715" y="78766"/>
                  <a:pt x="1034480" y="79065"/>
                  <a:pt x="1032680" y="79065"/>
                </a:cubicBezTo>
                <a:lnTo>
                  <a:pt x="988091" y="79065"/>
                </a:lnTo>
                <a:cubicBezTo>
                  <a:pt x="986558" y="79065"/>
                  <a:pt x="985409" y="78718"/>
                  <a:pt x="984643" y="78024"/>
                </a:cubicBezTo>
                <a:cubicBezTo>
                  <a:pt x="983877" y="77329"/>
                  <a:pt x="983494" y="76288"/>
                  <a:pt x="983494" y="74899"/>
                </a:cubicBezTo>
                <a:cubicBezTo>
                  <a:pt x="983494" y="73549"/>
                  <a:pt x="983896" y="72546"/>
                  <a:pt x="984700" y="71890"/>
                </a:cubicBezTo>
                <a:cubicBezTo>
                  <a:pt x="985505" y="71234"/>
                  <a:pt x="986712" y="70906"/>
                  <a:pt x="988320" y="70906"/>
                </a:cubicBezTo>
                <a:lnTo>
                  <a:pt x="1005846" y="70906"/>
                </a:lnTo>
                <a:lnTo>
                  <a:pt x="1005846" y="34131"/>
                </a:lnTo>
                <a:lnTo>
                  <a:pt x="994641" y="34131"/>
                </a:lnTo>
                <a:cubicBezTo>
                  <a:pt x="993070" y="34131"/>
                  <a:pt x="991873" y="33777"/>
                  <a:pt x="991050" y="33068"/>
                </a:cubicBezTo>
                <a:cubicBezTo>
                  <a:pt x="990226" y="32360"/>
                  <a:pt x="989814" y="31335"/>
                  <a:pt x="989814" y="29994"/>
                </a:cubicBezTo>
                <a:cubicBezTo>
                  <a:pt x="989814" y="28653"/>
                  <a:pt x="990197" y="27648"/>
                  <a:pt x="990964" y="26978"/>
                </a:cubicBezTo>
                <a:cubicBezTo>
                  <a:pt x="991730" y="26307"/>
                  <a:pt x="992879" y="25972"/>
                  <a:pt x="994411" y="25972"/>
                </a:cubicBezTo>
                <a:lnTo>
                  <a:pt x="1011247" y="25972"/>
                </a:lnTo>
                <a:cubicBezTo>
                  <a:pt x="1012281" y="25972"/>
                  <a:pt x="1013095" y="26183"/>
                  <a:pt x="1013689" y="26604"/>
                </a:cubicBezTo>
                <a:cubicBezTo>
                  <a:pt x="1014283" y="27024"/>
                  <a:pt x="1014580" y="27598"/>
                  <a:pt x="1014580" y="28324"/>
                </a:cubicBezTo>
                <a:lnTo>
                  <a:pt x="1014580" y="70906"/>
                </a:lnTo>
                <a:close/>
                <a:moveTo>
                  <a:pt x="1096880" y="79065"/>
                </a:moveTo>
                <a:cubicBezTo>
                  <a:pt x="1096075" y="79065"/>
                  <a:pt x="1095510" y="78866"/>
                  <a:pt x="1095185" y="78467"/>
                </a:cubicBezTo>
                <a:cubicBezTo>
                  <a:pt x="1094859" y="78067"/>
                  <a:pt x="1094696" y="77297"/>
                  <a:pt x="1094696" y="76156"/>
                </a:cubicBezTo>
                <a:lnTo>
                  <a:pt x="1094696" y="71480"/>
                </a:lnTo>
                <a:cubicBezTo>
                  <a:pt x="1092398" y="74353"/>
                  <a:pt x="1089525" y="76585"/>
                  <a:pt x="1086077" y="78174"/>
                </a:cubicBezTo>
                <a:cubicBezTo>
                  <a:pt x="1082630" y="79764"/>
                  <a:pt x="1078895" y="80559"/>
                  <a:pt x="1074873" y="80559"/>
                </a:cubicBezTo>
                <a:cubicBezTo>
                  <a:pt x="1067633" y="80559"/>
                  <a:pt x="1061571" y="77981"/>
                  <a:pt x="1056687" y="72823"/>
                </a:cubicBezTo>
                <a:cubicBezTo>
                  <a:pt x="1051802" y="67665"/>
                  <a:pt x="1049360" y="61251"/>
                  <a:pt x="1049360" y="53582"/>
                </a:cubicBezTo>
                <a:cubicBezTo>
                  <a:pt x="1049360" y="45644"/>
                  <a:pt x="1051965" y="39039"/>
                  <a:pt x="1057175" y="33767"/>
                </a:cubicBezTo>
                <a:cubicBezTo>
                  <a:pt x="1062385" y="28494"/>
                  <a:pt x="1068878" y="25857"/>
                  <a:pt x="1076654" y="25857"/>
                </a:cubicBezTo>
                <a:cubicBezTo>
                  <a:pt x="1080600" y="25857"/>
                  <a:pt x="1084143" y="26556"/>
                  <a:pt x="1087284" y="27954"/>
                </a:cubicBezTo>
                <a:cubicBezTo>
                  <a:pt x="1090425" y="29353"/>
                  <a:pt x="1093126" y="31412"/>
                  <a:pt x="1095386" y="34131"/>
                </a:cubicBezTo>
                <a:lnTo>
                  <a:pt x="1095386" y="12067"/>
                </a:lnTo>
                <a:lnTo>
                  <a:pt x="1092341" y="12067"/>
                </a:lnTo>
                <a:cubicBezTo>
                  <a:pt x="1089008" y="12067"/>
                  <a:pt x="1086853" y="11774"/>
                  <a:pt x="1085876" y="11189"/>
                </a:cubicBezTo>
                <a:cubicBezTo>
                  <a:pt x="1084899" y="10603"/>
                  <a:pt x="1084411" y="9536"/>
                  <a:pt x="1084411" y="7987"/>
                </a:cubicBezTo>
                <a:cubicBezTo>
                  <a:pt x="1084411" y="6627"/>
                  <a:pt x="1084804" y="5607"/>
                  <a:pt x="1085589" y="4927"/>
                </a:cubicBezTo>
                <a:cubicBezTo>
                  <a:pt x="1086374" y="4247"/>
                  <a:pt x="1087514" y="3907"/>
                  <a:pt x="1089008" y="3907"/>
                </a:cubicBezTo>
                <a:lnTo>
                  <a:pt x="1100787" y="3907"/>
                </a:lnTo>
                <a:cubicBezTo>
                  <a:pt x="1101936" y="3907"/>
                  <a:pt x="1102770" y="4099"/>
                  <a:pt x="1103287" y="4482"/>
                </a:cubicBezTo>
                <a:cubicBezTo>
                  <a:pt x="1103804" y="4865"/>
                  <a:pt x="1104062" y="5459"/>
                  <a:pt x="1104062" y="6263"/>
                </a:cubicBezTo>
                <a:lnTo>
                  <a:pt x="1104062" y="71021"/>
                </a:lnTo>
                <a:lnTo>
                  <a:pt x="1106648" y="71021"/>
                </a:lnTo>
                <a:cubicBezTo>
                  <a:pt x="1108525" y="71021"/>
                  <a:pt x="1109885" y="71335"/>
                  <a:pt x="1110728" y="71963"/>
                </a:cubicBezTo>
                <a:cubicBezTo>
                  <a:pt x="1111571" y="72591"/>
                  <a:pt x="1111992" y="73588"/>
                  <a:pt x="1111992" y="74957"/>
                </a:cubicBezTo>
                <a:cubicBezTo>
                  <a:pt x="1111992" y="76251"/>
                  <a:pt x="1111628" y="77259"/>
                  <a:pt x="1110900" y="77982"/>
                </a:cubicBezTo>
                <a:cubicBezTo>
                  <a:pt x="1110172" y="78704"/>
                  <a:pt x="1109196" y="79065"/>
                  <a:pt x="1107970" y="79065"/>
                </a:cubicBezTo>
                <a:lnTo>
                  <a:pt x="1096880" y="79065"/>
                </a:lnTo>
                <a:moveTo>
                  <a:pt x="1059244" y="53294"/>
                </a:moveTo>
                <a:cubicBezTo>
                  <a:pt x="1059244" y="58589"/>
                  <a:pt x="1060948" y="62925"/>
                  <a:pt x="1064357" y="66302"/>
                </a:cubicBezTo>
                <a:cubicBezTo>
                  <a:pt x="1067767" y="69678"/>
                  <a:pt x="1072095" y="71365"/>
                  <a:pt x="1077343" y="71365"/>
                </a:cubicBezTo>
                <a:cubicBezTo>
                  <a:pt x="1082630" y="71365"/>
                  <a:pt x="1086978" y="69611"/>
                  <a:pt x="1090387" y="66101"/>
                </a:cubicBezTo>
                <a:cubicBezTo>
                  <a:pt x="1093796" y="62590"/>
                  <a:pt x="1095501" y="58129"/>
                  <a:pt x="1095501" y="52720"/>
                </a:cubicBezTo>
                <a:cubicBezTo>
                  <a:pt x="1095501" y="47387"/>
                  <a:pt x="1093806" y="42994"/>
                  <a:pt x="1090416" y="39542"/>
                </a:cubicBezTo>
                <a:cubicBezTo>
                  <a:pt x="1087025" y="36088"/>
                  <a:pt x="1082668" y="34361"/>
                  <a:pt x="1077343" y="34361"/>
                </a:cubicBezTo>
                <a:cubicBezTo>
                  <a:pt x="1071942" y="34361"/>
                  <a:pt x="1067575" y="36107"/>
                  <a:pt x="1064243" y="39599"/>
                </a:cubicBezTo>
                <a:cubicBezTo>
                  <a:pt x="1060910" y="43090"/>
                  <a:pt x="1059244" y="47655"/>
                  <a:pt x="1059244" y="53294"/>
                </a:cubicBezTo>
                <a:close/>
                <a:moveTo>
                  <a:pt x="1148323" y="34476"/>
                </a:moveTo>
                <a:cubicBezTo>
                  <a:pt x="1143305" y="34476"/>
                  <a:pt x="1139206" y="36025"/>
                  <a:pt x="1136027" y="39123"/>
                </a:cubicBezTo>
                <a:cubicBezTo>
                  <a:pt x="1132847" y="42220"/>
                  <a:pt x="1131258" y="46235"/>
                  <a:pt x="1131258" y="51168"/>
                </a:cubicBezTo>
                <a:cubicBezTo>
                  <a:pt x="1131258" y="56025"/>
                  <a:pt x="1132847" y="60012"/>
                  <a:pt x="1136027" y="63129"/>
                </a:cubicBezTo>
                <a:cubicBezTo>
                  <a:pt x="1139206" y="66245"/>
                  <a:pt x="1143305" y="67803"/>
                  <a:pt x="1148323" y="67803"/>
                </a:cubicBezTo>
                <a:cubicBezTo>
                  <a:pt x="1153303" y="67803"/>
                  <a:pt x="1157392" y="66245"/>
                  <a:pt x="1160591" y="63129"/>
                </a:cubicBezTo>
                <a:cubicBezTo>
                  <a:pt x="1163790" y="60012"/>
                  <a:pt x="1165389" y="56025"/>
                  <a:pt x="1165389" y="51168"/>
                </a:cubicBezTo>
                <a:cubicBezTo>
                  <a:pt x="1165389" y="46312"/>
                  <a:pt x="1163790" y="42316"/>
                  <a:pt x="1160591" y="39181"/>
                </a:cubicBezTo>
                <a:cubicBezTo>
                  <a:pt x="1157392" y="36044"/>
                  <a:pt x="1153303" y="34476"/>
                  <a:pt x="1148323" y="34476"/>
                </a:cubicBezTo>
                <a:moveTo>
                  <a:pt x="1173261" y="76056"/>
                </a:moveTo>
                <a:cubicBezTo>
                  <a:pt x="1173261" y="81423"/>
                  <a:pt x="1172993" y="85228"/>
                  <a:pt x="1172456" y="87470"/>
                </a:cubicBezTo>
                <a:cubicBezTo>
                  <a:pt x="1171920" y="89714"/>
                  <a:pt x="1171001" y="91679"/>
                  <a:pt x="1169698" y="93365"/>
                </a:cubicBezTo>
                <a:cubicBezTo>
                  <a:pt x="1167553" y="96203"/>
                  <a:pt x="1164546" y="98359"/>
                  <a:pt x="1160677" y="99835"/>
                </a:cubicBezTo>
                <a:cubicBezTo>
                  <a:pt x="1156808" y="101311"/>
                  <a:pt x="1152250" y="102049"/>
                  <a:pt x="1147002" y="102049"/>
                </a:cubicBezTo>
                <a:cubicBezTo>
                  <a:pt x="1142635" y="102049"/>
                  <a:pt x="1139446" y="101625"/>
                  <a:pt x="1137434" y="100776"/>
                </a:cubicBezTo>
                <a:cubicBezTo>
                  <a:pt x="1135423" y="99928"/>
                  <a:pt x="1134418" y="98579"/>
                  <a:pt x="1134418" y="96729"/>
                </a:cubicBezTo>
                <a:cubicBezTo>
                  <a:pt x="1134418" y="95534"/>
                  <a:pt x="1134906" y="94484"/>
                  <a:pt x="1135883" y="93579"/>
                </a:cubicBezTo>
                <a:cubicBezTo>
                  <a:pt x="1136860" y="92675"/>
                  <a:pt x="1138019" y="92223"/>
                  <a:pt x="1139359" y="92223"/>
                </a:cubicBezTo>
                <a:cubicBezTo>
                  <a:pt x="1140394" y="92223"/>
                  <a:pt x="1141983" y="92367"/>
                  <a:pt x="1144129" y="92654"/>
                </a:cubicBezTo>
                <a:cubicBezTo>
                  <a:pt x="1146274" y="92942"/>
                  <a:pt x="1147902" y="93085"/>
                  <a:pt x="1149013" y="93085"/>
                </a:cubicBezTo>
                <a:cubicBezTo>
                  <a:pt x="1154682" y="93085"/>
                  <a:pt x="1158704" y="91780"/>
                  <a:pt x="1161079" y="89169"/>
                </a:cubicBezTo>
                <a:cubicBezTo>
                  <a:pt x="1163454" y="86558"/>
                  <a:pt x="1164642" y="82085"/>
                  <a:pt x="1164642" y="75749"/>
                </a:cubicBezTo>
                <a:lnTo>
                  <a:pt x="1164642" y="68780"/>
                </a:lnTo>
                <a:cubicBezTo>
                  <a:pt x="1162305" y="71500"/>
                  <a:pt x="1159719" y="73491"/>
                  <a:pt x="1156885" y="74756"/>
                </a:cubicBezTo>
                <a:cubicBezTo>
                  <a:pt x="1154050" y="76020"/>
                  <a:pt x="1150794" y="76652"/>
                  <a:pt x="1147116" y="76652"/>
                </a:cubicBezTo>
                <a:cubicBezTo>
                  <a:pt x="1139953" y="76652"/>
                  <a:pt x="1134025" y="74270"/>
                  <a:pt x="1129333" y="69507"/>
                </a:cubicBezTo>
                <a:cubicBezTo>
                  <a:pt x="1124640" y="64743"/>
                  <a:pt x="1122294" y="58706"/>
                  <a:pt x="1122294" y="51398"/>
                </a:cubicBezTo>
                <a:cubicBezTo>
                  <a:pt x="1122294" y="44052"/>
                  <a:pt x="1124707" y="37958"/>
                  <a:pt x="1129534" y="33119"/>
                </a:cubicBezTo>
                <a:cubicBezTo>
                  <a:pt x="1134360" y="28278"/>
                  <a:pt x="1140336" y="25857"/>
                  <a:pt x="1147461" y="25857"/>
                </a:cubicBezTo>
                <a:cubicBezTo>
                  <a:pt x="1150411" y="25857"/>
                  <a:pt x="1153293" y="26403"/>
                  <a:pt x="1156109" y="27495"/>
                </a:cubicBezTo>
                <a:cubicBezTo>
                  <a:pt x="1158925" y="28586"/>
                  <a:pt x="1161769" y="30243"/>
                  <a:pt x="1164642" y="32465"/>
                </a:cubicBezTo>
                <a:lnTo>
                  <a:pt x="1164642" y="28328"/>
                </a:lnTo>
                <a:cubicBezTo>
                  <a:pt x="1164642" y="27523"/>
                  <a:pt x="1164900" y="26930"/>
                  <a:pt x="1165418" y="26547"/>
                </a:cubicBezTo>
                <a:cubicBezTo>
                  <a:pt x="1165935" y="26163"/>
                  <a:pt x="1166749" y="25972"/>
                  <a:pt x="1167860" y="25972"/>
                </a:cubicBezTo>
                <a:lnTo>
                  <a:pt x="1176536" y="25972"/>
                </a:lnTo>
                <a:cubicBezTo>
                  <a:pt x="1178068" y="25972"/>
                  <a:pt x="1179218" y="26307"/>
                  <a:pt x="1179984" y="26978"/>
                </a:cubicBezTo>
                <a:cubicBezTo>
                  <a:pt x="1180750" y="27648"/>
                  <a:pt x="1181133" y="28653"/>
                  <a:pt x="1181133" y="29994"/>
                </a:cubicBezTo>
                <a:cubicBezTo>
                  <a:pt x="1181133" y="31526"/>
                  <a:pt x="1180654" y="32599"/>
                  <a:pt x="1179696" y="33212"/>
                </a:cubicBezTo>
                <a:cubicBezTo>
                  <a:pt x="1178739" y="33825"/>
                  <a:pt x="1176938" y="34131"/>
                  <a:pt x="1174295" y="34131"/>
                </a:cubicBezTo>
                <a:lnTo>
                  <a:pt x="1173261" y="34131"/>
                </a:lnTo>
                <a:lnTo>
                  <a:pt x="1173261" y="76056"/>
                </a:lnTo>
                <a:close/>
                <a:moveTo>
                  <a:pt x="1200859" y="55047"/>
                </a:moveTo>
                <a:cubicBezTo>
                  <a:pt x="1201165" y="60581"/>
                  <a:pt x="1203033" y="64857"/>
                  <a:pt x="1206461" y="67875"/>
                </a:cubicBezTo>
                <a:cubicBezTo>
                  <a:pt x="1209890" y="70891"/>
                  <a:pt x="1214573" y="72400"/>
                  <a:pt x="1220510" y="72400"/>
                </a:cubicBezTo>
                <a:cubicBezTo>
                  <a:pt x="1224992" y="72400"/>
                  <a:pt x="1229876" y="71203"/>
                  <a:pt x="1235162" y="68808"/>
                </a:cubicBezTo>
                <a:cubicBezTo>
                  <a:pt x="1240449" y="66414"/>
                  <a:pt x="1243647" y="65217"/>
                  <a:pt x="1244758" y="65217"/>
                </a:cubicBezTo>
                <a:cubicBezTo>
                  <a:pt x="1245907" y="65217"/>
                  <a:pt x="1246865" y="65581"/>
                  <a:pt x="1247631" y="66309"/>
                </a:cubicBezTo>
                <a:cubicBezTo>
                  <a:pt x="1248397" y="67037"/>
                  <a:pt x="1248780" y="67937"/>
                  <a:pt x="1248780" y="69010"/>
                </a:cubicBezTo>
                <a:cubicBezTo>
                  <a:pt x="1248780" y="70120"/>
                  <a:pt x="1248378" y="71136"/>
                  <a:pt x="1247574" y="72055"/>
                </a:cubicBezTo>
                <a:cubicBezTo>
                  <a:pt x="1246769" y="72974"/>
                  <a:pt x="1245486" y="73875"/>
                  <a:pt x="1243724" y="74756"/>
                </a:cubicBezTo>
                <a:cubicBezTo>
                  <a:pt x="1239893" y="76633"/>
                  <a:pt x="1235938" y="78069"/>
                  <a:pt x="1231858" y="79065"/>
                </a:cubicBezTo>
                <a:cubicBezTo>
                  <a:pt x="1227779" y="80061"/>
                  <a:pt x="1223728" y="80559"/>
                  <a:pt x="1219706" y="80559"/>
                </a:cubicBezTo>
                <a:cubicBezTo>
                  <a:pt x="1210972" y="80559"/>
                  <a:pt x="1203981" y="78038"/>
                  <a:pt x="1198733" y="72996"/>
                </a:cubicBezTo>
                <a:cubicBezTo>
                  <a:pt x="1193485" y="67953"/>
                  <a:pt x="1190861" y="61270"/>
                  <a:pt x="1190861" y="52949"/>
                </a:cubicBezTo>
                <a:cubicBezTo>
                  <a:pt x="1190861" y="44475"/>
                  <a:pt x="1193638" y="37612"/>
                  <a:pt x="1199192" y="32359"/>
                </a:cubicBezTo>
                <a:cubicBezTo>
                  <a:pt x="1204747" y="27105"/>
                  <a:pt x="1211987" y="24478"/>
                  <a:pt x="1220912" y="24478"/>
                </a:cubicBezTo>
                <a:cubicBezTo>
                  <a:pt x="1228995" y="24478"/>
                  <a:pt x="1235699" y="26930"/>
                  <a:pt x="1241023" y="31833"/>
                </a:cubicBezTo>
                <a:cubicBezTo>
                  <a:pt x="1246348" y="36736"/>
                  <a:pt x="1249010" y="42674"/>
                  <a:pt x="1249010" y="49646"/>
                </a:cubicBezTo>
                <a:cubicBezTo>
                  <a:pt x="1249010" y="51791"/>
                  <a:pt x="1248560" y="53227"/>
                  <a:pt x="1247660" y="53955"/>
                </a:cubicBezTo>
                <a:cubicBezTo>
                  <a:pt x="1246760" y="54683"/>
                  <a:pt x="1244318" y="55047"/>
                  <a:pt x="1240334" y="55047"/>
                </a:cubicBezTo>
                <a:lnTo>
                  <a:pt x="1239472" y="55047"/>
                </a:lnTo>
                <a:lnTo>
                  <a:pt x="1200859" y="55047"/>
                </a:lnTo>
                <a:moveTo>
                  <a:pt x="1201146" y="47462"/>
                </a:moveTo>
                <a:lnTo>
                  <a:pt x="1238553" y="47462"/>
                </a:lnTo>
                <a:cubicBezTo>
                  <a:pt x="1237978" y="42938"/>
                  <a:pt x="1236072" y="39299"/>
                  <a:pt x="1232835" y="36543"/>
                </a:cubicBezTo>
                <a:cubicBezTo>
                  <a:pt x="1229598" y="33786"/>
                  <a:pt x="1225624" y="32407"/>
                  <a:pt x="1220912" y="32407"/>
                </a:cubicBezTo>
                <a:cubicBezTo>
                  <a:pt x="1215818" y="32407"/>
                  <a:pt x="1211527" y="33738"/>
                  <a:pt x="1208041" y="36399"/>
                </a:cubicBezTo>
                <a:cubicBezTo>
                  <a:pt x="1204555" y="39060"/>
                  <a:pt x="1202257" y="42748"/>
                  <a:pt x="1201146" y="47462"/>
                </a:cubicBezTo>
                <a:close/>
                <a:moveTo>
                  <a:pt x="1278906" y="99460"/>
                </a:moveTo>
                <a:cubicBezTo>
                  <a:pt x="1278906" y="98693"/>
                  <a:pt x="1279558" y="96995"/>
                  <a:pt x="1280860" y="94367"/>
                </a:cubicBezTo>
                <a:cubicBezTo>
                  <a:pt x="1282162" y="91741"/>
                  <a:pt x="1283158" y="89641"/>
                  <a:pt x="1283848" y="88068"/>
                </a:cubicBezTo>
                <a:cubicBezTo>
                  <a:pt x="1286414" y="81932"/>
                  <a:pt x="1288253" y="76323"/>
                  <a:pt x="1289364" y="71242"/>
                </a:cubicBezTo>
                <a:cubicBezTo>
                  <a:pt x="1290475" y="66160"/>
                  <a:pt x="1291030" y="60915"/>
                  <a:pt x="1291030" y="55506"/>
                </a:cubicBezTo>
                <a:cubicBezTo>
                  <a:pt x="1291030" y="50597"/>
                  <a:pt x="1290561" y="45774"/>
                  <a:pt x="1289623" y="41037"/>
                </a:cubicBezTo>
                <a:cubicBezTo>
                  <a:pt x="1288684" y="36300"/>
                  <a:pt x="1287257" y="31554"/>
                  <a:pt x="1285342" y="26798"/>
                </a:cubicBezTo>
                <a:cubicBezTo>
                  <a:pt x="1284346" y="24267"/>
                  <a:pt x="1283024" y="21286"/>
                  <a:pt x="1281377" y="17854"/>
                </a:cubicBezTo>
                <a:cubicBezTo>
                  <a:pt x="1279730" y="14421"/>
                  <a:pt x="1278906" y="12282"/>
                  <a:pt x="1278906" y="11438"/>
                </a:cubicBezTo>
                <a:cubicBezTo>
                  <a:pt x="1278906" y="10671"/>
                  <a:pt x="1279098" y="10048"/>
                  <a:pt x="1279481" y="9569"/>
                </a:cubicBezTo>
                <a:cubicBezTo>
                  <a:pt x="1279864" y="9089"/>
                  <a:pt x="1280362" y="8849"/>
                  <a:pt x="1280975" y="8849"/>
                </a:cubicBezTo>
                <a:cubicBezTo>
                  <a:pt x="1282239" y="8849"/>
                  <a:pt x="1283589" y="9473"/>
                  <a:pt x="1285026" y="10720"/>
                </a:cubicBezTo>
                <a:cubicBezTo>
                  <a:pt x="1286462" y="11966"/>
                  <a:pt x="1288138" y="13950"/>
                  <a:pt x="1290054" y="16672"/>
                </a:cubicBezTo>
                <a:cubicBezTo>
                  <a:pt x="1294152" y="22502"/>
                  <a:pt x="1297217" y="28658"/>
                  <a:pt x="1299247" y="35140"/>
                </a:cubicBezTo>
                <a:cubicBezTo>
                  <a:pt x="1301277" y="41623"/>
                  <a:pt x="1302293" y="48411"/>
                  <a:pt x="1302293" y="55506"/>
                </a:cubicBezTo>
                <a:cubicBezTo>
                  <a:pt x="1302293" y="61989"/>
                  <a:pt x="1301440" y="68183"/>
                  <a:pt x="1299736" y="74089"/>
                </a:cubicBezTo>
                <a:cubicBezTo>
                  <a:pt x="1298031" y="79996"/>
                  <a:pt x="1295474" y="85711"/>
                  <a:pt x="1292065" y="91234"/>
                </a:cubicBezTo>
                <a:cubicBezTo>
                  <a:pt x="1289690" y="94992"/>
                  <a:pt x="1287612" y="97753"/>
                  <a:pt x="1285830" y="99517"/>
                </a:cubicBezTo>
                <a:cubicBezTo>
                  <a:pt x="1284049" y="101282"/>
                  <a:pt x="1282431" y="102164"/>
                  <a:pt x="1280975" y="102164"/>
                </a:cubicBezTo>
                <a:cubicBezTo>
                  <a:pt x="1280362" y="102164"/>
                  <a:pt x="1279864" y="101914"/>
                  <a:pt x="1279481" y="101415"/>
                </a:cubicBezTo>
                <a:cubicBezTo>
                  <a:pt x="1279098" y="100917"/>
                  <a:pt x="1278906" y="100265"/>
                  <a:pt x="1278906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losed(fridge)">
            <a:extLst xmlns:a="http://schemas.openxmlformats.org/drawingml/2006/main">
              <a:ext uri="{FF2B5EF4-FFF2-40B4-BE49-F238E27FC236}">
                <a16:creationId xmlns:a16="http://schemas.microsoft.com/office/drawing/2014/main" id="{4DD57D0D-2FE1-4AA3-8E7E-2AEBC450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749" y="1744021"/>
            <a:ext cx="956988" cy="102164"/>
          </a:xfrm>
          <a:custGeom xmlns:a="http://schemas.openxmlformats.org/drawingml/2006/main">
            <a:pathLst>
              <a:path w="956988" h="102164">
                <a:moveTo>
                  <a:pt x="48956" y="12814"/>
                </a:moveTo>
                <a:cubicBezTo>
                  <a:pt x="49339" y="11779"/>
                  <a:pt x="49875" y="11051"/>
                  <a:pt x="50565" y="10630"/>
                </a:cubicBezTo>
                <a:cubicBezTo>
                  <a:pt x="51254" y="10209"/>
                  <a:pt x="52250" y="9998"/>
                  <a:pt x="53553" y="9998"/>
                </a:cubicBezTo>
                <a:cubicBezTo>
                  <a:pt x="54970" y="9998"/>
                  <a:pt x="55966" y="10343"/>
                  <a:pt x="56541" y="11032"/>
                </a:cubicBezTo>
                <a:cubicBezTo>
                  <a:pt x="57115" y="11722"/>
                  <a:pt x="57403" y="13139"/>
                  <a:pt x="57403" y="15284"/>
                </a:cubicBezTo>
                <a:cubicBezTo>
                  <a:pt x="57403" y="19038"/>
                  <a:pt x="57441" y="22534"/>
                  <a:pt x="57518" y="25771"/>
                </a:cubicBezTo>
                <a:cubicBezTo>
                  <a:pt x="57594" y="29008"/>
                  <a:pt x="57632" y="30416"/>
                  <a:pt x="57632" y="29994"/>
                </a:cubicBezTo>
                <a:cubicBezTo>
                  <a:pt x="57632" y="31795"/>
                  <a:pt x="57326" y="33011"/>
                  <a:pt x="56713" y="33643"/>
                </a:cubicBezTo>
                <a:cubicBezTo>
                  <a:pt x="56100" y="34275"/>
                  <a:pt x="55008" y="34591"/>
                  <a:pt x="53438" y="34591"/>
                </a:cubicBezTo>
                <a:cubicBezTo>
                  <a:pt x="50910" y="34591"/>
                  <a:pt x="49262" y="32785"/>
                  <a:pt x="48496" y="29172"/>
                </a:cubicBezTo>
                <a:cubicBezTo>
                  <a:pt x="48228" y="28096"/>
                  <a:pt x="48017" y="27270"/>
                  <a:pt x="47864" y="26694"/>
                </a:cubicBezTo>
                <a:cubicBezTo>
                  <a:pt x="47136" y="23811"/>
                  <a:pt x="45393" y="21457"/>
                  <a:pt x="42635" y="19632"/>
                </a:cubicBezTo>
                <a:cubicBezTo>
                  <a:pt x="39877" y="17806"/>
                  <a:pt x="36640" y="16893"/>
                  <a:pt x="32925" y="16893"/>
                </a:cubicBezTo>
                <a:cubicBezTo>
                  <a:pt x="26144" y="16893"/>
                  <a:pt x="20705" y="19374"/>
                  <a:pt x="16606" y="24334"/>
                </a:cubicBezTo>
                <a:cubicBezTo>
                  <a:pt x="12507" y="29295"/>
                  <a:pt x="10458" y="35951"/>
                  <a:pt x="10458" y="44302"/>
                </a:cubicBezTo>
                <a:cubicBezTo>
                  <a:pt x="10458" y="52653"/>
                  <a:pt x="12536" y="59308"/>
                  <a:pt x="16692" y="64269"/>
                </a:cubicBezTo>
                <a:cubicBezTo>
                  <a:pt x="20848" y="69230"/>
                  <a:pt x="26336" y="71710"/>
                  <a:pt x="33154" y="71710"/>
                </a:cubicBezTo>
                <a:cubicBezTo>
                  <a:pt x="35376" y="71710"/>
                  <a:pt x="37636" y="71394"/>
                  <a:pt x="39935" y="70762"/>
                </a:cubicBezTo>
                <a:cubicBezTo>
                  <a:pt x="42233" y="70130"/>
                  <a:pt x="44493" y="69182"/>
                  <a:pt x="46715" y="67918"/>
                </a:cubicBezTo>
                <a:cubicBezTo>
                  <a:pt x="47749" y="67382"/>
                  <a:pt x="49167" y="66472"/>
                  <a:pt x="50967" y="65188"/>
                </a:cubicBezTo>
                <a:cubicBezTo>
                  <a:pt x="52768" y="63905"/>
                  <a:pt x="54051" y="63264"/>
                  <a:pt x="54817" y="63264"/>
                </a:cubicBezTo>
                <a:cubicBezTo>
                  <a:pt x="56004" y="63264"/>
                  <a:pt x="57010" y="63656"/>
                  <a:pt x="57834" y="64441"/>
                </a:cubicBezTo>
                <a:cubicBezTo>
                  <a:pt x="58657" y="65227"/>
                  <a:pt x="59069" y="66194"/>
                  <a:pt x="59069" y="67343"/>
                </a:cubicBezTo>
                <a:cubicBezTo>
                  <a:pt x="59069" y="68492"/>
                  <a:pt x="58619" y="69595"/>
                  <a:pt x="57719" y="70651"/>
                </a:cubicBezTo>
                <a:cubicBezTo>
                  <a:pt x="56818" y="71707"/>
                  <a:pt x="55143" y="73010"/>
                  <a:pt x="52691" y="74562"/>
                </a:cubicBezTo>
                <a:cubicBezTo>
                  <a:pt x="49473" y="76696"/>
                  <a:pt x="46236" y="78267"/>
                  <a:pt x="42980" y="79275"/>
                </a:cubicBezTo>
                <a:cubicBezTo>
                  <a:pt x="39724" y="80284"/>
                  <a:pt x="36296" y="80789"/>
                  <a:pt x="32695" y="80789"/>
                </a:cubicBezTo>
                <a:cubicBezTo>
                  <a:pt x="23233" y="80789"/>
                  <a:pt x="15418" y="77441"/>
                  <a:pt x="9251" y="70746"/>
                </a:cubicBezTo>
                <a:cubicBezTo>
                  <a:pt x="3084" y="64051"/>
                  <a:pt x="0" y="55485"/>
                  <a:pt x="0" y="45049"/>
                </a:cubicBezTo>
                <a:cubicBezTo>
                  <a:pt x="0" y="34727"/>
                  <a:pt x="3122" y="26152"/>
                  <a:pt x="9366" y="19323"/>
                </a:cubicBezTo>
                <a:cubicBezTo>
                  <a:pt x="15610" y="12493"/>
                  <a:pt x="23463" y="9079"/>
                  <a:pt x="32925" y="9079"/>
                </a:cubicBezTo>
                <a:cubicBezTo>
                  <a:pt x="35453" y="9079"/>
                  <a:pt x="38029" y="9395"/>
                  <a:pt x="40653" y="10027"/>
                </a:cubicBezTo>
                <a:cubicBezTo>
                  <a:pt x="43277" y="10659"/>
                  <a:pt x="46045" y="11588"/>
                  <a:pt x="48956" y="12814"/>
                </a:cubicBezTo>
                <a:close/>
                <a:moveTo>
                  <a:pt x="97297" y="12067"/>
                </a:moveTo>
                <a:lnTo>
                  <a:pt x="87529" y="12067"/>
                </a:lnTo>
                <a:cubicBezTo>
                  <a:pt x="83813" y="12067"/>
                  <a:pt x="81486" y="11774"/>
                  <a:pt x="80548" y="11189"/>
                </a:cubicBezTo>
                <a:cubicBezTo>
                  <a:pt x="79609" y="10603"/>
                  <a:pt x="79140" y="9536"/>
                  <a:pt x="79140" y="7987"/>
                </a:cubicBezTo>
                <a:cubicBezTo>
                  <a:pt x="79140" y="6627"/>
                  <a:pt x="79533" y="5607"/>
                  <a:pt x="80318" y="4927"/>
                </a:cubicBezTo>
                <a:cubicBezTo>
                  <a:pt x="81103" y="4247"/>
                  <a:pt x="82243" y="3907"/>
                  <a:pt x="83737" y="3907"/>
                </a:cubicBezTo>
                <a:lnTo>
                  <a:pt x="102699" y="3907"/>
                </a:lnTo>
                <a:cubicBezTo>
                  <a:pt x="103733" y="3907"/>
                  <a:pt x="104537" y="4118"/>
                  <a:pt x="105112" y="4539"/>
                </a:cubicBezTo>
                <a:cubicBezTo>
                  <a:pt x="105686" y="4960"/>
                  <a:pt x="105974" y="5533"/>
                  <a:pt x="105974" y="6260"/>
                </a:cubicBezTo>
                <a:lnTo>
                  <a:pt x="105974" y="70906"/>
                </a:lnTo>
                <a:lnTo>
                  <a:pt x="124016" y="70906"/>
                </a:lnTo>
                <a:cubicBezTo>
                  <a:pt x="125472" y="70906"/>
                  <a:pt x="126535" y="71224"/>
                  <a:pt x="127205" y="71861"/>
                </a:cubicBezTo>
                <a:cubicBezTo>
                  <a:pt x="127876" y="72497"/>
                  <a:pt x="128211" y="73509"/>
                  <a:pt x="128211" y="74899"/>
                </a:cubicBezTo>
                <a:cubicBezTo>
                  <a:pt x="128211" y="76481"/>
                  <a:pt x="127885" y="77571"/>
                  <a:pt x="127234" y="78169"/>
                </a:cubicBezTo>
                <a:cubicBezTo>
                  <a:pt x="126583" y="78766"/>
                  <a:pt x="125357" y="79065"/>
                  <a:pt x="123557" y="79065"/>
                </a:cubicBezTo>
                <a:lnTo>
                  <a:pt x="81151" y="79065"/>
                </a:lnTo>
                <a:cubicBezTo>
                  <a:pt x="79657" y="79065"/>
                  <a:pt x="78517" y="78718"/>
                  <a:pt x="77732" y="78024"/>
                </a:cubicBezTo>
                <a:cubicBezTo>
                  <a:pt x="76947" y="77329"/>
                  <a:pt x="76554" y="76288"/>
                  <a:pt x="76554" y="74899"/>
                </a:cubicBezTo>
                <a:cubicBezTo>
                  <a:pt x="76554" y="73549"/>
                  <a:pt x="76956" y="72546"/>
                  <a:pt x="77761" y="71890"/>
                </a:cubicBezTo>
                <a:cubicBezTo>
                  <a:pt x="78565" y="71234"/>
                  <a:pt x="79772" y="70906"/>
                  <a:pt x="81381" y="70906"/>
                </a:cubicBezTo>
                <a:lnTo>
                  <a:pt x="97297" y="70906"/>
                </a:lnTo>
                <a:lnTo>
                  <a:pt x="97297" y="12067"/>
                </a:lnTo>
                <a:close/>
                <a:moveTo>
                  <a:pt x="171494" y="72400"/>
                </a:moveTo>
                <a:cubicBezTo>
                  <a:pt x="177394" y="72400"/>
                  <a:pt x="182230" y="70538"/>
                  <a:pt x="186003" y="66814"/>
                </a:cubicBezTo>
                <a:cubicBezTo>
                  <a:pt x="189776" y="63089"/>
                  <a:pt x="191663" y="58344"/>
                  <a:pt x="191663" y="52576"/>
                </a:cubicBezTo>
                <a:cubicBezTo>
                  <a:pt x="191663" y="46808"/>
                  <a:pt x="189767" y="42043"/>
                  <a:pt x="185974" y="38281"/>
                </a:cubicBezTo>
                <a:cubicBezTo>
                  <a:pt x="182182" y="34519"/>
                  <a:pt x="177355" y="32637"/>
                  <a:pt x="171494" y="32637"/>
                </a:cubicBezTo>
                <a:cubicBezTo>
                  <a:pt x="165634" y="32637"/>
                  <a:pt x="160816" y="34519"/>
                  <a:pt x="157043" y="38281"/>
                </a:cubicBezTo>
                <a:cubicBezTo>
                  <a:pt x="153270" y="42043"/>
                  <a:pt x="151383" y="46808"/>
                  <a:pt x="151383" y="52576"/>
                </a:cubicBezTo>
                <a:cubicBezTo>
                  <a:pt x="151383" y="58382"/>
                  <a:pt x="153260" y="63137"/>
                  <a:pt x="157015" y="66842"/>
                </a:cubicBezTo>
                <a:cubicBezTo>
                  <a:pt x="160769" y="70547"/>
                  <a:pt x="165595" y="72400"/>
                  <a:pt x="171494" y="72400"/>
                </a:cubicBezTo>
                <a:moveTo>
                  <a:pt x="201661" y="52605"/>
                </a:moveTo>
                <a:cubicBezTo>
                  <a:pt x="201661" y="60811"/>
                  <a:pt x="198865" y="67522"/>
                  <a:pt x="193272" y="72737"/>
                </a:cubicBezTo>
                <a:cubicBezTo>
                  <a:pt x="187679" y="77952"/>
                  <a:pt x="180420" y="80559"/>
                  <a:pt x="171494" y="80559"/>
                </a:cubicBezTo>
                <a:cubicBezTo>
                  <a:pt x="162607" y="80559"/>
                  <a:pt x="155367" y="77952"/>
                  <a:pt x="149775" y="72737"/>
                </a:cubicBezTo>
                <a:cubicBezTo>
                  <a:pt x="144182" y="67522"/>
                  <a:pt x="141385" y="60811"/>
                  <a:pt x="141385" y="52605"/>
                </a:cubicBezTo>
                <a:cubicBezTo>
                  <a:pt x="141385" y="44399"/>
                  <a:pt x="144182" y="37698"/>
                  <a:pt x="149775" y="32503"/>
                </a:cubicBezTo>
                <a:cubicBezTo>
                  <a:pt x="155367" y="27306"/>
                  <a:pt x="162607" y="24708"/>
                  <a:pt x="171494" y="24708"/>
                </a:cubicBezTo>
                <a:cubicBezTo>
                  <a:pt x="180382" y="24708"/>
                  <a:pt x="187631" y="27316"/>
                  <a:pt x="193243" y="32531"/>
                </a:cubicBezTo>
                <a:cubicBezTo>
                  <a:pt x="198855" y="37746"/>
                  <a:pt x="201661" y="44437"/>
                  <a:pt x="201661" y="52605"/>
                </a:cubicBezTo>
                <a:close/>
                <a:moveTo>
                  <a:pt x="216790" y="74969"/>
                </a:moveTo>
                <a:lnTo>
                  <a:pt x="216790" y="64713"/>
                </a:lnTo>
                <a:cubicBezTo>
                  <a:pt x="216790" y="63022"/>
                  <a:pt x="217106" y="61813"/>
                  <a:pt x="217738" y="61084"/>
                </a:cubicBezTo>
                <a:cubicBezTo>
                  <a:pt x="218370" y="60353"/>
                  <a:pt x="219395" y="59988"/>
                  <a:pt x="220812" y="59988"/>
                </a:cubicBezTo>
                <a:cubicBezTo>
                  <a:pt x="222383" y="59988"/>
                  <a:pt x="223628" y="61061"/>
                  <a:pt x="224547" y="63206"/>
                </a:cubicBezTo>
                <a:cubicBezTo>
                  <a:pt x="225160" y="64509"/>
                  <a:pt x="225716" y="65485"/>
                  <a:pt x="226214" y="66137"/>
                </a:cubicBezTo>
                <a:cubicBezTo>
                  <a:pt x="227822" y="68205"/>
                  <a:pt x="230197" y="69862"/>
                  <a:pt x="233339" y="71107"/>
                </a:cubicBezTo>
                <a:cubicBezTo>
                  <a:pt x="236480" y="72352"/>
                  <a:pt x="239947" y="72974"/>
                  <a:pt x="243739" y="72974"/>
                </a:cubicBezTo>
                <a:cubicBezTo>
                  <a:pt x="247799" y="72974"/>
                  <a:pt x="251055" y="72148"/>
                  <a:pt x="253507" y="70495"/>
                </a:cubicBezTo>
                <a:cubicBezTo>
                  <a:pt x="255959" y="68841"/>
                  <a:pt x="257185" y="66670"/>
                  <a:pt x="257185" y="63980"/>
                </a:cubicBezTo>
                <a:cubicBezTo>
                  <a:pt x="257185" y="61251"/>
                  <a:pt x="256198" y="59310"/>
                  <a:pt x="254225" y="58157"/>
                </a:cubicBezTo>
                <a:cubicBezTo>
                  <a:pt x="252253" y="57003"/>
                  <a:pt x="248872" y="56426"/>
                  <a:pt x="244084" y="56426"/>
                </a:cubicBezTo>
                <a:lnTo>
                  <a:pt x="240923" y="56426"/>
                </a:lnTo>
                <a:cubicBezTo>
                  <a:pt x="233109" y="56426"/>
                  <a:pt x="227152" y="55068"/>
                  <a:pt x="223053" y="52353"/>
                </a:cubicBezTo>
                <a:cubicBezTo>
                  <a:pt x="218954" y="49638"/>
                  <a:pt x="216905" y="45700"/>
                  <a:pt x="216905" y="40538"/>
                </a:cubicBezTo>
                <a:cubicBezTo>
                  <a:pt x="216905" y="35491"/>
                  <a:pt x="218907" y="31572"/>
                  <a:pt x="222910" y="28780"/>
                </a:cubicBezTo>
                <a:cubicBezTo>
                  <a:pt x="226913" y="25989"/>
                  <a:pt x="232534" y="24593"/>
                  <a:pt x="239774" y="24593"/>
                </a:cubicBezTo>
                <a:cubicBezTo>
                  <a:pt x="242724" y="24593"/>
                  <a:pt x="245731" y="25005"/>
                  <a:pt x="248795" y="25828"/>
                </a:cubicBezTo>
                <a:cubicBezTo>
                  <a:pt x="251860" y="26652"/>
                  <a:pt x="253469" y="27064"/>
                  <a:pt x="253622" y="27064"/>
                </a:cubicBezTo>
                <a:cubicBezTo>
                  <a:pt x="254043" y="27064"/>
                  <a:pt x="254848" y="26690"/>
                  <a:pt x="256035" y="25943"/>
                </a:cubicBezTo>
                <a:cubicBezTo>
                  <a:pt x="257223" y="25196"/>
                  <a:pt x="258391" y="24823"/>
                  <a:pt x="259540" y="24823"/>
                </a:cubicBezTo>
                <a:cubicBezTo>
                  <a:pt x="260843" y="24823"/>
                  <a:pt x="261810" y="25303"/>
                  <a:pt x="262442" y="26265"/>
                </a:cubicBezTo>
                <a:cubicBezTo>
                  <a:pt x="263074" y="27225"/>
                  <a:pt x="263390" y="28665"/>
                  <a:pt x="263390" y="30587"/>
                </a:cubicBezTo>
                <a:lnTo>
                  <a:pt x="263390" y="37331"/>
                </a:lnTo>
                <a:cubicBezTo>
                  <a:pt x="263390" y="39367"/>
                  <a:pt x="263084" y="40837"/>
                  <a:pt x="262471" y="41741"/>
                </a:cubicBezTo>
                <a:cubicBezTo>
                  <a:pt x="261858" y="42644"/>
                  <a:pt x="260881" y="43095"/>
                  <a:pt x="259540" y="43095"/>
                </a:cubicBezTo>
                <a:cubicBezTo>
                  <a:pt x="258391" y="43095"/>
                  <a:pt x="256974" y="42118"/>
                  <a:pt x="255288" y="40165"/>
                </a:cubicBezTo>
                <a:cubicBezTo>
                  <a:pt x="254101" y="38824"/>
                  <a:pt x="253124" y="37809"/>
                  <a:pt x="252358" y="37119"/>
                </a:cubicBezTo>
                <a:cubicBezTo>
                  <a:pt x="250328" y="35242"/>
                  <a:pt x="248163" y="33892"/>
                  <a:pt x="245865" y="33068"/>
                </a:cubicBezTo>
                <a:cubicBezTo>
                  <a:pt x="243567" y="32245"/>
                  <a:pt x="240866" y="31833"/>
                  <a:pt x="237763" y="31833"/>
                </a:cubicBezTo>
                <a:cubicBezTo>
                  <a:pt x="234162" y="31833"/>
                  <a:pt x="231260" y="32622"/>
                  <a:pt x="229058" y="34200"/>
                </a:cubicBezTo>
                <a:cubicBezTo>
                  <a:pt x="226855" y="35777"/>
                  <a:pt x="225754" y="37783"/>
                  <a:pt x="225754" y="40217"/>
                </a:cubicBezTo>
                <a:cubicBezTo>
                  <a:pt x="225754" y="42612"/>
                  <a:pt x="226884" y="44323"/>
                  <a:pt x="229144" y="45350"/>
                </a:cubicBezTo>
                <a:cubicBezTo>
                  <a:pt x="231404" y="46376"/>
                  <a:pt x="236269" y="46965"/>
                  <a:pt x="243739" y="47117"/>
                </a:cubicBezTo>
                <a:cubicBezTo>
                  <a:pt x="251707" y="47310"/>
                  <a:pt x="257529" y="48703"/>
                  <a:pt x="261207" y="51298"/>
                </a:cubicBezTo>
                <a:cubicBezTo>
                  <a:pt x="264884" y="53892"/>
                  <a:pt x="266723" y="57899"/>
                  <a:pt x="266723" y="63319"/>
                </a:cubicBezTo>
                <a:cubicBezTo>
                  <a:pt x="266723" y="68509"/>
                  <a:pt x="264693" y="72660"/>
                  <a:pt x="260632" y="75774"/>
                </a:cubicBezTo>
                <a:cubicBezTo>
                  <a:pt x="256572" y="78887"/>
                  <a:pt x="251094" y="80444"/>
                  <a:pt x="244199" y="80444"/>
                </a:cubicBezTo>
                <a:cubicBezTo>
                  <a:pt x="242015" y="80444"/>
                  <a:pt x="239583" y="80243"/>
                  <a:pt x="236901" y="79841"/>
                </a:cubicBezTo>
                <a:cubicBezTo>
                  <a:pt x="234220" y="79439"/>
                  <a:pt x="230849" y="78759"/>
                  <a:pt x="226788" y="77801"/>
                </a:cubicBezTo>
                <a:cubicBezTo>
                  <a:pt x="225447" y="78682"/>
                  <a:pt x="224298" y="79343"/>
                  <a:pt x="223341" y="79783"/>
                </a:cubicBezTo>
                <a:cubicBezTo>
                  <a:pt x="222383" y="80224"/>
                  <a:pt x="221578" y="80444"/>
                  <a:pt x="220927" y="80444"/>
                </a:cubicBezTo>
                <a:cubicBezTo>
                  <a:pt x="219586" y="80444"/>
                  <a:pt x="218562" y="79974"/>
                  <a:pt x="217853" y="79033"/>
                </a:cubicBezTo>
                <a:cubicBezTo>
                  <a:pt x="217144" y="78092"/>
                  <a:pt x="216790" y="76737"/>
                  <a:pt x="216790" y="74969"/>
                </a:cubicBezTo>
                <a:close/>
                <a:moveTo>
                  <a:pt x="292770" y="55047"/>
                </a:moveTo>
                <a:cubicBezTo>
                  <a:pt x="293076" y="60581"/>
                  <a:pt x="294944" y="64857"/>
                  <a:pt x="298372" y="67875"/>
                </a:cubicBezTo>
                <a:cubicBezTo>
                  <a:pt x="301801" y="70891"/>
                  <a:pt x="306484" y="72400"/>
                  <a:pt x="312421" y="72400"/>
                </a:cubicBezTo>
                <a:cubicBezTo>
                  <a:pt x="316903" y="72400"/>
                  <a:pt x="321787" y="71203"/>
                  <a:pt x="327073" y="68808"/>
                </a:cubicBezTo>
                <a:cubicBezTo>
                  <a:pt x="332360" y="66414"/>
                  <a:pt x="335558" y="65217"/>
                  <a:pt x="336669" y="65217"/>
                </a:cubicBezTo>
                <a:cubicBezTo>
                  <a:pt x="337818" y="65217"/>
                  <a:pt x="338776" y="65581"/>
                  <a:pt x="339542" y="66309"/>
                </a:cubicBezTo>
                <a:cubicBezTo>
                  <a:pt x="340308" y="67037"/>
                  <a:pt x="340691" y="67937"/>
                  <a:pt x="340691" y="69010"/>
                </a:cubicBezTo>
                <a:cubicBezTo>
                  <a:pt x="340691" y="70120"/>
                  <a:pt x="340289" y="71136"/>
                  <a:pt x="339485" y="72055"/>
                </a:cubicBezTo>
                <a:cubicBezTo>
                  <a:pt x="338680" y="72974"/>
                  <a:pt x="337397" y="73875"/>
                  <a:pt x="335635" y="74756"/>
                </a:cubicBezTo>
                <a:cubicBezTo>
                  <a:pt x="331804" y="76633"/>
                  <a:pt x="327849" y="78069"/>
                  <a:pt x="323769" y="79065"/>
                </a:cubicBezTo>
                <a:cubicBezTo>
                  <a:pt x="319690" y="80061"/>
                  <a:pt x="315639" y="80559"/>
                  <a:pt x="311617" y="80559"/>
                </a:cubicBezTo>
                <a:cubicBezTo>
                  <a:pt x="302883" y="80559"/>
                  <a:pt x="295892" y="78038"/>
                  <a:pt x="290644" y="72996"/>
                </a:cubicBezTo>
                <a:cubicBezTo>
                  <a:pt x="285396" y="67953"/>
                  <a:pt x="282772" y="61270"/>
                  <a:pt x="282772" y="52949"/>
                </a:cubicBezTo>
                <a:cubicBezTo>
                  <a:pt x="282772" y="44475"/>
                  <a:pt x="285549" y="37612"/>
                  <a:pt x="291103" y="32359"/>
                </a:cubicBezTo>
                <a:cubicBezTo>
                  <a:pt x="296658" y="27105"/>
                  <a:pt x="303898" y="24478"/>
                  <a:pt x="312823" y="24478"/>
                </a:cubicBezTo>
                <a:cubicBezTo>
                  <a:pt x="320906" y="24478"/>
                  <a:pt x="327610" y="26930"/>
                  <a:pt x="332934" y="31833"/>
                </a:cubicBezTo>
                <a:cubicBezTo>
                  <a:pt x="338259" y="36736"/>
                  <a:pt x="340921" y="42674"/>
                  <a:pt x="340921" y="49646"/>
                </a:cubicBezTo>
                <a:cubicBezTo>
                  <a:pt x="340921" y="51791"/>
                  <a:pt x="340471" y="53227"/>
                  <a:pt x="339571" y="53955"/>
                </a:cubicBezTo>
                <a:cubicBezTo>
                  <a:pt x="338671" y="54683"/>
                  <a:pt x="336229" y="55047"/>
                  <a:pt x="332245" y="55047"/>
                </a:cubicBezTo>
                <a:lnTo>
                  <a:pt x="331383" y="55047"/>
                </a:lnTo>
                <a:lnTo>
                  <a:pt x="292770" y="55047"/>
                </a:lnTo>
                <a:moveTo>
                  <a:pt x="293057" y="47462"/>
                </a:moveTo>
                <a:lnTo>
                  <a:pt x="330464" y="47462"/>
                </a:lnTo>
                <a:cubicBezTo>
                  <a:pt x="329889" y="42938"/>
                  <a:pt x="327983" y="39299"/>
                  <a:pt x="324746" y="36543"/>
                </a:cubicBezTo>
                <a:cubicBezTo>
                  <a:pt x="321509" y="33786"/>
                  <a:pt x="317535" y="32407"/>
                  <a:pt x="312823" y="32407"/>
                </a:cubicBezTo>
                <a:cubicBezTo>
                  <a:pt x="307728" y="32407"/>
                  <a:pt x="303438" y="33738"/>
                  <a:pt x="299952" y="36399"/>
                </a:cubicBezTo>
                <a:cubicBezTo>
                  <a:pt x="296466" y="39060"/>
                  <a:pt x="294168" y="42748"/>
                  <a:pt x="293057" y="47462"/>
                </a:cubicBezTo>
                <a:close/>
                <a:moveTo>
                  <a:pt x="399835" y="79065"/>
                </a:moveTo>
                <a:cubicBezTo>
                  <a:pt x="399030" y="79065"/>
                  <a:pt x="398465" y="78866"/>
                  <a:pt x="398140" y="78467"/>
                </a:cubicBezTo>
                <a:cubicBezTo>
                  <a:pt x="397814" y="78067"/>
                  <a:pt x="397651" y="77297"/>
                  <a:pt x="397651" y="76156"/>
                </a:cubicBezTo>
                <a:lnTo>
                  <a:pt x="397651" y="71480"/>
                </a:lnTo>
                <a:cubicBezTo>
                  <a:pt x="395353" y="74353"/>
                  <a:pt x="392480" y="76585"/>
                  <a:pt x="389032" y="78174"/>
                </a:cubicBezTo>
                <a:cubicBezTo>
                  <a:pt x="385585" y="79764"/>
                  <a:pt x="381850" y="80559"/>
                  <a:pt x="377828" y="80559"/>
                </a:cubicBezTo>
                <a:cubicBezTo>
                  <a:pt x="370588" y="80559"/>
                  <a:pt x="364526" y="77981"/>
                  <a:pt x="359642" y="72823"/>
                </a:cubicBezTo>
                <a:cubicBezTo>
                  <a:pt x="354757" y="67665"/>
                  <a:pt x="352315" y="61251"/>
                  <a:pt x="352315" y="53582"/>
                </a:cubicBezTo>
                <a:cubicBezTo>
                  <a:pt x="352315" y="45644"/>
                  <a:pt x="354920" y="39039"/>
                  <a:pt x="360130" y="33767"/>
                </a:cubicBezTo>
                <a:cubicBezTo>
                  <a:pt x="365340" y="28494"/>
                  <a:pt x="371833" y="25857"/>
                  <a:pt x="379609" y="25857"/>
                </a:cubicBezTo>
                <a:cubicBezTo>
                  <a:pt x="383555" y="25857"/>
                  <a:pt x="387098" y="26556"/>
                  <a:pt x="390239" y="27954"/>
                </a:cubicBezTo>
                <a:cubicBezTo>
                  <a:pt x="393380" y="29353"/>
                  <a:pt x="396081" y="31412"/>
                  <a:pt x="398341" y="34131"/>
                </a:cubicBezTo>
                <a:lnTo>
                  <a:pt x="398341" y="12067"/>
                </a:lnTo>
                <a:lnTo>
                  <a:pt x="395296" y="12067"/>
                </a:lnTo>
                <a:cubicBezTo>
                  <a:pt x="391963" y="12067"/>
                  <a:pt x="389808" y="11774"/>
                  <a:pt x="388831" y="11189"/>
                </a:cubicBezTo>
                <a:cubicBezTo>
                  <a:pt x="387854" y="10603"/>
                  <a:pt x="387366" y="9536"/>
                  <a:pt x="387366" y="7987"/>
                </a:cubicBezTo>
                <a:cubicBezTo>
                  <a:pt x="387366" y="6627"/>
                  <a:pt x="387759" y="5607"/>
                  <a:pt x="388544" y="4927"/>
                </a:cubicBezTo>
                <a:cubicBezTo>
                  <a:pt x="389329" y="4247"/>
                  <a:pt x="390469" y="3907"/>
                  <a:pt x="391963" y="3907"/>
                </a:cubicBezTo>
                <a:lnTo>
                  <a:pt x="403742" y="3907"/>
                </a:lnTo>
                <a:cubicBezTo>
                  <a:pt x="404891" y="3907"/>
                  <a:pt x="405725" y="4099"/>
                  <a:pt x="406242" y="4482"/>
                </a:cubicBezTo>
                <a:cubicBezTo>
                  <a:pt x="406759" y="4865"/>
                  <a:pt x="407017" y="5459"/>
                  <a:pt x="407017" y="6263"/>
                </a:cubicBezTo>
                <a:lnTo>
                  <a:pt x="407017" y="71021"/>
                </a:lnTo>
                <a:lnTo>
                  <a:pt x="409603" y="71021"/>
                </a:lnTo>
                <a:cubicBezTo>
                  <a:pt x="411480" y="71021"/>
                  <a:pt x="412840" y="71335"/>
                  <a:pt x="413683" y="71963"/>
                </a:cubicBezTo>
                <a:cubicBezTo>
                  <a:pt x="414526" y="72591"/>
                  <a:pt x="414947" y="73588"/>
                  <a:pt x="414947" y="74957"/>
                </a:cubicBezTo>
                <a:cubicBezTo>
                  <a:pt x="414947" y="76251"/>
                  <a:pt x="414583" y="77259"/>
                  <a:pt x="413855" y="77982"/>
                </a:cubicBezTo>
                <a:cubicBezTo>
                  <a:pt x="413127" y="78704"/>
                  <a:pt x="412151" y="79065"/>
                  <a:pt x="410925" y="79065"/>
                </a:cubicBezTo>
                <a:lnTo>
                  <a:pt x="399835" y="79065"/>
                </a:lnTo>
                <a:moveTo>
                  <a:pt x="362199" y="53294"/>
                </a:moveTo>
                <a:cubicBezTo>
                  <a:pt x="362199" y="58589"/>
                  <a:pt x="363903" y="62925"/>
                  <a:pt x="367313" y="66302"/>
                </a:cubicBezTo>
                <a:cubicBezTo>
                  <a:pt x="370722" y="69678"/>
                  <a:pt x="375050" y="71365"/>
                  <a:pt x="380298" y="71365"/>
                </a:cubicBezTo>
                <a:cubicBezTo>
                  <a:pt x="385585" y="71365"/>
                  <a:pt x="389933" y="69611"/>
                  <a:pt x="393342" y="66101"/>
                </a:cubicBezTo>
                <a:cubicBezTo>
                  <a:pt x="396751" y="62590"/>
                  <a:pt x="398456" y="58129"/>
                  <a:pt x="398456" y="52720"/>
                </a:cubicBezTo>
                <a:cubicBezTo>
                  <a:pt x="398456" y="47387"/>
                  <a:pt x="396761" y="42994"/>
                  <a:pt x="393371" y="39542"/>
                </a:cubicBezTo>
                <a:cubicBezTo>
                  <a:pt x="389981" y="36088"/>
                  <a:pt x="385623" y="34361"/>
                  <a:pt x="380298" y="34361"/>
                </a:cubicBezTo>
                <a:cubicBezTo>
                  <a:pt x="374897" y="34361"/>
                  <a:pt x="370530" y="36107"/>
                  <a:pt x="367198" y="39599"/>
                </a:cubicBezTo>
                <a:cubicBezTo>
                  <a:pt x="363865" y="43090"/>
                  <a:pt x="362199" y="47655"/>
                  <a:pt x="362199" y="53294"/>
                </a:cubicBezTo>
                <a:close/>
                <a:moveTo>
                  <a:pt x="464551" y="11438"/>
                </a:moveTo>
                <a:cubicBezTo>
                  <a:pt x="464551" y="12244"/>
                  <a:pt x="463910" y="13980"/>
                  <a:pt x="462626" y="16645"/>
                </a:cubicBezTo>
                <a:cubicBezTo>
                  <a:pt x="461343" y="19310"/>
                  <a:pt x="460376" y="21429"/>
                  <a:pt x="459725" y="23002"/>
                </a:cubicBezTo>
                <a:cubicBezTo>
                  <a:pt x="457120" y="29100"/>
                  <a:pt x="455271" y="34680"/>
                  <a:pt x="454180" y="39743"/>
                </a:cubicBezTo>
                <a:cubicBezTo>
                  <a:pt x="453088" y="44805"/>
                  <a:pt x="452542" y="50060"/>
                  <a:pt x="452542" y="55506"/>
                </a:cubicBezTo>
                <a:cubicBezTo>
                  <a:pt x="452542" y="60531"/>
                  <a:pt x="453002" y="65392"/>
                  <a:pt x="453921" y="70091"/>
                </a:cubicBezTo>
                <a:cubicBezTo>
                  <a:pt x="454840" y="74789"/>
                  <a:pt x="456239" y="79478"/>
                  <a:pt x="458116" y="84157"/>
                </a:cubicBezTo>
                <a:cubicBezTo>
                  <a:pt x="459073" y="86688"/>
                  <a:pt x="460385" y="89669"/>
                  <a:pt x="462052" y="93102"/>
                </a:cubicBezTo>
                <a:cubicBezTo>
                  <a:pt x="463718" y="96535"/>
                  <a:pt x="464551" y="98654"/>
                  <a:pt x="464551" y="99460"/>
                </a:cubicBezTo>
                <a:cubicBezTo>
                  <a:pt x="464551" y="100304"/>
                  <a:pt x="464369" y="100965"/>
                  <a:pt x="464005" y="101444"/>
                </a:cubicBezTo>
                <a:cubicBezTo>
                  <a:pt x="463641" y="101924"/>
                  <a:pt x="463153" y="102164"/>
                  <a:pt x="462540" y="102164"/>
                </a:cubicBezTo>
                <a:cubicBezTo>
                  <a:pt x="461353" y="102164"/>
                  <a:pt x="460031" y="101540"/>
                  <a:pt x="458575" y="100293"/>
                </a:cubicBezTo>
                <a:cubicBezTo>
                  <a:pt x="457120" y="99047"/>
                  <a:pt x="455434" y="97044"/>
                  <a:pt x="453519" y="94283"/>
                </a:cubicBezTo>
                <a:cubicBezTo>
                  <a:pt x="449420" y="88415"/>
                  <a:pt x="446355" y="82259"/>
                  <a:pt x="444325" y="75815"/>
                </a:cubicBezTo>
                <a:cubicBezTo>
                  <a:pt x="442295" y="69371"/>
                  <a:pt x="441280" y="62602"/>
                  <a:pt x="441280" y="55506"/>
                </a:cubicBezTo>
                <a:cubicBezTo>
                  <a:pt x="441280" y="49024"/>
                  <a:pt x="442113" y="42839"/>
                  <a:pt x="443779" y="36952"/>
                </a:cubicBezTo>
                <a:cubicBezTo>
                  <a:pt x="445446" y="31065"/>
                  <a:pt x="447984" y="25360"/>
                  <a:pt x="451393" y="19838"/>
                </a:cubicBezTo>
                <a:cubicBezTo>
                  <a:pt x="453615" y="16194"/>
                  <a:pt x="455664" y="13452"/>
                  <a:pt x="457541" y="11611"/>
                </a:cubicBezTo>
                <a:cubicBezTo>
                  <a:pt x="459418" y="9769"/>
                  <a:pt x="461084" y="8849"/>
                  <a:pt x="462540" y="8849"/>
                </a:cubicBezTo>
                <a:cubicBezTo>
                  <a:pt x="463153" y="8849"/>
                  <a:pt x="463641" y="9089"/>
                  <a:pt x="464005" y="9569"/>
                </a:cubicBezTo>
                <a:cubicBezTo>
                  <a:pt x="464369" y="10048"/>
                  <a:pt x="464551" y="10671"/>
                  <a:pt x="464551" y="11438"/>
                </a:cubicBezTo>
                <a:close/>
                <a:moveTo>
                  <a:pt x="540933" y="70906"/>
                </a:moveTo>
                <a:cubicBezTo>
                  <a:pt x="542504" y="70906"/>
                  <a:pt x="543701" y="71248"/>
                  <a:pt x="544524" y="71933"/>
                </a:cubicBezTo>
                <a:cubicBezTo>
                  <a:pt x="545348" y="72618"/>
                  <a:pt x="545760" y="73626"/>
                  <a:pt x="545760" y="74957"/>
                </a:cubicBezTo>
                <a:cubicBezTo>
                  <a:pt x="545760" y="76326"/>
                  <a:pt x="545367" y="77353"/>
                  <a:pt x="544582" y="78038"/>
                </a:cubicBezTo>
                <a:cubicBezTo>
                  <a:pt x="543796" y="78723"/>
                  <a:pt x="542657" y="79065"/>
                  <a:pt x="541163" y="79065"/>
                </a:cubicBezTo>
                <a:lnTo>
                  <a:pt x="503584" y="79065"/>
                </a:lnTo>
                <a:cubicBezTo>
                  <a:pt x="502013" y="79065"/>
                  <a:pt x="500816" y="78723"/>
                  <a:pt x="499993" y="78038"/>
                </a:cubicBezTo>
                <a:cubicBezTo>
                  <a:pt x="499169" y="77353"/>
                  <a:pt x="498757" y="76326"/>
                  <a:pt x="498757" y="74957"/>
                </a:cubicBezTo>
                <a:cubicBezTo>
                  <a:pt x="498757" y="73626"/>
                  <a:pt x="499150" y="72618"/>
                  <a:pt x="499935" y="71933"/>
                </a:cubicBezTo>
                <a:cubicBezTo>
                  <a:pt x="500721" y="71248"/>
                  <a:pt x="501860" y="70906"/>
                  <a:pt x="503354" y="70906"/>
                </a:cubicBezTo>
                <a:lnTo>
                  <a:pt x="513122" y="70906"/>
                </a:lnTo>
                <a:lnTo>
                  <a:pt x="513122" y="35740"/>
                </a:lnTo>
                <a:lnTo>
                  <a:pt x="503699" y="35740"/>
                </a:lnTo>
                <a:cubicBezTo>
                  <a:pt x="502128" y="35740"/>
                  <a:pt x="500912" y="35374"/>
                  <a:pt x="500050" y="34641"/>
                </a:cubicBezTo>
                <a:cubicBezTo>
                  <a:pt x="499188" y="33909"/>
                  <a:pt x="498757" y="32867"/>
                  <a:pt x="498757" y="31517"/>
                </a:cubicBezTo>
                <a:cubicBezTo>
                  <a:pt x="498757" y="30128"/>
                  <a:pt x="499160" y="29087"/>
                  <a:pt x="499964" y="28392"/>
                </a:cubicBezTo>
                <a:cubicBezTo>
                  <a:pt x="500768" y="27698"/>
                  <a:pt x="501937" y="27351"/>
                  <a:pt x="503469" y="27351"/>
                </a:cubicBezTo>
                <a:lnTo>
                  <a:pt x="512548" y="27351"/>
                </a:lnTo>
                <a:lnTo>
                  <a:pt x="512548" y="23444"/>
                </a:lnTo>
                <a:cubicBezTo>
                  <a:pt x="512548" y="16510"/>
                  <a:pt x="514521" y="11482"/>
                  <a:pt x="518466" y="8360"/>
                </a:cubicBezTo>
                <a:cubicBezTo>
                  <a:pt x="522412" y="5238"/>
                  <a:pt x="528790" y="3677"/>
                  <a:pt x="537600" y="3677"/>
                </a:cubicBezTo>
                <a:cubicBezTo>
                  <a:pt x="541891" y="3677"/>
                  <a:pt x="545061" y="4156"/>
                  <a:pt x="547110" y="5114"/>
                </a:cubicBezTo>
                <a:cubicBezTo>
                  <a:pt x="549159" y="6072"/>
                  <a:pt x="550184" y="7566"/>
                  <a:pt x="550184" y="9596"/>
                </a:cubicBezTo>
                <a:cubicBezTo>
                  <a:pt x="550184" y="10783"/>
                  <a:pt x="549744" y="11760"/>
                  <a:pt x="548863" y="12526"/>
                </a:cubicBezTo>
                <a:cubicBezTo>
                  <a:pt x="547981" y="13292"/>
                  <a:pt x="546851" y="13675"/>
                  <a:pt x="545472" y="13675"/>
                </a:cubicBezTo>
                <a:cubicBezTo>
                  <a:pt x="544783" y="13675"/>
                  <a:pt x="543126" y="13446"/>
                  <a:pt x="540502" y="12986"/>
                </a:cubicBezTo>
                <a:cubicBezTo>
                  <a:pt x="537878" y="12526"/>
                  <a:pt x="535628" y="12296"/>
                  <a:pt x="533751" y="12296"/>
                </a:cubicBezTo>
                <a:cubicBezTo>
                  <a:pt x="529422" y="12296"/>
                  <a:pt x="526319" y="13206"/>
                  <a:pt x="524442" y="15026"/>
                </a:cubicBezTo>
                <a:cubicBezTo>
                  <a:pt x="522565" y="16845"/>
                  <a:pt x="521626" y="19862"/>
                  <a:pt x="521626" y="24076"/>
                </a:cubicBezTo>
                <a:lnTo>
                  <a:pt x="521626" y="27351"/>
                </a:lnTo>
                <a:lnTo>
                  <a:pt x="541967" y="27351"/>
                </a:lnTo>
                <a:cubicBezTo>
                  <a:pt x="543538" y="27351"/>
                  <a:pt x="544735" y="27698"/>
                  <a:pt x="545559" y="28392"/>
                </a:cubicBezTo>
                <a:cubicBezTo>
                  <a:pt x="546382" y="29087"/>
                  <a:pt x="546794" y="30128"/>
                  <a:pt x="546794" y="31517"/>
                </a:cubicBezTo>
                <a:cubicBezTo>
                  <a:pt x="546794" y="32828"/>
                  <a:pt x="546373" y="33860"/>
                  <a:pt x="545530" y="34613"/>
                </a:cubicBezTo>
                <a:cubicBezTo>
                  <a:pt x="544687" y="35364"/>
                  <a:pt x="543538" y="35740"/>
                  <a:pt x="542082" y="35740"/>
                </a:cubicBezTo>
                <a:lnTo>
                  <a:pt x="522201" y="35740"/>
                </a:lnTo>
                <a:lnTo>
                  <a:pt x="522201" y="70906"/>
                </a:lnTo>
                <a:lnTo>
                  <a:pt x="540933" y="70906"/>
                </a:lnTo>
                <a:close/>
                <a:moveTo>
                  <a:pt x="587952" y="70906"/>
                </a:moveTo>
                <a:lnTo>
                  <a:pt x="607029" y="70906"/>
                </a:lnTo>
                <a:cubicBezTo>
                  <a:pt x="608523" y="70906"/>
                  <a:pt x="609624" y="71224"/>
                  <a:pt x="610333" y="71861"/>
                </a:cubicBezTo>
                <a:cubicBezTo>
                  <a:pt x="611042" y="72497"/>
                  <a:pt x="611396" y="73509"/>
                  <a:pt x="611396" y="74899"/>
                </a:cubicBezTo>
                <a:cubicBezTo>
                  <a:pt x="611396" y="76481"/>
                  <a:pt x="611061" y="77571"/>
                  <a:pt x="610391" y="78169"/>
                </a:cubicBezTo>
                <a:cubicBezTo>
                  <a:pt x="609720" y="78766"/>
                  <a:pt x="608485" y="79065"/>
                  <a:pt x="606684" y="79065"/>
                </a:cubicBezTo>
                <a:lnTo>
                  <a:pt x="569106" y="79065"/>
                </a:lnTo>
                <a:cubicBezTo>
                  <a:pt x="567612" y="79065"/>
                  <a:pt x="566482" y="78718"/>
                  <a:pt x="565715" y="78024"/>
                </a:cubicBezTo>
                <a:cubicBezTo>
                  <a:pt x="564949" y="77329"/>
                  <a:pt x="564566" y="76288"/>
                  <a:pt x="564566" y="74899"/>
                </a:cubicBezTo>
                <a:cubicBezTo>
                  <a:pt x="564566" y="73549"/>
                  <a:pt x="564959" y="72546"/>
                  <a:pt x="565744" y="71890"/>
                </a:cubicBezTo>
                <a:cubicBezTo>
                  <a:pt x="566529" y="71234"/>
                  <a:pt x="567746" y="70906"/>
                  <a:pt x="569393" y="70906"/>
                </a:cubicBezTo>
                <a:lnTo>
                  <a:pt x="579391" y="70906"/>
                </a:lnTo>
                <a:lnTo>
                  <a:pt x="579391" y="34131"/>
                </a:lnTo>
                <a:lnTo>
                  <a:pt x="575484" y="34131"/>
                </a:lnTo>
                <a:cubicBezTo>
                  <a:pt x="571768" y="34131"/>
                  <a:pt x="569450" y="33834"/>
                  <a:pt x="568531" y="33241"/>
                </a:cubicBezTo>
                <a:cubicBezTo>
                  <a:pt x="567612" y="32647"/>
                  <a:pt x="567152" y="31565"/>
                  <a:pt x="567152" y="29994"/>
                </a:cubicBezTo>
                <a:cubicBezTo>
                  <a:pt x="567152" y="28653"/>
                  <a:pt x="567525" y="27648"/>
                  <a:pt x="568272" y="26978"/>
                </a:cubicBezTo>
                <a:cubicBezTo>
                  <a:pt x="569019" y="26307"/>
                  <a:pt x="570159" y="25972"/>
                  <a:pt x="571691" y="25972"/>
                </a:cubicBezTo>
                <a:lnTo>
                  <a:pt x="584792" y="25972"/>
                </a:lnTo>
                <a:cubicBezTo>
                  <a:pt x="585826" y="25972"/>
                  <a:pt x="586612" y="26173"/>
                  <a:pt x="587148" y="26575"/>
                </a:cubicBezTo>
                <a:cubicBezTo>
                  <a:pt x="587684" y="26978"/>
                  <a:pt x="587952" y="27562"/>
                  <a:pt x="587952" y="28328"/>
                </a:cubicBezTo>
                <a:lnTo>
                  <a:pt x="587952" y="38096"/>
                </a:lnTo>
                <a:cubicBezTo>
                  <a:pt x="591592" y="33538"/>
                  <a:pt x="595384" y="30147"/>
                  <a:pt x="599330" y="27926"/>
                </a:cubicBezTo>
                <a:cubicBezTo>
                  <a:pt x="603275" y="25704"/>
                  <a:pt x="607527" y="24593"/>
                  <a:pt x="612086" y="24593"/>
                </a:cubicBezTo>
                <a:cubicBezTo>
                  <a:pt x="615495" y="24593"/>
                  <a:pt x="618253" y="25282"/>
                  <a:pt x="620360" y="26661"/>
                </a:cubicBezTo>
                <a:cubicBezTo>
                  <a:pt x="622467" y="28041"/>
                  <a:pt x="623520" y="29822"/>
                  <a:pt x="623520" y="32005"/>
                </a:cubicBezTo>
                <a:cubicBezTo>
                  <a:pt x="623520" y="33423"/>
                  <a:pt x="622994" y="34677"/>
                  <a:pt x="621940" y="35769"/>
                </a:cubicBezTo>
                <a:cubicBezTo>
                  <a:pt x="620887" y="36861"/>
                  <a:pt x="619728" y="37407"/>
                  <a:pt x="618464" y="37407"/>
                </a:cubicBezTo>
                <a:cubicBezTo>
                  <a:pt x="617583" y="37407"/>
                  <a:pt x="616098" y="36822"/>
                  <a:pt x="614011" y="35654"/>
                </a:cubicBezTo>
                <a:cubicBezTo>
                  <a:pt x="611923" y="34486"/>
                  <a:pt x="610055" y="33901"/>
                  <a:pt x="608408" y="33901"/>
                </a:cubicBezTo>
                <a:cubicBezTo>
                  <a:pt x="605420" y="33901"/>
                  <a:pt x="602270" y="34963"/>
                  <a:pt x="598956" y="37085"/>
                </a:cubicBezTo>
                <a:cubicBezTo>
                  <a:pt x="595643" y="39208"/>
                  <a:pt x="591975" y="42564"/>
                  <a:pt x="587952" y="47155"/>
                </a:cubicBezTo>
                <a:lnTo>
                  <a:pt x="587952" y="70906"/>
                </a:lnTo>
                <a:close/>
                <a:moveTo>
                  <a:pt x="658644" y="9423"/>
                </a:moveTo>
                <a:cubicBezTo>
                  <a:pt x="658644" y="5286"/>
                  <a:pt x="659017" y="2681"/>
                  <a:pt x="659764" y="1609"/>
                </a:cubicBezTo>
                <a:cubicBezTo>
                  <a:pt x="660511" y="536"/>
                  <a:pt x="662111" y="0"/>
                  <a:pt x="664562" y="0"/>
                </a:cubicBezTo>
                <a:cubicBezTo>
                  <a:pt x="666937" y="0"/>
                  <a:pt x="668508" y="450"/>
                  <a:pt x="669274" y="1350"/>
                </a:cubicBezTo>
                <a:cubicBezTo>
                  <a:pt x="670040" y="2251"/>
                  <a:pt x="670423" y="4386"/>
                  <a:pt x="670423" y="7757"/>
                </a:cubicBezTo>
                <a:cubicBezTo>
                  <a:pt x="670423" y="11051"/>
                  <a:pt x="670069" y="13091"/>
                  <a:pt x="669360" y="13877"/>
                </a:cubicBezTo>
                <a:cubicBezTo>
                  <a:pt x="668652" y="14662"/>
                  <a:pt x="667052" y="15055"/>
                  <a:pt x="664562" y="15055"/>
                </a:cubicBezTo>
                <a:cubicBezTo>
                  <a:pt x="662111" y="15055"/>
                  <a:pt x="660511" y="14691"/>
                  <a:pt x="659764" y="13963"/>
                </a:cubicBezTo>
                <a:cubicBezTo>
                  <a:pt x="659017" y="13235"/>
                  <a:pt x="658644" y="11722"/>
                  <a:pt x="658644" y="9423"/>
                </a:cubicBezTo>
                <a:moveTo>
                  <a:pt x="669274" y="70906"/>
                </a:moveTo>
                <a:lnTo>
                  <a:pt x="687719" y="70906"/>
                </a:lnTo>
                <a:cubicBezTo>
                  <a:pt x="689213" y="70906"/>
                  <a:pt x="690314" y="71224"/>
                  <a:pt x="691023" y="71861"/>
                </a:cubicBezTo>
                <a:cubicBezTo>
                  <a:pt x="691731" y="72497"/>
                  <a:pt x="692086" y="73509"/>
                  <a:pt x="692086" y="74899"/>
                </a:cubicBezTo>
                <a:cubicBezTo>
                  <a:pt x="692086" y="76481"/>
                  <a:pt x="691751" y="77571"/>
                  <a:pt x="691080" y="78169"/>
                </a:cubicBezTo>
                <a:cubicBezTo>
                  <a:pt x="690410" y="78766"/>
                  <a:pt x="689174" y="79065"/>
                  <a:pt x="687374" y="79065"/>
                </a:cubicBezTo>
                <a:lnTo>
                  <a:pt x="642785" y="79065"/>
                </a:lnTo>
                <a:cubicBezTo>
                  <a:pt x="641253" y="79065"/>
                  <a:pt x="640104" y="78718"/>
                  <a:pt x="639337" y="78024"/>
                </a:cubicBezTo>
                <a:cubicBezTo>
                  <a:pt x="638571" y="77329"/>
                  <a:pt x="638188" y="76288"/>
                  <a:pt x="638188" y="74899"/>
                </a:cubicBezTo>
                <a:cubicBezTo>
                  <a:pt x="638188" y="73549"/>
                  <a:pt x="638590" y="72546"/>
                  <a:pt x="639395" y="71890"/>
                </a:cubicBezTo>
                <a:cubicBezTo>
                  <a:pt x="640199" y="71234"/>
                  <a:pt x="641406" y="70906"/>
                  <a:pt x="643015" y="70906"/>
                </a:cubicBezTo>
                <a:lnTo>
                  <a:pt x="660540" y="70906"/>
                </a:lnTo>
                <a:lnTo>
                  <a:pt x="660540" y="34131"/>
                </a:lnTo>
                <a:lnTo>
                  <a:pt x="649335" y="34131"/>
                </a:lnTo>
                <a:cubicBezTo>
                  <a:pt x="647765" y="34131"/>
                  <a:pt x="646568" y="33777"/>
                  <a:pt x="645744" y="33068"/>
                </a:cubicBezTo>
                <a:cubicBezTo>
                  <a:pt x="644921" y="32360"/>
                  <a:pt x="644509" y="31335"/>
                  <a:pt x="644509" y="29994"/>
                </a:cubicBezTo>
                <a:cubicBezTo>
                  <a:pt x="644509" y="28653"/>
                  <a:pt x="644892" y="27648"/>
                  <a:pt x="645658" y="26978"/>
                </a:cubicBezTo>
                <a:cubicBezTo>
                  <a:pt x="646424" y="26307"/>
                  <a:pt x="647573" y="25972"/>
                  <a:pt x="649106" y="25972"/>
                </a:cubicBezTo>
                <a:lnTo>
                  <a:pt x="665941" y="25972"/>
                </a:lnTo>
                <a:cubicBezTo>
                  <a:pt x="666976" y="25972"/>
                  <a:pt x="667790" y="26183"/>
                  <a:pt x="668383" y="26604"/>
                </a:cubicBezTo>
                <a:cubicBezTo>
                  <a:pt x="668977" y="27024"/>
                  <a:pt x="669274" y="27598"/>
                  <a:pt x="669274" y="28324"/>
                </a:cubicBezTo>
                <a:lnTo>
                  <a:pt x="669274" y="70906"/>
                </a:lnTo>
                <a:close/>
                <a:moveTo>
                  <a:pt x="751575" y="79065"/>
                </a:moveTo>
                <a:cubicBezTo>
                  <a:pt x="750770" y="79065"/>
                  <a:pt x="750205" y="78866"/>
                  <a:pt x="749880" y="78467"/>
                </a:cubicBezTo>
                <a:cubicBezTo>
                  <a:pt x="749554" y="78067"/>
                  <a:pt x="749391" y="77297"/>
                  <a:pt x="749391" y="76156"/>
                </a:cubicBezTo>
                <a:lnTo>
                  <a:pt x="749391" y="71480"/>
                </a:lnTo>
                <a:cubicBezTo>
                  <a:pt x="747093" y="74353"/>
                  <a:pt x="744220" y="76585"/>
                  <a:pt x="740772" y="78174"/>
                </a:cubicBezTo>
                <a:cubicBezTo>
                  <a:pt x="737324" y="79764"/>
                  <a:pt x="733590" y="80559"/>
                  <a:pt x="729567" y="80559"/>
                </a:cubicBezTo>
                <a:cubicBezTo>
                  <a:pt x="722327" y="80559"/>
                  <a:pt x="716265" y="77981"/>
                  <a:pt x="711381" y="72823"/>
                </a:cubicBezTo>
                <a:cubicBezTo>
                  <a:pt x="706497" y="67665"/>
                  <a:pt x="704055" y="61251"/>
                  <a:pt x="704055" y="53582"/>
                </a:cubicBezTo>
                <a:cubicBezTo>
                  <a:pt x="704055" y="45644"/>
                  <a:pt x="706660" y="39039"/>
                  <a:pt x="711870" y="33767"/>
                </a:cubicBezTo>
                <a:cubicBezTo>
                  <a:pt x="717079" y="28494"/>
                  <a:pt x="723572" y="25857"/>
                  <a:pt x="731349" y="25857"/>
                </a:cubicBezTo>
                <a:cubicBezTo>
                  <a:pt x="735294" y="25857"/>
                  <a:pt x="738838" y="26556"/>
                  <a:pt x="741979" y="27954"/>
                </a:cubicBezTo>
                <a:cubicBezTo>
                  <a:pt x="745120" y="29353"/>
                  <a:pt x="747821" y="31412"/>
                  <a:pt x="750081" y="34131"/>
                </a:cubicBezTo>
                <a:lnTo>
                  <a:pt x="750081" y="12067"/>
                </a:lnTo>
                <a:lnTo>
                  <a:pt x="747035" y="12067"/>
                </a:lnTo>
                <a:cubicBezTo>
                  <a:pt x="743703" y="12067"/>
                  <a:pt x="741548" y="11774"/>
                  <a:pt x="740571" y="11189"/>
                </a:cubicBezTo>
                <a:cubicBezTo>
                  <a:pt x="739594" y="10603"/>
                  <a:pt x="739106" y="9536"/>
                  <a:pt x="739106" y="7987"/>
                </a:cubicBezTo>
                <a:cubicBezTo>
                  <a:pt x="739106" y="6627"/>
                  <a:pt x="739498" y="5607"/>
                  <a:pt x="740284" y="4927"/>
                </a:cubicBezTo>
                <a:cubicBezTo>
                  <a:pt x="741069" y="4247"/>
                  <a:pt x="742209" y="3907"/>
                  <a:pt x="743703" y="3907"/>
                </a:cubicBezTo>
                <a:lnTo>
                  <a:pt x="755482" y="3907"/>
                </a:lnTo>
                <a:cubicBezTo>
                  <a:pt x="756631" y="3907"/>
                  <a:pt x="757464" y="4099"/>
                  <a:pt x="757981" y="4482"/>
                </a:cubicBezTo>
                <a:cubicBezTo>
                  <a:pt x="758499" y="4865"/>
                  <a:pt x="758757" y="5459"/>
                  <a:pt x="758757" y="6263"/>
                </a:cubicBezTo>
                <a:lnTo>
                  <a:pt x="758757" y="71021"/>
                </a:lnTo>
                <a:lnTo>
                  <a:pt x="761343" y="71021"/>
                </a:lnTo>
                <a:cubicBezTo>
                  <a:pt x="763220" y="71021"/>
                  <a:pt x="764580" y="71335"/>
                  <a:pt x="765422" y="71963"/>
                </a:cubicBezTo>
                <a:cubicBezTo>
                  <a:pt x="766265" y="72591"/>
                  <a:pt x="766687" y="73588"/>
                  <a:pt x="766687" y="74957"/>
                </a:cubicBezTo>
                <a:cubicBezTo>
                  <a:pt x="766687" y="76251"/>
                  <a:pt x="766323" y="77259"/>
                  <a:pt x="765595" y="77982"/>
                </a:cubicBezTo>
                <a:cubicBezTo>
                  <a:pt x="764867" y="78704"/>
                  <a:pt x="763890" y="79065"/>
                  <a:pt x="762664" y="79065"/>
                </a:cubicBezTo>
                <a:lnTo>
                  <a:pt x="751575" y="79065"/>
                </a:lnTo>
                <a:moveTo>
                  <a:pt x="713938" y="53294"/>
                </a:moveTo>
                <a:cubicBezTo>
                  <a:pt x="713938" y="58589"/>
                  <a:pt x="715643" y="62925"/>
                  <a:pt x="719052" y="66302"/>
                </a:cubicBezTo>
                <a:cubicBezTo>
                  <a:pt x="722461" y="69678"/>
                  <a:pt x="726790" y="71365"/>
                  <a:pt x="732038" y="71365"/>
                </a:cubicBezTo>
                <a:cubicBezTo>
                  <a:pt x="737324" y="71365"/>
                  <a:pt x="741672" y="69611"/>
                  <a:pt x="745082" y="66101"/>
                </a:cubicBezTo>
                <a:cubicBezTo>
                  <a:pt x="748491" y="62590"/>
                  <a:pt x="750196" y="58129"/>
                  <a:pt x="750196" y="52720"/>
                </a:cubicBezTo>
                <a:cubicBezTo>
                  <a:pt x="750196" y="47387"/>
                  <a:pt x="748500" y="42994"/>
                  <a:pt x="745110" y="39542"/>
                </a:cubicBezTo>
                <a:cubicBezTo>
                  <a:pt x="741720" y="36088"/>
                  <a:pt x="737363" y="34361"/>
                  <a:pt x="732038" y="34361"/>
                </a:cubicBezTo>
                <a:cubicBezTo>
                  <a:pt x="726637" y="34361"/>
                  <a:pt x="722270" y="36107"/>
                  <a:pt x="718937" y="39599"/>
                </a:cubicBezTo>
                <a:cubicBezTo>
                  <a:pt x="715605" y="43090"/>
                  <a:pt x="713938" y="47655"/>
                  <a:pt x="713938" y="53294"/>
                </a:cubicBezTo>
                <a:close/>
                <a:moveTo>
                  <a:pt x="803019" y="34476"/>
                </a:moveTo>
                <a:cubicBezTo>
                  <a:pt x="798001" y="34476"/>
                  <a:pt x="793902" y="36025"/>
                  <a:pt x="790722" y="39123"/>
                </a:cubicBezTo>
                <a:cubicBezTo>
                  <a:pt x="787543" y="42220"/>
                  <a:pt x="785953" y="46235"/>
                  <a:pt x="785953" y="51168"/>
                </a:cubicBezTo>
                <a:cubicBezTo>
                  <a:pt x="785953" y="56025"/>
                  <a:pt x="787543" y="60012"/>
                  <a:pt x="790722" y="63129"/>
                </a:cubicBezTo>
                <a:cubicBezTo>
                  <a:pt x="793902" y="66245"/>
                  <a:pt x="798001" y="67803"/>
                  <a:pt x="803019" y="67803"/>
                </a:cubicBezTo>
                <a:cubicBezTo>
                  <a:pt x="807999" y="67803"/>
                  <a:pt x="812088" y="66245"/>
                  <a:pt x="815286" y="63129"/>
                </a:cubicBezTo>
                <a:cubicBezTo>
                  <a:pt x="818485" y="60012"/>
                  <a:pt x="820084" y="56025"/>
                  <a:pt x="820084" y="51168"/>
                </a:cubicBezTo>
                <a:cubicBezTo>
                  <a:pt x="820084" y="46312"/>
                  <a:pt x="818485" y="42316"/>
                  <a:pt x="815286" y="39181"/>
                </a:cubicBezTo>
                <a:cubicBezTo>
                  <a:pt x="812088" y="36044"/>
                  <a:pt x="807999" y="34476"/>
                  <a:pt x="803019" y="34476"/>
                </a:cubicBezTo>
                <a:moveTo>
                  <a:pt x="827956" y="76056"/>
                </a:moveTo>
                <a:cubicBezTo>
                  <a:pt x="827956" y="81423"/>
                  <a:pt x="827688" y="85228"/>
                  <a:pt x="827152" y="87470"/>
                </a:cubicBezTo>
                <a:cubicBezTo>
                  <a:pt x="826616" y="89714"/>
                  <a:pt x="825696" y="91679"/>
                  <a:pt x="824394" y="93365"/>
                </a:cubicBezTo>
                <a:cubicBezTo>
                  <a:pt x="822249" y="96203"/>
                  <a:pt x="819242" y="98359"/>
                  <a:pt x="815373" y="99835"/>
                </a:cubicBezTo>
                <a:cubicBezTo>
                  <a:pt x="811504" y="101311"/>
                  <a:pt x="806945" y="102049"/>
                  <a:pt x="801697" y="102049"/>
                </a:cubicBezTo>
                <a:cubicBezTo>
                  <a:pt x="797330" y="102049"/>
                  <a:pt x="794141" y="101625"/>
                  <a:pt x="792130" y="100776"/>
                </a:cubicBezTo>
                <a:cubicBezTo>
                  <a:pt x="790119" y="99928"/>
                  <a:pt x="789113" y="98579"/>
                  <a:pt x="789113" y="96729"/>
                </a:cubicBezTo>
                <a:cubicBezTo>
                  <a:pt x="789113" y="95534"/>
                  <a:pt x="789602" y="94484"/>
                  <a:pt x="790579" y="93579"/>
                </a:cubicBezTo>
                <a:cubicBezTo>
                  <a:pt x="791555" y="92675"/>
                  <a:pt x="792714" y="92223"/>
                  <a:pt x="794055" y="92223"/>
                </a:cubicBezTo>
                <a:cubicBezTo>
                  <a:pt x="795089" y="92223"/>
                  <a:pt x="796679" y="92367"/>
                  <a:pt x="798824" y="92654"/>
                </a:cubicBezTo>
                <a:cubicBezTo>
                  <a:pt x="800969" y="92942"/>
                  <a:pt x="802597" y="93085"/>
                  <a:pt x="803708" y="93085"/>
                </a:cubicBezTo>
                <a:cubicBezTo>
                  <a:pt x="809378" y="93085"/>
                  <a:pt x="813400" y="91780"/>
                  <a:pt x="815775" y="89169"/>
                </a:cubicBezTo>
                <a:cubicBezTo>
                  <a:pt x="818150" y="86558"/>
                  <a:pt x="819337" y="82085"/>
                  <a:pt x="819337" y="75749"/>
                </a:cubicBezTo>
                <a:lnTo>
                  <a:pt x="819337" y="68780"/>
                </a:lnTo>
                <a:cubicBezTo>
                  <a:pt x="817001" y="71500"/>
                  <a:pt x="814415" y="73491"/>
                  <a:pt x="811580" y="74756"/>
                </a:cubicBezTo>
                <a:cubicBezTo>
                  <a:pt x="808746" y="76020"/>
                  <a:pt x="805490" y="76652"/>
                  <a:pt x="801812" y="76652"/>
                </a:cubicBezTo>
                <a:cubicBezTo>
                  <a:pt x="794649" y="76652"/>
                  <a:pt x="788721" y="74270"/>
                  <a:pt x="784028" y="69507"/>
                </a:cubicBezTo>
                <a:cubicBezTo>
                  <a:pt x="779336" y="64743"/>
                  <a:pt x="776989" y="58706"/>
                  <a:pt x="776989" y="51398"/>
                </a:cubicBezTo>
                <a:cubicBezTo>
                  <a:pt x="776989" y="44052"/>
                  <a:pt x="779403" y="37958"/>
                  <a:pt x="784229" y="33119"/>
                </a:cubicBezTo>
                <a:cubicBezTo>
                  <a:pt x="789056" y="28278"/>
                  <a:pt x="795032" y="25857"/>
                  <a:pt x="802157" y="25857"/>
                </a:cubicBezTo>
                <a:cubicBezTo>
                  <a:pt x="805106" y="25857"/>
                  <a:pt x="807989" y="26403"/>
                  <a:pt x="810805" y="27495"/>
                </a:cubicBezTo>
                <a:cubicBezTo>
                  <a:pt x="813620" y="28586"/>
                  <a:pt x="816464" y="30243"/>
                  <a:pt x="819337" y="32465"/>
                </a:cubicBezTo>
                <a:lnTo>
                  <a:pt x="819337" y="28328"/>
                </a:lnTo>
                <a:cubicBezTo>
                  <a:pt x="819337" y="27523"/>
                  <a:pt x="819596" y="26930"/>
                  <a:pt x="820113" y="26547"/>
                </a:cubicBezTo>
                <a:cubicBezTo>
                  <a:pt x="820630" y="26163"/>
                  <a:pt x="821444" y="25972"/>
                  <a:pt x="822555" y="25972"/>
                </a:cubicBezTo>
                <a:lnTo>
                  <a:pt x="831232" y="25972"/>
                </a:lnTo>
                <a:cubicBezTo>
                  <a:pt x="832764" y="25972"/>
                  <a:pt x="833913" y="26307"/>
                  <a:pt x="834679" y="26978"/>
                </a:cubicBezTo>
                <a:cubicBezTo>
                  <a:pt x="835445" y="27648"/>
                  <a:pt x="835828" y="28653"/>
                  <a:pt x="835828" y="29994"/>
                </a:cubicBezTo>
                <a:cubicBezTo>
                  <a:pt x="835828" y="31526"/>
                  <a:pt x="835350" y="32599"/>
                  <a:pt x="834392" y="33212"/>
                </a:cubicBezTo>
                <a:cubicBezTo>
                  <a:pt x="833434" y="33825"/>
                  <a:pt x="831634" y="34131"/>
                  <a:pt x="828991" y="34131"/>
                </a:cubicBezTo>
                <a:lnTo>
                  <a:pt x="827956" y="34131"/>
                </a:lnTo>
                <a:lnTo>
                  <a:pt x="827956" y="76056"/>
                </a:lnTo>
                <a:close/>
                <a:moveTo>
                  <a:pt x="855554" y="55047"/>
                </a:moveTo>
                <a:cubicBezTo>
                  <a:pt x="855861" y="60581"/>
                  <a:pt x="857728" y="64857"/>
                  <a:pt x="861157" y="67875"/>
                </a:cubicBezTo>
                <a:cubicBezTo>
                  <a:pt x="864585" y="70891"/>
                  <a:pt x="869268" y="72400"/>
                  <a:pt x="875206" y="72400"/>
                </a:cubicBezTo>
                <a:cubicBezTo>
                  <a:pt x="879688" y="72400"/>
                  <a:pt x="884572" y="71203"/>
                  <a:pt x="889858" y="68808"/>
                </a:cubicBezTo>
                <a:cubicBezTo>
                  <a:pt x="895144" y="66414"/>
                  <a:pt x="898343" y="65217"/>
                  <a:pt x="899454" y="65217"/>
                </a:cubicBezTo>
                <a:cubicBezTo>
                  <a:pt x="900603" y="65217"/>
                  <a:pt x="901561" y="65581"/>
                  <a:pt x="902327" y="66309"/>
                </a:cubicBezTo>
                <a:cubicBezTo>
                  <a:pt x="903093" y="67037"/>
                  <a:pt x="903476" y="67937"/>
                  <a:pt x="903476" y="69010"/>
                </a:cubicBezTo>
                <a:cubicBezTo>
                  <a:pt x="903476" y="70120"/>
                  <a:pt x="903074" y="71136"/>
                  <a:pt x="902269" y="72055"/>
                </a:cubicBezTo>
                <a:cubicBezTo>
                  <a:pt x="901465" y="72974"/>
                  <a:pt x="900182" y="73875"/>
                  <a:pt x="898420" y="74756"/>
                </a:cubicBezTo>
                <a:cubicBezTo>
                  <a:pt x="894589" y="76633"/>
                  <a:pt x="890634" y="78069"/>
                  <a:pt x="886554" y="79065"/>
                </a:cubicBezTo>
                <a:cubicBezTo>
                  <a:pt x="882474" y="80061"/>
                  <a:pt x="878423" y="80559"/>
                  <a:pt x="874401" y="80559"/>
                </a:cubicBezTo>
                <a:cubicBezTo>
                  <a:pt x="865667" y="80559"/>
                  <a:pt x="858676" y="78038"/>
                  <a:pt x="853428" y="72996"/>
                </a:cubicBezTo>
                <a:cubicBezTo>
                  <a:pt x="848180" y="67953"/>
                  <a:pt x="845556" y="61270"/>
                  <a:pt x="845556" y="52949"/>
                </a:cubicBezTo>
                <a:cubicBezTo>
                  <a:pt x="845556" y="44475"/>
                  <a:pt x="848334" y="37612"/>
                  <a:pt x="853888" y="32359"/>
                </a:cubicBezTo>
                <a:cubicBezTo>
                  <a:pt x="859442" y="27105"/>
                  <a:pt x="866682" y="24478"/>
                  <a:pt x="875608" y="24478"/>
                </a:cubicBezTo>
                <a:cubicBezTo>
                  <a:pt x="883691" y="24478"/>
                  <a:pt x="890394" y="26930"/>
                  <a:pt x="895719" y="31833"/>
                </a:cubicBezTo>
                <a:cubicBezTo>
                  <a:pt x="901044" y="36736"/>
                  <a:pt x="903706" y="42674"/>
                  <a:pt x="903706" y="49646"/>
                </a:cubicBezTo>
                <a:cubicBezTo>
                  <a:pt x="903706" y="51791"/>
                  <a:pt x="903256" y="53227"/>
                  <a:pt x="902356" y="53955"/>
                </a:cubicBezTo>
                <a:cubicBezTo>
                  <a:pt x="901455" y="54683"/>
                  <a:pt x="899013" y="55047"/>
                  <a:pt x="895029" y="55047"/>
                </a:cubicBezTo>
                <a:lnTo>
                  <a:pt x="894168" y="55047"/>
                </a:lnTo>
                <a:lnTo>
                  <a:pt x="855554" y="55047"/>
                </a:lnTo>
                <a:moveTo>
                  <a:pt x="855842" y="47462"/>
                </a:moveTo>
                <a:lnTo>
                  <a:pt x="893248" y="47462"/>
                </a:lnTo>
                <a:cubicBezTo>
                  <a:pt x="892674" y="42938"/>
                  <a:pt x="890768" y="39299"/>
                  <a:pt x="887531" y="36543"/>
                </a:cubicBezTo>
                <a:cubicBezTo>
                  <a:pt x="884294" y="33786"/>
                  <a:pt x="880320" y="32407"/>
                  <a:pt x="875608" y="32407"/>
                </a:cubicBezTo>
                <a:cubicBezTo>
                  <a:pt x="870513" y="32407"/>
                  <a:pt x="866223" y="33738"/>
                  <a:pt x="862737" y="36399"/>
                </a:cubicBezTo>
                <a:cubicBezTo>
                  <a:pt x="859251" y="39060"/>
                  <a:pt x="856953" y="42748"/>
                  <a:pt x="855842" y="47462"/>
                </a:cubicBezTo>
                <a:close/>
                <a:moveTo>
                  <a:pt x="933602" y="99460"/>
                </a:moveTo>
                <a:cubicBezTo>
                  <a:pt x="933602" y="98693"/>
                  <a:pt x="934253" y="96995"/>
                  <a:pt x="935555" y="94367"/>
                </a:cubicBezTo>
                <a:cubicBezTo>
                  <a:pt x="936858" y="91741"/>
                  <a:pt x="937854" y="89641"/>
                  <a:pt x="938543" y="88068"/>
                </a:cubicBezTo>
                <a:cubicBezTo>
                  <a:pt x="941110" y="81932"/>
                  <a:pt x="942948" y="76323"/>
                  <a:pt x="944059" y="71242"/>
                </a:cubicBezTo>
                <a:cubicBezTo>
                  <a:pt x="945170" y="66160"/>
                  <a:pt x="945726" y="60915"/>
                  <a:pt x="945726" y="55506"/>
                </a:cubicBezTo>
                <a:cubicBezTo>
                  <a:pt x="945726" y="50597"/>
                  <a:pt x="945256" y="45774"/>
                  <a:pt x="944318" y="41037"/>
                </a:cubicBezTo>
                <a:cubicBezTo>
                  <a:pt x="943379" y="36300"/>
                  <a:pt x="941952" y="31554"/>
                  <a:pt x="940037" y="26798"/>
                </a:cubicBezTo>
                <a:cubicBezTo>
                  <a:pt x="939041" y="24267"/>
                  <a:pt x="937720" y="21286"/>
                  <a:pt x="936072" y="17854"/>
                </a:cubicBezTo>
                <a:cubicBezTo>
                  <a:pt x="934425" y="14421"/>
                  <a:pt x="933602" y="12282"/>
                  <a:pt x="933602" y="11438"/>
                </a:cubicBezTo>
                <a:cubicBezTo>
                  <a:pt x="933602" y="10671"/>
                  <a:pt x="933793" y="10048"/>
                  <a:pt x="934176" y="9569"/>
                </a:cubicBezTo>
                <a:cubicBezTo>
                  <a:pt x="934559" y="9089"/>
                  <a:pt x="935057" y="8849"/>
                  <a:pt x="935670" y="8849"/>
                </a:cubicBezTo>
                <a:cubicBezTo>
                  <a:pt x="936934" y="8849"/>
                  <a:pt x="938285" y="9473"/>
                  <a:pt x="939721" y="10720"/>
                </a:cubicBezTo>
                <a:cubicBezTo>
                  <a:pt x="941158" y="11966"/>
                  <a:pt x="942834" y="13950"/>
                  <a:pt x="944749" y="16672"/>
                </a:cubicBezTo>
                <a:cubicBezTo>
                  <a:pt x="948848" y="22502"/>
                  <a:pt x="951912" y="28658"/>
                  <a:pt x="953942" y="35140"/>
                </a:cubicBezTo>
                <a:cubicBezTo>
                  <a:pt x="955973" y="41623"/>
                  <a:pt x="956988" y="48411"/>
                  <a:pt x="956988" y="55506"/>
                </a:cubicBezTo>
                <a:cubicBezTo>
                  <a:pt x="956988" y="61989"/>
                  <a:pt x="956136" y="68183"/>
                  <a:pt x="954431" y="74089"/>
                </a:cubicBezTo>
                <a:cubicBezTo>
                  <a:pt x="952726" y="79996"/>
                  <a:pt x="950169" y="85711"/>
                  <a:pt x="946760" y="91234"/>
                </a:cubicBezTo>
                <a:cubicBezTo>
                  <a:pt x="944385" y="94992"/>
                  <a:pt x="942307" y="97753"/>
                  <a:pt x="940526" y="99517"/>
                </a:cubicBezTo>
                <a:cubicBezTo>
                  <a:pt x="938744" y="101282"/>
                  <a:pt x="937126" y="102164"/>
                  <a:pt x="935670" y="102164"/>
                </a:cubicBezTo>
                <a:cubicBezTo>
                  <a:pt x="935057" y="102164"/>
                  <a:pt x="934559" y="101914"/>
                  <a:pt x="934176" y="101415"/>
                </a:cubicBezTo>
                <a:cubicBezTo>
                  <a:pt x="933793" y="100917"/>
                  <a:pt x="933602" y="100265"/>
                  <a:pt x="933602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Closed(kitchencabinet)">
            <a:extLst xmlns:a="http://schemas.openxmlformats.org/drawingml/2006/main">
              <a:ext uri="{FF2B5EF4-FFF2-40B4-BE49-F238E27FC236}">
                <a16:creationId xmlns:a16="http://schemas.microsoft.com/office/drawing/2014/main" id="{DC0DD34B-C0E6-45E7-87C0-77F1BAC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749" y="1885576"/>
            <a:ext cx="1590120" cy="102164"/>
          </a:xfrm>
          <a:custGeom xmlns:a="http://schemas.openxmlformats.org/drawingml/2006/main">
            <a:pathLst>
              <a:path w="1590120" h="102164">
                <a:moveTo>
                  <a:pt x="48956" y="12814"/>
                </a:moveTo>
                <a:cubicBezTo>
                  <a:pt x="49339" y="11779"/>
                  <a:pt x="49875" y="11051"/>
                  <a:pt x="50565" y="10630"/>
                </a:cubicBezTo>
                <a:cubicBezTo>
                  <a:pt x="51254" y="10209"/>
                  <a:pt x="52250" y="9998"/>
                  <a:pt x="53553" y="9998"/>
                </a:cubicBezTo>
                <a:cubicBezTo>
                  <a:pt x="54970" y="9998"/>
                  <a:pt x="55966" y="10343"/>
                  <a:pt x="56541" y="11032"/>
                </a:cubicBezTo>
                <a:cubicBezTo>
                  <a:pt x="57115" y="11722"/>
                  <a:pt x="57403" y="13139"/>
                  <a:pt x="57403" y="15284"/>
                </a:cubicBezTo>
                <a:cubicBezTo>
                  <a:pt x="57403" y="19038"/>
                  <a:pt x="57441" y="22534"/>
                  <a:pt x="57518" y="25771"/>
                </a:cubicBezTo>
                <a:cubicBezTo>
                  <a:pt x="57594" y="29008"/>
                  <a:pt x="57632" y="30416"/>
                  <a:pt x="57632" y="29994"/>
                </a:cubicBezTo>
                <a:cubicBezTo>
                  <a:pt x="57632" y="31795"/>
                  <a:pt x="57326" y="33011"/>
                  <a:pt x="56713" y="33643"/>
                </a:cubicBezTo>
                <a:cubicBezTo>
                  <a:pt x="56100" y="34275"/>
                  <a:pt x="55008" y="34591"/>
                  <a:pt x="53438" y="34591"/>
                </a:cubicBezTo>
                <a:cubicBezTo>
                  <a:pt x="50910" y="34591"/>
                  <a:pt x="49262" y="32785"/>
                  <a:pt x="48496" y="29172"/>
                </a:cubicBezTo>
                <a:cubicBezTo>
                  <a:pt x="48228" y="28096"/>
                  <a:pt x="48017" y="27270"/>
                  <a:pt x="47864" y="26694"/>
                </a:cubicBezTo>
                <a:cubicBezTo>
                  <a:pt x="47136" y="23811"/>
                  <a:pt x="45393" y="21457"/>
                  <a:pt x="42635" y="19632"/>
                </a:cubicBezTo>
                <a:cubicBezTo>
                  <a:pt x="39877" y="17806"/>
                  <a:pt x="36640" y="16893"/>
                  <a:pt x="32925" y="16893"/>
                </a:cubicBezTo>
                <a:cubicBezTo>
                  <a:pt x="26144" y="16893"/>
                  <a:pt x="20705" y="19374"/>
                  <a:pt x="16606" y="24334"/>
                </a:cubicBezTo>
                <a:cubicBezTo>
                  <a:pt x="12507" y="29295"/>
                  <a:pt x="10458" y="35951"/>
                  <a:pt x="10458" y="44302"/>
                </a:cubicBezTo>
                <a:cubicBezTo>
                  <a:pt x="10458" y="52653"/>
                  <a:pt x="12536" y="59308"/>
                  <a:pt x="16692" y="64269"/>
                </a:cubicBezTo>
                <a:cubicBezTo>
                  <a:pt x="20848" y="69230"/>
                  <a:pt x="26336" y="71710"/>
                  <a:pt x="33154" y="71710"/>
                </a:cubicBezTo>
                <a:cubicBezTo>
                  <a:pt x="35376" y="71710"/>
                  <a:pt x="37636" y="71394"/>
                  <a:pt x="39935" y="70762"/>
                </a:cubicBezTo>
                <a:cubicBezTo>
                  <a:pt x="42233" y="70130"/>
                  <a:pt x="44493" y="69182"/>
                  <a:pt x="46715" y="67918"/>
                </a:cubicBezTo>
                <a:cubicBezTo>
                  <a:pt x="47749" y="67382"/>
                  <a:pt x="49167" y="66472"/>
                  <a:pt x="50967" y="65188"/>
                </a:cubicBezTo>
                <a:cubicBezTo>
                  <a:pt x="52768" y="63905"/>
                  <a:pt x="54051" y="63264"/>
                  <a:pt x="54817" y="63264"/>
                </a:cubicBezTo>
                <a:cubicBezTo>
                  <a:pt x="56004" y="63264"/>
                  <a:pt x="57010" y="63656"/>
                  <a:pt x="57834" y="64441"/>
                </a:cubicBezTo>
                <a:cubicBezTo>
                  <a:pt x="58657" y="65227"/>
                  <a:pt x="59069" y="66194"/>
                  <a:pt x="59069" y="67343"/>
                </a:cubicBezTo>
                <a:cubicBezTo>
                  <a:pt x="59069" y="68492"/>
                  <a:pt x="58619" y="69595"/>
                  <a:pt x="57719" y="70651"/>
                </a:cubicBezTo>
                <a:cubicBezTo>
                  <a:pt x="56818" y="71707"/>
                  <a:pt x="55143" y="73010"/>
                  <a:pt x="52691" y="74562"/>
                </a:cubicBezTo>
                <a:cubicBezTo>
                  <a:pt x="49473" y="76696"/>
                  <a:pt x="46236" y="78267"/>
                  <a:pt x="42980" y="79275"/>
                </a:cubicBezTo>
                <a:cubicBezTo>
                  <a:pt x="39724" y="80284"/>
                  <a:pt x="36296" y="80789"/>
                  <a:pt x="32695" y="80789"/>
                </a:cubicBezTo>
                <a:cubicBezTo>
                  <a:pt x="23233" y="80789"/>
                  <a:pt x="15418" y="77441"/>
                  <a:pt x="9251" y="70746"/>
                </a:cubicBezTo>
                <a:cubicBezTo>
                  <a:pt x="3084" y="64051"/>
                  <a:pt x="0" y="55485"/>
                  <a:pt x="0" y="45049"/>
                </a:cubicBezTo>
                <a:cubicBezTo>
                  <a:pt x="0" y="34727"/>
                  <a:pt x="3122" y="26152"/>
                  <a:pt x="9366" y="19323"/>
                </a:cubicBezTo>
                <a:cubicBezTo>
                  <a:pt x="15610" y="12493"/>
                  <a:pt x="23463" y="9079"/>
                  <a:pt x="32925" y="9079"/>
                </a:cubicBezTo>
                <a:cubicBezTo>
                  <a:pt x="35453" y="9079"/>
                  <a:pt x="38029" y="9395"/>
                  <a:pt x="40653" y="10027"/>
                </a:cubicBezTo>
                <a:cubicBezTo>
                  <a:pt x="43277" y="10659"/>
                  <a:pt x="46045" y="11588"/>
                  <a:pt x="48956" y="12814"/>
                </a:cubicBezTo>
                <a:close/>
                <a:moveTo>
                  <a:pt x="97297" y="12067"/>
                </a:moveTo>
                <a:lnTo>
                  <a:pt x="87529" y="12067"/>
                </a:lnTo>
                <a:cubicBezTo>
                  <a:pt x="83813" y="12067"/>
                  <a:pt x="81486" y="11774"/>
                  <a:pt x="80548" y="11189"/>
                </a:cubicBezTo>
                <a:cubicBezTo>
                  <a:pt x="79609" y="10603"/>
                  <a:pt x="79140" y="9536"/>
                  <a:pt x="79140" y="7987"/>
                </a:cubicBezTo>
                <a:cubicBezTo>
                  <a:pt x="79140" y="6627"/>
                  <a:pt x="79533" y="5607"/>
                  <a:pt x="80318" y="4927"/>
                </a:cubicBezTo>
                <a:cubicBezTo>
                  <a:pt x="81103" y="4247"/>
                  <a:pt x="82243" y="3907"/>
                  <a:pt x="83737" y="3907"/>
                </a:cubicBezTo>
                <a:lnTo>
                  <a:pt x="102699" y="3907"/>
                </a:lnTo>
                <a:cubicBezTo>
                  <a:pt x="103733" y="3907"/>
                  <a:pt x="104537" y="4118"/>
                  <a:pt x="105112" y="4539"/>
                </a:cubicBezTo>
                <a:cubicBezTo>
                  <a:pt x="105686" y="4960"/>
                  <a:pt x="105974" y="5533"/>
                  <a:pt x="105974" y="6260"/>
                </a:cubicBezTo>
                <a:lnTo>
                  <a:pt x="105974" y="70906"/>
                </a:lnTo>
                <a:lnTo>
                  <a:pt x="124016" y="70906"/>
                </a:lnTo>
                <a:cubicBezTo>
                  <a:pt x="125472" y="70906"/>
                  <a:pt x="126535" y="71224"/>
                  <a:pt x="127205" y="71861"/>
                </a:cubicBezTo>
                <a:cubicBezTo>
                  <a:pt x="127876" y="72497"/>
                  <a:pt x="128211" y="73509"/>
                  <a:pt x="128211" y="74899"/>
                </a:cubicBezTo>
                <a:cubicBezTo>
                  <a:pt x="128211" y="76481"/>
                  <a:pt x="127885" y="77571"/>
                  <a:pt x="127234" y="78169"/>
                </a:cubicBezTo>
                <a:cubicBezTo>
                  <a:pt x="126583" y="78766"/>
                  <a:pt x="125357" y="79065"/>
                  <a:pt x="123557" y="79065"/>
                </a:cubicBezTo>
                <a:lnTo>
                  <a:pt x="81151" y="79065"/>
                </a:lnTo>
                <a:cubicBezTo>
                  <a:pt x="79657" y="79065"/>
                  <a:pt x="78517" y="78718"/>
                  <a:pt x="77732" y="78024"/>
                </a:cubicBezTo>
                <a:cubicBezTo>
                  <a:pt x="76947" y="77329"/>
                  <a:pt x="76554" y="76288"/>
                  <a:pt x="76554" y="74899"/>
                </a:cubicBezTo>
                <a:cubicBezTo>
                  <a:pt x="76554" y="73549"/>
                  <a:pt x="76956" y="72546"/>
                  <a:pt x="77761" y="71890"/>
                </a:cubicBezTo>
                <a:cubicBezTo>
                  <a:pt x="78565" y="71234"/>
                  <a:pt x="79772" y="70906"/>
                  <a:pt x="81381" y="70906"/>
                </a:cubicBezTo>
                <a:lnTo>
                  <a:pt x="97297" y="70906"/>
                </a:lnTo>
                <a:lnTo>
                  <a:pt x="97297" y="12067"/>
                </a:lnTo>
                <a:close/>
                <a:moveTo>
                  <a:pt x="171494" y="72400"/>
                </a:moveTo>
                <a:cubicBezTo>
                  <a:pt x="177394" y="72400"/>
                  <a:pt x="182230" y="70538"/>
                  <a:pt x="186003" y="66814"/>
                </a:cubicBezTo>
                <a:cubicBezTo>
                  <a:pt x="189776" y="63089"/>
                  <a:pt x="191663" y="58344"/>
                  <a:pt x="191663" y="52576"/>
                </a:cubicBezTo>
                <a:cubicBezTo>
                  <a:pt x="191663" y="46808"/>
                  <a:pt x="189767" y="42043"/>
                  <a:pt x="185974" y="38281"/>
                </a:cubicBezTo>
                <a:cubicBezTo>
                  <a:pt x="182182" y="34519"/>
                  <a:pt x="177355" y="32637"/>
                  <a:pt x="171494" y="32637"/>
                </a:cubicBezTo>
                <a:cubicBezTo>
                  <a:pt x="165634" y="32637"/>
                  <a:pt x="160816" y="34519"/>
                  <a:pt x="157043" y="38281"/>
                </a:cubicBezTo>
                <a:cubicBezTo>
                  <a:pt x="153270" y="42043"/>
                  <a:pt x="151383" y="46808"/>
                  <a:pt x="151383" y="52576"/>
                </a:cubicBezTo>
                <a:cubicBezTo>
                  <a:pt x="151383" y="58382"/>
                  <a:pt x="153260" y="63137"/>
                  <a:pt x="157015" y="66842"/>
                </a:cubicBezTo>
                <a:cubicBezTo>
                  <a:pt x="160769" y="70547"/>
                  <a:pt x="165595" y="72400"/>
                  <a:pt x="171494" y="72400"/>
                </a:cubicBezTo>
                <a:moveTo>
                  <a:pt x="201661" y="52605"/>
                </a:moveTo>
                <a:cubicBezTo>
                  <a:pt x="201661" y="60811"/>
                  <a:pt x="198865" y="67522"/>
                  <a:pt x="193272" y="72737"/>
                </a:cubicBezTo>
                <a:cubicBezTo>
                  <a:pt x="187679" y="77952"/>
                  <a:pt x="180420" y="80559"/>
                  <a:pt x="171494" y="80559"/>
                </a:cubicBezTo>
                <a:cubicBezTo>
                  <a:pt x="162607" y="80559"/>
                  <a:pt x="155367" y="77952"/>
                  <a:pt x="149775" y="72737"/>
                </a:cubicBezTo>
                <a:cubicBezTo>
                  <a:pt x="144182" y="67522"/>
                  <a:pt x="141385" y="60811"/>
                  <a:pt x="141385" y="52605"/>
                </a:cubicBezTo>
                <a:cubicBezTo>
                  <a:pt x="141385" y="44399"/>
                  <a:pt x="144182" y="37698"/>
                  <a:pt x="149775" y="32503"/>
                </a:cubicBezTo>
                <a:cubicBezTo>
                  <a:pt x="155367" y="27306"/>
                  <a:pt x="162607" y="24708"/>
                  <a:pt x="171494" y="24708"/>
                </a:cubicBezTo>
                <a:cubicBezTo>
                  <a:pt x="180382" y="24708"/>
                  <a:pt x="187631" y="27316"/>
                  <a:pt x="193243" y="32531"/>
                </a:cubicBezTo>
                <a:cubicBezTo>
                  <a:pt x="198855" y="37746"/>
                  <a:pt x="201661" y="44437"/>
                  <a:pt x="201661" y="52605"/>
                </a:cubicBezTo>
                <a:close/>
                <a:moveTo>
                  <a:pt x="216790" y="74969"/>
                </a:moveTo>
                <a:lnTo>
                  <a:pt x="216790" y="64713"/>
                </a:lnTo>
                <a:cubicBezTo>
                  <a:pt x="216790" y="63022"/>
                  <a:pt x="217106" y="61813"/>
                  <a:pt x="217738" y="61084"/>
                </a:cubicBezTo>
                <a:cubicBezTo>
                  <a:pt x="218370" y="60353"/>
                  <a:pt x="219395" y="59988"/>
                  <a:pt x="220812" y="59988"/>
                </a:cubicBezTo>
                <a:cubicBezTo>
                  <a:pt x="222383" y="59988"/>
                  <a:pt x="223628" y="61061"/>
                  <a:pt x="224547" y="63206"/>
                </a:cubicBezTo>
                <a:cubicBezTo>
                  <a:pt x="225160" y="64509"/>
                  <a:pt x="225716" y="65485"/>
                  <a:pt x="226214" y="66137"/>
                </a:cubicBezTo>
                <a:cubicBezTo>
                  <a:pt x="227822" y="68205"/>
                  <a:pt x="230197" y="69862"/>
                  <a:pt x="233339" y="71107"/>
                </a:cubicBezTo>
                <a:cubicBezTo>
                  <a:pt x="236480" y="72352"/>
                  <a:pt x="239947" y="72974"/>
                  <a:pt x="243739" y="72974"/>
                </a:cubicBezTo>
                <a:cubicBezTo>
                  <a:pt x="247799" y="72974"/>
                  <a:pt x="251055" y="72148"/>
                  <a:pt x="253507" y="70495"/>
                </a:cubicBezTo>
                <a:cubicBezTo>
                  <a:pt x="255959" y="68841"/>
                  <a:pt x="257185" y="66670"/>
                  <a:pt x="257185" y="63980"/>
                </a:cubicBezTo>
                <a:cubicBezTo>
                  <a:pt x="257185" y="61251"/>
                  <a:pt x="256198" y="59310"/>
                  <a:pt x="254225" y="58157"/>
                </a:cubicBezTo>
                <a:cubicBezTo>
                  <a:pt x="252253" y="57003"/>
                  <a:pt x="248872" y="56426"/>
                  <a:pt x="244084" y="56426"/>
                </a:cubicBezTo>
                <a:lnTo>
                  <a:pt x="240923" y="56426"/>
                </a:lnTo>
                <a:cubicBezTo>
                  <a:pt x="233109" y="56426"/>
                  <a:pt x="227152" y="55068"/>
                  <a:pt x="223053" y="52353"/>
                </a:cubicBezTo>
                <a:cubicBezTo>
                  <a:pt x="218954" y="49638"/>
                  <a:pt x="216905" y="45700"/>
                  <a:pt x="216905" y="40538"/>
                </a:cubicBezTo>
                <a:cubicBezTo>
                  <a:pt x="216905" y="35491"/>
                  <a:pt x="218907" y="31572"/>
                  <a:pt x="222910" y="28780"/>
                </a:cubicBezTo>
                <a:cubicBezTo>
                  <a:pt x="226913" y="25989"/>
                  <a:pt x="232534" y="24593"/>
                  <a:pt x="239774" y="24593"/>
                </a:cubicBezTo>
                <a:cubicBezTo>
                  <a:pt x="242724" y="24593"/>
                  <a:pt x="245731" y="25005"/>
                  <a:pt x="248795" y="25828"/>
                </a:cubicBezTo>
                <a:cubicBezTo>
                  <a:pt x="251860" y="26652"/>
                  <a:pt x="253469" y="27064"/>
                  <a:pt x="253622" y="27064"/>
                </a:cubicBezTo>
                <a:cubicBezTo>
                  <a:pt x="254043" y="27064"/>
                  <a:pt x="254848" y="26690"/>
                  <a:pt x="256035" y="25943"/>
                </a:cubicBezTo>
                <a:cubicBezTo>
                  <a:pt x="257223" y="25196"/>
                  <a:pt x="258391" y="24823"/>
                  <a:pt x="259540" y="24823"/>
                </a:cubicBezTo>
                <a:cubicBezTo>
                  <a:pt x="260843" y="24823"/>
                  <a:pt x="261810" y="25303"/>
                  <a:pt x="262442" y="26265"/>
                </a:cubicBezTo>
                <a:cubicBezTo>
                  <a:pt x="263074" y="27225"/>
                  <a:pt x="263390" y="28665"/>
                  <a:pt x="263390" y="30587"/>
                </a:cubicBezTo>
                <a:lnTo>
                  <a:pt x="263390" y="37331"/>
                </a:lnTo>
                <a:cubicBezTo>
                  <a:pt x="263390" y="39367"/>
                  <a:pt x="263084" y="40837"/>
                  <a:pt x="262471" y="41741"/>
                </a:cubicBezTo>
                <a:cubicBezTo>
                  <a:pt x="261858" y="42644"/>
                  <a:pt x="260881" y="43095"/>
                  <a:pt x="259540" y="43095"/>
                </a:cubicBezTo>
                <a:cubicBezTo>
                  <a:pt x="258391" y="43095"/>
                  <a:pt x="256974" y="42118"/>
                  <a:pt x="255288" y="40165"/>
                </a:cubicBezTo>
                <a:cubicBezTo>
                  <a:pt x="254101" y="38824"/>
                  <a:pt x="253124" y="37809"/>
                  <a:pt x="252358" y="37119"/>
                </a:cubicBezTo>
                <a:cubicBezTo>
                  <a:pt x="250328" y="35242"/>
                  <a:pt x="248163" y="33892"/>
                  <a:pt x="245865" y="33068"/>
                </a:cubicBezTo>
                <a:cubicBezTo>
                  <a:pt x="243567" y="32245"/>
                  <a:pt x="240866" y="31833"/>
                  <a:pt x="237763" y="31833"/>
                </a:cubicBezTo>
                <a:cubicBezTo>
                  <a:pt x="234162" y="31833"/>
                  <a:pt x="231260" y="32622"/>
                  <a:pt x="229058" y="34200"/>
                </a:cubicBezTo>
                <a:cubicBezTo>
                  <a:pt x="226855" y="35777"/>
                  <a:pt x="225754" y="37783"/>
                  <a:pt x="225754" y="40217"/>
                </a:cubicBezTo>
                <a:cubicBezTo>
                  <a:pt x="225754" y="42612"/>
                  <a:pt x="226884" y="44323"/>
                  <a:pt x="229144" y="45350"/>
                </a:cubicBezTo>
                <a:cubicBezTo>
                  <a:pt x="231404" y="46376"/>
                  <a:pt x="236269" y="46965"/>
                  <a:pt x="243739" y="47117"/>
                </a:cubicBezTo>
                <a:cubicBezTo>
                  <a:pt x="251707" y="47310"/>
                  <a:pt x="257529" y="48703"/>
                  <a:pt x="261207" y="51298"/>
                </a:cubicBezTo>
                <a:cubicBezTo>
                  <a:pt x="264884" y="53892"/>
                  <a:pt x="266723" y="57899"/>
                  <a:pt x="266723" y="63319"/>
                </a:cubicBezTo>
                <a:cubicBezTo>
                  <a:pt x="266723" y="68509"/>
                  <a:pt x="264693" y="72660"/>
                  <a:pt x="260632" y="75774"/>
                </a:cubicBezTo>
                <a:cubicBezTo>
                  <a:pt x="256572" y="78887"/>
                  <a:pt x="251094" y="80444"/>
                  <a:pt x="244199" y="80444"/>
                </a:cubicBezTo>
                <a:cubicBezTo>
                  <a:pt x="242015" y="80444"/>
                  <a:pt x="239583" y="80243"/>
                  <a:pt x="236901" y="79841"/>
                </a:cubicBezTo>
                <a:cubicBezTo>
                  <a:pt x="234220" y="79439"/>
                  <a:pt x="230849" y="78759"/>
                  <a:pt x="226788" y="77801"/>
                </a:cubicBezTo>
                <a:cubicBezTo>
                  <a:pt x="225447" y="78682"/>
                  <a:pt x="224298" y="79343"/>
                  <a:pt x="223341" y="79783"/>
                </a:cubicBezTo>
                <a:cubicBezTo>
                  <a:pt x="222383" y="80224"/>
                  <a:pt x="221578" y="80444"/>
                  <a:pt x="220927" y="80444"/>
                </a:cubicBezTo>
                <a:cubicBezTo>
                  <a:pt x="219586" y="80444"/>
                  <a:pt x="218562" y="79974"/>
                  <a:pt x="217853" y="79033"/>
                </a:cubicBezTo>
                <a:cubicBezTo>
                  <a:pt x="217144" y="78092"/>
                  <a:pt x="216790" y="76737"/>
                  <a:pt x="216790" y="74969"/>
                </a:cubicBezTo>
                <a:close/>
                <a:moveTo>
                  <a:pt x="292770" y="55047"/>
                </a:moveTo>
                <a:cubicBezTo>
                  <a:pt x="293076" y="60581"/>
                  <a:pt x="294944" y="64857"/>
                  <a:pt x="298372" y="67875"/>
                </a:cubicBezTo>
                <a:cubicBezTo>
                  <a:pt x="301801" y="70891"/>
                  <a:pt x="306484" y="72400"/>
                  <a:pt x="312421" y="72400"/>
                </a:cubicBezTo>
                <a:cubicBezTo>
                  <a:pt x="316903" y="72400"/>
                  <a:pt x="321787" y="71203"/>
                  <a:pt x="327073" y="68808"/>
                </a:cubicBezTo>
                <a:cubicBezTo>
                  <a:pt x="332360" y="66414"/>
                  <a:pt x="335558" y="65217"/>
                  <a:pt x="336669" y="65217"/>
                </a:cubicBezTo>
                <a:cubicBezTo>
                  <a:pt x="337818" y="65217"/>
                  <a:pt x="338776" y="65581"/>
                  <a:pt x="339542" y="66309"/>
                </a:cubicBezTo>
                <a:cubicBezTo>
                  <a:pt x="340308" y="67037"/>
                  <a:pt x="340691" y="67937"/>
                  <a:pt x="340691" y="69010"/>
                </a:cubicBezTo>
                <a:cubicBezTo>
                  <a:pt x="340691" y="70120"/>
                  <a:pt x="340289" y="71136"/>
                  <a:pt x="339485" y="72055"/>
                </a:cubicBezTo>
                <a:cubicBezTo>
                  <a:pt x="338680" y="72974"/>
                  <a:pt x="337397" y="73875"/>
                  <a:pt x="335635" y="74756"/>
                </a:cubicBezTo>
                <a:cubicBezTo>
                  <a:pt x="331804" y="76633"/>
                  <a:pt x="327849" y="78069"/>
                  <a:pt x="323769" y="79065"/>
                </a:cubicBezTo>
                <a:cubicBezTo>
                  <a:pt x="319690" y="80061"/>
                  <a:pt x="315639" y="80559"/>
                  <a:pt x="311617" y="80559"/>
                </a:cubicBezTo>
                <a:cubicBezTo>
                  <a:pt x="302883" y="80559"/>
                  <a:pt x="295892" y="78038"/>
                  <a:pt x="290644" y="72996"/>
                </a:cubicBezTo>
                <a:cubicBezTo>
                  <a:pt x="285396" y="67953"/>
                  <a:pt x="282772" y="61270"/>
                  <a:pt x="282772" y="52949"/>
                </a:cubicBezTo>
                <a:cubicBezTo>
                  <a:pt x="282772" y="44475"/>
                  <a:pt x="285549" y="37612"/>
                  <a:pt x="291103" y="32359"/>
                </a:cubicBezTo>
                <a:cubicBezTo>
                  <a:pt x="296658" y="27105"/>
                  <a:pt x="303898" y="24478"/>
                  <a:pt x="312823" y="24478"/>
                </a:cubicBezTo>
                <a:cubicBezTo>
                  <a:pt x="320906" y="24478"/>
                  <a:pt x="327610" y="26930"/>
                  <a:pt x="332934" y="31833"/>
                </a:cubicBezTo>
                <a:cubicBezTo>
                  <a:pt x="338259" y="36736"/>
                  <a:pt x="340921" y="42674"/>
                  <a:pt x="340921" y="49646"/>
                </a:cubicBezTo>
                <a:cubicBezTo>
                  <a:pt x="340921" y="51791"/>
                  <a:pt x="340471" y="53227"/>
                  <a:pt x="339571" y="53955"/>
                </a:cubicBezTo>
                <a:cubicBezTo>
                  <a:pt x="338671" y="54683"/>
                  <a:pt x="336229" y="55047"/>
                  <a:pt x="332245" y="55047"/>
                </a:cubicBezTo>
                <a:lnTo>
                  <a:pt x="331383" y="55047"/>
                </a:lnTo>
                <a:lnTo>
                  <a:pt x="292770" y="55047"/>
                </a:lnTo>
                <a:moveTo>
                  <a:pt x="293057" y="47462"/>
                </a:moveTo>
                <a:lnTo>
                  <a:pt x="330464" y="47462"/>
                </a:lnTo>
                <a:cubicBezTo>
                  <a:pt x="329889" y="42938"/>
                  <a:pt x="327983" y="39299"/>
                  <a:pt x="324746" y="36543"/>
                </a:cubicBezTo>
                <a:cubicBezTo>
                  <a:pt x="321509" y="33786"/>
                  <a:pt x="317535" y="32407"/>
                  <a:pt x="312823" y="32407"/>
                </a:cubicBezTo>
                <a:cubicBezTo>
                  <a:pt x="307728" y="32407"/>
                  <a:pt x="303438" y="33738"/>
                  <a:pt x="299952" y="36399"/>
                </a:cubicBezTo>
                <a:cubicBezTo>
                  <a:pt x="296466" y="39060"/>
                  <a:pt x="294168" y="42748"/>
                  <a:pt x="293057" y="47462"/>
                </a:cubicBezTo>
                <a:close/>
                <a:moveTo>
                  <a:pt x="399835" y="79065"/>
                </a:moveTo>
                <a:cubicBezTo>
                  <a:pt x="399030" y="79065"/>
                  <a:pt x="398465" y="78866"/>
                  <a:pt x="398140" y="78467"/>
                </a:cubicBezTo>
                <a:cubicBezTo>
                  <a:pt x="397814" y="78067"/>
                  <a:pt x="397651" y="77297"/>
                  <a:pt x="397651" y="76156"/>
                </a:cubicBezTo>
                <a:lnTo>
                  <a:pt x="397651" y="71480"/>
                </a:lnTo>
                <a:cubicBezTo>
                  <a:pt x="395353" y="74353"/>
                  <a:pt x="392480" y="76585"/>
                  <a:pt x="389032" y="78174"/>
                </a:cubicBezTo>
                <a:cubicBezTo>
                  <a:pt x="385585" y="79764"/>
                  <a:pt x="381850" y="80559"/>
                  <a:pt x="377828" y="80559"/>
                </a:cubicBezTo>
                <a:cubicBezTo>
                  <a:pt x="370588" y="80559"/>
                  <a:pt x="364526" y="77981"/>
                  <a:pt x="359642" y="72823"/>
                </a:cubicBezTo>
                <a:cubicBezTo>
                  <a:pt x="354757" y="67665"/>
                  <a:pt x="352315" y="61251"/>
                  <a:pt x="352315" y="53582"/>
                </a:cubicBezTo>
                <a:cubicBezTo>
                  <a:pt x="352315" y="45644"/>
                  <a:pt x="354920" y="39039"/>
                  <a:pt x="360130" y="33767"/>
                </a:cubicBezTo>
                <a:cubicBezTo>
                  <a:pt x="365340" y="28494"/>
                  <a:pt x="371833" y="25857"/>
                  <a:pt x="379609" y="25857"/>
                </a:cubicBezTo>
                <a:cubicBezTo>
                  <a:pt x="383555" y="25857"/>
                  <a:pt x="387098" y="26556"/>
                  <a:pt x="390239" y="27954"/>
                </a:cubicBezTo>
                <a:cubicBezTo>
                  <a:pt x="393380" y="29353"/>
                  <a:pt x="396081" y="31412"/>
                  <a:pt x="398341" y="34131"/>
                </a:cubicBezTo>
                <a:lnTo>
                  <a:pt x="398341" y="12067"/>
                </a:lnTo>
                <a:lnTo>
                  <a:pt x="395296" y="12067"/>
                </a:lnTo>
                <a:cubicBezTo>
                  <a:pt x="391963" y="12067"/>
                  <a:pt x="389808" y="11774"/>
                  <a:pt x="388831" y="11189"/>
                </a:cubicBezTo>
                <a:cubicBezTo>
                  <a:pt x="387854" y="10603"/>
                  <a:pt x="387366" y="9536"/>
                  <a:pt x="387366" y="7987"/>
                </a:cubicBezTo>
                <a:cubicBezTo>
                  <a:pt x="387366" y="6627"/>
                  <a:pt x="387759" y="5607"/>
                  <a:pt x="388544" y="4927"/>
                </a:cubicBezTo>
                <a:cubicBezTo>
                  <a:pt x="389329" y="4247"/>
                  <a:pt x="390469" y="3907"/>
                  <a:pt x="391963" y="3907"/>
                </a:cubicBezTo>
                <a:lnTo>
                  <a:pt x="403742" y="3907"/>
                </a:lnTo>
                <a:cubicBezTo>
                  <a:pt x="404891" y="3907"/>
                  <a:pt x="405725" y="4099"/>
                  <a:pt x="406242" y="4482"/>
                </a:cubicBezTo>
                <a:cubicBezTo>
                  <a:pt x="406759" y="4865"/>
                  <a:pt x="407017" y="5459"/>
                  <a:pt x="407017" y="6263"/>
                </a:cubicBezTo>
                <a:lnTo>
                  <a:pt x="407017" y="71021"/>
                </a:lnTo>
                <a:lnTo>
                  <a:pt x="409603" y="71021"/>
                </a:lnTo>
                <a:cubicBezTo>
                  <a:pt x="411480" y="71021"/>
                  <a:pt x="412840" y="71335"/>
                  <a:pt x="413683" y="71963"/>
                </a:cubicBezTo>
                <a:cubicBezTo>
                  <a:pt x="414526" y="72591"/>
                  <a:pt x="414947" y="73588"/>
                  <a:pt x="414947" y="74957"/>
                </a:cubicBezTo>
                <a:cubicBezTo>
                  <a:pt x="414947" y="76251"/>
                  <a:pt x="414583" y="77259"/>
                  <a:pt x="413855" y="77982"/>
                </a:cubicBezTo>
                <a:cubicBezTo>
                  <a:pt x="413127" y="78704"/>
                  <a:pt x="412151" y="79065"/>
                  <a:pt x="410925" y="79065"/>
                </a:cubicBezTo>
                <a:lnTo>
                  <a:pt x="399835" y="79065"/>
                </a:lnTo>
                <a:moveTo>
                  <a:pt x="362199" y="53294"/>
                </a:moveTo>
                <a:cubicBezTo>
                  <a:pt x="362199" y="58589"/>
                  <a:pt x="363903" y="62925"/>
                  <a:pt x="367313" y="66302"/>
                </a:cubicBezTo>
                <a:cubicBezTo>
                  <a:pt x="370722" y="69678"/>
                  <a:pt x="375050" y="71365"/>
                  <a:pt x="380298" y="71365"/>
                </a:cubicBezTo>
                <a:cubicBezTo>
                  <a:pt x="385585" y="71365"/>
                  <a:pt x="389933" y="69611"/>
                  <a:pt x="393342" y="66101"/>
                </a:cubicBezTo>
                <a:cubicBezTo>
                  <a:pt x="396751" y="62590"/>
                  <a:pt x="398456" y="58129"/>
                  <a:pt x="398456" y="52720"/>
                </a:cubicBezTo>
                <a:cubicBezTo>
                  <a:pt x="398456" y="47387"/>
                  <a:pt x="396761" y="42994"/>
                  <a:pt x="393371" y="39542"/>
                </a:cubicBezTo>
                <a:cubicBezTo>
                  <a:pt x="389981" y="36088"/>
                  <a:pt x="385623" y="34361"/>
                  <a:pt x="380298" y="34361"/>
                </a:cubicBezTo>
                <a:cubicBezTo>
                  <a:pt x="374897" y="34361"/>
                  <a:pt x="370530" y="36107"/>
                  <a:pt x="367198" y="39599"/>
                </a:cubicBezTo>
                <a:cubicBezTo>
                  <a:pt x="363865" y="43090"/>
                  <a:pt x="362199" y="47655"/>
                  <a:pt x="362199" y="53294"/>
                </a:cubicBezTo>
                <a:close/>
                <a:moveTo>
                  <a:pt x="464551" y="11438"/>
                </a:moveTo>
                <a:cubicBezTo>
                  <a:pt x="464551" y="12244"/>
                  <a:pt x="463910" y="13980"/>
                  <a:pt x="462626" y="16645"/>
                </a:cubicBezTo>
                <a:cubicBezTo>
                  <a:pt x="461343" y="19310"/>
                  <a:pt x="460376" y="21429"/>
                  <a:pt x="459725" y="23002"/>
                </a:cubicBezTo>
                <a:cubicBezTo>
                  <a:pt x="457120" y="29100"/>
                  <a:pt x="455271" y="34680"/>
                  <a:pt x="454180" y="39743"/>
                </a:cubicBezTo>
                <a:cubicBezTo>
                  <a:pt x="453088" y="44805"/>
                  <a:pt x="452542" y="50060"/>
                  <a:pt x="452542" y="55506"/>
                </a:cubicBezTo>
                <a:cubicBezTo>
                  <a:pt x="452542" y="60531"/>
                  <a:pt x="453002" y="65392"/>
                  <a:pt x="453921" y="70091"/>
                </a:cubicBezTo>
                <a:cubicBezTo>
                  <a:pt x="454840" y="74789"/>
                  <a:pt x="456239" y="79478"/>
                  <a:pt x="458116" y="84157"/>
                </a:cubicBezTo>
                <a:cubicBezTo>
                  <a:pt x="459073" y="86688"/>
                  <a:pt x="460385" y="89669"/>
                  <a:pt x="462052" y="93102"/>
                </a:cubicBezTo>
                <a:cubicBezTo>
                  <a:pt x="463718" y="96535"/>
                  <a:pt x="464551" y="98654"/>
                  <a:pt x="464551" y="99460"/>
                </a:cubicBezTo>
                <a:cubicBezTo>
                  <a:pt x="464551" y="100304"/>
                  <a:pt x="464369" y="100965"/>
                  <a:pt x="464005" y="101444"/>
                </a:cubicBezTo>
                <a:cubicBezTo>
                  <a:pt x="463641" y="101924"/>
                  <a:pt x="463153" y="102164"/>
                  <a:pt x="462540" y="102164"/>
                </a:cubicBezTo>
                <a:cubicBezTo>
                  <a:pt x="461353" y="102164"/>
                  <a:pt x="460031" y="101540"/>
                  <a:pt x="458575" y="100293"/>
                </a:cubicBezTo>
                <a:cubicBezTo>
                  <a:pt x="457120" y="99047"/>
                  <a:pt x="455434" y="97044"/>
                  <a:pt x="453519" y="94283"/>
                </a:cubicBezTo>
                <a:cubicBezTo>
                  <a:pt x="449420" y="88415"/>
                  <a:pt x="446355" y="82259"/>
                  <a:pt x="444325" y="75815"/>
                </a:cubicBezTo>
                <a:cubicBezTo>
                  <a:pt x="442295" y="69371"/>
                  <a:pt x="441280" y="62602"/>
                  <a:pt x="441280" y="55506"/>
                </a:cubicBezTo>
                <a:cubicBezTo>
                  <a:pt x="441280" y="49024"/>
                  <a:pt x="442113" y="42839"/>
                  <a:pt x="443779" y="36952"/>
                </a:cubicBezTo>
                <a:cubicBezTo>
                  <a:pt x="445446" y="31065"/>
                  <a:pt x="447984" y="25360"/>
                  <a:pt x="451393" y="19838"/>
                </a:cubicBezTo>
                <a:cubicBezTo>
                  <a:pt x="453615" y="16194"/>
                  <a:pt x="455664" y="13452"/>
                  <a:pt x="457541" y="11611"/>
                </a:cubicBezTo>
                <a:cubicBezTo>
                  <a:pt x="459418" y="9769"/>
                  <a:pt x="461084" y="8849"/>
                  <a:pt x="462540" y="8849"/>
                </a:cubicBezTo>
                <a:cubicBezTo>
                  <a:pt x="463153" y="8849"/>
                  <a:pt x="463641" y="9089"/>
                  <a:pt x="464005" y="9569"/>
                </a:cubicBezTo>
                <a:cubicBezTo>
                  <a:pt x="464369" y="10048"/>
                  <a:pt x="464551" y="10671"/>
                  <a:pt x="464551" y="11438"/>
                </a:cubicBezTo>
                <a:close/>
                <a:moveTo>
                  <a:pt x="512778" y="57052"/>
                </a:moveTo>
                <a:lnTo>
                  <a:pt x="512778" y="74005"/>
                </a:lnTo>
                <a:cubicBezTo>
                  <a:pt x="512778" y="75538"/>
                  <a:pt x="512462" y="76765"/>
                  <a:pt x="511829" y="77686"/>
                </a:cubicBezTo>
                <a:cubicBezTo>
                  <a:pt x="511197" y="78605"/>
                  <a:pt x="510383" y="79065"/>
                  <a:pt x="509387" y="79065"/>
                </a:cubicBezTo>
                <a:lnTo>
                  <a:pt x="498757" y="79065"/>
                </a:lnTo>
                <a:cubicBezTo>
                  <a:pt x="497263" y="79065"/>
                  <a:pt x="496133" y="78718"/>
                  <a:pt x="495367" y="78024"/>
                </a:cubicBezTo>
                <a:cubicBezTo>
                  <a:pt x="494601" y="77329"/>
                  <a:pt x="494218" y="76288"/>
                  <a:pt x="494218" y="74899"/>
                </a:cubicBezTo>
                <a:cubicBezTo>
                  <a:pt x="494218" y="73356"/>
                  <a:pt x="494668" y="72305"/>
                  <a:pt x="495568" y="71746"/>
                </a:cubicBezTo>
                <a:cubicBezTo>
                  <a:pt x="496468" y="71186"/>
                  <a:pt x="498393" y="70906"/>
                  <a:pt x="501343" y="70906"/>
                </a:cubicBezTo>
                <a:lnTo>
                  <a:pt x="504101" y="70906"/>
                </a:lnTo>
                <a:lnTo>
                  <a:pt x="504101" y="12067"/>
                </a:lnTo>
                <a:lnTo>
                  <a:pt x="501745" y="12067"/>
                </a:lnTo>
                <a:cubicBezTo>
                  <a:pt x="498451" y="12067"/>
                  <a:pt x="496325" y="11770"/>
                  <a:pt x="495367" y="11176"/>
                </a:cubicBezTo>
                <a:cubicBezTo>
                  <a:pt x="494409" y="10582"/>
                  <a:pt x="493931" y="9500"/>
                  <a:pt x="493931" y="7929"/>
                </a:cubicBezTo>
                <a:cubicBezTo>
                  <a:pt x="493931" y="6550"/>
                  <a:pt x="494323" y="5516"/>
                  <a:pt x="495109" y="4827"/>
                </a:cubicBezTo>
                <a:cubicBezTo>
                  <a:pt x="495894" y="4137"/>
                  <a:pt x="497033" y="3792"/>
                  <a:pt x="498527" y="3792"/>
                </a:cubicBezTo>
                <a:lnTo>
                  <a:pt x="509502" y="3792"/>
                </a:lnTo>
                <a:cubicBezTo>
                  <a:pt x="510537" y="3792"/>
                  <a:pt x="511341" y="4004"/>
                  <a:pt x="511916" y="4426"/>
                </a:cubicBezTo>
                <a:cubicBezTo>
                  <a:pt x="512490" y="4848"/>
                  <a:pt x="512778" y="5422"/>
                  <a:pt x="512778" y="6150"/>
                </a:cubicBezTo>
                <a:lnTo>
                  <a:pt x="512778" y="47381"/>
                </a:lnTo>
                <a:lnTo>
                  <a:pt x="529384" y="33465"/>
                </a:lnTo>
                <a:cubicBezTo>
                  <a:pt x="528119" y="32931"/>
                  <a:pt x="527190" y="32340"/>
                  <a:pt x="526597" y="31693"/>
                </a:cubicBezTo>
                <a:cubicBezTo>
                  <a:pt x="526003" y="31044"/>
                  <a:pt x="525706" y="30281"/>
                  <a:pt x="525706" y="29403"/>
                </a:cubicBezTo>
                <a:cubicBezTo>
                  <a:pt x="525706" y="28260"/>
                  <a:pt x="526127" y="27402"/>
                  <a:pt x="526970" y="26830"/>
                </a:cubicBezTo>
                <a:cubicBezTo>
                  <a:pt x="527813" y="26258"/>
                  <a:pt x="529039" y="25972"/>
                  <a:pt x="530648" y="25972"/>
                </a:cubicBezTo>
                <a:lnTo>
                  <a:pt x="546219" y="25972"/>
                </a:lnTo>
                <a:cubicBezTo>
                  <a:pt x="547675" y="25972"/>
                  <a:pt x="548786" y="26298"/>
                  <a:pt x="549552" y="26949"/>
                </a:cubicBezTo>
                <a:cubicBezTo>
                  <a:pt x="550318" y="27599"/>
                  <a:pt x="550701" y="28574"/>
                  <a:pt x="550701" y="29874"/>
                </a:cubicBezTo>
                <a:cubicBezTo>
                  <a:pt x="550701" y="32170"/>
                  <a:pt x="548843" y="33509"/>
                  <a:pt x="545128" y="33891"/>
                </a:cubicBezTo>
                <a:cubicBezTo>
                  <a:pt x="544400" y="33967"/>
                  <a:pt x="543825" y="34044"/>
                  <a:pt x="543404" y="34121"/>
                </a:cubicBezTo>
                <a:cubicBezTo>
                  <a:pt x="541833" y="34312"/>
                  <a:pt x="540109" y="34915"/>
                  <a:pt x="538232" y="35929"/>
                </a:cubicBezTo>
                <a:cubicBezTo>
                  <a:pt x="536355" y="36943"/>
                  <a:pt x="534459" y="38291"/>
                  <a:pt x="532544" y="39974"/>
                </a:cubicBezTo>
                <a:lnTo>
                  <a:pt x="524212" y="47263"/>
                </a:lnTo>
                <a:lnTo>
                  <a:pt x="545990" y="70906"/>
                </a:lnTo>
                <a:lnTo>
                  <a:pt x="550931" y="70906"/>
                </a:lnTo>
                <a:cubicBezTo>
                  <a:pt x="552578" y="70906"/>
                  <a:pt x="553756" y="71215"/>
                  <a:pt x="554465" y="71832"/>
                </a:cubicBezTo>
                <a:cubicBezTo>
                  <a:pt x="555174" y="72449"/>
                  <a:pt x="555528" y="73471"/>
                  <a:pt x="555528" y="74899"/>
                </a:cubicBezTo>
                <a:cubicBezTo>
                  <a:pt x="555528" y="76250"/>
                  <a:pt x="555135" y="77281"/>
                  <a:pt x="554350" y="77995"/>
                </a:cubicBezTo>
                <a:cubicBezTo>
                  <a:pt x="553565" y="78708"/>
                  <a:pt x="552425" y="79065"/>
                  <a:pt x="550931" y="79065"/>
                </a:cubicBezTo>
                <a:lnTo>
                  <a:pt x="535359" y="79065"/>
                </a:lnTo>
                <a:cubicBezTo>
                  <a:pt x="533674" y="79065"/>
                  <a:pt x="532448" y="78778"/>
                  <a:pt x="531682" y="78203"/>
                </a:cubicBezTo>
                <a:cubicBezTo>
                  <a:pt x="530916" y="77627"/>
                  <a:pt x="530533" y="76707"/>
                  <a:pt x="530533" y="75443"/>
                </a:cubicBezTo>
                <a:cubicBezTo>
                  <a:pt x="530533" y="74408"/>
                  <a:pt x="530906" y="73517"/>
                  <a:pt x="531653" y="72770"/>
                </a:cubicBezTo>
                <a:cubicBezTo>
                  <a:pt x="532400" y="72021"/>
                  <a:pt x="533521" y="71418"/>
                  <a:pt x="535015" y="70958"/>
                </a:cubicBezTo>
                <a:lnTo>
                  <a:pt x="517949" y="52341"/>
                </a:lnTo>
                <a:lnTo>
                  <a:pt x="512778" y="57052"/>
                </a:lnTo>
                <a:close/>
                <a:moveTo>
                  <a:pt x="588297" y="9423"/>
                </a:moveTo>
                <a:cubicBezTo>
                  <a:pt x="588297" y="5286"/>
                  <a:pt x="588671" y="2681"/>
                  <a:pt x="589418" y="1609"/>
                </a:cubicBezTo>
                <a:cubicBezTo>
                  <a:pt x="590165" y="536"/>
                  <a:pt x="591764" y="0"/>
                  <a:pt x="594216" y="0"/>
                </a:cubicBezTo>
                <a:cubicBezTo>
                  <a:pt x="596591" y="0"/>
                  <a:pt x="598161" y="450"/>
                  <a:pt x="598927" y="1350"/>
                </a:cubicBezTo>
                <a:cubicBezTo>
                  <a:pt x="599693" y="2251"/>
                  <a:pt x="600077" y="4386"/>
                  <a:pt x="600077" y="7757"/>
                </a:cubicBezTo>
                <a:cubicBezTo>
                  <a:pt x="600077" y="11051"/>
                  <a:pt x="599722" y="13091"/>
                  <a:pt x="599014" y="13877"/>
                </a:cubicBezTo>
                <a:cubicBezTo>
                  <a:pt x="598305" y="14662"/>
                  <a:pt x="596706" y="15055"/>
                  <a:pt x="594216" y="15055"/>
                </a:cubicBezTo>
                <a:cubicBezTo>
                  <a:pt x="591764" y="15055"/>
                  <a:pt x="590165" y="14691"/>
                  <a:pt x="589418" y="13963"/>
                </a:cubicBezTo>
                <a:cubicBezTo>
                  <a:pt x="588671" y="13235"/>
                  <a:pt x="588297" y="11722"/>
                  <a:pt x="588297" y="9423"/>
                </a:cubicBezTo>
                <a:moveTo>
                  <a:pt x="598927" y="70906"/>
                </a:moveTo>
                <a:lnTo>
                  <a:pt x="617372" y="70906"/>
                </a:lnTo>
                <a:cubicBezTo>
                  <a:pt x="618866" y="70906"/>
                  <a:pt x="619967" y="71224"/>
                  <a:pt x="620676" y="71861"/>
                </a:cubicBezTo>
                <a:cubicBezTo>
                  <a:pt x="621385" y="72497"/>
                  <a:pt x="621739" y="73509"/>
                  <a:pt x="621739" y="74899"/>
                </a:cubicBezTo>
                <a:cubicBezTo>
                  <a:pt x="621739" y="76481"/>
                  <a:pt x="621404" y="77571"/>
                  <a:pt x="620733" y="78169"/>
                </a:cubicBezTo>
                <a:cubicBezTo>
                  <a:pt x="620063" y="78766"/>
                  <a:pt x="618828" y="79065"/>
                  <a:pt x="617027" y="79065"/>
                </a:cubicBezTo>
                <a:lnTo>
                  <a:pt x="572438" y="79065"/>
                </a:lnTo>
                <a:cubicBezTo>
                  <a:pt x="570906" y="79065"/>
                  <a:pt x="569757" y="78718"/>
                  <a:pt x="568991" y="78024"/>
                </a:cubicBezTo>
                <a:cubicBezTo>
                  <a:pt x="568224" y="77329"/>
                  <a:pt x="567841" y="76288"/>
                  <a:pt x="567841" y="74899"/>
                </a:cubicBezTo>
                <a:cubicBezTo>
                  <a:pt x="567841" y="73549"/>
                  <a:pt x="568244" y="72546"/>
                  <a:pt x="569048" y="71890"/>
                </a:cubicBezTo>
                <a:cubicBezTo>
                  <a:pt x="569853" y="71234"/>
                  <a:pt x="571059" y="70906"/>
                  <a:pt x="572668" y="70906"/>
                </a:cubicBezTo>
                <a:lnTo>
                  <a:pt x="590193" y="70906"/>
                </a:lnTo>
                <a:lnTo>
                  <a:pt x="590193" y="34131"/>
                </a:lnTo>
                <a:lnTo>
                  <a:pt x="578989" y="34131"/>
                </a:lnTo>
                <a:cubicBezTo>
                  <a:pt x="577418" y="34131"/>
                  <a:pt x="576221" y="33777"/>
                  <a:pt x="575397" y="33068"/>
                </a:cubicBezTo>
                <a:cubicBezTo>
                  <a:pt x="574574" y="32360"/>
                  <a:pt x="574162" y="31335"/>
                  <a:pt x="574162" y="29994"/>
                </a:cubicBezTo>
                <a:cubicBezTo>
                  <a:pt x="574162" y="28653"/>
                  <a:pt x="574545" y="27648"/>
                  <a:pt x="575311" y="26978"/>
                </a:cubicBezTo>
                <a:cubicBezTo>
                  <a:pt x="576077" y="26307"/>
                  <a:pt x="577227" y="25972"/>
                  <a:pt x="578759" y="25972"/>
                </a:cubicBezTo>
                <a:lnTo>
                  <a:pt x="595595" y="25972"/>
                </a:lnTo>
                <a:cubicBezTo>
                  <a:pt x="596629" y="25972"/>
                  <a:pt x="597443" y="26183"/>
                  <a:pt x="598037" y="26604"/>
                </a:cubicBezTo>
                <a:cubicBezTo>
                  <a:pt x="598630" y="27024"/>
                  <a:pt x="598927" y="27598"/>
                  <a:pt x="598927" y="28324"/>
                </a:cubicBezTo>
                <a:lnTo>
                  <a:pt x="598927" y="70906"/>
                </a:lnTo>
                <a:close/>
                <a:moveTo>
                  <a:pt x="679617" y="29190"/>
                </a:moveTo>
                <a:cubicBezTo>
                  <a:pt x="681494" y="29190"/>
                  <a:pt x="682863" y="29518"/>
                  <a:pt x="683725" y="30174"/>
                </a:cubicBezTo>
                <a:cubicBezTo>
                  <a:pt x="684587" y="30830"/>
                  <a:pt x="685018" y="31871"/>
                  <a:pt x="685018" y="33298"/>
                </a:cubicBezTo>
                <a:cubicBezTo>
                  <a:pt x="685018" y="34648"/>
                  <a:pt x="684616" y="35661"/>
                  <a:pt x="683812" y="36336"/>
                </a:cubicBezTo>
                <a:cubicBezTo>
                  <a:pt x="683007" y="37011"/>
                  <a:pt x="681800" y="37349"/>
                  <a:pt x="680192" y="37349"/>
                </a:cubicBezTo>
                <a:lnTo>
                  <a:pt x="656920" y="37349"/>
                </a:lnTo>
                <a:lnTo>
                  <a:pt x="656920" y="56541"/>
                </a:lnTo>
                <a:cubicBezTo>
                  <a:pt x="656920" y="62823"/>
                  <a:pt x="657734" y="66960"/>
                  <a:pt x="659362" y="68952"/>
                </a:cubicBezTo>
                <a:cubicBezTo>
                  <a:pt x="660990" y="70944"/>
                  <a:pt x="663777" y="71940"/>
                  <a:pt x="667723" y="71940"/>
                </a:cubicBezTo>
                <a:cubicBezTo>
                  <a:pt x="671209" y="71940"/>
                  <a:pt x="675384" y="70925"/>
                  <a:pt x="680249" y="68895"/>
                </a:cubicBezTo>
                <a:cubicBezTo>
                  <a:pt x="685114" y="66864"/>
                  <a:pt x="688121" y="65849"/>
                  <a:pt x="689270" y="65849"/>
                </a:cubicBezTo>
                <a:cubicBezTo>
                  <a:pt x="690343" y="65849"/>
                  <a:pt x="691253" y="66232"/>
                  <a:pt x="692000" y="66998"/>
                </a:cubicBezTo>
                <a:cubicBezTo>
                  <a:pt x="692747" y="67765"/>
                  <a:pt x="693120" y="68703"/>
                  <a:pt x="693120" y="69814"/>
                </a:cubicBezTo>
                <a:cubicBezTo>
                  <a:pt x="693120" y="71078"/>
                  <a:pt x="692651" y="72176"/>
                  <a:pt x="691712" y="73109"/>
                </a:cubicBezTo>
                <a:cubicBezTo>
                  <a:pt x="690774" y="74042"/>
                  <a:pt x="689174" y="74945"/>
                  <a:pt x="686914" y="75820"/>
                </a:cubicBezTo>
                <a:cubicBezTo>
                  <a:pt x="683160" y="77304"/>
                  <a:pt x="679780" y="78388"/>
                  <a:pt x="676773" y="79072"/>
                </a:cubicBezTo>
                <a:cubicBezTo>
                  <a:pt x="673766" y="79757"/>
                  <a:pt x="670940" y="80099"/>
                  <a:pt x="668297" y="80099"/>
                </a:cubicBezTo>
                <a:cubicBezTo>
                  <a:pt x="663815" y="80099"/>
                  <a:pt x="660052" y="79382"/>
                  <a:pt x="657006" y="77948"/>
                </a:cubicBezTo>
                <a:cubicBezTo>
                  <a:pt x="653961" y="76513"/>
                  <a:pt x="651691" y="74380"/>
                  <a:pt x="650197" y="71549"/>
                </a:cubicBezTo>
                <a:cubicBezTo>
                  <a:pt x="649431" y="70210"/>
                  <a:pt x="648885" y="68623"/>
                  <a:pt x="648560" y="66787"/>
                </a:cubicBezTo>
                <a:cubicBezTo>
                  <a:pt x="648234" y="64950"/>
                  <a:pt x="648071" y="62119"/>
                  <a:pt x="648071" y="58293"/>
                </a:cubicBezTo>
                <a:lnTo>
                  <a:pt x="648071" y="56516"/>
                </a:lnTo>
                <a:lnTo>
                  <a:pt x="648071" y="37349"/>
                </a:lnTo>
                <a:lnTo>
                  <a:pt x="638303" y="37349"/>
                </a:lnTo>
                <a:cubicBezTo>
                  <a:pt x="636694" y="37349"/>
                  <a:pt x="635526" y="37031"/>
                  <a:pt x="634798" y="36396"/>
                </a:cubicBezTo>
                <a:cubicBezTo>
                  <a:pt x="634070" y="35759"/>
                  <a:pt x="633706" y="34726"/>
                  <a:pt x="633706" y="33298"/>
                </a:cubicBezTo>
                <a:cubicBezTo>
                  <a:pt x="633706" y="31717"/>
                  <a:pt x="634204" y="30637"/>
                  <a:pt x="635200" y="30059"/>
                </a:cubicBezTo>
                <a:cubicBezTo>
                  <a:pt x="636196" y="29479"/>
                  <a:pt x="638322" y="29190"/>
                  <a:pt x="641578" y="29190"/>
                </a:cubicBezTo>
                <a:lnTo>
                  <a:pt x="648071" y="29190"/>
                </a:lnTo>
                <a:lnTo>
                  <a:pt x="648071" y="17410"/>
                </a:lnTo>
                <a:lnTo>
                  <a:pt x="648071" y="14365"/>
                </a:lnTo>
                <a:cubicBezTo>
                  <a:pt x="648071" y="12718"/>
                  <a:pt x="648426" y="11502"/>
                  <a:pt x="649134" y="10716"/>
                </a:cubicBezTo>
                <a:cubicBezTo>
                  <a:pt x="649843" y="9931"/>
                  <a:pt x="650944" y="9538"/>
                  <a:pt x="652438" y="9538"/>
                </a:cubicBezTo>
                <a:cubicBezTo>
                  <a:pt x="654124" y="9538"/>
                  <a:pt x="655292" y="10017"/>
                  <a:pt x="655943" y="10975"/>
                </a:cubicBezTo>
                <a:cubicBezTo>
                  <a:pt x="656595" y="11933"/>
                  <a:pt x="656920" y="14116"/>
                  <a:pt x="656920" y="17525"/>
                </a:cubicBezTo>
                <a:lnTo>
                  <a:pt x="656920" y="29190"/>
                </a:lnTo>
                <a:lnTo>
                  <a:pt x="679617" y="29190"/>
                </a:lnTo>
                <a:close/>
                <a:moveTo>
                  <a:pt x="751575" y="29450"/>
                </a:moveTo>
                <a:lnTo>
                  <a:pt x="751575" y="29220"/>
                </a:lnTo>
                <a:cubicBezTo>
                  <a:pt x="751575" y="27945"/>
                  <a:pt x="751939" y="27009"/>
                  <a:pt x="752666" y="26410"/>
                </a:cubicBezTo>
                <a:cubicBezTo>
                  <a:pt x="753394" y="25812"/>
                  <a:pt x="754524" y="25512"/>
                  <a:pt x="756056" y="25512"/>
                </a:cubicBezTo>
                <a:cubicBezTo>
                  <a:pt x="757627" y="25512"/>
                  <a:pt x="758709" y="25973"/>
                  <a:pt x="759303" y="26895"/>
                </a:cubicBezTo>
                <a:cubicBezTo>
                  <a:pt x="759897" y="27817"/>
                  <a:pt x="760194" y="29718"/>
                  <a:pt x="760194" y="32598"/>
                </a:cubicBezTo>
                <a:lnTo>
                  <a:pt x="760194" y="43314"/>
                </a:lnTo>
                <a:cubicBezTo>
                  <a:pt x="760194" y="44735"/>
                  <a:pt x="759830" y="45801"/>
                  <a:pt x="759102" y="46512"/>
                </a:cubicBezTo>
                <a:cubicBezTo>
                  <a:pt x="758374" y="47222"/>
                  <a:pt x="757282" y="47577"/>
                  <a:pt x="755827" y="47577"/>
                </a:cubicBezTo>
                <a:cubicBezTo>
                  <a:pt x="754792" y="47577"/>
                  <a:pt x="753902" y="47280"/>
                  <a:pt x="753155" y="46686"/>
                </a:cubicBezTo>
                <a:cubicBezTo>
                  <a:pt x="752408" y="46093"/>
                  <a:pt x="751498" y="44857"/>
                  <a:pt x="750425" y="42980"/>
                </a:cubicBezTo>
                <a:cubicBezTo>
                  <a:pt x="748587" y="39877"/>
                  <a:pt x="746355" y="37531"/>
                  <a:pt x="743731" y="35941"/>
                </a:cubicBezTo>
                <a:cubicBezTo>
                  <a:pt x="741107" y="34352"/>
                  <a:pt x="738091" y="33557"/>
                  <a:pt x="734681" y="33557"/>
                </a:cubicBezTo>
                <a:cubicBezTo>
                  <a:pt x="728705" y="33557"/>
                  <a:pt x="723850" y="35319"/>
                  <a:pt x="720115" y="38843"/>
                </a:cubicBezTo>
                <a:cubicBezTo>
                  <a:pt x="716380" y="42367"/>
                  <a:pt x="714513" y="46926"/>
                  <a:pt x="714513" y="52519"/>
                </a:cubicBezTo>
                <a:cubicBezTo>
                  <a:pt x="714513" y="58226"/>
                  <a:pt x="716304" y="62890"/>
                  <a:pt x="719885" y="66510"/>
                </a:cubicBezTo>
                <a:cubicBezTo>
                  <a:pt x="723467" y="70130"/>
                  <a:pt x="728073" y="71940"/>
                  <a:pt x="733705" y="71940"/>
                </a:cubicBezTo>
                <a:cubicBezTo>
                  <a:pt x="736271" y="71940"/>
                  <a:pt x="738713" y="71586"/>
                  <a:pt x="741031" y="70877"/>
                </a:cubicBezTo>
                <a:cubicBezTo>
                  <a:pt x="743348" y="70168"/>
                  <a:pt x="745541" y="69105"/>
                  <a:pt x="747610" y="67688"/>
                </a:cubicBezTo>
                <a:cubicBezTo>
                  <a:pt x="748338" y="67228"/>
                  <a:pt x="749315" y="66520"/>
                  <a:pt x="750540" y="65562"/>
                </a:cubicBezTo>
                <a:cubicBezTo>
                  <a:pt x="753030" y="63532"/>
                  <a:pt x="754984" y="62517"/>
                  <a:pt x="756401" y="62517"/>
                </a:cubicBezTo>
                <a:cubicBezTo>
                  <a:pt x="757589" y="62517"/>
                  <a:pt x="758556" y="62890"/>
                  <a:pt x="759303" y="63637"/>
                </a:cubicBezTo>
                <a:cubicBezTo>
                  <a:pt x="760050" y="64384"/>
                  <a:pt x="760423" y="65351"/>
                  <a:pt x="760423" y="66539"/>
                </a:cubicBezTo>
                <a:cubicBezTo>
                  <a:pt x="760423" y="69565"/>
                  <a:pt x="757560" y="72658"/>
                  <a:pt x="751833" y="75819"/>
                </a:cubicBezTo>
                <a:cubicBezTo>
                  <a:pt x="746106" y="78979"/>
                  <a:pt x="740025" y="80559"/>
                  <a:pt x="733590" y="80559"/>
                </a:cubicBezTo>
                <a:cubicBezTo>
                  <a:pt x="725277" y="80559"/>
                  <a:pt x="718353" y="77894"/>
                  <a:pt x="712818" y="72565"/>
                </a:cubicBezTo>
                <a:cubicBezTo>
                  <a:pt x="707282" y="67234"/>
                  <a:pt x="704515" y="60581"/>
                  <a:pt x="704515" y="52605"/>
                </a:cubicBezTo>
                <a:cubicBezTo>
                  <a:pt x="704515" y="44629"/>
                  <a:pt x="707273" y="37966"/>
                  <a:pt x="712789" y="32618"/>
                </a:cubicBezTo>
                <a:cubicBezTo>
                  <a:pt x="718305" y="27268"/>
                  <a:pt x="725200" y="24593"/>
                  <a:pt x="733475" y="24593"/>
                </a:cubicBezTo>
                <a:cubicBezTo>
                  <a:pt x="736386" y="24593"/>
                  <a:pt x="739307" y="24989"/>
                  <a:pt x="742237" y="25780"/>
                </a:cubicBezTo>
                <a:cubicBezTo>
                  <a:pt x="745168" y="26570"/>
                  <a:pt x="748280" y="27793"/>
                  <a:pt x="751575" y="29450"/>
                </a:cubicBezTo>
                <a:close/>
                <a:moveTo>
                  <a:pt x="783023" y="70906"/>
                </a:moveTo>
                <a:lnTo>
                  <a:pt x="783023" y="12067"/>
                </a:lnTo>
                <a:lnTo>
                  <a:pt x="781931" y="12067"/>
                </a:lnTo>
                <a:cubicBezTo>
                  <a:pt x="779326" y="12067"/>
                  <a:pt x="777535" y="11764"/>
                  <a:pt x="776558" y="11160"/>
                </a:cubicBezTo>
                <a:cubicBezTo>
                  <a:pt x="775582" y="10555"/>
                  <a:pt x="775093" y="9498"/>
                  <a:pt x="775093" y="7987"/>
                </a:cubicBezTo>
                <a:cubicBezTo>
                  <a:pt x="775093" y="6627"/>
                  <a:pt x="775486" y="5607"/>
                  <a:pt x="776271" y="4927"/>
                </a:cubicBezTo>
                <a:cubicBezTo>
                  <a:pt x="777056" y="4247"/>
                  <a:pt x="778196" y="3907"/>
                  <a:pt x="779690" y="3907"/>
                </a:cubicBezTo>
                <a:lnTo>
                  <a:pt x="788424" y="3907"/>
                </a:lnTo>
                <a:cubicBezTo>
                  <a:pt x="789458" y="3907"/>
                  <a:pt x="790263" y="4118"/>
                  <a:pt x="790837" y="4539"/>
                </a:cubicBezTo>
                <a:cubicBezTo>
                  <a:pt x="791412" y="4961"/>
                  <a:pt x="791699" y="5535"/>
                  <a:pt x="791699" y="6263"/>
                </a:cubicBezTo>
                <a:lnTo>
                  <a:pt x="791699" y="32285"/>
                </a:lnTo>
                <a:cubicBezTo>
                  <a:pt x="794495" y="29664"/>
                  <a:pt x="797263" y="27726"/>
                  <a:pt x="800002" y="26473"/>
                </a:cubicBezTo>
                <a:cubicBezTo>
                  <a:pt x="802741" y="25220"/>
                  <a:pt x="805585" y="24593"/>
                  <a:pt x="808535" y="24593"/>
                </a:cubicBezTo>
                <a:cubicBezTo>
                  <a:pt x="814319" y="24593"/>
                  <a:pt x="818868" y="26392"/>
                  <a:pt x="822182" y="29989"/>
                </a:cubicBezTo>
                <a:cubicBezTo>
                  <a:pt x="825495" y="33585"/>
                  <a:pt x="827152" y="38558"/>
                  <a:pt x="827152" y="44909"/>
                </a:cubicBezTo>
                <a:lnTo>
                  <a:pt x="827152" y="70906"/>
                </a:lnTo>
                <a:lnTo>
                  <a:pt x="829853" y="70906"/>
                </a:lnTo>
                <a:cubicBezTo>
                  <a:pt x="831768" y="70906"/>
                  <a:pt x="833147" y="71224"/>
                  <a:pt x="833990" y="71861"/>
                </a:cubicBezTo>
                <a:cubicBezTo>
                  <a:pt x="834832" y="72497"/>
                  <a:pt x="835254" y="73509"/>
                  <a:pt x="835254" y="74899"/>
                </a:cubicBezTo>
                <a:cubicBezTo>
                  <a:pt x="835254" y="76288"/>
                  <a:pt x="834871" y="77329"/>
                  <a:pt x="834105" y="78024"/>
                </a:cubicBezTo>
                <a:cubicBezTo>
                  <a:pt x="833339" y="78718"/>
                  <a:pt x="832189" y="79065"/>
                  <a:pt x="830657" y="79065"/>
                </a:cubicBezTo>
                <a:lnTo>
                  <a:pt x="815373" y="79065"/>
                </a:lnTo>
                <a:cubicBezTo>
                  <a:pt x="813572" y="79065"/>
                  <a:pt x="812356" y="78766"/>
                  <a:pt x="811724" y="78169"/>
                </a:cubicBezTo>
                <a:cubicBezTo>
                  <a:pt x="811092" y="77571"/>
                  <a:pt x="810776" y="76481"/>
                  <a:pt x="810776" y="74899"/>
                </a:cubicBezTo>
                <a:cubicBezTo>
                  <a:pt x="810776" y="73356"/>
                  <a:pt x="811168" y="72305"/>
                  <a:pt x="811954" y="71746"/>
                </a:cubicBezTo>
                <a:cubicBezTo>
                  <a:pt x="812739" y="71186"/>
                  <a:pt x="814223" y="70906"/>
                  <a:pt x="816407" y="70906"/>
                </a:cubicBezTo>
                <a:lnTo>
                  <a:pt x="818418" y="70906"/>
                </a:lnTo>
                <a:lnTo>
                  <a:pt x="818418" y="47076"/>
                </a:lnTo>
                <a:cubicBezTo>
                  <a:pt x="818418" y="42607"/>
                  <a:pt x="817403" y="39199"/>
                  <a:pt x="815373" y="36850"/>
                </a:cubicBezTo>
                <a:cubicBezTo>
                  <a:pt x="813342" y="34501"/>
                  <a:pt x="810393" y="33327"/>
                  <a:pt x="806524" y="33327"/>
                </a:cubicBezTo>
                <a:cubicBezTo>
                  <a:pt x="802578" y="33327"/>
                  <a:pt x="799121" y="34645"/>
                  <a:pt x="796152" y="37281"/>
                </a:cubicBezTo>
                <a:cubicBezTo>
                  <a:pt x="793183" y="39916"/>
                  <a:pt x="791699" y="43181"/>
                  <a:pt x="791699" y="47076"/>
                </a:cubicBezTo>
                <a:lnTo>
                  <a:pt x="791699" y="70906"/>
                </a:lnTo>
                <a:lnTo>
                  <a:pt x="793710" y="70906"/>
                </a:lnTo>
                <a:cubicBezTo>
                  <a:pt x="796009" y="70906"/>
                  <a:pt x="797560" y="71195"/>
                  <a:pt x="798364" y="71775"/>
                </a:cubicBezTo>
                <a:cubicBezTo>
                  <a:pt x="799169" y="72353"/>
                  <a:pt x="799571" y="73395"/>
                  <a:pt x="799571" y="74899"/>
                </a:cubicBezTo>
                <a:cubicBezTo>
                  <a:pt x="799571" y="76481"/>
                  <a:pt x="799255" y="77571"/>
                  <a:pt x="798623" y="78169"/>
                </a:cubicBezTo>
                <a:cubicBezTo>
                  <a:pt x="797991" y="78766"/>
                  <a:pt x="796775" y="79065"/>
                  <a:pt x="794974" y="79065"/>
                </a:cubicBezTo>
                <a:lnTo>
                  <a:pt x="779690" y="79065"/>
                </a:lnTo>
                <a:cubicBezTo>
                  <a:pt x="778196" y="79065"/>
                  <a:pt x="777075" y="78718"/>
                  <a:pt x="776329" y="78024"/>
                </a:cubicBezTo>
                <a:cubicBezTo>
                  <a:pt x="775582" y="77329"/>
                  <a:pt x="775208" y="76288"/>
                  <a:pt x="775208" y="74899"/>
                </a:cubicBezTo>
                <a:cubicBezTo>
                  <a:pt x="775208" y="73356"/>
                  <a:pt x="775658" y="72305"/>
                  <a:pt x="776558" y="71746"/>
                </a:cubicBezTo>
                <a:cubicBezTo>
                  <a:pt x="777459" y="71186"/>
                  <a:pt x="779211" y="70906"/>
                  <a:pt x="781816" y="70906"/>
                </a:cubicBezTo>
                <a:lnTo>
                  <a:pt x="783023" y="70906"/>
                </a:lnTo>
                <a:close/>
                <a:moveTo>
                  <a:pt x="855554" y="55047"/>
                </a:moveTo>
                <a:cubicBezTo>
                  <a:pt x="855861" y="60581"/>
                  <a:pt x="857728" y="64857"/>
                  <a:pt x="861157" y="67875"/>
                </a:cubicBezTo>
                <a:cubicBezTo>
                  <a:pt x="864585" y="70891"/>
                  <a:pt x="869268" y="72400"/>
                  <a:pt x="875206" y="72400"/>
                </a:cubicBezTo>
                <a:cubicBezTo>
                  <a:pt x="879688" y="72400"/>
                  <a:pt x="884572" y="71203"/>
                  <a:pt x="889858" y="68808"/>
                </a:cubicBezTo>
                <a:cubicBezTo>
                  <a:pt x="895144" y="66414"/>
                  <a:pt x="898343" y="65217"/>
                  <a:pt x="899454" y="65217"/>
                </a:cubicBezTo>
                <a:cubicBezTo>
                  <a:pt x="900603" y="65217"/>
                  <a:pt x="901561" y="65581"/>
                  <a:pt x="902327" y="66309"/>
                </a:cubicBezTo>
                <a:cubicBezTo>
                  <a:pt x="903093" y="67037"/>
                  <a:pt x="903476" y="67937"/>
                  <a:pt x="903476" y="69010"/>
                </a:cubicBezTo>
                <a:cubicBezTo>
                  <a:pt x="903476" y="70120"/>
                  <a:pt x="903074" y="71136"/>
                  <a:pt x="902269" y="72055"/>
                </a:cubicBezTo>
                <a:cubicBezTo>
                  <a:pt x="901465" y="72974"/>
                  <a:pt x="900182" y="73875"/>
                  <a:pt x="898420" y="74756"/>
                </a:cubicBezTo>
                <a:cubicBezTo>
                  <a:pt x="894589" y="76633"/>
                  <a:pt x="890634" y="78069"/>
                  <a:pt x="886554" y="79065"/>
                </a:cubicBezTo>
                <a:cubicBezTo>
                  <a:pt x="882474" y="80061"/>
                  <a:pt x="878423" y="80559"/>
                  <a:pt x="874401" y="80559"/>
                </a:cubicBezTo>
                <a:cubicBezTo>
                  <a:pt x="865667" y="80559"/>
                  <a:pt x="858676" y="78038"/>
                  <a:pt x="853428" y="72996"/>
                </a:cubicBezTo>
                <a:cubicBezTo>
                  <a:pt x="848180" y="67953"/>
                  <a:pt x="845556" y="61270"/>
                  <a:pt x="845556" y="52949"/>
                </a:cubicBezTo>
                <a:cubicBezTo>
                  <a:pt x="845556" y="44475"/>
                  <a:pt x="848334" y="37612"/>
                  <a:pt x="853888" y="32359"/>
                </a:cubicBezTo>
                <a:cubicBezTo>
                  <a:pt x="859442" y="27105"/>
                  <a:pt x="866682" y="24478"/>
                  <a:pt x="875608" y="24478"/>
                </a:cubicBezTo>
                <a:cubicBezTo>
                  <a:pt x="883691" y="24478"/>
                  <a:pt x="890394" y="26930"/>
                  <a:pt x="895719" y="31833"/>
                </a:cubicBezTo>
                <a:cubicBezTo>
                  <a:pt x="901044" y="36736"/>
                  <a:pt x="903706" y="42674"/>
                  <a:pt x="903706" y="49646"/>
                </a:cubicBezTo>
                <a:cubicBezTo>
                  <a:pt x="903706" y="51791"/>
                  <a:pt x="903256" y="53227"/>
                  <a:pt x="902356" y="53955"/>
                </a:cubicBezTo>
                <a:cubicBezTo>
                  <a:pt x="901455" y="54683"/>
                  <a:pt x="899013" y="55047"/>
                  <a:pt x="895029" y="55047"/>
                </a:cubicBezTo>
                <a:lnTo>
                  <a:pt x="894168" y="55047"/>
                </a:lnTo>
                <a:lnTo>
                  <a:pt x="855554" y="55047"/>
                </a:lnTo>
                <a:moveTo>
                  <a:pt x="855842" y="47462"/>
                </a:moveTo>
                <a:lnTo>
                  <a:pt x="893248" y="47462"/>
                </a:lnTo>
                <a:cubicBezTo>
                  <a:pt x="892674" y="42938"/>
                  <a:pt x="890768" y="39299"/>
                  <a:pt x="887531" y="36543"/>
                </a:cubicBezTo>
                <a:cubicBezTo>
                  <a:pt x="884294" y="33786"/>
                  <a:pt x="880320" y="32407"/>
                  <a:pt x="875608" y="32407"/>
                </a:cubicBezTo>
                <a:cubicBezTo>
                  <a:pt x="870513" y="32407"/>
                  <a:pt x="866223" y="33738"/>
                  <a:pt x="862737" y="36399"/>
                </a:cubicBezTo>
                <a:cubicBezTo>
                  <a:pt x="859251" y="39060"/>
                  <a:pt x="856953" y="42748"/>
                  <a:pt x="855842" y="47462"/>
                </a:cubicBezTo>
                <a:close/>
                <a:moveTo>
                  <a:pt x="923948" y="70906"/>
                </a:moveTo>
                <a:lnTo>
                  <a:pt x="923948" y="34121"/>
                </a:lnTo>
                <a:lnTo>
                  <a:pt x="922857" y="34121"/>
                </a:lnTo>
                <a:cubicBezTo>
                  <a:pt x="920252" y="34121"/>
                  <a:pt x="918461" y="33815"/>
                  <a:pt x="917484" y="33203"/>
                </a:cubicBezTo>
                <a:cubicBezTo>
                  <a:pt x="916507" y="32591"/>
                  <a:pt x="916019" y="31520"/>
                  <a:pt x="916019" y="29989"/>
                </a:cubicBezTo>
                <a:cubicBezTo>
                  <a:pt x="916019" y="28574"/>
                  <a:pt x="916421" y="27551"/>
                  <a:pt x="917225" y="26920"/>
                </a:cubicBezTo>
                <a:cubicBezTo>
                  <a:pt x="918030" y="26288"/>
                  <a:pt x="919332" y="25972"/>
                  <a:pt x="921133" y="25972"/>
                </a:cubicBezTo>
                <a:lnTo>
                  <a:pt x="923833" y="25972"/>
                </a:lnTo>
                <a:lnTo>
                  <a:pt x="929350" y="25972"/>
                </a:lnTo>
                <a:cubicBezTo>
                  <a:pt x="930384" y="25972"/>
                  <a:pt x="931188" y="26184"/>
                  <a:pt x="931763" y="26609"/>
                </a:cubicBezTo>
                <a:cubicBezTo>
                  <a:pt x="932338" y="27033"/>
                  <a:pt x="932625" y="27612"/>
                  <a:pt x="932625" y="28346"/>
                </a:cubicBezTo>
                <a:lnTo>
                  <a:pt x="932625" y="32284"/>
                </a:lnTo>
                <a:cubicBezTo>
                  <a:pt x="935421" y="29662"/>
                  <a:pt x="938189" y="27725"/>
                  <a:pt x="940928" y="26473"/>
                </a:cubicBezTo>
                <a:cubicBezTo>
                  <a:pt x="943667" y="25220"/>
                  <a:pt x="946511" y="24593"/>
                  <a:pt x="949461" y="24593"/>
                </a:cubicBezTo>
                <a:cubicBezTo>
                  <a:pt x="955245" y="24593"/>
                  <a:pt x="959794" y="26392"/>
                  <a:pt x="963107" y="29989"/>
                </a:cubicBezTo>
                <a:cubicBezTo>
                  <a:pt x="966421" y="33585"/>
                  <a:pt x="968078" y="38558"/>
                  <a:pt x="968078" y="44909"/>
                </a:cubicBezTo>
                <a:lnTo>
                  <a:pt x="968078" y="70906"/>
                </a:lnTo>
                <a:lnTo>
                  <a:pt x="970778" y="70906"/>
                </a:lnTo>
                <a:cubicBezTo>
                  <a:pt x="972694" y="70906"/>
                  <a:pt x="974073" y="71224"/>
                  <a:pt x="974915" y="71861"/>
                </a:cubicBezTo>
                <a:cubicBezTo>
                  <a:pt x="975758" y="72497"/>
                  <a:pt x="976180" y="73509"/>
                  <a:pt x="976180" y="74899"/>
                </a:cubicBezTo>
                <a:cubicBezTo>
                  <a:pt x="976180" y="76404"/>
                  <a:pt x="975729" y="77475"/>
                  <a:pt x="974829" y="78112"/>
                </a:cubicBezTo>
                <a:cubicBezTo>
                  <a:pt x="973929" y="78747"/>
                  <a:pt x="972330" y="79065"/>
                  <a:pt x="970031" y="79065"/>
                </a:cubicBezTo>
                <a:lnTo>
                  <a:pt x="957333" y="79065"/>
                </a:lnTo>
                <a:cubicBezTo>
                  <a:pt x="954881" y="79065"/>
                  <a:pt x="953310" y="78776"/>
                  <a:pt x="952621" y="78198"/>
                </a:cubicBezTo>
                <a:cubicBezTo>
                  <a:pt x="951931" y="77618"/>
                  <a:pt x="951587" y="76519"/>
                  <a:pt x="951587" y="74899"/>
                </a:cubicBezTo>
                <a:cubicBezTo>
                  <a:pt x="951587" y="73395"/>
                  <a:pt x="951989" y="72353"/>
                  <a:pt x="952793" y="71775"/>
                </a:cubicBezTo>
                <a:cubicBezTo>
                  <a:pt x="953598" y="71195"/>
                  <a:pt x="955111" y="70906"/>
                  <a:pt x="957333" y="70906"/>
                </a:cubicBezTo>
                <a:lnTo>
                  <a:pt x="959344" y="70906"/>
                </a:lnTo>
                <a:lnTo>
                  <a:pt x="959344" y="47076"/>
                </a:lnTo>
                <a:cubicBezTo>
                  <a:pt x="959344" y="42607"/>
                  <a:pt x="958329" y="39199"/>
                  <a:pt x="956298" y="36850"/>
                </a:cubicBezTo>
                <a:cubicBezTo>
                  <a:pt x="954268" y="34501"/>
                  <a:pt x="951318" y="33327"/>
                  <a:pt x="947450" y="33327"/>
                </a:cubicBezTo>
                <a:cubicBezTo>
                  <a:pt x="943542" y="33327"/>
                  <a:pt x="940095" y="34645"/>
                  <a:pt x="937107" y="37281"/>
                </a:cubicBezTo>
                <a:cubicBezTo>
                  <a:pt x="934119" y="39916"/>
                  <a:pt x="932625" y="43181"/>
                  <a:pt x="932625" y="47076"/>
                </a:cubicBezTo>
                <a:lnTo>
                  <a:pt x="932625" y="70906"/>
                </a:lnTo>
                <a:lnTo>
                  <a:pt x="934636" y="70906"/>
                </a:lnTo>
                <a:cubicBezTo>
                  <a:pt x="936934" y="70906"/>
                  <a:pt x="938486" y="71195"/>
                  <a:pt x="939290" y="71775"/>
                </a:cubicBezTo>
                <a:cubicBezTo>
                  <a:pt x="940095" y="72353"/>
                  <a:pt x="940497" y="73395"/>
                  <a:pt x="940497" y="74899"/>
                </a:cubicBezTo>
                <a:cubicBezTo>
                  <a:pt x="940497" y="76519"/>
                  <a:pt x="940152" y="77618"/>
                  <a:pt x="939463" y="78198"/>
                </a:cubicBezTo>
                <a:cubicBezTo>
                  <a:pt x="938773" y="78776"/>
                  <a:pt x="937088" y="79065"/>
                  <a:pt x="934406" y="79065"/>
                </a:cubicBezTo>
                <a:lnTo>
                  <a:pt x="923948" y="79065"/>
                </a:lnTo>
                <a:lnTo>
                  <a:pt x="920845" y="79065"/>
                </a:lnTo>
                <a:cubicBezTo>
                  <a:pt x="919275" y="79065"/>
                  <a:pt x="918097" y="78728"/>
                  <a:pt x="917312" y="78052"/>
                </a:cubicBezTo>
                <a:cubicBezTo>
                  <a:pt x="916526" y="77377"/>
                  <a:pt x="916134" y="76326"/>
                  <a:pt x="916134" y="74899"/>
                </a:cubicBezTo>
                <a:cubicBezTo>
                  <a:pt x="916134" y="73356"/>
                  <a:pt x="916584" y="72305"/>
                  <a:pt x="917484" y="71746"/>
                </a:cubicBezTo>
                <a:cubicBezTo>
                  <a:pt x="918384" y="71186"/>
                  <a:pt x="920137" y="70906"/>
                  <a:pt x="922742" y="70906"/>
                </a:cubicBezTo>
                <a:lnTo>
                  <a:pt x="923948" y="70906"/>
                </a:lnTo>
                <a:close/>
                <a:moveTo>
                  <a:pt x="1103315" y="29450"/>
                </a:moveTo>
                <a:lnTo>
                  <a:pt x="1103315" y="29220"/>
                </a:lnTo>
                <a:cubicBezTo>
                  <a:pt x="1103315" y="27945"/>
                  <a:pt x="1103679" y="27009"/>
                  <a:pt x="1104407" y="26410"/>
                </a:cubicBezTo>
                <a:cubicBezTo>
                  <a:pt x="1105135" y="25812"/>
                  <a:pt x="1106265" y="25512"/>
                  <a:pt x="1107797" y="25512"/>
                </a:cubicBezTo>
                <a:cubicBezTo>
                  <a:pt x="1109368" y="25512"/>
                  <a:pt x="1110450" y="25973"/>
                  <a:pt x="1111044" y="26895"/>
                </a:cubicBezTo>
                <a:cubicBezTo>
                  <a:pt x="1111638" y="27817"/>
                  <a:pt x="1111934" y="29718"/>
                  <a:pt x="1111934" y="32598"/>
                </a:cubicBezTo>
                <a:lnTo>
                  <a:pt x="1111934" y="43314"/>
                </a:lnTo>
                <a:cubicBezTo>
                  <a:pt x="1111934" y="44735"/>
                  <a:pt x="1111571" y="45801"/>
                  <a:pt x="1110843" y="46512"/>
                </a:cubicBezTo>
                <a:cubicBezTo>
                  <a:pt x="1110115" y="47222"/>
                  <a:pt x="1109023" y="47577"/>
                  <a:pt x="1107567" y="47577"/>
                </a:cubicBezTo>
                <a:cubicBezTo>
                  <a:pt x="1106533" y="47577"/>
                  <a:pt x="1105643" y="47280"/>
                  <a:pt x="1104896" y="46686"/>
                </a:cubicBezTo>
                <a:cubicBezTo>
                  <a:pt x="1104149" y="46093"/>
                  <a:pt x="1103239" y="44857"/>
                  <a:pt x="1102166" y="42980"/>
                </a:cubicBezTo>
                <a:cubicBezTo>
                  <a:pt x="1100327" y="39877"/>
                  <a:pt x="1098096" y="37531"/>
                  <a:pt x="1095472" y="35941"/>
                </a:cubicBezTo>
                <a:cubicBezTo>
                  <a:pt x="1092848" y="34352"/>
                  <a:pt x="1089831" y="33557"/>
                  <a:pt x="1086422" y="33557"/>
                </a:cubicBezTo>
                <a:cubicBezTo>
                  <a:pt x="1080446" y="33557"/>
                  <a:pt x="1075591" y="35319"/>
                  <a:pt x="1071856" y="38843"/>
                </a:cubicBezTo>
                <a:cubicBezTo>
                  <a:pt x="1068121" y="42367"/>
                  <a:pt x="1066254" y="46926"/>
                  <a:pt x="1066254" y="52519"/>
                </a:cubicBezTo>
                <a:cubicBezTo>
                  <a:pt x="1066254" y="58226"/>
                  <a:pt x="1068044" y="62890"/>
                  <a:pt x="1071626" y="66510"/>
                </a:cubicBezTo>
                <a:cubicBezTo>
                  <a:pt x="1075208" y="70130"/>
                  <a:pt x="1079814" y="71940"/>
                  <a:pt x="1085445" y="71940"/>
                </a:cubicBezTo>
                <a:cubicBezTo>
                  <a:pt x="1088012" y="71940"/>
                  <a:pt x="1090454" y="71586"/>
                  <a:pt x="1092771" y="70877"/>
                </a:cubicBezTo>
                <a:cubicBezTo>
                  <a:pt x="1095089" y="70168"/>
                  <a:pt x="1097282" y="69105"/>
                  <a:pt x="1099351" y="67688"/>
                </a:cubicBezTo>
                <a:cubicBezTo>
                  <a:pt x="1100078" y="67228"/>
                  <a:pt x="1101055" y="66520"/>
                  <a:pt x="1102281" y="65562"/>
                </a:cubicBezTo>
                <a:cubicBezTo>
                  <a:pt x="1104771" y="63532"/>
                  <a:pt x="1106725" y="62517"/>
                  <a:pt x="1108142" y="62517"/>
                </a:cubicBezTo>
                <a:cubicBezTo>
                  <a:pt x="1109330" y="62517"/>
                  <a:pt x="1110297" y="62890"/>
                  <a:pt x="1111044" y="63637"/>
                </a:cubicBezTo>
                <a:cubicBezTo>
                  <a:pt x="1111791" y="64384"/>
                  <a:pt x="1112164" y="65351"/>
                  <a:pt x="1112164" y="66539"/>
                </a:cubicBezTo>
                <a:cubicBezTo>
                  <a:pt x="1112164" y="69565"/>
                  <a:pt x="1109301" y="72658"/>
                  <a:pt x="1103574" y="75819"/>
                </a:cubicBezTo>
                <a:cubicBezTo>
                  <a:pt x="1097847" y="78979"/>
                  <a:pt x="1091766" y="80559"/>
                  <a:pt x="1085330" y="80559"/>
                </a:cubicBezTo>
                <a:cubicBezTo>
                  <a:pt x="1077018" y="80559"/>
                  <a:pt x="1070094" y="77894"/>
                  <a:pt x="1064559" y="72565"/>
                </a:cubicBezTo>
                <a:cubicBezTo>
                  <a:pt x="1059023" y="67234"/>
                  <a:pt x="1056256" y="60581"/>
                  <a:pt x="1056256" y="52605"/>
                </a:cubicBezTo>
                <a:cubicBezTo>
                  <a:pt x="1056256" y="44629"/>
                  <a:pt x="1059014" y="37966"/>
                  <a:pt x="1064530" y="32618"/>
                </a:cubicBezTo>
                <a:cubicBezTo>
                  <a:pt x="1070046" y="27268"/>
                  <a:pt x="1076941" y="24593"/>
                  <a:pt x="1085215" y="24593"/>
                </a:cubicBezTo>
                <a:cubicBezTo>
                  <a:pt x="1088127" y="24593"/>
                  <a:pt x="1091048" y="24989"/>
                  <a:pt x="1093978" y="25780"/>
                </a:cubicBezTo>
                <a:cubicBezTo>
                  <a:pt x="1096909" y="26570"/>
                  <a:pt x="1100021" y="27793"/>
                  <a:pt x="1103315" y="29450"/>
                </a:cubicBezTo>
                <a:close/>
                <a:moveTo>
                  <a:pt x="1169124" y="53725"/>
                </a:moveTo>
                <a:cubicBezTo>
                  <a:pt x="1167017" y="53036"/>
                  <a:pt x="1164977" y="52528"/>
                  <a:pt x="1163004" y="52202"/>
                </a:cubicBezTo>
                <a:cubicBezTo>
                  <a:pt x="1161031" y="51877"/>
                  <a:pt x="1159068" y="51714"/>
                  <a:pt x="1157115" y="51714"/>
                </a:cubicBezTo>
                <a:cubicBezTo>
                  <a:pt x="1151215" y="51714"/>
                  <a:pt x="1146561" y="52710"/>
                  <a:pt x="1143152" y="54702"/>
                </a:cubicBezTo>
                <a:cubicBezTo>
                  <a:pt x="1139742" y="56694"/>
                  <a:pt x="1138038" y="59375"/>
                  <a:pt x="1138038" y="62746"/>
                </a:cubicBezTo>
                <a:cubicBezTo>
                  <a:pt x="1138038" y="65351"/>
                  <a:pt x="1139101" y="67496"/>
                  <a:pt x="1141227" y="69182"/>
                </a:cubicBezTo>
                <a:cubicBezTo>
                  <a:pt x="1143353" y="70867"/>
                  <a:pt x="1146063" y="71710"/>
                  <a:pt x="1149357" y="71710"/>
                </a:cubicBezTo>
                <a:cubicBezTo>
                  <a:pt x="1154222" y="71710"/>
                  <a:pt x="1158733" y="70437"/>
                  <a:pt x="1162889" y="67889"/>
                </a:cubicBezTo>
                <a:cubicBezTo>
                  <a:pt x="1167046" y="65342"/>
                  <a:pt x="1169124" y="62689"/>
                  <a:pt x="1169124" y="59931"/>
                </a:cubicBezTo>
                <a:lnTo>
                  <a:pt x="1169124" y="53725"/>
                </a:lnTo>
                <a:moveTo>
                  <a:pt x="1169583" y="71825"/>
                </a:moveTo>
                <a:cubicBezTo>
                  <a:pt x="1166442" y="74660"/>
                  <a:pt x="1163023" y="76824"/>
                  <a:pt x="1159327" y="78318"/>
                </a:cubicBezTo>
                <a:cubicBezTo>
                  <a:pt x="1155630" y="79812"/>
                  <a:pt x="1151828" y="80559"/>
                  <a:pt x="1147921" y="80559"/>
                </a:cubicBezTo>
                <a:cubicBezTo>
                  <a:pt x="1142213" y="80559"/>
                  <a:pt x="1137607" y="78967"/>
                  <a:pt x="1134102" y="75783"/>
                </a:cubicBezTo>
                <a:cubicBezTo>
                  <a:pt x="1130597" y="72598"/>
                  <a:pt x="1128844" y="68455"/>
                  <a:pt x="1128844" y="63352"/>
                </a:cubicBezTo>
                <a:cubicBezTo>
                  <a:pt x="1128844" y="57290"/>
                  <a:pt x="1131171" y="52590"/>
                  <a:pt x="1135826" y="49252"/>
                </a:cubicBezTo>
                <a:cubicBezTo>
                  <a:pt x="1140480" y="45914"/>
                  <a:pt x="1147021" y="44244"/>
                  <a:pt x="1155448" y="44244"/>
                </a:cubicBezTo>
                <a:cubicBezTo>
                  <a:pt x="1157670" y="44244"/>
                  <a:pt x="1159911" y="44388"/>
                  <a:pt x="1162171" y="44675"/>
                </a:cubicBezTo>
                <a:cubicBezTo>
                  <a:pt x="1164431" y="44963"/>
                  <a:pt x="1166749" y="45413"/>
                  <a:pt x="1169124" y="46026"/>
                </a:cubicBezTo>
                <a:lnTo>
                  <a:pt x="1169124" y="45623"/>
                </a:lnTo>
                <a:cubicBezTo>
                  <a:pt x="1169124" y="41235"/>
                  <a:pt x="1168070" y="37992"/>
                  <a:pt x="1165963" y="35896"/>
                </a:cubicBezTo>
                <a:cubicBezTo>
                  <a:pt x="1163857" y="33800"/>
                  <a:pt x="1160581" y="32752"/>
                  <a:pt x="1156138" y="32752"/>
                </a:cubicBezTo>
                <a:cubicBezTo>
                  <a:pt x="1153150" y="32752"/>
                  <a:pt x="1149817" y="33557"/>
                  <a:pt x="1146140" y="35166"/>
                </a:cubicBezTo>
                <a:cubicBezTo>
                  <a:pt x="1142462" y="36774"/>
                  <a:pt x="1140030" y="37579"/>
                  <a:pt x="1138842" y="37579"/>
                </a:cubicBezTo>
                <a:cubicBezTo>
                  <a:pt x="1137731" y="37579"/>
                  <a:pt x="1136812" y="37129"/>
                  <a:pt x="1136084" y="36229"/>
                </a:cubicBezTo>
                <a:cubicBezTo>
                  <a:pt x="1135356" y="35328"/>
                  <a:pt x="1134992" y="34170"/>
                  <a:pt x="1134992" y="32752"/>
                </a:cubicBezTo>
                <a:cubicBezTo>
                  <a:pt x="1134992" y="30477"/>
                  <a:pt x="1137109" y="28548"/>
                  <a:pt x="1141342" y="26967"/>
                </a:cubicBezTo>
                <a:cubicBezTo>
                  <a:pt x="1145575" y="25384"/>
                  <a:pt x="1150985" y="24593"/>
                  <a:pt x="1157574" y="24593"/>
                </a:cubicBezTo>
                <a:cubicBezTo>
                  <a:pt x="1164316" y="24593"/>
                  <a:pt x="1169411" y="26310"/>
                  <a:pt x="1172859" y="29743"/>
                </a:cubicBezTo>
                <a:cubicBezTo>
                  <a:pt x="1176306" y="33175"/>
                  <a:pt x="1178030" y="38247"/>
                  <a:pt x="1178030" y="44959"/>
                </a:cubicBezTo>
                <a:lnTo>
                  <a:pt x="1178030" y="71021"/>
                </a:lnTo>
                <a:lnTo>
                  <a:pt x="1180846" y="71021"/>
                </a:lnTo>
                <a:cubicBezTo>
                  <a:pt x="1183565" y="71021"/>
                  <a:pt x="1185385" y="71306"/>
                  <a:pt x="1186304" y="71877"/>
                </a:cubicBezTo>
                <a:cubicBezTo>
                  <a:pt x="1187224" y="72447"/>
                  <a:pt x="1187683" y="73474"/>
                  <a:pt x="1187683" y="74957"/>
                </a:cubicBezTo>
                <a:cubicBezTo>
                  <a:pt x="1187683" y="76326"/>
                  <a:pt x="1187300" y="77353"/>
                  <a:pt x="1186534" y="78038"/>
                </a:cubicBezTo>
                <a:cubicBezTo>
                  <a:pt x="1185768" y="78723"/>
                  <a:pt x="1184619" y="79065"/>
                  <a:pt x="1183087" y="79065"/>
                </a:cubicBezTo>
                <a:lnTo>
                  <a:pt x="1174065" y="79065"/>
                </a:lnTo>
                <a:cubicBezTo>
                  <a:pt x="1172993" y="79065"/>
                  <a:pt x="1172112" y="78742"/>
                  <a:pt x="1171422" y="78097"/>
                </a:cubicBezTo>
                <a:cubicBezTo>
                  <a:pt x="1170733" y="77451"/>
                  <a:pt x="1170273" y="76519"/>
                  <a:pt x="1170043" y="75303"/>
                </a:cubicBezTo>
                <a:lnTo>
                  <a:pt x="1169583" y="71825"/>
                </a:lnTo>
                <a:close/>
                <a:moveTo>
                  <a:pt x="1229819" y="71021"/>
                </a:moveTo>
                <a:cubicBezTo>
                  <a:pt x="1235220" y="71021"/>
                  <a:pt x="1239606" y="69319"/>
                  <a:pt x="1242977" y="65916"/>
                </a:cubicBezTo>
                <a:cubicBezTo>
                  <a:pt x="1246348" y="62511"/>
                  <a:pt x="1248033" y="58093"/>
                  <a:pt x="1248033" y="52662"/>
                </a:cubicBezTo>
                <a:cubicBezTo>
                  <a:pt x="1248033" y="47346"/>
                  <a:pt x="1246319" y="42967"/>
                  <a:pt x="1242891" y="39525"/>
                </a:cubicBezTo>
                <a:cubicBezTo>
                  <a:pt x="1239462" y="36083"/>
                  <a:pt x="1235105" y="34361"/>
                  <a:pt x="1229819" y="34361"/>
                </a:cubicBezTo>
                <a:cubicBezTo>
                  <a:pt x="1224494" y="34361"/>
                  <a:pt x="1220137" y="36073"/>
                  <a:pt x="1216746" y="39497"/>
                </a:cubicBezTo>
                <a:cubicBezTo>
                  <a:pt x="1213356" y="42919"/>
                  <a:pt x="1211661" y="47308"/>
                  <a:pt x="1211661" y="52662"/>
                </a:cubicBezTo>
                <a:cubicBezTo>
                  <a:pt x="1211661" y="58017"/>
                  <a:pt x="1213356" y="62415"/>
                  <a:pt x="1216746" y="65858"/>
                </a:cubicBezTo>
                <a:cubicBezTo>
                  <a:pt x="1220137" y="69300"/>
                  <a:pt x="1224494" y="71021"/>
                  <a:pt x="1229819" y="71021"/>
                </a:cubicBezTo>
                <a:moveTo>
                  <a:pt x="1211891" y="34246"/>
                </a:moveTo>
                <a:cubicBezTo>
                  <a:pt x="1214036" y="31565"/>
                  <a:pt x="1216718" y="29515"/>
                  <a:pt x="1219936" y="28098"/>
                </a:cubicBezTo>
                <a:cubicBezTo>
                  <a:pt x="1223153" y="26681"/>
                  <a:pt x="1226792" y="25972"/>
                  <a:pt x="1230853" y="25972"/>
                </a:cubicBezTo>
                <a:cubicBezTo>
                  <a:pt x="1238553" y="25972"/>
                  <a:pt x="1244969" y="28567"/>
                  <a:pt x="1250102" y="33758"/>
                </a:cubicBezTo>
                <a:cubicBezTo>
                  <a:pt x="1255235" y="38948"/>
                  <a:pt x="1257802" y="45374"/>
                  <a:pt x="1257802" y="53036"/>
                </a:cubicBezTo>
                <a:cubicBezTo>
                  <a:pt x="1257802" y="60582"/>
                  <a:pt x="1255168" y="66979"/>
                  <a:pt x="1249901" y="72227"/>
                </a:cubicBezTo>
                <a:cubicBezTo>
                  <a:pt x="1244634" y="77475"/>
                  <a:pt x="1238208" y="80099"/>
                  <a:pt x="1230623" y="80099"/>
                </a:cubicBezTo>
                <a:cubicBezTo>
                  <a:pt x="1226601" y="80099"/>
                  <a:pt x="1223096" y="79387"/>
                  <a:pt x="1220108" y="77961"/>
                </a:cubicBezTo>
                <a:cubicBezTo>
                  <a:pt x="1217120" y="76534"/>
                  <a:pt x="1214668" y="74375"/>
                  <a:pt x="1212753" y="71484"/>
                </a:cubicBezTo>
                <a:lnTo>
                  <a:pt x="1212753" y="76113"/>
                </a:lnTo>
                <a:cubicBezTo>
                  <a:pt x="1212753" y="77156"/>
                  <a:pt x="1212571" y="77909"/>
                  <a:pt x="1212207" y="78372"/>
                </a:cubicBezTo>
                <a:cubicBezTo>
                  <a:pt x="1211843" y="78834"/>
                  <a:pt x="1211240" y="79065"/>
                  <a:pt x="1210397" y="79065"/>
                </a:cubicBezTo>
                <a:lnTo>
                  <a:pt x="1199882" y="79065"/>
                </a:lnTo>
                <a:cubicBezTo>
                  <a:pt x="1198388" y="79065"/>
                  <a:pt x="1197277" y="78718"/>
                  <a:pt x="1196549" y="78024"/>
                </a:cubicBezTo>
                <a:cubicBezTo>
                  <a:pt x="1195821" y="77329"/>
                  <a:pt x="1195458" y="76288"/>
                  <a:pt x="1195458" y="74899"/>
                </a:cubicBezTo>
                <a:cubicBezTo>
                  <a:pt x="1195458" y="73356"/>
                  <a:pt x="1195898" y="72305"/>
                  <a:pt x="1196779" y="71746"/>
                </a:cubicBezTo>
                <a:cubicBezTo>
                  <a:pt x="1197660" y="71186"/>
                  <a:pt x="1199403" y="70906"/>
                  <a:pt x="1202008" y="70906"/>
                </a:cubicBezTo>
                <a:lnTo>
                  <a:pt x="1203215" y="70906"/>
                </a:lnTo>
                <a:lnTo>
                  <a:pt x="1203215" y="12067"/>
                </a:lnTo>
                <a:lnTo>
                  <a:pt x="1202123" y="12067"/>
                </a:lnTo>
                <a:cubicBezTo>
                  <a:pt x="1199518" y="12067"/>
                  <a:pt x="1197737" y="11764"/>
                  <a:pt x="1196779" y="11160"/>
                </a:cubicBezTo>
                <a:cubicBezTo>
                  <a:pt x="1195821" y="10555"/>
                  <a:pt x="1195343" y="9498"/>
                  <a:pt x="1195343" y="7987"/>
                </a:cubicBezTo>
                <a:cubicBezTo>
                  <a:pt x="1195343" y="6627"/>
                  <a:pt x="1195726" y="5607"/>
                  <a:pt x="1196492" y="4927"/>
                </a:cubicBezTo>
                <a:cubicBezTo>
                  <a:pt x="1197258" y="4247"/>
                  <a:pt x="1198388" y="3907"/>
                  <a:pt x="1199882" y="3907"/>
                </a:cubicBezTo>
                <a:lnTo>
                  <a:pt x="1208616" y="3907"/>
                </a:lnTo>
                <a:cubicBezTo>
                  <a:pt x="1209765" y="3907"/>
                  <a:pt x="1210598" y="4099"/>
                  <a:pt x="1211115" y="4482"/>
                </a:cubicBezTo>
                <a:cubicBezTo>
                  <a:pt x="1211633" y="4864"/>
                  <a:pt x="1211891" y="5456"/>
                  <a:pt x="1211891" y="6260"/>
                </a:cubicBezTo>
                <a:lnTo>
                  <a:pt x="1211891" y="34246"/>
                </a:lnTo>
                <a:close/>
                <a:moveTo>
                  <a:pt x="1291777" y="9423"/>
                </a:moveTo>
                <a:cubicBezTo>
                  <a:pt x="1291777" y="5286"/>
                  <a:pt x="1292151" y="2681"/>
                  <a:pt x="1292898" y="1609"/>
                </a:cubicBezTo>
                <a:cubicBezTo>
                  <a:pt x="1293645" y="536"/>
                  <a:pt x="1295244" y="0"/>
                  <a:pt x="1297696" y="0"/>
                </a:cubicBezTo>
                <a:cubicBezTo>
                  <a:pt x="1300071" y="0"/>
                  <a:pt x="1301641" y="450"/>
                  <a:pt x="1302408" y="1350"/>
                </a:cubicBezTo>
                <a:cubicBezTo>
                  <a:pt x="1303174" y="2251"/>
                  <a:pt x="1303557" y="4386"/>
                  <a:pt x="1303557" y="7757"/>
                </a:cubicBezTo>
                <a:cubicBezTo>
                  <a:pt x="1303557" y="11051"/>
                  <a:pt x="1303202" y="13091"/>
                  <a:pt x="1302494" y="13877"/>
                </a:cubicBezTo>
                <a:cubicBezTo>
                  <a:pt x="1301785" y="14662"/>
                  <a:pt x="1300186" y="15055"/>
                  <a:pt x="1297696" y="15055"/>
                </a:cubicBezTo>
                <a:cubicBezTo>
                  <a:pt x="1295244" y="15055"/>
                  <a:pt x="1293645" y="14691"/>
                  <a:pt x="1292898" y="13963"/>
                </a:cubicBezTo>
                <a:cubicBezTo>
                  <a:pt x="1292151" y="13235"/>
                  <a:pt x="1291777" y="11722"/>
                  <a:pt x="1291777" y="9423"/>
                </a:cubicBezTo>
                <a:moveTo>
                  <a:pt x="1302408" y="70906"/>
                </a:moveTo>
                <a:lnTo>
                  <a:pt x="1320852" y="70906"/>
                </a:lnTo>
                <a:cubicBezTo>
                  <a:pt x="1322346" y="70906"/>
                  <a:pt x="1323447" y="71224"/>
                  <a:pt x="1324156" y="71861"/>
                </a:cubicBezTo>
                <a:cubicBezTo>
                  <a:pt x="1324865" y="72497"/>
                  <a:pt x="1325219" y="73509"/>
                  <a:pt x="1325219" y="74899"/>
                </a:cubicBezTo>
                <a:cubicBezTo>
                  <a:pt x="1325219" y="76481"/>
                  <a:pt x="1324884" y="77571"/>
                  <a:pt x="1324214" y="78169"/>
                </a:cubicBezTo>
                <a:cubicBezTo>
                  <a:pt x="1323543" y="78766"/>
                  <a:pt x="1322308" y="79065"/>
                  <a:pt x="1320507" y="79065"/>
                </a:cubicBezTo>
                <a:lnTo>
                  <a:pt x="1275918" y="79065"/>
                </a:lnTo>
                <a:cubicBezTo>
                  <a:pt x="1274386" y="79065"/>
                  <a:pt x="1273237" y="78718"/>
                  <a:pt x="1272471" y="78024"/>
                </a:cubicBezTo>
                <a:cubicBezTo>
                  <a:pt x="1271705" y="77329"/>
                  <a:pt x="1271322" y="76288"/>
                  <a:pt x="1271322" y="74899"/>
                </a:cubicBezTo>
                <a:cubicBezTo>
                  <a:pt x="1271322" y="73549"/>
                  <a:pt x="1271724" y="72546"/>
                  <a:pt x="1272528" y="71890"/>
                </a:cubicBezTo>
                <a:cubicBezTo>
                  <a:pt x="1273333" y="71234"/>
                  <a:pt x="1274539" y="70906"/>
                  <a:pt x="1276148" y="70906"/>
                </a:cubicBezTo>
                <a:lnTo>
                  <a:pt x="1293674" y="70906"/>
                </a:lnTo>
                <a:lnTo>
                  <a:pt x="1293674" y="34131"/>
                </a:lnTo>
                <a:lnTo>
                  <a:pt x="1282469" y="34131"/>
                </a:lnTo>
                <a:cubicBezTo>
                  <a:pt x="1280898" y="34131"/>
                  <a:pt x="1279701" y="33777"/>
                  <a:pt x="1278878" y="33068"/>
                </a:cubicBezTo>
                <a:cubicBezTo>
                  <a:pt x="1278054" y="32360"/>
                  <a:pt x="1277642" y="31335"/>
                  <a:pt x="1277642" y="29994"/>
                </a:cubicBezTo>
                <a:cubicBezTo>
                  <a:pt x="1277642" y="28653"/>
                  <a:pt x="1278025" y="27648"/>
                  <a:pt x="1278791" y="26978"/>
                </a:cubicBezTo>
                <a:cubicBezTo>
                  <a:pt x="1279558" y="26307"/>
                  <a:pt x="1280707" y="25972"/>
                  <a:pt x="1282239" y="25972"/>
                </a:cubicBezTo>
                <a:lnTo>
                  <a:pt x="1299075" y="25972"/>
                </a:lnTo>
                <a:cubicBezTo>
                  <a:pt x="1300109" y="25972"/>
                  <a:pt x="1300923" y="26183"/>
                  <a:pt x="1301517" y="26604"/>
                </a:cubicBezTo>
                <a:cubicBezTo>
                  <a:pt x="1302111" y="27024"/>
                  <a:pt x="1302408" y="27598"/>
                  <a:pt x="1302408" y="28324"/>
                </a:cubicBezTo>
                <a:lnTo>
                  <a:pt x="1302408" y="70906"/>
                </a:lnTo>
                <a:close/>
                <a:moveTo>
                  <a:pt x="1346037" y="70906"/>
                </a:moveTo>
                <a:lnTo>
                  <a:pt x="1346037" y="34121"/>
                </a:lnTo>
                <a:lnTo>
                  <a:pt x="1344945" y="34121"/>
                </a:lnTo>
                <a:cubicBezTo>
                  <a:pt x="1342340" y="34121"/>
                  <a:pt x="1340549" y="33815"/>
                  <a:pt x="1339572" y="33203"/>
                </a:cubicBezTo>
                <a:cubicBezTo>
                  <a:pt x="1338595" y="32591"/>
                  <a:pt x="1338107" y="31520"/>
                  <a:pt x="1338107" y="29989"/>
                </a:cubicBezTo>
                <a:cubicBezTo>
                  <a:pt x="1338107" y="28574"/>
                  <a:pt x="1338509" y="27551"/>
                  <a:pt x="1339314" y="26920"/>
                </a:cubicBezTo>
                <a:cubicBezTo>
                  <a:pt x="1340118" y="26288"/>
                  <a:pt x="1341421" y="25972"/>
                  <a:pt x="1343221" y="25972"/>
                </a:cubicBezTo>
                <a:lnTo>
                  <a:pt x="1345922" y="25972"/>
                </a:lnTo>
                <a:lnTo>
                  <a:pt x="1351438" y="25972"/>
                </a:lnTo>
                <a:cubicBezTo>
                  <a:pt x="1352472" y="25972"/>
                  <a:pt x="1353276" y="26184"/>
                  <a:pt x="1353851" y="26609"/>
                </a:cubicBezTo>
                <a:cubicBezTo>
                  <a:pt x="1354426" y="27033"/>
                  <a:pt x="1354713" y="27612"/>
                  <a:pt x="1354713" y="28346"/>
                </a:cubicBezTo>
                <a:lnTo>
                  <a:pt x="1354713" y="32284"/>
                </a:lnTo>
                <a:cubicBezTo>
                  <a:pt x="1357509" y="29662"/>
                  <a:pt x="1360277" y="27725"/>
                  <a:pt x="1363016" y="26473"/>
                </a:cubicBezTo>
                <a:cubicBezTo>
                  <a:pt x="1365755" y="25220"/>
                  <a:pt x="1368599" y="24593"/>
                  <a:pt x="1371549" y="24593"/>
                </a:cubicBezTo>
                <a:cubicBezTo>
                  <a:pt x="1377333" y="24593"/>
                  <a:pt x="1381882" y="26392"/>
                  <a:pt x="1385196" y="29989"/>
                </a:cubicBezTo>
                <a:cubicBezTo>
                  <a:pt x="1388509" y="33585"/>
                  <a:pt x="1390166" y="38558"/>
                  <a:pt x="1390166" y="44909"/>
                </a:cubicBezTo>
                <a:lnTo>
                  <a:pt x="1390166" y="70906"/>
                </a:lnTo>
                <a:lnTo>
                  <a:pt x="1392866" y="70906"/>
                </a:lnTo>
                <a:cubicBezTo>
                  <a:pt x="1394782" y="70906"/>
                  <a:pt x="1396161" y="71224"/>
                  <a:pt x="1397004" y="71861"/>
                </a:cubicBezTo>
                <a:cubicBezTo>
                  <a:pt x="1397846" y="72497"/>
                  <a:pt x="1398268" y="73509"/>
                  <a:pt x="1398268" y="74899"/>
                </a:cubicBezTo>
                <a:cubicBezTo>
                  <a:pt x="1398268" y="76404"/>
                  <a:pt x="1397818" y="77475"/>
                  <a:pt x="1396917" y="78112"/>
                </a:cubicBezTo>
                <a:cubicBezTo>
                  <a:pt x="1396017" y="78747"/>
                  <a:pt x="1394418" y="79065"/>
                  <a:pt x="1392120" y="79065"/>
                </a:cubicBezTo>
                <a:lnTo>
                  <a:pt x="1379421" y="79065"/>
                </a:lnTo>
                <a:cubicBezTo>
                  <a:pt x="1376969" y="79065"/>
                  <a:pt x="1375399" y="78776"/>
                  <a:pt x="1374709" y="78198"/>
                </a:cubicBezTo>
                <a:cubicBezTo>
                  <a:pt x="1374020" y="77618"/>
                  <a:pt x="1373675" y="76519"/>
                  <a:pt x="1373675" y="74899"/>
                </a:cubicBezTo>
                <a:cubicBezTo>
                  <a:pt x="1373675" y="73395"/>
                  <a:pt x="1374077" y="72353"/>
                  <a:pt x="1374881" y="71775"/>
                </a:cubicBezTo>
                <a:cubicBezTo>
                  <a:pt x="1375686" y="71195"/>
                  <a:pt x="1377199" y="70906"/>
                  <a:pt x="1379421" y="70906"/>
                </a:cubicBezTo>
                <a:lnTo>
                  <a:pt x="1381432" y="70906"/>
                </a:lnTo>
                <a:lnTo>
                  <a:pt x="1381432" y="47076"/>
                </a:lnTo>
                <a:cubicBezTo>
                  <a:pt x="1381432" y="42607"/>
                  <a:pt x="1380417" y="39199"/>
                  <a:pt x="1378387" y="36850"/>
                </a:cubicBezTo>
                <a:cubicBezTo>
                  <a:pt x="1376356" y="34501"/>
                  <a:pt x="1373407" y="33327"/>
                  <a:pt x="1369538" y="33327"/>
                </a:cubicBezTo>
                <a:cubicBezTo>
                  <a:pt x="1365630" y="33327"/>
                  <a:pt x="1362183" y="34645"/>
                  <a:pt x="1359195" y="37281"/>
                </a:cubicBezTo>
                <a:cubicBezTo>
                  <a:pt x="1356207" y="39916"/>
                  <a:pt x="1354713" y="43181"/>
                  <a:pt x="1354713" y="47076"/>
                </a:cubicBezTo>
                <a:lnTo>
                  <a:pt x="1354713" y="70906"/>
                </a:lnTo>
                <a:lnTo>
                  <a:pt x="1356724" y="70906"/>
                </a:lnTo>
                <a:cubicBezTo>
                  <a:pt x="1359022" y="70906"/>
                  <a:pt x="1360574" y="71195"/>
                  <a:pt x="1361378" y="71775"/>
                </a:cubicBezTo>
                <a:cubicBezTo>
                  <a:pt x="1362183" y="72353"/>
                  <a:pt x="1362585" y="73395"/>
                  <a:pt x="1362585" y="74899"/>
                </a:cubicBezTo>
                <a:cubicBezTo>
                  <a:pt x="1362585" y="76519"/>
                  <a:pt x="1362240" y="77618"/>
                  <a:pt x="1361551" y="78198"/>
                </a:cubicBezTo>
                <a:cubicBezTo>
                  <a:pt x="1360861" y="78776"/>
                  <a:pt x="1359176" y="79065"/>
                  <a:pt x="1356494" y="79065"/>
                </a:cubicBezTo>
                <a:lnTo>
                  <a:pt x="1346037" y="79065"/>
                </a:lnTo>
                <a:lnTo>
                  <a:pt x="1342934" y="79065"/>
                </a:lnTo>
                <a:cubicBezTo>
                  <a:pt x="1341363" y="79065"/>
                  <a:pt x="1340185" y="78728"/>
                  <a:pt x="1339400" y="78052"/>
                </a:cubicBezTo>
                <a:cubicBezTo>
                  <a:pt x="1338615" y="77377"/>
                  <a:pt x="1338222" y="76326"/>
                  <a:pt x="1338222" y="74899"/>
                </a:cubicBezTo>
                <a:cubicBezTo>
                  <a:pt x="1338222" y="73356"/>
                  <a:pt x="1338672" y="72305"/>
                  <a:pt x="1339572" y="71746"/>
                </a:cubicBezTo>
                <a:cubicBezTo>
                  <a:pt x="1340472" y="71186"/>
                  <a:pt x="1342225" y="70906"/>
                  <a:pt x="1344830" y="70906"/>
                </a:cubicBezTo>
                <a:lnTo>
                  <a:pt x="1346037" y="70906"/>
                </a:lnTo>
                <a:close/>
                <a:moveTo>
                  <a:pt x="1418338" y="55047"/>
                </a:moveTo>
                <a:cubicBezTo>
                  <a:pt x="1418645" y="60581"/>
                  <a:pt x="1420512" y="64857"/>
                  <a:pt x="1423941" y="67875"/>
                </a:cubicBezTo>
                <a:cubicBezTo>
                  <a:pt x="1427369" y="70891"/>
                  <a:pt x="1432052" y="72400"/>
                  <a:pt x="1437990" y="72400"/>
                </a:cubicBezTo>
                <a:cubicBezTo>
                  <a:pt x="1442472" y="72400"/>
                  <a:pt x="1447356" y="71203"/>
                  <a:pt x="1452642" y="68808"/>
                </a:cubicBezTo>
                <a:cubicBezTo>
                  <a:pt x="1457928" y="66414"/>
                  <a:pt x="1461127" y="65217"/>
                  <a:pt x="1462238" y="65217"/>
                </a:cubicBezTo>
                <a:cubicBezTo>
                  <a:pt x="1463387" y="65217"/>
                  <a:pt x="1464345" y="65581"/>
                  <a:pt x="1465111" y="66309"/>
                </a:cubicBezTo>
                <a:cubicBezTo>
                  <a:pt x="1465877" y="67037"/>
                  <a:pt x="1466260" y="67937"/>
                  <a:pt x="1466260" y="69010"/>
                </a:cubicBezTo>
                <a:cubicBezTo>
                  <a:pt x="1466260" y="70120"/>
                  <a:pt x="1465858" y="71136"/>
                  <a:pt x="1465053" y="72055"/>
                </a:cubicBezTo>
                <a:cubicBezTo>
                  <a:pt x="1464249" y="72974"/>
                  <a:pt x="1462966" y="73875"/>
                  <a:pt x="1461204" y="74756"/>
                </a:cubicBezTo>
                <a:cubicBezTo>
                  <a:pt x="1457373" y="76633"/>
                  <a:pt x="1453418" y="78069"/>
                  <a:pt x="1449338" y="79065"/>
                </a:cubicBezTo>
                <a:cubicBezTo>
                  <a:pt x="1445258" y="80061"/>
                  <a:pt x="1441207" y="80559"/>
                  <a:pt x="1437185" y="80559"/>
                </a:cubicBezTo>
                <a:cubicBezTo>
                  <a:pt x="1428451" y="80559"/>
                  <a:pt x="1421460" y="78038"/>
                  <a:pt x="1416212" y="72996"/>
                </a:cubicBezTo>
                <a:cubicBezTo>
                  <a:pt x="1410964" y="67953"/>
                  <a:pt x="1408340" y="61270"/>
                  <a:pt x="1408340" y="52949"/>
                </a:cubicBezTo>
                <a:cubicBezTo>
                  <a:pt x="1408340" y="44475"/>
                  <a:pt x="1411118" y="37612"/>
                  <a:pt x="1416672" y="32359"/>
                </a:cubicBezTo>
                <a:cubicBezTo>
                  <a:pt x="1422227" y="27105"/>
                  <a:pt x="1429466" y="24478"/>
                  <a:pt x="1438392" y="24478"/>
                </a:cubicBezTo>
                <a:cubicBezTo>
                  <a:pt x="1446475" y="24478"/>
                  <a:pt x="1453178" y="26930"/>
                  <a:pt x="1458503" y="31833"/>
                </a:cubicBezTo>
                <a:cubicBezTo>
                  <a:pt x="1463828" y="36736"/>
                  <a:pt x="1466490" y="42674"/>
                  <a:pt x="1466490" y="49646"/>
                </a:cubicBezTo>
                <a:cubicBezTo>
                  <a:pt x="1466490" y="51791"/>
                  <a:pt x="1466040" y="53227"/>
                  <a:pt x="1465140" y="53955"/>
                </a:cubicBezTo>
                <a:cubicBezTo>
                  <a:pt x="1464239" y="54683"/>
                  <a:pt x="1461797" y="55047"/>
                  <a:pt x="1457813" y="55047"/>
                </a:cubicBezTo>
                <a:lnTo>
                  <a:pt x="1456952" y="55047"/>
                </a:lnTo>
                <a:lnTo>
                  <a:pt x="1418338" y="55047"/>
                </a:lnTo>
                <a:moveTo>
                  <a:pt x="1418626" y="47462"/>
                </a:moveTo>
                <a:lnTo>
                  <a:pt x="1456032" y="47462"/>
                </a:lnTo>
                <a:cubicBezTo>
                  <a:pt x="1455458" y="42938"/>
                  <a:pt x="1453552" y="39299"/>
                  <a:pt x="1450315" y="36543"/>
                </a:cubicBezTo>
                <a:cubicBezTo>
                  <a:pt x="1447078" y="33786"/>
                  <a:pt x="1443104" y="32407"/>
                  <a:pt x="1438392" y="32407"/>
                </a:cubicBezTo>
                <a:cubicBezTo>
                  <a:pt x="1433297" y="32407"/>
                  <a:pt x="1429007" y="33738"/>
                  <a:pt x="1425521" y="36399"/>
                </a:cubicBezTo>
                <a:cubicBezTo>
                  <a:pt x="1422035" y="39060"/>
                  <a:pt x="1419737" y="42748"/>
                  <a:pt x="1418626" y="47462"/>
                </a:cubicBezTo>
                <a:close/>
                <a:moveTo>
                  <a:pt x="1523795" y="29190"/>
                </a:moveTo>
                <a:cubicBezTo>
                  <a:pt x="1525672" y="29190"/>
                  <a:pt x="1527041" y="29518"/>
                  <a:pt x="1527903" y="30174"/>
                </a:cubicBezTo>
                <a:cubicBezTo>
                  <a:pt x="1528765" y="30830"/>
                  <a:pt x="1529196" y="31871"/>
                  <a:pt x="1529196" y="33298"/>
                </a:cubicBezTo>
                <a:cubicBezTo>
                  <a:pt x="1529196" y="34648"/>
                  <a:pt x="1528794" y="35661"/>
                  <a:pt x="1527990" y="36336"/>
                </a:cubicBezTo>
                <a:cubicBezTo>
                  <a:pt x="1527185" y="37011"/>
                  <a:pt x="1525978" y="37349"/>
                  <a:pt x="1524370" y="37349"/>
                </a:cubicBezTo>
                <a:lnTo>
                  <a:pt x="1501098" y="37349"/>
                </a:lnTo>
                <a:lnTo>
                  <a:pt x="1501098" y="56541"/>
                </a:lnTo>
                <a:cubicBezTo>
                  <a:pt x="1501098" y="62823"/>
                  <a:pt x="1501912" y="66960"/>
                  <a:pt x="1503540" y="68952"/>
                </a:cubicBezTo>
                <a:cubicBezTo>
                  <a:pt x="1505168" y="70944"/>
                  <a:pt x="1507955" y="71940"/>
                  <a:pt x="1511901" y="71940"/>
                </a:cubicBezTo>
                <a:cubicBezTo>
                  <a:pt x="1515387" y="71940"/>
                  <a:pt x="1519562" y="70925"/>
                  <a:pt x="1524427" y="68895"/>
                </a:cubicBezTo>
                <a:cubicBezTo>
                  <a:pt x="1529292" y="66864"/>
                  <a:pt x="1532299" y="65849"/>
                  <a:pt x="1533448" y="65849"/>
                </a:cubicBezTo>
                <a:cubicBezTo>
                  <a:pt x="1534521" y="65849"/>
                  <a:pt x="1535431" y="66232"/>
                  <a:pt x="1536178" y="66998"/>
                </a:cubicBezTo>
                <a:cubicBezTo>
                  <a:pt x="1536925" y="67765"/>
                  <a:pt x="1537298" y="68703"/>
                  <a:pt x="1537298" y="69814"/>
                </a:cubicBezTo>
                <a:cubicBezTo>
                  <a:pt x="1537298" y="71078"/>
                  <a:pt x="1536829" y="72176"/>
                  <a:pt x="1535890" y="73109"/>
                </a:cubicBezTo>
                <a:cubicBezTo>
                  <a:pt x="1534952" y="74042"/>
                  <a:pt x="1533353" y="74945"/>
                  <a:pt x="1531092" y="75820"/>
                </a:cubicBezTo>
                <a:cubicBezTo>
                  <a:pt x="1527338" y="77304"/>
                  <a:pt x="1523958" y="78388"/>
                  <a:pt x="1520951" y="79072"/>
                </a:cubicBezTo>
                <a:cubicBezTo>
                  <a:pt x="1517944" y="79757"/>
                  <a:pt x="1515119" y="80099"/>
                  <a:pt x="1512475" y="80099"/>
                </a:cubicBezTo>
                <a:cubicBezTo>
                  <a:pt x="1507993" y="80099"/>
                  <a:pt x="1504230" y="79382"/>
                  <a:pt x="1501184" y="77948"/>
                </a:cubicBezTo>
                <a:cubicBezTo>
                  <a:pt x="1498139" y="76513"/>
                  <a:pt x="1495869" y="74380"/>
                  <a:pt x="1494375" y="71549"/>
                </a:cubicBezTo>
                <a:cubicBezTo>
                  <a:pt x="1493609" y="70210"/>
                  <a:pt x="1493063" y="68623"/>
                  <a:pt x="1492738" y="66787"/>
                </a:cubicBezTo>
                <a:cubicBezTo>
                  <a:pt x="1492412" y="64950"/>
                  <a:pt x="1492249" y="62119"/>
                  <a:pt x="1492249" y="58293"/>
                </a:cubicBezTo>
                <a:lnTo>
                  <a:pt x="1492249" y="56516"/>
                </a:lnTo>
                <a:lnTo>
                  <a:pt x="1492249" y="37349"/>
                </a:lnTo>
                <a:lnTo>
                  <a:pt x="1482481" y="37349"/>
                </a:lnTo>
                <a:cubicBezTo>
                  <a:pt x="1480872" y="37349"/>
                  <a:pt x="1479704" y="37031"/>
                  <a:pt x="1478976" y="36396"/>
                </a:cubicBezTo>
                <a:cubicBezTo>
                  <a:pt x="1478248" y="35759"/>
                  <a:pt x="1477884" y="34726"/>
                  <a:pt x="1477884" y="33298"/>
                </a:cubicBezTo>
                <a:cubicBezTo>
                  <a:pt x="1477884" y="31717"/>
                  <a:pt x="1478382" y="30637"/>
                  <a:pt x="1479378" y="30059"/>
                </a:cubicBezTo>
                <a:cubicBezTo>
                  <a:pt x="1480374" y="29479"/>
                  <a:pt x="1482500" y="29190"/>
                  <a:pt x="1485756" y="29190"/>
                </a:cubicBezTo>
                <a:lnTo>
                  <a:pt x="1492249" y="29190"/>
                </a:lnTo>
                <a:lnTo>
                  <a:pt x="1492249" y="17410"/>
                </a:lnTo>
                <a:lnTo>
                  <a:pt x="1492249" y="14365"/>
                </a:lnTo>
                <a:cubicBezTo>
                  <a:pt x="1492249" y="12718"/>
                  <a:pt x="1492604" y="11502"/>
                  <a:pt x="1493312" y="10716"/>
                </a:cubicBezTo>
                <a:cubicBezTo>
                  <a:pt x="1494021" y="9931"/>
                  <a:pt x="1495122" y="9538"/>
                  <a:pt x="1496616" y="9538"/>
                </a:cubicBezTo>
                <a:cubicBezTo>
                  <a:pt x="1498302" y="9538"/>
                  <a:pt x="1499470" y="10017"/>
                  <a:pt x="1500121" y="10975"/>
                </a:cubicBezTo>
                <a:cubicBezTo>
                  <a:pt x="1500773" y="11933"/>
                  <a:pt x="1501098" y="14116"/>
                  <a:pt x="1501098" y="17525"/>
                </a:cubicBezTo>
                <a:lnTo>
                  <a:pt x="1501098" y="29190"/>
                </a:lnTo>
                <a:lnTo>
                  <a:pt x="1523795" y="29190"/>
                </a:lnTo>
                <a:close/>
                <a:moveTo>
                  <a:pt x="1566734" y="99460"/>
                </a:moveTo>
                <a:cubicBezTo>
                  <a:pt x="1566734" y="98693"/>
                  <a:pt x="1567385" y="96995"/>
                  <a:pt x="1568688" y="94367"/>
                </a:cubicBezTo>
                <a:cubicBezTo>
                  <a:pt x="1569990" y="91741"/>
                  <a:pt x="1570986" y="89641"/>
                  <a:pt x="1571675" y="88068"/>
                </a:cubicBezTo>
                <a:cubicBezTo>
                  <a:pt x="1574242" y="81932"/>
                  <a:pt x="1576081" y="76323"/>
                  <a:pt x="1577192" y="71242"/>
                </a:cubicBezTo>
                <a:cubicBezTo>
                  <a:pt x="1578303" y="66160"/>
                  <a:pt x="1578858" y="60915"/>
                  <a:pt x="1578858" y="55506"/>
                </a:cubicBezTo>
                <a:cubicBezTo>
                  <a:pt x="1578858" y="50597"/>
                  <a:pt x="1578389" y="45774"/>
                  <a:pt x="1577450" y="41037"/>
                </a:cubicBezTo>
                <a:cubicBezTo>
                  <a:pt x="1576512" y="36300"/>
                  <a:pt x="1575085" y="31554"/>
                  <a:pt x="1573169" y="26798"/>
                </a:cubicBezTo>
                <a:cubicBezTo>
                  <a:pt x="1572173" y="24267"/>
                  <a:pt x="1570852" y="21286"/>
                  <a:pt x="1569205" y="17854"/>
                </a:cubicBezTo>
                <a:cubicBezTo>
                  <a:pt x="1567557" y="14421"/>
                  <a:pt x="1566734" y="12282"/>
                  <a:pt x="1566734" y="11438"/>
                </a:cubicBezTo>
                <a:cubicBezTo>
                  <a:pt x="1566734" y="10671"/>
                  <a:pt x="1566925" y="10048"/>
                  <a:pt x="1567309" y="9569"/>
                </a:cubicBezTo>
                <a:cubicBezTo>
                  <a:pt x="1567692" y="9089"/>
                  <a:pt x="1568190" y="8849"/>
                  <a:pt x="1568802" y="8849"/>
                </a:cubicBezTo>
                <a:cubicBezTo>
                  <a:pt x="1570067" y="8849"/>
                  <a:pt x="1571417" y="9473"/>
                  <a:pt x="1572853" y="10720"/>
                </a:cubicBezTo>
                <a:cubicBezTo>
                  <a:pt x="1574290" y="11966"/>
                  <a:pt x="1575966" y="13950"/>
                  <a:pt x="1577881" y="16672"/>
                </a:cubicBezTo>
                <a:cubicBezTo>
                  <a:pt x="1581980" y="22502"/>
                  <a:pt x="1585045" y="28658"/>
                  <a:pt x="1587075" y="35140"/>
                </a:cubicBezTo>
                <a:cubicBezTo>
                  <a:pt x="1589105" y="41623"/>
                  <a:pt x="1590120" y="48411"/>
                  <a:pt x="1590120" y="55506"/>
                </a:cubicBezTo>
                <a:cubicBezTo>
                  <a:pt x="1590120" y="61989"/>
                  <a:pt x="1589268" y="68183"/>
                  <a:pt x="1587563" y="74089"/>
                </a:cubicBezTo>
                <a:cubicBezTo>
                  <a:pt x="1585859" y="79996"/>
                  <a:pt x="1583302" y="85711"/>
                  <a:pt x="1579892" y="91234"/>
                </a:cubicBezTo>
                <a:cubicBezTo>
                  <a:pt x="1577517" y="94992"/>
                  <a:pt x="1575439" y="97753"/>
                  <a:pt x="1573658" y="99517"/>
                </a:cubicBezTo>
                <a:cubicBezTo>
                  <a:pt x="1571877" y="101282"/>
                  <a:pt x="1570258" y="102164"/>
                  <a:pt x="1568802" y="102164"/>
                </a:cubicBezTo>
                <a:cubicBezTo>
                  <a:pt x="1568190" y="102164"/>
                  <a:pt x="1567692" y="101914"/>
                  <a:pt x="1567309" y="101415"/>
                </a:cubicBezTo>
                <a:cubicBezTo>
                  <a:pt x="1566925" y="100917"/>
                  <a:pt x="1566734" y="100265"/>
                  <a:pt x="1566734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…">
            <a:extLst xmlns:a="http://schemas.openxmlformats.org/drawingml/2006/main">
              <a:ext uri="{FF2B5EF4-FFF2-40B4-BE49-F238E27FC236}">
                <a16:creationId xmlns:a16="http://schemas.microsoft.com/office/drawing/2014/main" id="{826C05F5-4A76-4DE8-A9B0-DCF4787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773" y="2090126"/>
            <a:ext cx="63436" cy="16204"/>
          </a:xfrm>
          <a:custGeom xmlns:a="http://schemas.openxmlformats.org/drawingml/2006/main">
            <a:pathLst>
              <a:path w="63436" h="16204">
                <a:moveTo>
                  <a:pt x="0" y="8131"/>
                </a:moveTo>
                <a:cubicBezTo>
                  <a:pt x="0" y="5900"/>
                  <a:pt x="795" y="3988"/>
                  <a:pt x="2385" y="2394"/>
                </a:cubicBezTo>
                <a:cubicBezTo>
                  <a:pt x="3974" y="798"/>
                  <a:pt x="5861" y="0"/>
                  <a:pt x="8044" y="0"/>
                </a:cubicBezTo>
                <a:cubicBezTo>
                  <a:pt x="10266" y="0"/>
                  <a:pt x="12172" y="798"/>
                  <a:pt x="13762" y="2394"/>
                </a:cubicBezTo>
                <a:cubicBezTo>
                  <a:pt x="15351" y="3988"/>
                  <a:pt x="16146" y="5900"/>
                  <a:pt x="16146" y="8131"/>
                </a:cubicBezTo>
                <a:cubicBezTo>
                  <a:pt x="16146" y="10399"/>
                  <a:pt x="15351" y="12312"/>
                  <a:pt x="13762" y="13869"/>
                </a:cubicBezTo>
                <a:cubicBezTo>
                  <a:pt x="12172" y="15426"/>
                  <a:pt x="10266" y="16204"/>
                  <a:pt x="8044" y="16204"/>
                </a:cubicBezTo>
                <a:cubicBezTo>
                  <a:pt x="5784" y="16204"/>
                  <a:pt x="3879" y="15426"/>
                  <a:pt x="2327" y="13869"/>
                </a:cubicBezTo>
                <a:cubicBezTo>
                  <a:pt x="776" y="12312"/>
                  <a:pt x="0" y="10399"/>
                  <a:pt x="0" y="8131"/>
                </a:cubicBezTo>
                <a:moveTo>
                  <a:pt x="47347" y="8131"/>
                </a:moveTo>
                <a:cubicBezTo>
                  <a:pt x="47347" y="5900"/>
                  <a:pt x="48132" y="3988"/>
                  <a:pt x="49703" y="2394"/>
                </a:cubicBezTo>
                <a:cubicBezTo>
                  <a:pt x="51274" y="798"/>
                  <a:pt x="53151" y="0"/>
                  <a:pt x="55334" y="0"/>
                </a:cubicBezTo>
                <a:cubicBezTo>
                  <a:pt x="57556" y="0"/>
                  <a:pt x="59462" y="798"/>
                  <a:pt x="61051" y="2394"/>
                </a:cubicBezTo>
                <a:cubicBezTo>
                  <a:pt x="62641" y="3988"/>
                  <a:pt x="63436" y="5900"/>
                  <a:pt x="63436" y="8131"/>
                </a:cubicBezTo>
                <a:cubicBezTo>
                  <a:pt x="63436" y="10399"/>
                  <a:pt x="62651" y="12312"/>
                  <a:pt x="61080" y="13869"/>
                </a:cubicBezTo>
                <a:cubicBezTo>
                  <a:pt x="59510" y="15426"/>
                  <a:pt x="57594" y="16204"/>
                  <a:pt x="55334" y="16204"/>
                </a:cubicBezTo>
                <a:cubicBezTo>
                  <a:pt x="53112" y="16204"/>
                  <a:pt x="51226" y="15426"/>
                  <a:pt x="49674" y="13869"/>
                </a:cubicBezTo>
                <a:cubicBezTo>
                  <a:pt x="48123" y="12312"/>
                  <a:pt x="47347" y="10399"/>
                  <a:pt x="47347" y="8131"/>
                </a:cubicBezTo>
                <a:moveTo>
                  <a:pt x="23674" y="8131"/>
                </a:moveTo>
                <a:cubicBezTo>
                  <a:pt x="23674" y="5940"/>
                  <a:pt x="24478" y="4037"/>
                  <a:pt x="26087" y="2422"/>
                </a:cubicBezTo>
                <a:cubicBezTo>
                  <a:pt x="27696" y="807"/>
                  <a:pt x="29592" y="0"/>
                  <a:pt x="31775" y="0"/>
                </a:cubicBezTo>
                <a:cubicBezTo>
                  <a:pt x="33997" y="0"/>
                  <a:pt x="35893" y="798"/>
                  <a:pt x="37464" y="2394"/>
                </a:cubicBezTo>
                <a:cubicBezTo>
                  <a:pt x="39035" y="3988"/>
                  <a:pt x="39820" y="5900"/>
                  <a:pt x="39820" y="8131"/>
                </a:cubicBezTo>
                <a:cubicBezTo>
                  <a:pt x="39820" y="10399"/>
                  <a:pt x="39044" y="12312"/>
                  <a:pt x="37493" y="13869"/>
                </a:cubicBezTo>
                <a:cubicBezTo>
                  <a:pt x="35941" y="15426"/>
                  <a:pt x="34036" y="16204"/>
                  <a:pt x="31775" y="16204"/>
                </a:cubicBezTo>
                <a:cubicBezTo>
                  <a:pt x="29554" y="16204"/>
                  <a:pt x="27648" y="15426"/>
                  <a:pt x="26058" y="13869"/>
                </a:cubicBezTo>
                <a:cubicBezTo>
                  <a:pt x="24468" y="12312"/>
                  <a:pt x="23674" y="10399"/>
                  <a:pt x="23674" y="81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walktowardsfridge">
            <a:extLst xmlns:a="http://schemas.openxmlformats.org/drawingml/2006/main">
              <a:ext uri="{FF2B5EF4-FFF2-40B4-BE49-F238E27FC236}">
                <a16:creationId xmlns:a16="http://schemas.microsoft.com/office/drawing/2014/main" id="{7E372446-67C6-4002-A2E7-425559CA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348" y="3212442"/>
            <a:ext cx="1331425" cy="102049"/>
          </a:xfrm>
          <a:custGeom xmlns:a="http://schemas.openxmlformats.org/drawingml/2006/main">
            <a:pathLst>
              <a:path w="1331425" h="102049">
                <a:moveTo>
                  <a:pt x="36085" y="49901"/>
                </a:moveTo>
                <a:lnTo>
                  <a:pt x="28673" y="77223"/>
                </a:lnTo>
                <a:cubicBezTo>
                  <a:pt x="28290" y="78680"/>
                  <a:pt x="27715" y="79695"/>
                  <a:pt x="26949" y="80270"/>
                </a:cubicBezTo>
                <a:cubicBezTo>
                  <a:pt x="26183" y="80846"/>
                  <a:pt x="25033" y="81134"/>
                  <a:pt x="23501" y="81134"/>
                </a:cubicBezTo>
                <a:cubicBezTo>
                  <a:pt x="22122" y="81134"/>
                  <a:pt x="21050" y="80769"/>
                  <a:pt x="20283" y="80040"/>
                </a:cubicBezTo>
                <a:cubicBezTo>
                  <a:pt x="19517" y="79312"/>
                  <a:pt x="18828" y="77990"/>
                  <a:pt x="18215" y="76072"/>
                </a:cubicBezTo>
                <a:lnTo>
                  <a:pt x="5056" y="34131"/>
                </a:lnTo>
                <a:lnTo>
                  <a:pt x="4539" y="34131"/>
                </a:lnTo>
                <a:cubicBezTo>
                  <a:pt x="2930" y="34131"/>
                  <a:pt x="1772" y="33815"/>
                  <a:pt x="1063" y="33183"/>
                </a:cubicBezTo>
                <a:cubicBezTo>
                  <a:pt x="354" y="32551"/>
                  <a:pt x="0" y="31488"/>
                  <a:pt x="0" y="29994"/>
                </a:cubicBezTo>
                <a:cubicBezTo>
                  <a:pt x="0" y="28692"/>
                  <a:pt x="373" y="27696"/>
                  <a:pt x="1120" y="27006"/>
                </a:cubicBezTo>
                <a:cubicBezTo>
                  <a:pt x="1867" y="26317"/>
                  <a:pt x="2969" y="25972"/>
                  <a:pt x="4424" y="25972"/>
                </a:cubicBezTo>
                <a:lnTo>
                  <a:pt x="19766" y="25972"/>
                </a:lnTo>
                <a:cubicBezTo>
                  <a:pt x="21835" y="25972"/>
                  <a:pt x="23233" y="26269"/>
                  <a:pt x="23961" y="26863"/>
                </a:cubicBezTo>
                <a:cubicBezTo>
                  <a:pt x="24689" y="27456"/>
                  <a:pt x="25053" y="28500"/>
                  <a:pt x="25053" y="29994"/>
                </a:cubicBezTo>
                <a:cubicBezTo>
                  <a:pt x="25053" y="30914"/>
                  <a:pt x="24842" y="31708"/>
                  <a:pt x="24421" y="32379"/>
                </a:cubicBezTo>
                <a:cubicBezTo>
                  <a:pt x="23999" y="33049"/>
                  <a:pt x="23463" y="33461"/>
                  <a:pt x="22812" y="33614"/>
                </a:cubicBezTo>
                <a:cubicBezTo>
                  <a:pt x="22160" y="33806"/>
                  <a:pt x="21404" y="33940"/>
                  <a:pt x="20542" y="34016"/>
                </a:cubicBezTo>
                <a:cubicBezTo>
                  <a:pt x="19680" y="34093"/>
                  <a:pt x="18636" y="34131"/>
                  <a:pt x="17410" y="34131"/>
                </a:cubicBezTo>
                <a:lnTo>
                  <a:pt x="14078" y="34131"/>
                </a:lnTo>
                <a:lnTo>
                  <a:pt x="23961" y="68652"/>
                </a:lnTo>
                <a:lnTo>
                  <a:pt x="31373" y="43600"/>
                </a:lnTo>
                <a:cubicBezTo>
                  <a:pt x="31795" y="42144"/>
                  <a:pt x="32388" y="41129"/>
                  <a:pt x="33154" y="40554"/>
                </a:cubicBezTo>
                <a:cubicBezTo>
                  <a:pt x="33921" y="39980"/>
                  <a:pt x="35051" y="39692"/>
                  <a:pt x="36545" y="39692"/>
                </a:cubicBezTo>
                <a:cubicBezTo>
                  <a:pt x="37924" y="39692"/>
                  <a:pt x="39006" y="40066"/>
                  <a:pt x="39791" y="40813"/>
                </a:cubicBezTo>
                <a:cubicBezTo>
                  <a:pt x="40576" y="41560"/>
                  <a:pt x="41276" y="42872"/>
                  <a:pt x="41888" y="44749"/>
                </a:cubicBezTo>
                <a:lnTo>
                  <a:pt x="49071" y="68652"/>
                </a:lnTo>
                <a:lnTo>
                  <a:pt x="58552" y="34131"/>
                </a:lnTo>
                <a:lnTo>
                  <a:pt x="57173" y="34131"/>
                </a:lnTo>
                <a:lnTo>
                  <a:pt x="54702" y="34131"/>
                </a:lnTo>
                <a:cubicBezTo>
                  <a:pt x="52059" y="34131"/>
                  <a:pt x="50278" y="33834"/>
                  <a:pt x="49358" y="33241"/>
                </a:cubicBezTo>
                <a:cubicBezTo>
                  <a:pt x="48439" y="32647"/>
                  <a:pt x="47979" y="31565"/>
                  <a:pt x="47979" y="29994"/>
                </a:cubicBezTo>
                <a:cubicBezTo>
                  <a:pt x="47979" y="28462"/>
                  <a:pt x="48324" y="27408"/>
                  <a:pt x="49013" y="26834"/>
                </a:cubicBezTo>
                <a:cubicBezTo>
                  <a:pt x="49703" y="26259"/>
                  <a:pt x="51044" y="25972"/>
                  <a:pt x="53036" y="25972"/>
                </a:cubicBezTo>
                <a:lnTo>
                  <a:pt x="68435" y="25972"/>
                </a:lnTo>
                <a:cubicBezTo>
                  <a:pt x="69622" y="25972"/>
                  <a:pt x="70513" y="26317"/>
                  <a:pt x="71107" y="27006"/>
                </a:cubicBezTo>
                <a:cubicBezTo>
                  <a:pt x="71701" y="27696"/>
                  <a:pt x="71998" y="28692"/>
                  <a:pt x="71998" y="29994"/>
                </a:cubicBezTo>
                <a:cubicBezTo>
                  <a:pt x="71998" y="31450"/>
                  <a:pt x="71653" y="32484"/>
                  <a:pt x="70963" y="33097"/>
                </a:cubicBezTo>
                <a:cubicBezTo>
                  <a:pt x="70274" y="33710"/>
                  <a:pt x="68971" y="34055"/>
                  <a:pt x="67056" y="34131"/>
                </a:cubicBezTo>
                <a:lnTo>
                  <a:pt x="54127" y="77221"/>
                </a:lnTo>
                <a:cubicBezTo>
                  <a:pt x="53629" y="78679"/>
                  <a:pt x="53007" y="79695"/>
                  <a:pt x="52260" y="80270"/>
                </a:cubicBezTo>
                <a:cubicBezTo>
                  <a:pt x="51513" y="80846"/>
                  <a:pt x="50393" y="81134"/>
                  <a:pt x="48899" y="81134"/>
                </a:cubicBezTo>
                <a:cubicBezTo>
                  <a:pt x="47520" y="81134"/>
                  <a:pt x="46428" y="80760"/>
                  <a:pt x="45623" y="80011"/>
                </a:cubicBezTo>
                <a:cubicBezTo>
                  <a:pt x="44819" y="79264"/>
                  <a:pt x="44149" y="77951"/>
                  <a:pt x="43612" y="76072"/>
                </a:cubicBezTo>
                <a:lnTo>
                  <a:pt x="36085" y="49901"/>
                </a:lnTo>
                <a:close/>
                <a:moveTo>
                  <a:pt x="119534" y="53725"/>
                </a:moveTo>
                <a:cubicBezTo>
                  <a:pt x="117427" y="53036"/>
                  <a:pt x="115387" y="52528"/>
                  <a:pt x="113415" y="52202"/>
                </a:cubicBezTo>
                <a:cubicBezTo>
                  <a:pt x="111442" y="51877"/>
                  <a:pt x="109479" y="51714"/>
                  <a:pt x="107525" y="51714"/>
                </a:cubicBezTo>
                <a:cubicBezTo>
                  <a:pt x="101626" y="51714"/>
                  <a:pt x="96971" y="52710"/>
                  <a:pt x="93562" y="54702"/>
                </a:cubicBezTo>
                <a:cubicBezTo>
                  <a:pt x="90153" y="56694"/>
                  <a:pt x="88448" y="59375"/>
                  <a:pt x="88448" y="62746"/>
                </a:cubicBezTo>
                <a:cubicBezTo>
                  <a:pt x="88448" y="65351"/>
                  <a:pt x="89511" y="67496"/>
                  <a:pt x="91637" y="69182"/>
                </a:cubicBezTo>
                <a:cubicBezTo>
                  <a:pt x="93763" y="70867"/>
                  <a:pt x="96473" y="71710"/>
                  <a:pt x="99768" y="71710"/>
                </a:cubicBezTo>
                <a:cubicBezTo>
                  <a:pt x="104633" y="71710"/>
                  <a:pt x="109143" y="70437"/>
                  <a:pt x="113300" y="67889"/>
                </a:cubicBezTo>
                <a:cubicBezTo>
                  <a:pt x="117456" y="65342"/>
                  <a:pt x="119534" y="62689"/>
                  <a:pt x="119534" y="59931"/>
                </a:cubicBezTo>
                <a:lnTo>
                  <a:pt x="119534" y="53725"/>
                </a:lnTo>
                <a:moveTo>
                  <a:pt x="119994" y="71825"/>
                </a:moveTo>
                <a:cubicBezTo>
                  <a:pt x="116853" y="74660"/>
                  <a:pt x="113434" y="76824"/>
                  <a:pt x="109737" y="78318"/>
                </a:cubicBezTo>
                <a:cubicBezTo>
                  <a:pt x="106041" y="79812"/>
                  <a:pt x="102239" y="80559"/>
                  <a:pt x="98331" y="80559"/>
                </a:cubicBezTo>
                <a:cubicBezTo>
                  <a:pt x="92624" y="80559"/>
                  <a:pt x="88017" y="78967"/>
                  <a:pt x="84512" y="75783"/>
                </a:cubicBezTo>
                <a:cubicBezTo>
                  <a:pt x="81007" y="72598"/>
                  <a:pt x="79255" y="68455"/>
                  <a:pt x="79255" y="63352"/>
                </a:cubicBezTo>
                <a:cubicBezTo>
                  <a:pt x="79255" y="57290"/>
                  <a:pt x="81582" y="52590"/>
                  <a:pt x="86236" y="49252"/>
                </a:cubicBezTo>
                <a:cubicBezTo>
                  <a:pt x="90890" y="45914"/>
                  <a:pt x="97431" y="44244"/>
                  <a:pt x="105859" y="44244"/>
                </a:cubicBezTo>
                <a:cubicBezTo>
                  <a:pt x="108080" y="44244"/>
                  <a:pt x="110321" y="44388"/>
                  <a:pt x="112581" y="44675"/>
                </a:cubicBezTo>
                <a:cubicBezTo>
                  <a:pt x="114841" y="44963"/>
                  <a:pt x="117159" y="45413"/>
                  <a:pt x="119534" y="46026"/>
                </a:cubicBezTo>
                <a:lnTo>
                  <a:pt x="119534" y="45623"/>
                </a:lnTo>
                <a:cubicBezTo>
                  <a:pt x="119534" y="41235"/>
                  <a:pt x="118481" y="37992"/>
                  <a:pt x="116374" y="35896"/>
                </a:cubicBezTo>
                <a:cubicBezTo>
                  <a:pt x="114267" y="33800"/>
                  <a:pt x="110992" y="32752"/>
                  <a:pt x="106548" y="32752"/>
                </a:cubicBezTo>
                <a:cubicBezTo>
                  <a:pt x="103560" y="32752"/>
                  <a:pt x="100227" y="33557"/>
                  <a:pt x="96550" y="35166"/>
                </a:cubicBezTo>
                <a:cubicBezTo>
                  <a:pt x="92873" y="36774"/>
                  <a:pt x="90440" y="37579"/>
                  <a:pt x="89253" y="37579"/>
                </a:cubicBezTo>
                <a:cubicBezTo>
                  <a:pt x="88142" y="37579"/>
                  <a:pt x="87222" y="37129"/>
                  <a:pt x="86495" y="36229"/>
                </a:cubicBezTo>
                <a:cubicBezTo>
                  <a:pt x="85767" y="35328"/>
                  <a:pt x="85403" y="34170"/>
                  <a:pt x="85403" y="32752"/>
                </a:cubicBezTo>
                <a:cubicBezTo>
                  <a:pt x="85403" y="30477"/>
                  <a:pt x="87519" y="28548"/>
                  <a:pt x="91752" y="26967"/>
                </a:cubicBezTo>
                <a:cubicBezTo>
                  <a:pt x="95985" y="25384"/>
                  <a:pt x="101396" y="24593"/>
                  <a:pt x="107985" y="24593"/>
                </a:cubicBezTo>
                <a:cubicBezTo>
                  <a:pt x="114727" y="24593"/>
                  <a:pt x="119821" y="26310"/>
                  <a:pt x="123269" y="29743"/>
                </a:cubicBezTo>
                <a:cubicBezTo>
                  <a:pt x="126717" y="33175"/>
                  <a:pt x="128440" y="38247"/>
                  <a:pt x="128440" y="44959"/>
                </a:cubicBezTo>
                <a:lnTo>
                  <a:pt x="128440" y="71021"/>
                </a:lnTo>
                <a:lnTo>
                  <a:pt x="131256" y="71021"/>
                </a:lnTo>
                <a:cubicBezTo>
                  <a:pt x="133976" y="71021"/>
                  <a:pt x="135795" y="71306"/>
                  <a:pt x="136715" y="71877"/>
                </a:cubicBezTo>
                <a:cubicBezTo>
                  <a:pt x="137634" y="72447"/>
                  <a:pt x="138094" y="73474"/>
                  <a:pt x="138094" y="74957"/>
                </a:cubicBezTo>
                <a:cubicBezTo>
                  <a:pt x="138094" y="76326"/>
                  <a:pt x="137711" y="77353"/>
                  <a:pt x="136944" y="78038"/>
                </a:cubicBezTo>
                <a:cubicBezTo>
                  <a:pt x="136178" y="78723"/>
                  <a:pt x="135029" y="79065"/>
                  <a:pt x="133497" y="79065"/>
                </a:cubicBezTo>
                <a:lnTo>
                  <a:pt x="124476" y="79065"/>
                </a:lnTo>
                <a:cubicBezTo>
                  <a:pt x="123403" y="79065"/>
                  <a:pt x="122522" y="78742"/>
                  <a:pt x="121832" y="78097"/>
                </a:cubicBezTo>
                <a:cubicBezTo>
                  <a:pt x="121143" y="77451"/>
                  <a:pt x="120683" y="76519"/>
                  <a:pt x="120453" y="75303"/>
                </a:cubicBezTo>
                <a:lnTo>
                  <a:pt x="119994" y="71825"/>
                </a:lnTo>
                <a:close/>
                <a:moveTo>
                  <a:pt x="173276" y="12067"/>
                </a:moveTo>
                <a:lnTo>
                  <a:pt x="163508" y="12067"/>
                </a:lnTo>
                <a:cubicBezTo>
                  <a:pt x="159792" y="12067"/>
                  <a:pt x="157465" y="11774"/>
                  <a:pt x="156527" y="11189"/>
                </a:cubicBezTo>
                <a:cubicBezTo>
                  <a:pt x="155588" y="10603"/>
                  <a:pt x="155119" y="9536"/>
                  <a:pt x="155119" y="7987"/>
                </a:cubicBezTo>
                <a:cubicBezTo>
                  <a:pt x="155119" y="6627"/>
                  <a:pt x="155512" y="5607"/>
                  <a:pt x="156297" y="4927"/>
                </a:cubicBezTo>
                <a:cubicBezTo>
                  <a:pt x="157082" y="4247"/>
                  <a:pt x="158222" y="3907"/>
                  <a:pt x="159716" y="3907"/>
                </a:cubicBezTo>
                <a:lnTo>
                  <a:pt x="178678" y="3907"/>
                </a:lnTo>
                <a:cubicBezTo>
                  <a:pt x="179712" y="3907"/>
                  <a:pt x="180516" y="4118"/>
                  <a:pt x="181091" y="4539"/>
                </a:cubicBezTo>
                <a:cubicBezTo>
                  <a:pt x="181665" y="4960"/>
                  <a:pt x="181953" y="5533"/>
                  <a:pt x="181953" y="6260"/>
                </a:cubicBezTo>
                <a:lnTo>
                  <a:pt x="181953" y="70906"/>
                </a:lnTo>
                <a:lnTo>
                  <a:pt x="199995" y="70906"/>
                </a:lnTo>
                <a:cubicBezTo>
                  <a:pt x="201451" y="70906"/>
                  <a:pt x="202514" y="71224"/>
                  <a:pt x="203184" y="71861"/>
                </a:cubicBezTo>
                <a:cubicBezTo>
                  <a:pt x="203855" y="72497"/>
                  <a:pt x="204190" y="73509"/>
                  <a:pt x="204190" y="74899"/>
                </a:cubicBezTo>
                <a:cubicBezTo>
                  <a:pt x="204190" y="76481"/>
                  <a:pt x="203864" y="77571"/>
                  <a:pt x="203213" y="78169"/>
                </a:cubicBezTo>
                <a:cubicBezTo>
                  <a:pt x="202562" y="78766"/>
                  <a:pt x="201336" y="79065"/>
                  <a:pt x="199536" y="79065"/>
                </a:cubicBezTo>
                <a:lnTo>
                  <a:pt x="157130" y="79065"/>
                </a:lnTo>
                <a:cubicBezTo>
                  <a:pt x="155636" y="79065"/>
                  <a:pt x="154496" y="78718"/>
                  <a:pt x="153711" y="78024"/>
                </a:cubicBezTo>
                <a:cubicBezTo>
                  <a:pt x="152926" y="77329"/>
                  <a:pt x="152533" y="76288"/>
                  <a:pt x="152533" y="74899"/>
                </a:cubicBezTo>
                <a:cubicBezTo>
                  <a:pt x="152533" y="73549"/>
                  <a:pt x="152935" y="72546"/>
                  <a:pt x="153740" y="71890"/>
                </a:cubicBezTo>
                <a:cubicBezTo>
                  <a:pt x="154544" y="71234"/>
                  <a:pt x="155751" y="70906"/>
                  <a:pt x="157360" y="70906"/>
                </a:cubicBezTo>
                <a:lnTo>
                  <a:pt x="173276" y="70906"/>
                </a:lnTo>
                <a:lnTo>
                  <a:pt x="173276" y="12067"/>
                </a:lnTo>
                <a:close/>
                <a:moveTo>
                  <a:pt x="237016" y="57052"/>
                </a:moveTo>
                <a:lnTo>
                  <a:pt x="237016" y="74005"/>
                </a:lnTo>
                <a:cubicBezTo>
                  <a:pt x="237016" y="75538"/>
                  <a:pt x="236700" y="76765"/>
                  <a:pt x="236068" y="77686"/>
                </a:cubicBezTo>
                <a:cubicBezTo>
                  <a:pt x="235436" y="78605"/>
                  <a:pt x="234622" y="79065"/>
                  <a:pt x="233626" y="79065"/>
                </a:cubicBezTo>
                <a:lnTo>
                  <a:pt x="222996" y="79065"/>
                </a:lnTo>
                <a:cubicBezTo>
                  <a:pt x="221502" y="79065"/>
                  <a:pt x="220372" y="78718"/>
                  <a:pt x="219606" y="78024"/>
                </a:cubicBezTo>
                <a:cubicBezTo>
                  <a:pt x="218840" y="77329"/>
                  <a:pt x="218457" y="76288"/>
                  <a:pt x="218457" y="74899"/>
                </a:cubicBezTo>
                <a:cubicBezTo>
                  <a:pt x="218457" y="73356"/>
                  <a:pt x="218907" y="72305"/>
                  <a:pt x="219807" y="71746"/>
                </a:cubicBezTo>
                <a:cubicBezTo>
                  <a:pt x="220707" y="71186"/>
                  <a:pt x="222632" y="70906"/>
                  <a:pt x="225582" y="70906"/>
                </a:cubicBezTo>
                <a:lnTo>
                  <a:pt x="228340" y="70906"/>
                </a:lnTo>
                <a:lnTo>
                  <a:pt x="228340" y="12067"/>
                </a:lnTo>
                <a:lnTo>
                  <a:pt x="225984" y="12067"/>
                </a:lnTo>
                <a:cubicBezTo>
                  <a:pt x="222690" y="12067"/>
                  <a:pt x="220564" y="11770"/>
                  <a:pt x="219606" y="11176"/>
                </a:cubicBezTo>
                <a:cubicBezTo>
                  <a:pt x="218648" y="10582"/>
                  <a:pt x="218169" y="9500"/>
                  <a:pt x="218169" y="7929"/>
                </a:cubicBezTo>
                <a:cubicBezTo>
                  <a:pt x="218169" y="6550"/>
                  <a:pt x="218562" y="5516"/>
                  <a:pt x="219347" y="4827"/>
                </a:cubicBezTo>
                <a:cubicBezTo>
                  <a:pt x="220133" y="4137"/>
                  <a:pt x="221272" y="3792"/>
                  <a:pt x="222766" y="3792"/>
                </a:cubicBezTo>
                <a:lnTo>
                  <a:pt x="233741" y="3792"/>
                </a:lnTo>
                <a:cubicBezTo>
                  <a:pt x="234775" y="3792"/>
                  <a:pt x="235580" y="4004"/>
                  <a:pt x="236154" y="4426"/>
                </a:cubicBezTo>
                <a:cubicBezTo>
                  <a:pt x="236729" y="4848"/>
                  <a:pt x="237016" y="5422"/>
                  <a:pt x="237016" y="6150"/>
                </a:cubicBezTo>
                <a:lnTo>
                  <a:pt x="237016" y="47381"/>
                </a:lnTo>
                <a:lnTo>
                  <a:pt x="253622" y="33465"/>
                </a:lnTo>
                <a:cubicBezTo>
                  <a:pt x="252358" y="32931"/>
                  <a:pt x="251429" y="32340"/>
                  <a:pt x="250835" y="31693"/>
                </a:cubicBezTo>
                <a:cubicBezTo>
                  <a:pt x="250242" y="31044"/>
                  <a:pt x="249945" y="30281"/>
                  <a:pt x="249945" y="29403"/>
                </a:cubicBezTo>
                <a:cubicBezTo>
                  <a:pt x="249945" y="28260"/>
                  <a:pt x="250366" y="27402"/>
                  <a:pt x="251209" y="26830"/>
                </a:cubicBezTo>
                <a:cubicBezTo>
                  <a:pt x="252052" y="26258"/>
                  <a:pt x="253278" y="25972"/>
                  <a:pt x="254886" y="25972"/>
                </a:cubicBezTo>
                <a:lnTo>
                  <a:pt x="270458" y="25972"/>
                </a:lnTo>
                <a:cubicBezTo>
                  <a:pt x="271914" y="25972"/>
                  <a:pt x="273025" y="26298"/>
                  <a:pt x="273791" y="26949"/>
                </a:cubicBezTo>
                <a:cubicBezTo>
                  <a:pt x="274557" y="27599"/>
                  <a:pt x="274940" y="28574"/>
                  <a:pt x="274940" y="29874"/>
                </a:cubicBezTo>
                <a:cubicBezTo>
                  <a:pt x="274940" y="32170"/>
                  <a:pt x="273082" y="33509"/>
                  <a:pt x="269366" y="33891"/>
                </a:cubicBezTo>
                <a:cubicBezTo>
                  <a:pt x="268639" y="33967"/>
                  <a:pt x="268064" y="34044"/>
                  <a:pt x="267643" y="34121"/>
                </a:cubicBezTo>
                <a:cubicBezTo>
                  <a:pt x="266072" y="34312"/>
                  <a:pt x="264348" y="34915"/>
                  <a:pt x="262471" y="35929"/>
                </a:cubicBezTo>
                <a:cubicBezTo>
                  <a:pt x="260594" y="36943"/>
                  <a:pt x="258698" y="38291"/>
                  <a:pt x="256783" y="39974"/>
                </a:cubicBezTo>
                <a:lnTo>
                  <a:pt x="248451" y="47263"/>
                </a:lnTo>
                <a:lnTo>
                  <a:pt x="270228" y="70906"/>
                </a:lnTo>
                <a:lnTo>
                  <a:pt x="275170" y="70906"/>
                </a:lnTo>
                <a:cubicBezTo>
                  <a:pt x="276817" y="70906"/>
                  <a:pt x="277995" y="71215"/>
                  <a:pt x="278704" y="71832"/>
                </a:cubicBezTo>
                <a:cubicBezTo>
                  <a:pt x="279412" y="72449"/>
                  <a:pt x="279767" y="73471"/>
                  <a:pt x="279767" y="74899"/>
                </a:cubicBezTo>
                <a:cubicBezTo>
                  <a:pt x="279767" y="76250"/>
                  <a:pt x="279374" y="77281"/>
                  <a:pt x="278589" y="77995"/>
                </a:cubicBezTo>
                <a:cubicBezTo>
                  <a:pt x="277803" y="78708"/>
                  <a:pt x="276664" y="79065"/>
                  <a:pt x="275170" y="79065"/>
                </a:cubicBezTo>
                <a:lnTo>
                  <a:pt x="259598" y="79065"/>
                </a:lnTo>
                <a:cubicBezTo>
                  <a:pt x="257913" y="79065"/>
                  <a:pt x="256687" y="78778"/>
                  <a:pt x="255921" y="78203"/>
                </a:cubicBezTo>
                <a:cubicBezTo>
                  <a:pt x="255155" y="77627"/>
                  <a:pt x="254772" y="76707"/>
                  <a:pt x="254772" y="75443"/>
                </a:cubicBezTo>
                <a:cubicBezTo>
                  <a:pt x="254772" y="74408"/>
                  <a:pt x="255145" y="73517"/>
                  <a:pt x="255892" y="72770"/>
                </a:cubicBezTo>
                <a:cubicBezTo>
                  <a:pt x="256639" y="72021"/>
                  <a:pt x="257759" y="71418"/>
                  <a:pt x="259253" y="70958"/>
                </a:cubicBezTo>
                <a:lnTo>
                  <a:pt x="242188" y="52341"/>
                </a:lnTo>
                <a:lnTo>
                  <a:pt x="237016" y="57052"/>
                </a:lnTo>
                <a:close/>
                <a:moveTo>
                  <a:pt x="403857" y="29190"/>
                </a:moveTo>
                <a:cubicBezTo>
                  <a:pt x="405734" y="29190"/>
                  <a:pt x="407103" y="29518"/>
                  <a:pt x="407965" y="30174"/>
                </a:cubicBezTo>
                <a:cubicBezTo>
                  <a:pt x="408827" y="30830"/>
                  <a:pt x="409258" y="31871"/>
                  <a:pt x="409258" y="33298"/>
                </a:cubicBezTo>
                <a:cubicBezTo>
                  <a:pt x="409258" y="34648"/>
                  <a:pt x="408856" y="35661"/>
                  <a:pt x="408051" y="36336"/>
                </a:cubicBezTo>
                <a:cubicBezTo>
                  <a:pt x="407247" y="37011"/>
                  <a:pt x="406040" y="37349"/>
                  <a:pt x="404431" y="37349"/>
                </a:cubicBezTo>
                <a:lnTo>
                  <a:pt x="381160" y="37349"/>
                </a:lnTo>
                <a:lnTo>
                  <a:pt x="381160" y="56541"/>
                </a:lnTo>
                <a:cubicBezTo>
                  <a:pt x="381160" y="62823"/>
                  <a:pt x="381974" y="66960"/>
                  <a:pt x="383602" y="68952"/>
                </a:cubicBezTo>
                <a:cubicBezTo>
                  <a:pt x="385230" y="70944"/>
                  <a:pt x="388017" y="71940"/>
                  <a:pt x="391963" y="71940"/>
                </a:cubicBezTo>
                <a:cubicBezTo>
                  <a:pt x="395449" y="71940"/>
                  <a:pt x="399624" y="70925"/>
                  <a:pt x="404489" y="68895"/>
                </a:cubicBezTo>
                <a:cubicBezTo>
                  <a:pt x="409354" y="66864"/>
                  <a:pt x="412361" y="65849"/>
                  <a:pt x="413510" y="65849"/>
                </a:cubicBezTo>
                <a:cubicBezTo>
                  <a:pt x="414583" y="65849"/>
                  <a:pt x="415493" y="66232"/>
                  <a:pt x="416239" y="66998"/>
                </a:cubicBezTo>
                <a:cubicBezTo>
                  <a:pt x="416986" y="67765"/>
                  <a:pt x="417360" y="68703"/>
                  <a:pt x="417360" y="69814"/>
                </a:cubicBezTo>
                <a:cubicBezTo>
                  <a:pt x="417360" y="71078"/>
                  <a:pt x="416891" y="72176"/>
                  <a:pt x="415952" y="73109"/>
                </a:cubicBezTo>
                <a:cubicBezTo>
                  <a:pt x="415014" y="74042"/>
                  <a:pt x="413414" y="74945"/>
                  <a:pt x="411154" y="75820"/>
                </a:cubicBezTo>
                <a:cubicBezTo>
                  <a:pt x="407400" y="77304"/>
                  <a:pt x="404020" y="78388"/>
                  <a:pt x="401013" y="79072"/>
                </a:cubicBezTo>
                <a:cubicBezTo>
                  <a:pt x="398005" y="79757"/>
                  <a:pt x="395180" y="80099"/>
                  <a:pt x="392537" y="80099"/>
                </a:cubicBezTo>
                <a:cubicBezTo>
                  <a:pt x="388055" y="80099"/>
                  <a:pt x="384292" y="79382"/>
                  <a:pt x="381246" y="77948"/>
                </a:cubicBezTo>
                <a:cubicBezTo>
                  <a:pt x="378201" y="76513"/>
                  <a:pt x="375931" y="74380"/>
                  <a:pt x="374437" y="71549"/>
                </a:cubicBezTo>
                <a:cubicBezTo>
                  <a:pt x="373671" y="70210"/>
                  <a:pt x="373125" y="68623"/>
                  <a:pt x="372800" y="66787"/>
                </a:cubicBezTo>
                <a:cubicBezTo>
                  <a:pt x="372474" y="64950"/>
                  <a:pt x="372311" y="62119"/>
                  <a:pt x="372311" y="58293"/>
                </a:cubicBezTo>
                <a:lnTo>
                  <a:pt x="372311" y="56516"/>
                </a:lnTo>
                <a:lnTo>
                  <a:pt x="372311" y="37349"/>
                </a:lnTo>
                <a:lnTo>
                  <a:pt x="362543" y="37349"/>
                </a:lnTo>
                <a:cubicBezTo>
                  <a:pt x="360934" y="37349"/>
                  <a:pt x="359766" y="37031"/>
                  <a:pt x="359038" y="36396"/>
                </a:cubicBezTo>
                <a:cubicBezTo>
                  <a:pt x="358310" y="35759"/>
                  <a:pt x="357946" y="34726"/>
                  <a:pt x="357946" y="33298"/>
                </a:cubicBezTo>
                <a:cubicBezTo>
                  <a:pt x="357946" y="31717"/>
                  <a:pt x="358444" y="30637"/>
                  <a:pt x="359440" y="30059"/>
                </a:cubicBezTo>
                <a:cubicBezTo>
                  <a:pt x="360436" y="29479"/>
                  <a:pt x="362562" y="29190"/>
                  <a:pt x="365818" y="29190"/>
                </a:cubicBezTo>
                <a:lnTo>
                  <a:pt x="372311" y="29190"/>
                </a:lnTo>
                <a:lnTo>
                  <a:pt x="372311" y="17410"/>
                </a:lnTo>
                <a:lnTo>
                  <a:pt x="372311" y="14365"/>
                </a:lnTo>
                <a:cubicBezTo>
                  <a:pt x="372311" y="12718"/>
                  <a:pt x="372666" y="11502"/>
                  <a:pt x="373374" y="10716"/>
                </a:cubicBezTo>
                <a:cubicBezTo>
                  <a:pt x="374083" y="9931"/>
                  <a:pt x="375184" y="9538"/>
                  <a:pt x="376678" y="9538"/>
                </a:cubicBezTo>
                <a:cubicBezTo>
                  <a:pt x="378364" y="9538"/>
                  <a:pt x="379532" y="10017"/>
                  <a:pt x="380183" y="10975"/>
                </a:cubicBezTo>
                <a:cubicBezTo>
                  <a:pt x="380834" y="11933"/>
                  <a:pt x="381160" y="14116"/>
                  <a:pt x="381160" y="17525"/>
                </a:cubicBezTo>
                <a:lnTo>
                  <a:pt x="381160" y="29190"/>
                </a:lnTo>
                <a:lnTo>
                  <a:pt x="403857" y="29190"/>
                </a:lnTo>
                <a:close/>
                <a:moveTo>
                  <a:pt x="458518" y="72400"/>
                </a:moveTo>
                <a:cubicBezTo>
                  <a:pt x="464418" y="72400"/>
                  <a:pt x="469254" y="70538"/>
                  <a:pt x="473027" y="66814"/>
                </a:cubicBezTo>
                <a:cubicBezTo>
                  <a:pt x="476800" y="63089"/>
                  <a:pt x="478687" y="58344"/>
                  <a:pt x="478687" y="52576"/>
                </a:cubicBezTo>
                <a:cubicBezTo>
                  <a:pt x="478687" y="46808"/>
                  <a:pt x="476791" y="42043"/>
                  <a:pt x="472998" y="38281"/>
                </a:cubicBezTo>
                <a:cubicBezTo>
                  <a:pt x="469206" y="34519"/>
                  <a:pt x="464379" y="32637"/>
                  <a:pt x="458518" y="32637"/>
                </a:cubicBezTo>
                <a:cubicBezTo>
                  <a:pt x="452658" y="32637"/>
                  <a:pt x="447840" y="34519"/>
                  <a:pt x="444067" y="38281"/>
                </a:cubicBezTo>
                <a:cubicBezTo>
                  <a:pt x="440294" y="42043"/>
                  <a:pt x="438407" y="46808"/>
                  <a:pt x="438407" y="52576"/>
                </a:cubicBezTo>
                <a:cubicBezTo>
                  <a:pt x="438407" y="58382"/>
                  <a:pt x="440284" y="63137"/>
                  <a:pt x="444039" y="66842"/>
                </a:cubicBezTo>
                <a:cubicBezTo>
                  <a:pt x="447793" y="70547"/>
                  <a:pt x="452619" y="72400"/>
                  <a:pt x="458518" y="72400"/>
                </a:cubicBezTo>
                <a:moveTo>
                  <a:pt x="488685" y="52605"/>
                </a:moveTo>
                <a:cubicBezTo>
                  <a:pt x="488685" y="60811"/>
                  <a:pt x="485889" y="67522"/>
                  <a:pt x="480296" y="72737"/>
                </a:cubicBezTo>
                <a:cubicBezTo>
                  <a:pt x="474703" y="77952"/>
                  <a:pt x="467444" y="80559"/>
                  <a:pt x="458518" y="80559"/>
                </a:cubicBezTo>
                <a:cubicBezTo>
                  <a:pt x="449631" y="80559"/>
                  <a:pt x="442391" y="77952"/>
                  <a:pt x="436799" y="72737"/>
                </a:cubicBezTo>
                <a:cubicBezTo>
                  <a:pt x="431206" y="67522"/>
                  <a:pt x="428409" y="60811"/>
                  <a:pt x="428409" y="52605"/>
                </a:cubicBezTo>
                <a:cubicBezTo>
                  <a:pt x="428409" y="44399"/>
                  <a:pt x="431206" y="37698"/>
                  <a:pt x="436799" y="32503"/>
                </a:cubicBezTo>
                <a:cubicBezTo>
                  <a:pt x="442391" y="27306"/>
                  <a:pt x="449631" y="24708"/>
                  <a:pt x="458518" y="24708"/>
                </a:cubicBezTo>
                <a:cubicBezTo>
                  <a:pt x="467406" y="24708"/>
                  <a:pt x="474655" y="27316"/>
                  <a:pt x="480267" y="32531"/>
                </a:cubicBezTo>
                <a:cubicBezTo>
                  <a:pt x="485879" y="37746"/>
                  <a:pt x="488685" y="44437"/>
                  <a:pt x="488685" y="52605"/>
                </a:cubicBezTo>
                <a:close/>
                <a:moveTo>
                  <a:pt x="528522" y="49901"/>
                </a:moveTo>
                <a:lnTo>
                  <a:pt x="521109" y="77223"/>
                </a:lnTo>
                <a:cubicBezTo>
                  <a:pt x="520726" y="78680"/>
                  <a:pt x="520152" y="79695"/>
                  <a:pt x="519385" y="80270"/>
                </a:cubicBezTo>
                <a:cubicBezTo>
                  <a:pt x="518619" y="80846"/>
                  <a:pt x="517470" y="81134"/>
                  <a:pt x="515938" y="81134"/>
                </a:cubicBezTo>
                <a:cubicBezTo>
                  <a:pt x="514559" y="81134"/>
                  <a:pt x="513486" y="80769"/>
                  <a:pt x="512720" y="80040"/>
                </a:cubicBezTo>
                <a:cubicBezTo>
                  <a:pt x="511954" y="79312"/>
                  <a:pt x="511264" y="77990"/>
                  <a:pt x="510652" y="76072"/>
                </a:cubicBezTo>
                <a:lnTo>
                  <a:pt x="497493" y="34131"/>
                </a:lnTo>
                <a:lnTo>
                  <a:pt x="496976" y="34131"/>
                </a:lnTo>
                <a:cubicBezTo>
                  <a:pt x="495367" y="34131"/>
                  <a:pt x="494208" y="33815"/>
                  <a:pt x="493500" y="33183"/>
                </a:cubicBezTo>
                <a:cubicBezTo>
                  <a:pt x="492791" y="32551"/>
                  <a:pt x="492437" y="31488"/>
                  <a:pt x="492437" y="29994"/>
                </a:cubicBezTo>
                <a:cubicBezTo>
                  <a:pt x="492437" y="28692"/>
                  <a:pt x="492810" y="27696"/>
                  <a:pt x="493557" y="27006"/>
                </a:cubicBezTo>
                <a:cubicBezTo>
                  <a:pt x="494304" y="26317"/>
                  <a:pt x="495405" y="25972"/>
                  <a:pt x="496861" y="25972"/>
                </a:cubicBezTo>
                <a:lnTo>
                  <a:pt x="512203" y="25972"/>
                </a:lnTo>
                <a:cubicBezTo>
                  <a:pt x="514272" y="25972"/>
                  <a:pt x="515670" y="26269"/>
                  <a:pt x="516398" y="26863"/>
                </a:cubicBezTo>
                <a:cubicBezTo>
                  <a:pt x="517125" y="27456"/>
                  <a:pt x="517489" y="28500"/>
                  <a:pt x="517489" y="29994"/>
                </a:cubicBezTo>
                <a:cubicBezTo>
                  <a:pt x="517489" y="30914"/>
                  <a:pt x="517279" y="31708"/>
                  <a:pt x="516857" y="32379"/>
                </a:cubicBezTo>
                <a:cubicBezTo>
                  <a:pt x="516436" y="33049"/>
                  <a:pt x="515900" y="33461"/>
                  <a:pt x="515248" y="33614"/>
                </a:cubicBezTo>
                <a:cubicBezTo>
                  <a:pt x="514597" y="33806"/>
                  <a:pt x="513841" y="33940"/>
                  <a:pt x="512979" y="34016"/>
                </a:cubicBezTo>
                <a:cubicBezTo>
                  <a:pt x="512117" y="34093"/>
                  <a:pt x="511073" y="34131"/>
                  <a:pt x="509847" y="34131"/>
                </a:cubicBezTo>
                <a:lnTo>
                  <a:pt x="506514" y="34131"/>
                </a:lnTo>
                <a:lnTo>
                  <a:pt x="516398" y="68652"/>
                </a:lnTo>
                <a:lnTo>
                  <a:pt x="523810" y="43600"/>
                </a:lnTo>
                <a:cubicBezTo>
                  <a:pt x="524231" y="42144"/>
                  <a:pt x="524825" y="41129"/>
                  <a:pt x="525591" y="40554"/>
                </a:cubicBezTo>
                <a:cubicBezTo>
                  <a:pt x="526357" y="39980"/>
                  <a:pt x="527487" y="39692"/>
                  <a:pt x="528981" y="39692"/>
                </a:cubicBezTo>
                <a:cubicBezTo>
                  <a:pt x="530360" y="39692"/>
                  <a:pt x="531443" y="40066"/>
                  <a:pt x="532228" y="40813"/>
                </a:cubicBezTo>
                <a:cubicBezTo>
                  <a:pt x="533013" y="41560"/>
                  <a:pt x="533712" y="42872"/>
                  <a:pt x="534325" y="44749"/>
                </a:cubicBezTo>
                <a:lnTo>
                  <a:pt x="541508" y="68652"/>
                </a:lnTo>
                <a:lnTo>
                  <a:pt x="550989" y="34131"/>
                </a:lnTo>
                <a:lnTo>
                  <a:pt x="549609" y="34131"/>
                </a:lnTo>
                <a:lnTo>
                  <a:pt x="547139" y="34131"/>
                </a:lnTo>
                <a:cubicBezTo>
                  <a:pt x="544496" y="34131"/>
                  <a:pt x="542714" y="33834"/>
                  <a:pt x="541795" y="33241"/>
                </a:cubicBezTo>
                <a:cubicBezTo>
                  <a:pt x="540876" y="32647"/>
                  <a:pt x="540416" y="31565"/>
                  <a:pt x="540416" y="29994"/>
                </a:cubicBezTo>
                <a:cubicBezTo>
                  <a:pt x="540416" y="28462"/>
                  <a:pt x="540761" y="27408"/>
                  <a:pt x="541450" y="26834"/>
                </a:cubicBezTo>
                <a:cubicBezTo>
                  <a:pt x="542140" y="26259"/>
                  <a:pt x="543480" y="25972"/>
                  <a:pt x="545472" y="25972"/>
                </a:cubicBezTo>
                <a:lnTo>
                  <a:pt x="560872" y="25972"/>
                </a:lnTo>
                <a:cubicBezTo>
                  <a:pt x="562059" y="25972"/>
                  <a:pt x="562950" y="26317"/>
                  <a:pt x="563544" y="27006"/>
                </a:cubicBezTo>
                <a:cubicBezTo>
                  <a:pt x="564137" y="27696"/>
                  <a:pt x="564434" y="28692"/>
                  <a:pt x="564434" y="29994"/>
                </a:cubicBezTo>
                <a:cubicBezTo>
                  <a:pt x="564434" y="31450"/>
                  <a:pt x="564089" y="32484"/>
                  <a:pt x="563400" y="33097"/>
                </a:cubicBezTo>
                <a:cubicBezTo>
                  <a:pt x="562710" y="33710"/>
                  <a:pt x="561408" y="34055"/>
                  <a:pt x="559493" y="34131"/>
                </a:cubicBezTo>
                <a:lnTo>
                  <a:pt x="546564" y="77221"/>
                </a:lnTo>
                <a:cubicBezTo>
                  <a:pt x="546066" y="78679"/>
                  <a:pt x="545444" y="79695"/>
                  <a:pt x="544697" y="80270"/>
                </a:cubicBezTo>
                <a:cubicBezTo>
                  <a:pt x="543950" y="80846"/>
                  <a:pt x="542829" y="81134"/>
                  <a:pt x="541335" y="81134"/>
                </a:cubicBezTo>
                <a:cubicBezTo>
                  <a:pt x="539956" y="81134"/>
                  <a:pt x="538864" y="80760"/>
                  <a:pt x="538060" y="80011"/>
                </a:cubicBezTo>
                <a:cubicBezTo>
                  <a:pt x="537256" y="79264"/>
                  <a:pt x="536585" y="77951"/>
                  <a:pt x="536049" y="76072"/>
                </a:cubicBezTo>
                <a:lnTo>
                  <a:pt x="528522" y="49901"/>
                </a:lnTo>
                <a:close/>
                <a:moveTo>
                  <a:pt x="611970" y="53725"/>
                </a:moveTo>
                <a:cubicBezTo>
                  <a:pt x="609864" y="53036"/>
                  <a:pt x="607824" y="52528"/>
                  <a:pt x="605851" y="52202"/>
                </a:cubicBezTo>
                <a:cubicBezTo>
                  <a:pt x="603878" y="51877"/>
                  <a:pt x="601915" y="51714"/>
                  <a:pt x="599961" y="51714"/>
                </a:cubicBezTo>
                <a:cubicBezTo>
                  <a:pt x="594062" y="51714"/>
                  <a:pt x="589408" y="52710"/>
                  <a:pt x="585999" y="54702"/>
                </a:cubicBezTo>
                <a:cubicBezTo>
                  <a:pt x="582589" y="56694"/>
                  <a:pt x="580885" y="59375"/>
                  <a:pt x="580885" y="62746"/>
                </a:cubicBezTo>
                <a:cubicBezTo>
                  <a:pt x="580885" y="65351"/>
                  <a:pt x="581948" y="67496"/>
                  <a:pt x="584074" y="69182"/>
                </a:cubicBezTo>
                <a:cubicBezTo>
                  <a:pt x="586200" y="70867"/>
                  <a:pt x="588910" y="71710"/>
                  <a:pt x="592204" y="71710"/>
                </a:cubicBezTo>
                <a:cubicBezTo>
                  <a:pt x="597069" y="71710"/>
                  <a:pt x="601580" y="70437"/>
                  <a:pt x="605736" y="67889"/>
                </a:cubicBezTo>
                <a:cubicBezTo>
                  <a:pt x="609892" y="65342"/>
                  <a:pt x="611970" y="62689"/>
                  <a:pt x="611970" y="59931"/>
                </a:cubicBezTo>
                <a:lnTo>
                  <a:pt x="611970" y="53725"/>
                </a:lnTo>
                <a:moveTo>
                  <a:pt x="612430" y="71825"/>
                </a:moveTo>
                <a:cubicBezTo>
                  <a:pt x="609289" y="74660"/>
                  <a:pt x="605870" y="76824"/>
                  <a:pt x="602174" y="78318"/>
                </a:cubicBezTo>
                <a:cubicBezTo>
                  <a:pt x="598477" y="79812"/>
                  <a:pt x="594675" y="80559"/>
                  <a:pt x="590768" y="80559"/>
                </a:cubicBezTo>
                <a:cubicBezTo>
                  <a:pt x="585060" y="80559"/>
                  <a:pt x="580454" y="78967"/>
                  <a:pt x="576949" y="75783"/>
                </a:cubicBezTo>
                <a:cubicBezTo>
                  <a:pt x="573443" y="72598"/>
                  <a:pt x="571691" y="68455"/>
                  <a:pt x="571691" y="63352"/>
                </a:cubicBezTo>
                <a:cubicBezTo>
                  <a:pt x="571691" y="57290"/>
                  <a:pt x="574018" y="52590"/>
                  <a:pt x="578672" y="49252"/>
                </a:cubicBezTo>
                <a:cubicBezTo>
                  <a:pt x="583327" y="45914"/>
                  <a:pt x="589867" y="44244"/>
                  <a:pt x="598295" y="44244"/>
                </a:cubicBezTo>
                <a:cubicBezTo>
                  <a:pt x="600517" y="44244"/>
                  <a:pt x="602758" y="44388"/>
                  <a:pt x="605018" y="44675"/>
                </a:cubicBezTo>
                <a:cubicBezTo>
                  <a:pt x="607278" y="44963"/>
                  <a:pt x="609595" y="45413"/>
                  <a:pt x="611970" y="46026"/>
                </a:cubicBezTo>
                <a:lnTo>
                  <a:pt x="611970" y="45623"/>
                </a:lnTo>
                <a:cubicBezTo>
                  <a:pt x="611970" y="41235"/>
                  <a:pt x="610917" y="37992"/>
                  <a:pt x="608810" y="35896"/>
                </a:cubicBezTo>
                <a:cubicBezTo>
                  <a:pt x="606703" y="33800"/>
                  <a:pt x="603428" y="32752"/>
                  <a:pt x="598984" y="32752"/>
                </a:cubicBezTo>
                <a:cubicBezTo>
                  <a:pt x="595997" y="32752"/>
                  <a:pt x="592664" y="33557"/>
                  <a:pt x="588986" y="35166"/>
                </a:cubicBezTo>
                <a:cubicBezTo>
                  <a:pt x="585309" y="36774"/>
                  <a:pt x="582877" y="37579"/>
                  <a:pt x="581689" y="37579"/>
                </a:cubicBezTo>
                <a:cubicBezTo>
                  <a:pt x="580578" y="37579"/>
                  <a:pt x="579659" y="37129"/>
                  <a:pt x="578931" y="36229"/>
                </a:cubicBezTo>
                <a:cubicBezTo>
                  <a:pt x="578203" y="35328"/>
                  <a:pt x="577839" y="34170"/>
                  <a:pt x="577839" y="32752"/>
                </a:cubicBezTo>
                <a:cubicBezTo>
                  <a:pt x="577839" y="30477"/>
                  <a:pt x="579956" y="28548"/>
                  <a:pt x="584189" y="26967"/>
                </a:cubicBezTo>
                <a:cubicBezTo>
                  <a:pt x="588421" y="25384"/>
                  <a:pt x="593832" y="24593"/>
                  <a:pt x="600421" y="24593"/>
                </a:cubicBezTo>
                <a:cubicBezTo>
                  <a:pt x="607163" y="24593"/>
                  <a:pt x="612258" y="26310"/>
                  <a:pt x="615705" y="29743"/>
                </a:cubicBezTo>
                <a:cubicBezTo>
                  <a:pt x="619153" y="33175"/>
                  <a:pt x="620877" y="38247"/>
                  <a:pt x="620877" y="44959"/>
                </a:cubicBezTo>
                <a:lnTo>
                  <a:pt x="620877" y="71021"/>
                </a:lnTo>
                <a:lnTo>
                  <a:pt x="623692" y="71021"/>
                </a:lnTo>
                <a:cubicBezTo>
                  <a:pt x="626412" y="71021"/>
                  <a:pt x="628232" y="71306"/>
                  <a:pt x="629151" y="71877"/>
                </a:cubicBezTo>
                <a:cubicBezTo>
                  <a:pt x="630070" y="72447"/>
                  <a:pt x="630530" y="73474"/>
                  <a:pt x="630530" y="74957"/>
                </a:cubicBezTo>
                <a:cubicBezTo>
                  <a:pt x="630530" y="76326"/>
                  <a:pt x="630147" y="77353"/>
                  <a:pt x="629381" y="78038"/>
                </a:cubicBezTo>
                <a:cubicBezTo>
                  <a:pt x="628615" y="78723"/>
                  <a:pt x="627466" y="79065"/>
                  <a:pt x="625933" y="79065"/>
                </a:cubicBezTo>
                <a:lnTo>
                  <a:pt x="616912" y="79065"/>
                </a:lnTo>
                <a:cubicBezTo>
                  <a:pt x="615839" y="79065"/>
                  <a:pt x="614958" y="78742"/>
                  <a:pt x="614269" y="78097"/>
                </a:cubicBezTo>
                <a:cubicBezTo>
                  <a:pt x="613579" y="77451"/>
                  <a:pt x="613120" y="76519"/>
                  <a:pt x="612890" y="75303"/>
                </a:cubicBezTo>
                <a:lnTo>
                  <a:pt x="612430" y="71825"/>
                </a:lnTo>
                <a:close/>
                <a:moveTo>
                  <a:pt x="663931" y="70906"/>
                </a:moveTo>
                <a:lnTo>
                  <a:pt x="683008" y="70906"/>
                </a:lnTo>
                <a:cubicBezTo>
                  <a:pt x="684502" y="70906"/>
                  <a:pt x="685603" y="71224"/>
                  <a:pt x="686312" y="71861"/>
                </a:cubicBezTo>
                <a:cubicBezTo>
                  <a:pt x="687021" y="72497"/>
                  <a:pt x="687375" y="73509"/>
                  <a:pt x="687375" y="74899"/>
                </a:cubicBezTo>
                <a:cubicBezTo>
                  <a:pt x="687375" y="76481"/>
                  <a:pt x="687040" y="77571"/>
                  <a:pt x="686370" y="78169"/>
                </a:cubicBezTo>
                <a:cubicBezTo>
                  <a:pt x="685699" y="78766"/>
                  <a:pt x="684464" y="79065"/>
                  <a:pt x="682663" y="79065"/>
                </a:cubicBezTo>
                <a:lnTo>
                  <a:pt x="645085" y="79065"/>
                </a:lnTo>
                <a:cubicBezTo>
                  <a:pt x="643591" y="79065"/>
                  <a:pt x="642461" y="78718"/>
                  <a:pt x="641694" y="78024"/>
                </a:cubicBezTo>
                <a:cubicBezTo>
                  <a:pt x="640928" y="77329"/>
                  <a:pt x="640545" y="76288"/>
                  <a:pt x="640545" y="74899"/>
                </a:cubicBezTo>
                <a:cubicBezTo>
                  <a:pt x="640545" y="73549"/>
                  <a:pt x="640938" y="72546"/>
                  <a:pt x="641723" y="71890"/>
                </a:cubicBezTo>
                <a:cubicBezTo>
                  <a:pt x="642508" y="71234"/>
                  <a:pt x="643725" y="70906"/>
                  <a:pt x="645372" y="70906"/>
                </a:cubicBezTo>
                <a:lnTo>
                  <a:pt x="655370" y="70906"/>
                </a:lnTo>
                <a:lnTo>
                  <a:pt x="655370" y="34131"/>
                </a:lnTo>
                <a:lnTo>
                  <a:pt x="651463" y="34131"/>
                </a:lnTo>
                <a:cubicBezTo>
                  <a:pt x="647747" y="34131"/>
                  <a:pt x="645429" y="33834"/>
                  <a:pt x="644510" y="33241"/>
                </a:cubicBezTo>
                <a:cubicBezTo>
                  <a:pt x="643591" y="32647"/>
                  <a:pt x="643131" y="31565"/>
                  <a:pt x="643131" y="29994"/>
                </a:cubicBezTo>
                <a:cubicBezTo>
                  <a:pt x="643131" y="28653"/>
                  <a:pt x="643504" y="27648"/>
                  <a:pt x="644251" y="26978"/>
                </a:cubicBezTo>
                <a:cubicBezTo>
                  <a:pt x="644998" y="26307"/>
                  <a:pt x="646138" y="25972"/>
                  <a:pt x="647670" y="25972"/>
                </a:cubicBezTo>
                <a:lnTo>
                  <a:pt x="660771" y="25972"/>
                </a:lnTo>
                <a:cubicBezTo>
                  <a:pt x="661805" y="25972"/>
                  <a:pt x="662591" y="26173"/>
                  <a:pt x="663127" y="26575"/>
                </a:cubicBezTo>
                <a:cubicBezTo>
                  <a:pt x="663663" y="26978"/>
                  <a:pt x="663931" y="27562"/>
                  <a:pt x="663931" y="28328"/>
                </a:cubicBezTo>
                <a:lnTo>
                  <a:pt x="663931" y="38096"/>
                </a:lnTo>
                <a:cubicBezTo>
                  <a:pt x="667571" y="33538"/>
                  <a:pt x="671363" y="30147"/>
                  <a:pt x="675309" y="27926"/>
                </a:cubicBezTo>
                <a:cubicBezTo>
                  <a:pt x="679254" y="25704"/>
                  <a:pt x="683506" y="24593"/>
                  <a:pt x="688065" y="24593"/>
                </a:cubicBezTo>
                <a:cubicBezTo>
                  <a:pt x="691474" y="24593"/>
                  <a:pt x="694232" y="25282"/>
                  <a:pt x="696339" y="26661"/>
                </a:cubicBezTo>
                <a:cubicBezTo>
                  <a:pt x="698446" y="28041"/>
                  <a:pt x="699499" y="29822"/>
                  <a:pt x="699499" y="32005"/>
                </a:cubicBezTo>
                <a:cubicBezTo>
                  <a:pt x="699499" y="33423"/>
                  <a:pt x="698973" y="34677"/>
                  <a:pt x="697919" y="35769"/>
                </a:cubicBezTo>
                <a:cubicBezTo>
                  <a:pt x="696866" y="36861"/>
                  <a:pt x="695707" y="37407"/>
                  <a:pt x="694443" y="37407"/>
                </a:cubicBezTo>
                <a:cubicBezTo>
                  <a:pt x="693562" y="37407"/>
                  <a:pt x="692077" y="36822"/>
                  <a:pt x="689990" y="35654"/>
                </a:cubicBezTo>
                <a:cubicBezTo>
                  <a:pt x="687902" y="34486"/>
                  <a:pt x="686034" y="33901"/>
                  <a:pt x="684387" y="33901"/>
                </a:cubicBezTo>
                <a:cubicBezTo>
                  <a:pt x="681399" y="33901"/>
                  <a:pt x="678249" y="34963"/>
                  <a:pt x="674935" y="37085"/>
                </a:cubicBezTo>
                <a:cubicBezTo>
                  <a:pt x="671622" y="39208"/>
                  <a:pt x="667954" y="42564"/>
                  <a:pt x="663931" y="47155"/>
                </a:cubicBezTo>
                <a:lnTo>
                  <a:pt x="663931" y="70906"/>
                </a:lnTo>
                <a:close/>
                <a:moveTo>
                  <a:pt x="757206" y="79065"/>
                </a:moveTo>
                <a:cubicBezTo>
                  <a:pt x="756402" y="79065"/>
                  <a:pt x="755837" y="78866"/>
                  <a:pt x="755511" y="78467"/>
                </a:cubicBezTo>
                <a:cubicBezTo>
                  <a:pt x="755185" y="78067"/>
                  <a:pt x="755022" y="77297"/>
                  <a:pt x="755022" y="76156"/>
                </a:cubicBezTo>
                <a:lnTo>
                  <a:pt x="755022" y="71480"/>
                </a:lnTo>
                <a:cubicBezTo>
                  <a:pt x="752724" y="74353"/>
                  <a:pt x="749851" y="76585"/>
                  <a:pt x="746403" y="78174"/>
                </a:cubicBezTo>
                <a:cubicBezTo>
                  <a:pt x="742956" y="79764"/>
                  <a:pt x="739221" y="80559"/>
                  <a:pt x="735199" y="80559"/>
                </a:cubicBezTo>
                <a:cubicBezTo>
                  <a:pt x="727959" y="80559"/>
                  <a:pt x="721897" y="77981"/>
                  <a:pt x="717013" y="72823"/>
                </a:cubicBezTo>
                <a:cubicBezTo>
                  <a:pt x="712129" y="67665"/>
                  <a:pt x="709686" y="61251"/>
                  <a:pt x="709686" y="53582"/>
                </a:cubicBezTo>
                <a:cubicBezTo>
                  <a:pt x="709686" y="45644"/>
                  <a:pt x="712291" y="39039"/>
                  <a:pt x="717501" y="33767"/>
                </a:cubicBezTo>
                <a:cubicBezTo>
                  <a:pt x="722711" y="28494"/>
                  <a:pt x="729204" y="25857"/>
                  <a:pt x="736980" y="25857"/>
                </a:cubicBezTo>
                <a:cubicBezTo>
                  <a:pt x="740926" y="25857"/>
                  <a:pt x="744469" y="26556"/>
                  <a:pt x="747610" y="27954"/>
                </a:cubicBezTo>
                <a:cubicBezTo>
                  <a:pt x="750751" y="29353"/>
                  <a:pt x="753452" y="31412"/>
                  <a:pt x="755712" y="34131"/>
                </a:cubicBezTo>
                <a:lnTo>
                  <a:pt x="755712" y="12067"/>
                </a:lnTo>
                <a:lnTo>
                  <a:pt x="752667" y="12067"/>
                </a:lnTo>
                <a:cubicBezTo>
                  <a:pt x="749334" y="12067"/>
                  <a:pt x="747179" y="11774"/>
                  <a:pt x="746202" y="11189"/>
                </a:cubicBezTo>
                <a:cubicBezTo>
                  <a:pt x="745226" y="10603"/>
                  <a:pt x="744737" y="9536"/>
                  <a:pt x="744737" y="7987"/>
                </a:cubicBezTo>
                <a:cubicBezTo>
                  <a:pt x="744737" y="6627"/>
                  <a:pt x="745130" y="5607"/>
                  <a:pt x="745915" y="4927"/>
                </a:cubicBezTo>
                <a:cubicBezTo>
                  <a:pt x="746700" y="4247"/>
                  <a:pt x="747840" y="3907"/>
                  <a:pt x="749334" y="3907"/>
                </a:cubicBezTo>
                <a:lnTo>
                  <a:pt x="761113" y="3907"/>
                </a:lnTo>
                <a:cubicBezTo>
                  <a:pt x="762262" y="3907"/>
                  <a:pt x="763096" y="4099"/>
                  <a:pt x="763613" y="4482"/>
                </a:cubicBezTo>
                <a:cubicBezTo>
                  <a:pt x="764130" y="4865"/>
                  <a:pt x="764388" y="5459"/>
                  <a:pt x="764388" y="6263"/>
                </a:cubicBezTo>
                <a:lnTo>
                  <a:pt x="764388" y="71021"/>
                </a:lnTo>
                <a:lnTo>
                  <a:pt x="766974" y="71021"/>
                </a:lnTo>
                <a:cubicBezTo>
                  <a:pt x="768851" y="71021"/>
                  <a:pt x="770211" y="71335"/>
                  <a:pt x="771054" y="71963"/>
                </a:cubicBezTo>
                <a:cubicBezTo>
                  <a:pt x="771897" y="72591"/>
                  <a:pt x="772318" y="73588"/>
                  <a:pt x="772318" y="74957"/>
                </a:cubicBezTo>
                <a:cubicBezTo>
                  <a:pt x="772318" y="76251"/>
                  <a:pt x="771954" y="77259"/>
                  <a:pt x="771226" y="77982"/>
                </a:cubicBezTo>
                <a:cubicBezTo>
                  <a:pt x="770498" y="78704"/>
                  <a:pt x="769522" y="79065"/>
                  <a:pt x="768296" y="79065"/>
                </a:cubicBezTo>
                <a:lnTo>
                  <a:pt x="757206" y="79065"/>
                </a:lnTo>
                <a:moveTo>
                  <a:pt x="719570" y="53294"/>
                </a:moveTo>
                <a:cubicBezTo>
                  <a:pt x="719570" y="58589"/>
                  <a:pt x="721274" y="62925"/>
                  <a:pt x="724684" y="66302"/>
                </a:cubicBezTo>
                <a:cubicBezTo>
                  <a:pt x="728093" y="69678"/>
                  <a:pt x="732422" y="71365"/>
                  <a:pt x="737670" y="71365"/>
                </a:cubicBezTo>
                <a:cubicBezTo>
                  <a:pt x="742956" y="71365"/>
                  <a:pt x="747304" y="69611"/>
                  <a:pt x="750713" y="66101"/>
                </a:cubicBezTo>
                <a:cubicBezTo>
                  <a:pt x="754122" y="62590"/>
                  <a:pt x="755827" y="58129"/>
                  <a:pt x="755827" y="52720"/>
                </a:cubicBezTo>
                <a:cubicBezTo>
                  <a:pt x="755827" y="47387"/>
                  <a:pt x="754132" y="42994"/>
                  <a:pt x="750742" y="39542"/>
                </a:cubicBezTo>
                <a:cubicBezTo>
                  <a:pt x="747352" y="36088"/>
                  <a:pt x="742994" y="34361"/>
                  <a:pt x="737670" y="34361"/>
                </a:cubicBezTo>
                <a:cubicBezTo>
                  <a:pt x="732268" y="34361"/>
                  <a:pt x="727901" y="36107"/>
                  <a:pt x="724569" y="39599"/>
                </a:cubicBezTo>
                <a:cubicBezTo>
                  <a:pt x="721236" y="43090"/>
                  <a:pt x="719570" y="47655"/>
                  <a:pt x="719570" y="53294"/>
                </a:cubicBezTo>
                <a:close/>
                <a:moveTo>
                  <a:pt x="785206" y="74969"/>
                </a:moveTo>
                <a:lnTo>
                  <a:pt x="785206" y="64713"/>
                </a:lnTo>
                <a:cubicBezTo>
                  <a:pt x="785206" y="63022"/>
                  <a:pt x="785522" y="61813"/>
                  <a:pt x="786154" y="61084"/>
                </a:cubicBezTo>
                <a:cubicBezTo>
                  <a:pt x="786787" y="60353"/>
                  <a:pt x="787811" y="59988"/>
                  <a:pt x="789229" y="59988"/>
                </a:cubicBezTo>
                <a:cubicBezTo>
                  <a:pt x="790799" y="59988"/>
                  <a:pt x="792044" y="61061"/>
                  <a:pt x="792964" y="63206"/>
                </a:cubicBezTo>
                <a:cubicBezTo>
                  <a:pt x="793576" y="64509"/>
                  <a:pt x="794132" y="65485"/>
                  <a:pt x="794630" y="66137"/>
                </a:cubicBezTo>
                <a:cubicBezTo>
                  <a:pt x="796239" y="68205"/>
                  <a:pt x="798614" y="69862"/>
                  <a:pt x="801755" y="71107"/>
                </a:cubicBezTo>
                <a:cubicBezTo>
                  <a:pt x="804896" y="72352"/>
                  <a:pt x="808363" y="72974"/>
                  <a:pt x="812155" y="72974"/>
                </a:cubicBezTo>
                <a:cubicBezTo>
                  <a:pt x="816216" y="72974"/>
                  <a:pt x="819472" y="72148"/>
                  <a:pt x="821923" y="70495"/>
                </a:cubicBezTo>
                <a:cubicBezTo>
                  <a:pt x="824375" y="68841"/>
                  <a:pt x="825601" y="66670"/>
                  <a:pt x="825601" y="63980"/>
                </a:cubicBezTo>
                <a:cubicBezTo>
                  <a:pt x="825601" y="61251"/>
                  <a:pt x="824614" y="59310"/>
                  <a:pt x="822642" y="58157"/>
                </a:cubicBezTo>
                <a:cubicBezTo>
                  <a:pt x="820669" y="57003"/>
                  <a:pt x="817288" y="56426"/>
                  <a:pt x="812500" y="56426"/>
                </a:cubicBezTo>
                <a:lnTo>
                  <a:pt x="809340" y="56426"/>
                </a:lnTo>
                <a:cubicBezTo>
                  <a:pt x="801525" y="56426"/>
                  <a:pt x="795568" y="55068"/>
                  <a:pt x="791470" y="52353"/>
                </a:cubicBezTo>
                <a:cubicBezTo>
                  <a:pt x="787371" y="49638"/>
                  <a:pt x="785321" y="45700"/>
                  <a:pt x="785321" y="40538"/>
                </a:cubicBezTo>
                <a:cubicBezTo>
                  <a:pt x="785321" y="35491"/>
                  <a:pt x="787323" y="31572"/>
                  <a:pt x="791326" y="28780"/>
                </a:cubicBezTo>
                <a:cubicBezTo>
                  <a:pt x="795329" y="25989"/>
                  <a:pt x="800950" y="24593"/>
                  <a:pt x="808190" y="24593"/>
                </a:cubicBezTo>
                <a:cubicBezTo>
                  <a:pt x="811140" y="24593"/>
                  <a:pt x="814147" y="25005"/>
                  <a:pt x="817212" y="25828"/>
                </a:cubicBezTo>
                <a:cubicBezTo>
                  <a:pt x="820276" y="26652"/>
                  <a:pt x="821885" y="27064"/>
                  <a:pt x="822038" y="27064"/>
                </a:cubicBezTo>
                <a:cubicBezTo>
                  <a:pt x="822460" y="27064"/>
                  <a:pt x="823264" y="26690"/>
                  <a:pt x="824452" y="25943"/>
                </a:cubicBezTo>
                <a:cubicBezTo>
                  <a:pt x="825639" y="25196"/>
                  <a:pt x="826807" y="24823"/>
                  <a:pt x="827957" y="24823"/>
                </a:cubicBezTo>
                <a:cubicBezTo>
                  <a:pt x="829259" y="24823"/>
                  <a:pt x="830226" y="25303"/>
                  <a:pt x="830858" y="26265"/>
                </a:cubicBezTo>
                <a:cubicBezTo>
                  <a:pt x="831490" y="27225"/>
                  <a:pt x="831807" y="28665"/>
                  <a:pt x="831807" y="30587"/>
                </a:cubicBezTo>
                <a:lnTo>
                  <a:pt x="831807" y="37331"/>
                </a:lnTo>
                <a:cubicBezTo>
                  <a:pt x="831807" y="39367"/>
                  <a:pt x="831500" y="40837"/>
                  <a:pt x="830887" y="41741"/>
                </a:cubicBezTo>
                <a:cubicBezTo>
                  <a:pt x="830274" y="42644"/>
                  <a:pt x="829297" y="43095"/>
                  <a:pt x="827957" y="43095"/>
                </a:cubicBezTo>
                <a:cubicBezTo>
                  <a:pt x="826807" y="43095"/>
                  <a:pt x="825390" y="42118"/>
                  <a:pt x="823705" y="40165"/>
                </a:cubicBezTo>
                <a:cubicBezTo>
                  <a:pt x="822517" y="38824"/>
                  <a:pt x="821540" y="37809"/>
                  <a:pt x="820774" y="37119"/>
                </a:cubicBezTo>
                <a:cubicBezTo>
                  <a:pt x="818744" y="35242"/>
                  <a:pt x="816580" y="33892"/>
                  <a:pt x="814281" y="33068"/>
                </a:cubicBezTo>
                <a:cubicBezTo>
                  <a:pt x="811983" y="32245"/>
                  <a:pt x="809282" y="31833"/>
                  <a:pt x="806179" y="31833"/>
                </a:cubicBezTo>
                <a:cubicBezTo>
                  <a:pt x="802578" y="31833"/>
                  <a:pt x="799677" y="32622"/>
                  <a:pt x="797474" y="34200"/>
                </a:cubicBezTo>
                <a:cubicBezTo>
                  <a:pt x="795271" y="35777"/>
                  <a:pt x="794170" y="37783"/>
                  <a:pt x="794170" y="40217"/>
                </a:cubicBezTo>
                <a:cubicBezTo>
                  <a:pt x="794170" y="42612"/>
                  <a:pt x="795300" y="44323"/>
                  <a:pt x="797560" y="45350"/>
                </a:cubicBezTo>
                <a:cubicBezTo>
                  <a:pt x="799820" y="46376"/>
                  <a:pt x="804685" y="46965"/>
                  <a:pt x="812155" y="47117"/>
                </a:cubicBezTo>
                <a:cubicBezTo>
                  <a:pt x="820123" y="47310"/>
                  <a:pt x="825946" y="48703"/>
                  <a:pt x="829623" y="51298"/>
                </a:cubicBezTo>
                <a:cubicBezTo>
                  <a:pt x="833300" y="53892"/>
                  <a:pt x="835139" y="57899"/>
                  <a:pt x="835139" y="63319"/>
                </a:cubicBezTo>
                <a:cubicBezTo>
                  <a:pt x="835139" y="68509"/>
                  <a:pt x="833109" y="72660"/>
                  <a:pt x="829048" y="75774"/>
                </a:cubicBezTo>
                <a:cubicBezTo>
                  <a:pt x="824988" y="78887"/>
                  <a:pt x="819510" y="80444"/>
                  <a:pt x="812615" y="80444"/>
                </a:cubicBezTo>
                <a:cubicBezTo>
                  <a:pt x="810431" y="80444"/>
                  <a:pt x="807999" y="80243"/>
                  <a:pt x="805317" y="79841"/>
                </a:cubicBezTo>
                <a:cubicBezTo>
                  <a:pt x="802636" y="79439"/>
                  <a:pt x="799265" y="78759"/>
                  <a:pt x="795204" y="77801"/>
                </a:cubicBezTo>
                <a:cubicBezTo>
                  <a:pt x="793864" y="78682"/>
                  <a:pt x="792715" y="79343"/>
                  <a:pt x="791757" y="79783"/>
                </a:cubicBezTo>
                <a:cubicBezTo>
                  <a:pt x="790799" y="80224"/>
                  <a:pt x="789995" y="80444"/>
                  <a:pt x="789344" y="80444"/>
                </a:cubicBezTo>
                <a:cubicBezTo>
                  <a:pt x="788003" y="80444"/>
                  <a:pt x="786978" y="79974"/>
                  <a:pt x="786269" y="79033"/>
                </a:cubicBezTo>
                <a:cubicBezTo>
                  <a:pt x="785561" y="78092"/>
                  <a:pt x="785206" y="76737"/>
                  <a:pt x="785206" y="74969"/>
                </a:cubicBezTo>
                <a:close/>
                <a:moveTo>
                  <a:pt x="968653" y="70906"/>
                </a:moveTo>
                <a:cubicBezTo>
                  <a:pt x="970223" y="70906"/>
                  <a:pt x="971421" y="71248"/>
                  <a:pt x="972244" y="71933"/>
                </a:cubicBezTo>
                <a:cubicBezTo>
                  <a:pt x="973068" y="72618"/>
                  <a:pt x="973480" y="73626"/>
                  <a:pt x="973480" y="74957"/>
                </a:cubicBezTo>
                <a:cubicBezTo>
                  <a:pt x="973480" y="76326"/>
                  <a:pt x="973087" y="77353"/>
                  <a:pt x="972302" y="78038"/>
                </a:cubicBezTo>
                <a:cubicBezTo>
                  <a:pt x="971516" y="78723"/>
                  <a:pt x="970377" y="79065"/>
                  <a:pt x="968883" y="79065"/>
                </a:cubicBezTo>
                <a:lnTo>
                  <a:pt x="931304" y="79065"/>
                </a:lnTo>
                <a:cubicBezTo>
                  <a:pt x="929733" y="79065"/>
                  <a:pt x="928536" y="78723"/>
                  <a:pt x="927713" y="78038"/>
                </a:cubicBezTo>
                <a:cubicBezTo>
                  <a:pt x="926889" y="77353"/>
                  <a:pt x="926477" y="76326"/>
                  <a:pt x="926477" y="74957"/>
                </a:cubicBezTo>
                <a:cubicBezTo>
                  <a:pt x="926477" y="73626"/>
                  <a:pt x="926870" y="72618"/>
                  <a:pt x="927655" y="71933"/>
                </a:cubicBezTo>
                <a:cubicBezTo>
                  <a:pt x="928440" y="71248"/>
                  <a:pt x="929580" y="70906"/>
                  <a:pt x="931074" y="70906"/>
                </a:cubicBezTo>
                <a:lnTo>
                  <a:pt x="940842" y="70906"/>
                </a:lnTo>
                <a:lnTo>
                  <a:pt x="940842" y="35740"/>
                </a:lnTo>
                <a:lnTo>
                  <a:pt x="931419" y="35740"/>
                </a:lnTo>
                <a:cubicBezTo>
                  <a:pt x="929848" y="35740"/>
                  <a:pt x="928632" y="35374"/>
                  <a:pt x="927770" y="34641"/>
                </a:cubicBezTo>
                <a:cubicBezTo>
                  <a:pt x="926908" y="33909"/>
                  <a:pt x="926477" y="32867"/>
                  <a:pt x="926477" y="31517"/>
                </a:cubicBezTo>
                <a:cubicBezTo>
                  <a:pt x="926477" y="30128"/>
                  <a:pt x="926879" y="29087"/>
                  <a:pt x="927684" y="28392"/>
                </a:cubicBezTo>
                <a:cubicBezTo>
                  <a:pt x="928488" y="27698"/>
                  <a:pt x="929657" y="27351"/>
                  <a:pt x="931189" y="27351"/>
                </a:cubicBezTo>
                <a:lnTo>
                  <a:pt x="940268" y="27351"/>
                </a:lnTo>
                <a:lnTo>
                  <a:pt x="940268" y="23444"/>
                </a:lnTo>
                <a:cubicBezTo>
                  <a:pt x="940268" y="16510"/>
                  <a:pt x="942240" y="11482"/>
                  <a:pt x="946186" y="8360"/>
                </a:cubicBezTo>
                <a:cubicBezTo>
                  <a:pt x="950132" y="5238"/>
                  <a:pt x="956510" y="3677"/>
                  <a:pt x="965320" y="3677"/>
                </a:cubicBezTo>
                <a:cubicBezTo>
                  <a:pt x="969611" y="3677"/>
                  <a:pt x="972780" y="4156"/>
                  <a:pt x="974830" y="5114"/>
                </a:cubicBezTo>
                <a:cubicBezTo>
                  <a:pt x="976879" y="6072"/>
                  <a:pt x="977904" y="7566"/>
                  <a:pt x="977904" y="9596"/>
                </a:cubicBezTo>
                <a:cubicBezTo>
                  <a:pt x="977904" y="10783"/>
                  <a:pt x="977463" y="11760"/>
                  <a:pt x="976582" y="12526"/>
                </a:cubicBezTo>
                <a:cubicBezTo>
                  <a:pt x="975701" y="13292"/>
                  <a:pt x="974571" y="13675"/>
                  <a:pt x="973192" y="13675"/>
                </a:cubicBezTo>
                <a:cubicBezTo>
                  <a:pt x="972503" y="13675"/>
                  <a:pt x="970846" y="13446"/>
                  <a:pt x="968222" y="12986"/>
                </a:cubicBezTo>
                <a:cubicBezTo>
                  <a:pt x="965598" y="12526"/>
                  <a:pt x="963347" y="12296"/>
                  <a:pt x="961470" y="12296"/>
                </a:cubicBezTo>
                <a:cubicBezTo>
                  <a:pt x="957142" y="12296"/>
                  <a:pt x="954039" y="13206"/>
                  <a:pt x="952162" y="15026"/>
                </a:cubicBezTo>
                <a:cubicBezTo>
                  <a:pt x="950285" y="16845"/>
                  <a:pt x="949346" y="19862"/>
                  <a:pt x="949346" y="24076"/>
                </a:cubicBezTo>
                <a:lnTo>
                  <a:pt x="949346" y="27351"/>
                </a:lnTo>
                <a:lnTo>
                  <a:pt x="969687" y="27351"/>
                </a:lnTo>
                <a:cubicBezTo>
                  <a:pt x="971258" y="27351"/>
                  <a:pt x="972455" y="27698"/>
                  <a:pt x="973278" y="28392"/>
                </a:cubicBezTo>
                <a:cubicBezTo>
                  <a:pt x="974102" y="29087"/>
                  <a:pt x="974514" y="30128"/>
                  <a:pt x="974514" y="31517"/>
                </a:cubicBezTo>
                <a:cubicBezTo>
                  <a:pt x="974514" y="32828"/>
                  <a:pt x="974092" y="33860"/>
                  <a:pt x="973250" y="34613"/>
                </a:cubicBezTo>
                <a:cubicBezTo>
                  <a:pt x="972407" y="35364"/>
                  <a:pt x="971258" y="35740"/>
                  <a:pt x="969802" y="35740"/>
                </a:cubicBezTo>
                <a:lnTo>
                  <a:pt x="949921" y="35740"/>
                </a:lnTo>
                <a:lnTo>
                  <a:pt x="949921" y="70906"/>
                </a:lnTo>
                <a:lnTo>
                  <a:pt x="968653" y="70906"/>
                </a:lnTo>
                <a:close/>
                <a:moveTo>
                  <a:pt x="1015672" y="70906"/>
                </a:moveTo>
                <a:lnTo>
                  <a:pt x="1034749" y="70906"/>
                </a:lnTo>
                <a:cubicBezTo>
                  <a:pt x="1036243" y="70906"/>
                  <a:pt x="1037344" y="71224"/>
                  <a:pt x="1038053" y="71861"/>
                </a:cubicBezTo>
                <a:cubicBezTo>
                  <a:pt x="1038761" y="72497"/>
                  <a:pt x="1039116" y="73509"/>
                  <a:pt x="1039116" y="74899"/>
                </a:cubicBezTo>
                <a:cubicBezTo>
                  <a:pt x="1039116" y="76481"/>
                  <a:pt x="1038781" y="77571"/>
                  <a:pt x="1038110" y="78169"/>
                </a:cubicBezTo>
                <a:cubicBezTo>
                  <a:pt x="1037440" y="78766"/>
                  <a:pt x="1036204" y="79065"/>
                  <a:pt x="1034404" y="79065"/>
                </a:cubicBezTo>
                <a:lnTo>
                  <a:pt x="996825" y="79065"/>
                </a:lnTo>
                <a:cubicBezTo>
                  <a:pt x="995331" y="79065"/>
                  <a:pt x="994201" y="78718"/>
                  <a:pt x="993435" y="78024"/>
                </a:cubicBezTo>
                <a:cubicBezTo>
                  <a:pt x="992669" y="77329"/>
                  <a:pt x="992286" y="76288"/>
                  <a:pt x="992286" y="74899"/>
                </a:cubicBezTo>
                <a:cubicBezTo>
                  <a:pt x="992286" y="73549"/>
                  <a:pt x="992678" y="72546"/>
                  <a:pt x="993464" y="71890"/>
                </a:cubicBezTo>
                <a:cubicBezTo>
                  <a:pt x="994249" y="71234"/>
                  <a:pt x="995465" y="70906"/>
                  <a:pt x="997112" y="70906"/>
                </a:cubicBezTo>
                <a:lnTo>
                  <a:pt x="1007110" y="70906"/>
                </a:lnTo>
                <a:lnTo>
                  <a:pt x="1007110" y="34131"/>
                </a:lnTo>
                <a:lnTo>
                  <a:pt x="1003203" y="34131"/>
                </a:lnTo>
                <a:cubicBezTo>
                  <a:pt x="999487" y="34131"/>
                  <a:pt x="997170" y="33834"/>
                  <a:pt x="996250" y="33241"/>
                </a:cubicBezTo>
                <a:cubicBezTo>
                  <a:pt x="995331" y="32647"/>
                  <a:pt x="994871" y="31565"/>
                  <a:pt x="994871" y="29994"/>
                </a:cubicBezTo>
                <a:cubicBezTo>
                  <a:pt x="994871" y="28653"/>
                  <a:pt x="995245" y="27648"/>
                  <a:pt x="995992" y="26978"/>
                </a:cubicBezTo>
                <a:cubicBezTo>
                  <a:pt x="996739" y="26307"/>
                  <a:pt x="997879" y="25972"/>
                  <a:pt x="999411" y="25972"/>
                </a:cubicBezTo>
                <a:lnTo>
                  <a:pt x="1012512" y="25972"/>
                </a:lnTo>
                <a:cubicBezTo>
                  <a:pt x="1013546" y="25972"/>
                  <a:pt x="1014331" y="26173"/>
                  <a:pt x="1014868" y="26575"/>
                </a:cubicBezTo>
                <a:cubicBezTo>
                  <a:pt x="1015404" y="26978"/>
                  <a:pt x="1015672" y="27562"/>
                  <a:pt x="1015672" y="28328"/>
                </a:cubicBezTo>
                <a:lnTo>
                  <a:pt x="1015672" y="38096"/>
                </a:lnTo>
                <a:cubicBezTo>
                  <a:pt x="1019311" y="33538"/>
                  <a:pt x="1023103" y="30147"/>
                  <a:pt x="1027049" y="27926"/>
                </a:cubicBezTo>
                <a:cubicBezTo>
                  <a:pt x="1030995" y="25704"/>
                  <a:pt x="1035247" y="24593"/>
                  <a:pt x="1039805" y="24593"/>
                </a:cubicBezTo>
                <a:cubicBezTo>
                  <a:pt x="1043215" y="24593"/>
                  <a:pt x="1045973" y="25282"/>
                  <a:pt x="1048079" y="26661"/>
                </a:cubicBezTo>
                <a:cubicBezTo>
                  <a:pt x="1050186" y="28041"/>
                  <a:pt x="1051240" y="29822"/>
                  <a:pt x="1051240" y="32005"/>
                </a:cubicBezTo>
                <a:cubicBezTo>
                  <a:pt x="1051240" y="33423"/>
                  <a:pt x="1050713" y="34677"/>
                  <a:pt x="1049660" y="35769"/>
                </a:cubicBezTo>
                <a:cubicBezTo>
                  <a:pt x="1048606" y="36861"/>
                  <a:pt x="1047447" y="37407"/>
                  <a:pt x="1046183" y="37407"/>
                </a:cubicBezTo>
                <a:cubicBezTo>
                  <a:pt x="1045302" y="37407"/>
                  <a:pt x="1043818" y="36822"/>
                  <a:pt x="1041730" y="35654"/>
                </a:cubicBezTo>
                <a:cubicBezTo>
                  <a:pt x="1039642" y="34486"/>
                  <a:pt x="1037775" y="33901"/>
                  <a:pt x="1036128" y="33901"/>
                </a:cubicBezTo>
                <a:cubicBezTo>
                  <a:pt x="1033140" y="33901"/>
                  <a:pt x="1029989" y="34963"/>
                  <a:pt x="1026676" y="37085"/>
                </a:cubicBezTo>
                <a:cubicBezTo>
                  <a:pt x="1023362" y="39208"/>
                  <a:pt x="1019694" y="42564"/>
                  <a:pt x="1015672" y="47155"/>
                </a:cubicBezTo>
                <a:lnTo>
                  <a:pt x="1015672" y="70906"/>
                </a:lnTo>
                <a:close/>
                <a:moveTo>
                  <a:pt x="1086364" y="9423"/>
                </a:moveTo>
                <a:cubicBezTo>
                  <a:pt x="1086364" y="5286"/>
                  <a:pt x="1086738" y="2681"/>
                  <a:pt x="1087485" y="1609"/>
                </a:cubicBezTo>
                <a:cubicBezTo>
                  <a:pt x="1088232" y="536"/>
                  <a:pt x="1089831" y="0"/>
                  <a:pt x="1092283" y="0"/>
                </a:cubicBezTo>
                <a:cubicBezTo>
                  <a:pt x="1094658" y="0"/>
                  <a:pt x="1096228" y="450"/>
                  <a:pt x="1096995" y="1350"/>
                </a:cubicBezTo>
                <a:cubicBezTo>
                  <a:pt x="1097761" y="2251"/>
                  <a:pt x="1098144" y="4386"/>
                  <a:pt x="1098144" y="7757"/>
                </a:cubicBezTo>
                <a:cubicBezTo>
                  <a:pt x="1098144" y="11051"/>
                  <a:pt x="1097789" y="13091"/>
                  <a:pt x="1097081" y="13877"/>
                </a:cubicBezTo>
                <a:cubicBezTo>
                  <a:pt x="1096372" y="14662"/>
                  <a:pt x="1094773" y="15055"/>
                  <a:pt x="1092283" y="15055"/>
                </a:cubicBezTo>
                <a:cubicBezTo>
                  <a:pt x="1089831" y="15055"/>
                  <a:pt x="1088232" y="14691"/>
                  <a:pt x="1087485" y="13963"/>
                </a:cubicBezTo>
                <a:cubicBezTo>
                  <a:pt x="1086738" y="13235"/>
                  <a:pt x="1086364" y="11722"/>
                  <a:pt x="1086364" y="9423"/>
                </a:cubicBezTo>
                <a:moveTo>
                  <a:pt x="1096995" y="70906"/>
                </a:moveTo>
                <a:lnTo>
                  <a:pt x="1115439" y="70906"/>
                </a:lnTo>
                <a:cubicBezTo>
                  <a:pt x="1116933" y="70906"/>
                  <a:pt x="1118034" y="71224"/>
                  <a:pt x="1118743" y="71861"/>
                </a:cubicBezTo>
                <a:cubicBezTo>
                  <a:pt x="1119452" y="72497"/>
                  <a:pt x="1119806" y="73509"/>
                  <a:pt x="1119806" y="74899"/>
                </a:cubicBezTo>
                <a:cubicBezTo>
                  <a:pt x="1119806" y="76481"/>
                  <a:pt x="1119471" y="77571"/>
                  <a:pt x="1118801" y="78169"/>
                </a:cubicBezTo>
                <a:cubicBezTo>
                  <a:pt x="1118130" y="78766"/>
                  <a:pt x="1116895" y="79065"/>
                  <a:pt x="1115094" y="79065"/>
                </a:cubicBezTo>
                <a:lnTo>
                  <a:pt x="1070505" y="79065"/>
                </a:lnTo>
                <a:cubicBezTo>
                  <a:pt x="1068973" y="79065"/>
                  <a:pt x="1067824" y="78718"/>
                  <a:pt x="1067058" y="78024"/>
                </a:cubicBezTo>
                <a:cubicBezTo>
                  <a:pt x="1066292" y="77329"/>
                  <a:pt x="1065909" y="76288"/>
                  <a:pt x="1065909" y="74899"/>
                </a:cubicBezTo>
                <a:cubicBezTo>
                  <a:pt x="1065909" y="73549"/>
                  <a:pt x="1066311" y="72546"/>
                  <a:pt x="1067115" y="71890"/>
                </a:cubicBezTo>
                <a:cubicBezTo>
                  <a:pt x="1067920" y="71234"/>
                  <a:pt x="1069126" y="70906"/>
                  <a:pt x="1070735" y="70906"/>
                </a:cubicBezTo>
                <a:lnTo>
                  <a:pt x="1088261" y="70906"/>
                </a:lnTo>
                <a:lnTo>
                  <a:pt x="1088261" y="34131"/>
                </a:lnTo>
                <a:lnTo>
                  <a:pt x="1077056" y="34131"/>
                </a:lnTo>
                <a:cubicBezTo>
                  <a:pt x="1075485" y="34131"/>
                  <a:pt x="1074288" y="33777"/>
                  <a:pt x="1073465" y="33068"/>
                </a:cubicBezTo>
                <a:cubicBezTo>
                  <a:pt x="1072641" y="32360"/>
                  <a:pt x="1072229" y="31335"/>
                  <a:pt x="1072229" y="29994"/>
                </a:cubicBezTo>
                <a:cubicBezTo>
                  <a:pt x="1072229" y="28653"/>
                  <a:pt x="1072612" y="27648"/>
                  <a:pt x="1073378" y="26978"/>
                </a:cubicBezTo>
                <a:cubicBezTo>
                  <a:pt x="1074145" y="26307"/>
                  <a:pt x="1075294" y="25972"/>
                  <a:pt x="1076826" y="25972"/>
                </a:cubicBezTo>
                <a:lnTo>
                  <a:pt x="1093662" y="25972"/>
                </a:lnTo>
                <a:cubicBezTo>
                  <a:pt x="1094696" y="25972"/>
                  <a:pt x="1095510" y="26183"/>
                  <a:pt x="1096104" y="26604"/>
                </a:cubicBezTo>
                <a:cubicBezTo>
                  <a:pt x="1096698" y="27024"/>
                  <a:pt x="1096995" y="27598"/>
                  <a:pt x="1096995" y="28324"/>
                </a:cubicBezTo>
                <a:lnTo>
                  <a:pt x="1096995" y="70906"/>
                </a:lnTo>
                <a:close/>
                <a:moveTo>
                  <a:pt x="1179294" y="79065"/>
                </a:moveTo>
                <a:cubicBezTo>
                  <a:pt x="1178490" y="79065"/>
                  <a:pt x="1177925" y="78866"/>
                  <a:pt x="1177599" y="78467"/>
                </a:cubicBezTo>
                <a:cubicBezTo>
                  <a:pt x="1177274" y="78067"/>
                  <a:pt x="1177111" y="77297"/>
                  <a:pt x="1177111" y="76156"/>
                </a:cubicBezTo>
                <a:lnTo>
                  <a:pt x="1177111" y="71480"/>
                </a:lnTo>
                <a:cubicBezTo>
                  <a:pt x="1174813" y="74353"/>
                  <a:pt x="1171940" y="76585"/>
                  <a:pt x="1168492" y="78174"/>
                </a:cubicBezTo>
                <a:cubicBezTo>
                  <a:pt x="1165044" y="79764"/>
                  <a:pt x="1161309" y="80559"/>
                  <a:pt x="1157287" y="80559"/>
                </a:cubicBezTo>
                <a:cubicBezTo>
                  <a:pt x="1150047" y="80559"/>
                  <a:pt x="1143985" y="77981"/>
                  <a:pt x="1139101" y="72823"/>
                </a:cubicBezTo>
                <a:cubicBezTo>
                  <a:pt x="1134217" y="67665"/>
                  <a:pt x="1131775" y="61251"/>
                  <a:pt x="1131775" y="53582"/>
                </a:cubicBezTo>
                <a:cubicBezTo>
                  <a:pt x="1131775" y="45644"/>
                  <a:pt x="1134380" y="39039"/>
                  <a:pt x="1139590" y="33767"/>
                </a:cubicBezTo>
                <a:cubicBezTo>
                  <a:pt x="1144799" y="28494"/>
                  <a:pt x="1151292" y="25857"/>
                  <a:pt x="1159068" y="25857"/>
                </a:cubicBezTo>
                <a:cubicBezTo>
                  <a:pt x="1163014" y="25857"/>
                  <a:pt x="1166557" y="26556"/>
                  <a:pt x="1169699" y="27954"/>
                </a:cubicBezTo>
                <a:cubicBezTo>
                  <a:pt x="1172840" y="29353"/>
                  <a:pt x="1175540" y="31412"/>
                  <a:pt x="1177800" y="34131"/>
                </a:cubicBezTo>
                <a:lnTo>
                  <a:pt x="1177800" y="12067"/>
                </a:lnTo>
                <a:lnTo>
                  <a:pt x="1174755" y="12067"/>
                </a:lnTo>
                <a:cubicBezTo>
                  <a:pt x="1171422" y="12067"/>
                  <a:pt x="1169268" y="11774"/>
                  <a:pt x="1168291" y="11189"/>
                </a:cubicBezTo>
                <a:cubicBezTo>
                  <a:pt x="1167314" y="10603"/>
                  <a:pt x="1166826" y="9536"/>
                  <a:pt x="1166826" y="7987"/>
                </a:cubicBezTo>
                <a:cubicBezTo>
                  <a:pt x="1166826" y="6627"/>
                  <a:pt x="1167218" y="5607"/>
                  <a:pt x="1168004" y="4927"/>
                </a:cubicBezTo>
                <a:cubicBezTo>
                  <a:pt x="1168789" y="4247"/>
                  <a:pt x="1169928" y="3907"/>
                  <a:pt x="1171422" y="3907"/>
                </a:cubicBezTo>
                <a:lnTo>
                  <a:pt x="1183202" y="3907"/>
                </a:lnTo>
                <a:cubicBezTo>
                  <a:pt x="1184351" y="3907"/>
                  <a:pt x="1185184" y="4099"/>
                  <a:pt x="1185701" y="4482"/>
                </a:cubicBezTo>
                <a:cubicBezTo>
                  <a:pt x="1186218" y="4865"/>
                  <a:pt x="1186477" y="5459"/>
                  <a:pt x="1186477" y="6263"/>
                </a:cubicBezTo>
                <a:lnTo>
                  <a:pt x="1186477" y="71021"/>
                </a:lnTo>
                <a:lnTo>
                  <a:pt x="1189063" y="71021"/>
                </a:lnTo>
                <a:cubicBezTo>
                  <a:pt x="1190940" y="71021"/>
                  <a:pt x="1192300" y="71335"/>
                  <a:pt x="1193142" y="71963"/>
                </a:cubicBezTo>
                <a:cubicBezTo>
                  <a:pt x="1193985" y="72591"/>
                  <a:pt x="1194406" y="73588"/>
                  <a:pt x="1194406" y="74957"/>
                </a:cubicBezTo>
                <a:cubicBezTo>
                  <a:pt x="1194406" y="76251"/>
                  <a:pt x="1194043" y="77259"/>
                  <a:pt x="1193315" y="77982"/>
                </a:cubicBezTo>
                <a:cubicBezTo>
                  <a:pt x="1192587" y="78704"/>
                  <a:pt x="1191610" y="79065"/>
                  <a:pt x="1190384" y="79065"/>
                </a:cubicBezTo>
                <a:lnTo>
                  <a:pt x="1179294" y="79065"/>
                </a:lnTo>
                <a:moveTo>
                  <a:pt x="1141658" y="53294"/>
                </a:moveTo>
                <a:cubicBezTo>
                  <a:pt x="1141658" y="58589"/>
                  <a:pt x="1143363" y="62925"/>
                  <a:pt x="1146772" y="66302"/>
                </a:cubicBezTo>
                <a:cubicBezTo>
                  <a:pt x="1150181" y="69678"/>
                  <a:pt x="1154510" y="71365"/>
                  <a:pt x="1159758" y="71365"/>
                </a:cubicBezTo>
                <a:cubicBezTo>
                  <a:pt x="1165044" y="71365"/>
                  <a:pt x="1169392" y="69611"/>
                  <a:pt x="1172801" y="66101"/>
                </a:cubicBezTo>
                <a:cubicBezTo>
                  <a:pt x="1176211" y="62590"/>
                  <a:pt x="1177915" y="58129"/>
                  <a:pt x="1177915" y="52720"/>
                </a:cubicBezTo>
                <a:cubicBezTo>
                  <a:pt x="1177915" y="47387"/>
                  <a:pt x="1176220" y="42994"/>
                  <a:pt x="1172830" y="39542"/>
                </a:cubicBezTo>
                <a:cubicBezTo>
                  <a:pt x="1169440" y="36088"/>
                  <a:pt x="1165083" y="34361"/>
                  <a:pt x="1159758" y="34361"/>
                </a:cubicBezTo>
                <a:cubicBezTo>
                  <a:pt x="1154357" y="34361"/>
                  <a:pt x="1149990" y="36107"/>
                  <a:pt x="1146657" y="39599"/>
                </a:cubicBezTo>
                <a:cubicBezTo>
                  <a:pt x="1143324" y="43090"/>
                  <a:pt x="1141658" y="47655"/>
                  <a:pt x="1141658" y="53294"/>
                </a:cubicBezTo>
                <a:close/>
                <a:moveTo>
                  <a:pt x="1230738" y="34476"/>
                </a:moveTo>
                <a:cubicBezTo>
                  <a:pt x="1225720" y="34476"/>
                  <a:pt x="1221621" y="36025"/>
                  <a:pt x="1218442" y="39123"/>
                </a:cubicBezTo>
                <a:cubicBezTo>
                  <a:pt x="1215262" y="42220"/>
                  <a:pt x="1213673" y="46235"/>
                  <a:pt x="1213673" y="51168"/>
                </a:cubicBezTo>
                <a:cubicBezTo>
                  <a:pt x="1213673" y="56025"/>
                  <a:pt x="1215262" y="60012"/>
                  <a:pt x="1218442" y="63129"/>
                </a:cubicBezTo>
                <a:cubicBezTo>
                  <a:pt x="1221621" y="66245"/>
                  <a:pt x="1225720" y="67803"/>
                  <a:pt x="1230738" y="67803"/>
                </a:cubicBezTo>
                <a:cubicBezTo>
                  <a:pt x="1235718" y="67803"/>
                  <a:pt x="1239807" y="66245"/>
                  <a:pt x="1243006" y="63129"/>
                </a:cubicBezTo>
                <a:cubicBezTo>
                  <a:pt x="1246205" y="60012"/>
                  <a:pt x="1247804" y="56025"/>
                  <a:pt x="1247804" y="51168"/>
                </a:cubicBezTo>
                <a:cubicBezTo>
                  <a:pt x="1247804" y="46312"/>
                  <a:pt x="1246205" y="42316"/>
                  <a:pt x="1243006" y="39181"/>
                </a:cubicBezTo>
                <a:cubicBezTo>
                  <a:pt x="1239807" y="36044"/>
                  <a:pt x="1235718" y="34476"/>
                  <a:pt x="1230738" y="34476"/>
                </a:cubicBezTo>
                <a:moveTo>
                  <a:pt x="1255676" y="76056"/>
                </a:moveTo>
                <a:cubicBezTo>
                  <a:pt x="1255676" y="81423"/>
                  <a:pt x="1255408" y="85228"/>
                  <a:pt x="1254872" y="87470"/>
                </a:cubicBezTo>
                <a:cubicBezTo>
                  <a:pt x="1254335" y="89714"/>
                  <a:pt x="1253416" y="91679"/>
                  <a:pt x="1252113" y="93365"/>
                </a:cubicBezTo>
                <a:cubicBezTo>
                  <a:pt x="1249968" y="96203"/>
                  <a:pt x="1246961" y="98359"/>
                  <a:pt x="1243092" y="99835"/>
                </a:cubicBezTo>
                <a:cubicBezTo>
                  <a:pt x="1239223" y="101311"/>
                  <a:pt x="1234665" y="102049"/>
                  <a:pt x="1229417" y="102049"/>
                </a:cubicBezTo>
                <a:cubicBezTo>
                  <a:pt x="1225050" y="102049"/>
                  <a:pt x="1221861" y="101625"/>
                  <a:pt x="1219850" y="100776"/>
                </a:cubicBezTo>
                <a:cubicBezTo>
                  <a:pt x="1217838" y="99928"/>
                  <a:pt x="1216833" y="98579"/>
                  <a:pt x="1216833" y="96729"/>
                </a:cubicBezTo>
                <a:cubicBezTo>
                  <a:pt x="1216833" y="95534"/>
                  <a:pt x="1217321" y="94484"/>
                  <a:pt x="1218298" y="93579"/>
                </a:cubicBezTo>
                <a:cubicBezTo>
                  <a:pt x="1219275" y="92675"/>
                  <a:pt x="1220434" y="92223"/>
                  <a:pt x="1221775" y="92223"/>
                </a:cubicBezTo>
                <a:cubicBezTo>
                  <a:pt x="1222809" y="92223"/>
                  <a:pt x="1224399" y="92367"/>
                  <a:pt x="1226544" y="92654"/>
                </a:cubicBezTo>
                <a:cubicBezTo>
                  <a:pt x="1228689" y="92942"/>
                  <a:pt x="1230317" y="93085"/>
                  <a:pt x="1231428" y="93085"/>
                </a:cubicBezTo>
                <a:cubicBezTo>
                  <a:pt x="1237097" y="93085"/>
                  <a:pt x="1241119" y="91780"/>
                  <a:pt x="1243494" y="89169"/>
                </a:cubicBezTo>
                <a:cubicBezTo>
                  <a:pt x="1245869" y="86558"/>
                  <a:pt x="1247057" y="82085"/>
                  <a:pt x="1247057" y="75749"/>
                </a:cubicBezTo>
                <a:lnTo>
                  <a:pt x="1247057" y="68780"/>
                </a:lnTo>
                <a:cubicBezTo>
                  <a:pt x="1244720" y="71500"/>
                  <a:pt x="1242135" y="73491"/>
                  <a:pt x="1239300" y="74756"/>
                </a:cubicBezTo>
                <a:cubicBezTo>
                  <a:pt x="1236465" y="76020"/>
                  <a:pt x="1233209" y="76652"/>
                  <a:pt x="1229532" y="76652"/>
                </a:cubicBezTo>
                <a:cubicBezTo>
                  <a:pt x="1222368" y="76652"/>
                  <a:pt x="1216440" y="74270"/>
                  <a:pt x="1211748" y="69507"/>
                </a:cubicBezTo>
                <a:cubicBezTo>
                  <a:pt x="1207055" y="64743"/>
                  <a:pt x="1204709" y="58706"/>
                  <a:pt x="1204709" y="51398"/>
                </a:cubicBezTo>
                <a:cubicBezTo>
                  <a:pt x="1204709" y="44052"/>
                  <a:pt x="1207122" y="37958"/>
                  <a:pt x="1211949" y="33119"/>
                </a:cubicBezTo>
                <a:cubicBezTo>
                  <a:pt x="1216775" y="28278"/>
                  <a:pt x="1222751" y="25857"/>
                  <a:pt x="1229876" y="25857"/>
                </a:cubicBezTo>
                <a:cubicBezTo>
                  <a:pt x="1232826" y="25857"/>
                  <a:pt x="1235709" y="26403"/>
                  <a:pt x="1238524" y="27495"/>
                </a:cubicBezTo>
                <a:cubicBezTo>
                  <a:pt x="1241340" y="28586"/>
                  <a:pt x="1244184" y="30243"/>
                  <a:pt x="1247057" y="32465"/>
                </a:cubicBezTo>
                <a:lnTo>
                  <a:pt x="1247057" y="28328"/>
                </a:lnTo>
                <a:cubicBezTo>
                  <a:pt x="1247057" y="27523"/>
                  <a:pt x="1247316" y="26930"/>
                  <a:pt x="1247833" y="26547"/>
                </a:cubicBezTo>
                <a:cubicBezTo>
                  <a:pt x="1248350" y="26163"/>
                  <a:pt x="1249164" y="25972"/>
                  <a:pt x="1250275" y="25972"/>
                </a:cubicBezTo>
                <a:lnTo>
                  <a:pt x="1258951" y="25972"/>
                </a:lnTo>
                <a:cubicBezTo>
                  <a:pt x="1260483" y="25972"/>
                  <a:pt x="1261633" y="26307"/>
                  <a:pt x="1262399" y="26978"/>
                </a:cubicBezTo>
                <a:cubicBezTo>
                  <a:pt x="1263165" y="27648"/>
                  <a:pt x="1263548" y="28653"/>
                  <a:pt x="1263548" y="29994"/>
                </a:cubicBezTo>
                <a:cubicBezTo>
                  <a:pt x="1263548" y="31526"/>
                  <a:pt x="1263069" y="32599"/>
                  <a:pt x="1262112" y="33212"/>
                </a:cubicBezTo>
                <a:cubicBezTo>
                  <a:pt x="1261154" y="33825"/>
                  <a:pt x="1259353" y="34131"/>
                  <a:pt x="1256710" y="34131"/>
                </a:cubicBezTo>
                <a:lnTo>
                  <a:pt x="1255676" y="34131"/>
                </a:lnTo>
                <a:lnTo>
                  <a:pt x="1255676" y="76056"/>
                </a:lnTo>
                <a:close/>
                <a:moveTo>
                  <a:pt x="1283273" y="55047"/>
                </a:moveTo>
                <a:cubicBezTo>
                  <a:pt x="1283580" y="60581"/>
                  <a:pt x="1285447" y="64857"/>
                  <a:pt x="1288876" y="67875"/>
                </a:cubicBezTo>
                <a:cubicBezTo>
                  <a:pt x="1292304" y="70891"/>
                  <a:pt x="1296987" y="72400"/>
                  <a:pt x="1302925" y="72400"/>
                </a:cubicBezTo>
                <a:cubicBezTo>
                  <a:pt x="1307407" y="72400"/>
                  <a:pt x="1312291" y="71203"/>
                  <a:pt x="1317577" y="68808"/>
                </a:cubicBezTo>
                <a:cubicBezTo>
                  <a:pt x="1322863" y="66414"/>
                  <a:pt x="1326062" y="65217"/>
                  <a:pt x="1327173" y="65217"/>
                </a:cubicBezTo>
                <a:cubicBezTo>
                  <a:pt x="1328322" y="65217"/>
                  <a:pt x="1329280" y="65581"/>
                  <a:pt x="1330046" y="66309"/>
                </a:cubicBezTo>
                <a:cubicBezTo>
                  <a:pt x="1330812" y="67037"/>
                  <a:pt x="1331195" y="67937"/>
                  <a:pt x="1331195" y="69010"/>
                </a:cubicBezTo>
                <a:cubicBezTo>
                  <a:pt x="1331195" y="70120"/>
                  <a:pt x="1330793" y="71136"/>
                  <a:pt x="1329988" y="72055"/>
                </a:cubicBezTo>
                <a:cubicBezTo>
                  <a:pt x="1329184" y="72974"/>
                  <a:pt x="1327901" y="73875"/>
                  <a:pt x="1326139" y="74756"/>
                </a:cubicBezTo>
                <a:cubicBezTo>
                  <a:pt x="1322308" y="76633"/>
                  <a:pt x="1318353" y="78069"/>
                  <a:pt x="1314273" y="79065"/>
                </a:cubicBezTo>
                <a:cubicBezTo>
                  <a:pt x="1310193" y="80061"/>
                  <a:pt x="1306142" y="80559"/>
                  <a:pt x="1302120" y="80559"/>
                </a:cubicBezTo>
                <a:cubicBezTo>
                  <a:pt x="1293386" y="80559"/>
                  <a:pt x="1286395" y="78038"/>
                  <a:pt x="1281147" y="72996"/>
                </a:cubicBezTo>
                <a:cubicBezTo>
                  <a:pt x="1275899" y="67953"/>
                  <a:pt x="1273275" y="61270"/>
                  <a:pt x="1273275" y="52949"/>
                </a:cubicBezTo>
                <a:cubicBezTo>
                  <a:pt x="1273275" y="44475"/>
                  <a:pt x="1276052" y="37612"/>
                  <a:pt x="1281607" y="32359"/>
                </a:cubicBezTo>
                <a:cubicBezTo>
                  <a:pt x="1287161" y="27105"/>
                  <a:pt x="1294401" y="24478"/>
                  <a:pt x="1303327" y="24478"/>
                </a:cubicBezTo>
                <a:cubicBezTo>
                  <a:pt x="1311410" y="24478"/>
                  <a:pt x="1318113" y="26930"/>
                  <a:pt x="1323438" y="31833"/>
                </a:cubicBezTo>
                <a:cubicBezTo>
                  <a:pt x="1328763" y="36736"/>
                  <a:pt x="1331425" y="42674"/>
                  <a:pt x="1331425" y="49646"/>
                </a:cubicBezTo>
                <a:cubicBezTo>
                  <a:pt x="1331425" y="51791"/>
                  <a:pt x="1330975" y="53227"/>
                  <a:pt x="1330075" y="53955"/>
                </a:cubicBezTo>
                <a:cubicBezTo>
                  <a:pt x="1329174" y="54683"/>
                  <a:pt x="1326732" y="55047"/>
                  <a:pt x="1322748" y="55047"/>
                </a:cubicBezTo>
                <a:lnTo>
                  <a:pt x="1321886" y="55047"/>
                </a:lnTo>
                <a:lnTo>
                  <a:pt x="1283273" y="55047"/>
                </a:lnTo>
                <a:moveTo>
                  <a:pt x="1283561" y="47462"/>
                </a:moveTo>
                <a:lnTo>
                  <a:pt x="1320967" y="47462"/>
                </a:lnTo>
                <a:cubicBezTo>
                  <a:pt x="1320393" y="42938"/>
                  <a:pt x="1318487" y="39299"/>
                  <a:pt x="1315250" y="36543"/>
                </a:cubicBezTo>
                <a:cubicBezTo>
                  <a:pt x="1312013" y="33786"/>
                  <a:pt x="1308039" y="32407"/>
                  <a:pt x="1303327" y="32407"/>
                </a:cubicBezTo>
                <a:cubicBezTo>
                  <a:pt x="1298232" y="32407"/>
                  <a:pt x="1293942" y="33738"/>
                  <a:pt x="1290456" y="36399"/>
                </a:cubicBezTo>
                <a:cubicBezTo>
                  <a:pt x="1286970" y="39060"/>
                  <a:pt x="1284672" y="42748"/>
                  <a:pt x="1283561" y="47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openfridge">
            <a:extLst xmlns:a="http://schemas.openxmlformats.org/drawingml/2006/main">
              <a:ext uri="{FF2B5EF4-FFF2-40B4-BE49-F238E27FC236}">
                <a16:creationId xmlns:a16="http://schemas.microsoft.com/office/drawing/2014/main" id="{ABE98028-CAD1-493A-9A67-71D72A1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668" y="3353997"/>
            <a:ext cx="762320" cy="102049"/>
          </a:xfrm>
          <a:custGeom xmlns:a="http://schemas.openxmlformats.org/drawingml/2006/main">
            <a:pathLst>
              <a:path w="762320" h="102049">
                <a:moveTo>
                  <a:pt x="30109" y="72400"/>
                </a:moveTo>
                <a:cubicBezTo>
                  <a:pt x="36008" y="72400"/>
                  <a:pt x="40845" y="70538"/>
                  <a:pt x="44618" y="66814"/>
                </a:cubicBezTo>
                <a:cubicBezTo>
                  <a:pt x="48391" y="63089"/>
                  <a:pt x="50278" y="58344"/>
                  <a:pt x="50278" y="52576"/>
                </a:cubicBezTo>
                <a:cubicBezTo>
                  <a:pt x="50278" y="46808"/>
                  <a:pt x="48381" y="42043"/>
                  <a:pt x="44589" y="38281"/>
                </a:cubicBezTo>
                <a:cubicBezTo>
                  <a:pt x="40797" y="34519"/>
                  <a:pt x="35970" y="32637"/>
                  <a:pt x="30109" y="32637"/>
                </a:cubicBezTo>
                <a:cubicBezTo>
                  <a:pt x="24248" y="32637"/>
                  <a:pt x="19431" y="34519"/>
                  <a:pt x="15658" y="38281"/>
                </a:cubicBezTo>
                <a:cubicBezTo>
                  <a:pt x="11885" y="42043"/>
                  <a:pt x="9998" y="46808"/>
                  <a:pt x="9998" y="52576"/>
                </a:cubicBezTo>
                <a:cubicBezTo>
                  <a:pt x="9998" y="58382"/>
                  <a:pt x="11875" y="63137"/>
                  <a:pt x="15629" y="66842"/>
                </a:cubicBezTo>
                <a:cubicBezTo>
                  <a:pt x="19383" y="70547"/>
                  <a:pt x="24210" y="72400"/>
                  <a:pt x="30109" y="72400"/>
                </a:cubicBezTo>
                <a:moveTo>
                  <a:pt x="60276" y="52605"/>
                </a:moveTo>
                <a:cubicBezTo>
                  <a:pt x="60276" y="60811"/>
                  <a:pt x="57479" y="67522"/>
                  <a:pt x="51886" y="72737"/>
                </a:cubicBezTo>
                <a:cubicBezTo>
                  <a:pt x="46294" y="77952"/>
                  <a:pt x="39035" y="80559"/>
                  <a:pt x="30109" y="80559"/>
                </a:cubicBezTo>
                <a:cubicBezTo>
                  <a:pt x="21222" y="80559"/>
                  <a:pt x="13982" y="77952"/>
                  <a:pt x="8389" y="72737"/>
                </a:cubicBezTo>
                <a:cubicBezTo>
                  <a:pt x="2796" y="67522"/>
                  <a:pt x="0" y="60811"/>
                  <a:pt x="0" y="52605"/>
                </a:cubicBezTo>
                <a:cubicBezTo>
                  <a:pt x="0" y="44399"/>
                  <a:pt x="2796" y="37698"/>
                  <a:pt x="8389" y="32503"/>
                </a:cubicBezTo>
                <a:cubicBezTo>
                  <a:pt x="13982" y="27306"/>
                  <a:pt x="21222" y="24708"/>
                  <a:pt x="30109" y="24708"/>
                </a:cubicBezTo>
                <a:cubicBezTo>
                  <a:pt x="38996" y="24708"/>
                  <a:pt x="46246" y="27316"/>
                  <a:pt x="51858" y="32531"/>
                </a:cubicBezTo>
                <a:cubicBezTo>
                  <a:pt x="57470" y="37746"/>
                  <a:pt x="60276" y="44437"/>
                  <a:pt x="60276" y="52605"/>
                </a:cubicBezTo>
                <a:close/>
                <a:moveTo>
                  <a:pt x="85633" y="93890"/>
                </a:moveTo>
                <a:lnTo>
                  <a:pt x="99423" y="93890"/>
                </a:lnTo>
                <a:cubicBezTo>
                  <a:pt x="100879" y="93890"/>
                  <a:pt x="101970" y="94232"/>
                  <a:pt x="102698" y="94917"/>
                </a:cubicBezTo>
                <a:cubicBezTo>
                  <a:pt x="103426" y="95602"/>
                  <a:pt x="103790" y="96629"/>
                  <a:pt x="103790" y="97998"/>
                </a:cubicBezTo>
                <a:cubicBezTo>
                  <a:pt x="103790" y="99481"/>
                  <a:pt x="103436" y="100527"/>
                  <a:pt x="102727" y="101135"/>
                </a:cubicBezTo>
                <a:cubicBezTo>
                  <a:pt x="102018" y="101744"/>
                  <a:pt x="100764" y="102049"/>
                  <a:pt x="98963" y="102049"/>
                </a:cubicBezTo>
                <a:lnTo>
                  <a:pt x="73623" y="102049"/>
                </a:lnTo>
                <a:cubicBezTo>
                  <a:pt x="72091" y="102049"/>
                  <a:pt x="70932" y="101707"/>
                  <a:pt x="70147" y="101022"/>
                </a:cubicBezTo>
                <a:cubicBezTo>
                  <a:pt x="69362" y="100337"/>
                  <a:pt x="68969" y="99329"/>
                  <a:pt x="68969" y="97998"/>
                </a:cubicBezTo>
                <a:cubicBezTo>
                  <a:pt x="68969" y="96477"/>
                  <a:pt x="69458" y="95411"/>
                  <a:pt x="70434" y="94802"/>
                </a:cubicBezTo>
                <a:cubicBezTo>
                  <a:pt x="71411" y="94194"/>
                  <a:pt x="73221" y="93890"/>
                  <a:pt x="75864" y="93890"/>
                </a:cubicBezTo>
                <a:lnTo>
                  <a:pt x="76956" y="93890"/>
                </a:lnTo>
                <a:lnTo>
                  <a:pt x="76956" y="34131"/>
                </a:lnTo>
                <a:lnTo>
                  <a:pt x="75864" y="34131"/>
                </a:lnTo>
                <a:cubicBezTo>
                  <a:pt x="73221" y="34131"/>
                  <a:pt x="71411" y="33825"/>
                  <a:pt x="70434" y="33212"/>
                </a:cubicBezTo>
                <a:cubicBezTo>
                  <a:pt x="69458" y="32599"/>
                  <a:pt x="68969" y="31526"/>
                  <a:pt x="68969" y="29994"/>
                </a:cubicBezTo>
                <a:cubicBezTo>
                  <a:pt x="68969" y="28653"/>
                  <a:pt x="69362" y="27648"/>
                  <a:pt x="70147" y="26978"/>
                </a:cubicBezTo>
                <a:cubicBezTo>
                  <a:pt x="70932" y="26307"/>
                  <a:pt x="72091" y="25972"/>
                  <a:pt x="73623" y="25972"/>
                </a:cubicBezTo>
                <a:lnTo>
                  <a:pt x="82357" y="25972"/>
                </a:lnTo>
                <a:cubicBezTo>
                  <a:pt x="83507" y="25972"/>
                  <a:pt x="84340" y="26163"/>
                  <a:pt x="84857" y="26547"/>
                </a:cubicBezTo>
                <a:cubicBezTo>
                  <a:pt x="85374" y="26930"/>
                  <a:pt x="85633" y="27523"/>
                  <a:pt x="85633" y="28328"/>
                </a:cubicBezTo>
                <a:lnTo>
                  <a:pt x="85633" y="33901"/>
                </a:lnTo>
                <a:cubicBezTo>
                  <a:pt x="88237" y="31220"/>
                  <a:pt x="91120" y="29209"/>
                  <a:pt x="94280" y="27868"/>
                </a:cubicBezTo>
                <a:cubicBezTo>
                  <a:pt x="97441" y="26527"/>
                  <a:pt x="100840" y="25857"/>
                  <a:pt x="104480" y="25857"/>
                </a:cubicBezTo>
                <a:cubicBezTo>
                  <a:pt x="112179" y="25857"/>
                  <a:pt x="118615" y="28462"/>
                  <a:pt x="123786" y="33672"/>
                </a:cubicBezTo>
                <a:cubicBezTo>
                  <a:pt x="128958" y="38881"/>
                  <a:pt x="131543" y="45413"/>
                  <a:pt x="131543" y="53266"/>
                </a:cubicBezTo>
                <a:cubicBezTo>
                  <a:pt x="131543" y="60812"/>
                  <a:pt x="129092" y="67018"/>
                  <a:pt x="124188" y="71883"/>
                </a:cubicBezTo>
                <a:cubicBezTo>
                  <a:pt x="119285" y="76748"/>
                  <a:pt x="113022" y="79180"/>
                  <a:pt x="105399" y="79180"/>
                </a:cubicBezTo>
                <a:cubicBezTo>
                  <a:pt x="101338" y="79180"/>
                  <a:pt x="97603" y="78462"/>
                  <a:pt x="94194" y="77025"/>
                </a:cubicBezTo>
                <a:cubicBezTo>
                  <a:pt x="90785" y="75589"/>
                  <a:pt x="87931" y="73530"/>
                  <a:pt x="85633" y="70848"/>
                </a:cubicBezTo>
                <a:lnTo>
                  <a:pt x="85633" y="93890"/>
                </a:lnTo>
                <a:moveTo>
                  <a:pt x="103445" y="70676"/>
                </a:moveTo>
                <a:cubicBezTo>
                  <a:pt x="108770" y="70676"/>
                  <a:pt x="113137" y="69003"/>
                  <a:pt x="116546" y="65657"/>
                </a:cubicBezTo>
                <a:cubicBezTo>
                  <a:pt x="119955" y="62310"/>
                  <a:pt x="121660" y="57978"/>
                  <a:pt x="121660" y="52662"/>
                </a:cubicBezTo>
                <a:cubicBezTo>
                  <a:pt x="121660" y="47461"/>
                  <a:pt x="119946" y="43168"/>
                  <a:pt x="116517" y="39784"/>
                </a:cubicBezTo>
                <a:cubicBezTo>
                  <a:pt x="113089" y="36399"/>
                  <a:pt x="108732" y="34706"/>
                  <a:pt x="103445" y="34706"/>
                </a:cubicBezTo>
                <a:cubicBezTo>
                  <a:pt x="98159" y="34706"/>
                  <a:pt x="93830" y="36389"/>
                  <a:pt x="90459" y="39755"/>
                </a:cubicBezTo>
                <a:cubicBezTo>
                  <a:pt x="87088" y="43120"/>
                  <a:pt x="85403" y="47423"/>
                  <a:pt x="85403" y="52662"/>
                </a:cubicBezTo>
                <a:cubicBezTo>
                  <a:pt x="85403" y="57940"/>
                  <a:pt x="87079" y="62262"/>
                  <a:pt x="90431" y="65628"/>
                </a:cubicBezTo>
                <a:cubicBezTo>
                  <a:pt x="93782" y="68993"/>
                  <a:pt x="98121" y="70676"/>
                  <a:pt x="103445" y="70676"/>
                </a:cubicBezTo>
                <a:close/>
                <a:moveTo>
                  <a:pt x="151384" y="55047"/>
                </a:moveTo>
                <a:cubicBezTo>
                  <a:pt x="151690" y="60581"/>
                  <a:pt x="153558" y="64857"/>
                  <a:pt x="156986" y="67875"/>
                </a:cubicBezTo>
                <a:cubicBezTo>
                  <a:pt x="160415" y="70891"/>
                  <a:pt x="165098" y="72400"/>
                  <a:pt x="171035" y="72400"/>
                </a:cubicBezTo>
                <a:cubicBezTo>
                  <a:pt x="175517" y="72400"/>
                  <a:pt x="180401" y="71203"/>
                  <a:pt x="185688" y="68808"/>
                </a:cubicBezTo>
                <a:cubicBezTo>
                  <a:pt x="190974" y="66414"/>
                  <a:pt x="194173" y="65217"/>
                  <a:pt x="195284" y="65217"/>
                </a:cubicBezTo>
                <a:cubicBezTo>
                  <a:pt x="196433" y="65217"/>
                  <a:pt x="197390" y="65581"/>
                  <a:pt x="198157" y="66309"/>
                </a:cubicBezTo>
                <a:cubicBezTo>
                  <a:pt x="198923" y="67037"/>
                  <a:pt x="199306" y="67937"/>
                  <a:pt x="199306" y="69010"/>
                </a:cubicBezTo>
                <a:cubicBezTo>
                  <a:pt x="199306" y="70120"/>
                  <a:pt x="198904" y="71136"/>
                  <a:pt x="198099" y="72055"/>
                </a:cubicBezTo>
                <a:cubicBezTo>
                  <a:pt x="197295" y="72974"/>
                  <a:pt x="196011" y="73875"/>
                  <a:pt x="194249" y="74756"/>
                </a:cubicBezTo>
                <a:cubicBezTo>
                  <a:pt x="190419" y="76633"/>
                  <a:pt x="186463" y="78069"/>
                  <a:pt x="182384" y="79065"/>
                </a:cubicBezTo>
                <a:cubicBezTo>
                  <a:pt x="178304" y="80061"/>
                  <a:pt x="174253" y="80559"/>
                  <a:pt x="170231" y="80559"/>
                </a:cubicBezTo>
                <a:cubicBezTo>
                  <a:pt x="161497" y="80559"/>
                  <a:pt x="154506" y="78038"/>
                  <a:pt x="149258" y="72996"/>
                </a:cubicBezTo>
                <a:cubicBezTo>
                  <a:pt x="144010" y="67953"/>
                  <a:pt x="141386" y="61270"/>
                  <a:pt x="141386" y="52949"/>
                </a:cubicBezTo>
                <a:cubicBezTo>
                  <a:pt x="141386" y="44475"/>
                  <a:pt x="144163" y="37612"/>
                  <a:pt x="149718" y="32359"/>
                </a:cubicBezTo>
                <a:cubicBezTo>
                  <a:pt x="155272" y="27105"/>
                  <a:pt x="162512" y="24478"/>
                  <a:pt x="171438" y="24478"/>
                </a:cubicBezTo>
                <a:cubicBezTo>
                  <a:pt x="179520" y="24478"/>
                  <a:pt x="186224" y="26930"/>
                  <a:pt x="191549" y="31833"/>
                </a:cubicBezTo>
                <a:cubicBezTo>
                  <a:pt x="196873" y="36736"/>
                  <a:pt x="199536" y="42674"/>
                  <a:pt x="199536" y="49646"/>
                </a:cubicBezTo>
                <a:cubicBezTo>
                  <a:pt x="199536" y="51791"/>
                  <a:pt x="199085" y="53227"/>
                  <a:pt x="198185" y="53955"/>
                </a:cubicBezTo>
                <a:cubicBezTo>
                  <a:pt x="197285" y="54683"/>
                  <a:pt x="194843" y="55047"/>
                  <a:pt x="190859" y="55047"/>
                </a:cubicBezTo>
                <a:lnTo>
                  <a:pt x="189997" y="55047"/>
                </a:lnTo>
                <a:lnTo>
                  <a:pt x="151384" y="55047"/>
                </a:lnTo>
                <a:moveTo>
                  <a:pt x="151671" y="47462"/>
                </a:moveTo>
                <a:lnTo>
                  <a:pt x="189078" y="47462"/>
                </a:lnTo>
                <a:cubicBezTo>
                  <a:pt x="188503" y="42938"/>
                  <a:pt x="186597" y="39299"/>
                  <a:pt x="183361" y="36543"/>
                </a:cubicBezTo>
                <a:cubicBezTo>
                  <a:pt x="180124" y="33786"/>
                  <a:pt x="176149" y="32407"/>
                  <a:pt x="171438" y="32407"/>
                </a:cubicBezTo>
                <a:cubicBezTo>
                  <a:pt x="166343" y="32407"/>
                  <a:pt x="162052" y="33738"/>
                  <a:pt x="158567" y="36399"/>
                </a:cubicBezTo>
                <a:cubicBezTo>
                  <a:pt x="155081" y="39060"/>
                  <a:pt x="152782" y="42748"/>
                  <a:pt x="151671" y="47462"/>
                </a:cubicBezTo>
                <a:close/>
                <a:moveTo>
                  <a:pt x="219778" y="70906"/>
                </a:moveTo>
                <a:lnTo>
                  <a:pt x="219778" y="34121"/>
                </a:lnTo>
                <a:lnTo>
                  <a:pt x="218687" y="34121"/>
                </a:lnTo>
                <a:cubicBezTo>
                  <a:pt x="216082" y="34121"/>
                  <a:pt x="214291" y="33815"/>
                  <a:pt x="213314" y="33203"/>
                </a:cubicBezTo>
                <a:cubicBezTo>
                  <a:pt x="212337" y="32591"/>
                  <a:pt x="211849" y="31520"/>
                  <a:pt x="211849" y="29989"/>
                </a:cubicBezTo>
                <a:cubicBezTo>
                  <a:pt x="211849" y="28574"/>
                  <a:pt x="212251" y="27551"/>
                  <a:pt x="213055" y="26920"/>
                </a:cubicBezTo>
                <a:cubicBezTo>
                  <a:pt x="213860" y="26288"/>
                  <a:pt x="215162" y="25972"/>
                  <a:pt x="216963" y="25972"/>
                </a:cubicBezTo>
                <a:lnTo>
                  <a:pt x="219663" y="25972"/>
                </a:lnTo>
                <a:lnTo>
                  <a:pt x="225180" y="25972"/>
                </a:lnTo>
                <a:cubicBezTo>
                  <a:pt x="226214" y="25972"/>
                  <a:pt x="227018" y="26184"/>
                  <a:pt x="227593" y="26609"/>
                </a:cubicBezTo>
                <a:cubicBezTo>
                  <a:pt x="228167" y="27033"/>
                  <a:pt x="228455" y="27612"/>
                  <a:pt x="228455" y="28346"/>
                </a:cubicBezTo>
                <a:lnTo>
                  <a:pt x="228455" y="32284"/>
                </a:lnTo>
                <a:cubicBezTo>
                  <a:pt x="231251" y="29662"/>
                  <a:pt x="234019" y="27725"/>
                  <a:pt x="236758" y="26473"/>
                </a:cubicBezTo>
                <a:cubicBezTo>
                  <a:pt x="239497" y="25220"/>
                  <a:pt x="242341" y="24593"/>
                  <a:pt x="245291" y="24593"/>
                </a:cubicBezTo>
                <a:cubicBezTo>
                  <a:pt x="251075" y="24593"/>
                  <a:pt x="255624" y="26392"/>
                  <a:pt x="258937" y="29989"/>
                </a:cubicBezTo>
                <a:cubicBezTo>
                  <a:pt x="262251" y="33585"/>
                  <a:pt x="263908" y="38558"/>
                  <a:pt x="263908" y="44909"/>
                </a:cubicBezTo>
                <a:lnTo>
                  <a:pt x="263908" y="70906"/>
                </a:lnTo>
                <a:lnTo>
                  <a:pt x="266608" y="70906"/>
                </a:lnTo>
                <a:cubicBezTo>
                  <a:pt x="268524" y="70906"/>
                  <a:pt x="269903" y="71224"/>
                  <a:pt x="270745" y="71861"/>
                </a:cubicBezTo>
                <a:cubicBezTo>
                  <a:pt x="271588" y="72497"/>
                  <a:pt x="272010" y="73509"/>
                  <a:pt x="272010" y="74899"/>
                </a:cubicBezTo>
                <a:cubicBezTo>
                  <a:pt x="272010" y="76404"/>
                  <a:pt x="271559" y="77475"/>
                  <a:pt x="270659" y="78112"/>
                </a:cubicBezTo>
                <a:cubicBezTo>
                  <a:pt x="269759" y="78747"/>
                  <a:pt x="268160" y="79065"/>
                  <a:pt x="265861" y="79065"/>
                </a:cubicBezTo>
                <a:lnTo>
                  <a:pt x="253163" y="79065"/>
                </a:lnTo>
                <a:cubicBezTo>
                  <a:pt x="250711" y="79065"/>
                  <a:pt x="249140" y="78776"/>
                  <a:pt x="248451" y="78198"/>
                </a:cubicBezTo>
                <a:cubicBezTo>
                  <a:pt x="247761" y="77618"/>
                  <a:pt x="247417" y="76519"/>
                  <a:pt x="247417" y="74899"/>
                </a:cubicBezTo>
                <a:cubicBezTo>
                  <a:pt x="247417" y="73395"/>
                  <a:pt x="247819" y="72353"/>
                  <a:pt x="248623" y="71775"/>
                </a:cubicBezTo>
                <a:cubicBezTo>
                  <a:pt x="249428" y="71195"/>
                  <a:pt x="250941" y="70906"/>
                  <a:pt x="253163" y="70906"/>
                </a:cubicBezTo>
                <a:lnTo>
                  <a:pt x="255174" y="70906"/>
                </a:lnTo>
                <a:lnTo>
                  <a:pt x="255174" y="47076"/>
                </a:lnTo>
                <a:cubicBezTo>
                  <a:pt x="255174" y="42607"/>
                  <a:pt x="254159" y="39199"/>
                  <a:pt x="252128" y="36850"/>
                </a:cubicBezTo>
                <a:cubicBezTo>
                  <a:pt x="250098" y="34501"/>
                  <a:pt x="247148" y="33327"/>
                  <a:pt x="243279" y="33327"/>
                </a:cubicBezTo>
                <a:cubicBezTo>
                  <a:pt x="239372" y="33327"/>
                  <a:pt x="235925" y="34645"/>
                  <a:pt x="232937" y="37281"/>
                </a:cubicBezTo>
                <a:cubicBezTo>
                  <a:pt x="229949" y="39916"/>
                  <a:pt x="228455" y="43181"/>
                  <a:pt x="228455" y="47076"/>
                </a:cubicBezTo>
                <a:lnTo>
                  <a:pt x="228455" y="70906"/>
                </a:lnTo>
                <a:lnTo>
                  <a:pt x="230466" y="70906"/>
                </a:lnTo>
                <a:cubicBezTo>
                  <a:pt x="232764" y="70906"/>
                  <a:pt x="234316" y="71195"/>
                  <a:pt x="235120" y="71775"/>
                </a:cubicBezTo>
                <a:cubicBezTo>
                  <a:pt x="235925" y="72353"/>
                  <a:pt x="236327" y="73395"/>
                  <a:pt x="236327" y="74899"/>
                </a:cubicBezTo>
                <a:cubicBezTo>
                  <a:pt x="236327" y="76519"/>
                  <a:pt x="235982" y="77618"/>
                  <a:pt x="235293" y="78198"/>
                </a:cubicBezTo>
                <a:cubicBezTo>
                  <a:pt x="234603" y="78776"/>
                  <a:pt x="232918" y="79065"/>
                  <a:pt x="230236" y="79065"/>
                </a:cubicBezTo>
                <a:lnTo>
                  <a:pt x="219778" y="79065"/>
                </a:lnTo>
                <a:lnTo>
                  <a:pt x="216675" y="79065"/>
                </a:lnTo>
                <a:cubicBezTo>
                  <a:pt x="215105" y="79065"/>
                  <a:pt x="213927" y="78728"/>
                  <a:pt x="213142" y="78052"/>
                </a:cubicBezTo>
                <a:cubicBezTo>
                  <a:pt x="212356" y="77377"/>
                  <a:pt x="211964" y="76326"/>
                  <a:pt x="211964" y="74899"/>
                </a:cubicBezTo>
                <a:cubicBezTo>
                  <a:pt x="211964" y="73356"/>
                  <a:pt x="212414" y="72305"/>
                  <a:pt x="213314" y="71746"/>
                </a:cubicBezTo>
                <a:cubicBezTo>
                  <a:pt x="214214" y="71186"/>
                  <a:pt x="215967" y="70906"/>
                  <a:pt x="218572" y="70906"/>
                </a:cubicBezTo>
                <a:lnTo>
                  <a:pt x="219778" y="70906"/>
                </a:lnTo>
                <a:close/>
                <a:moveTo>
                  <a:pt x="399547" y="70906"/>
                </a:moveTo>
                <a:cubicBezTo>
                  <a:pt x="401118" y="70906"/>
                  <a:pt x="402315" y="71248"/>
                  <a:pt x="403139" y="71933"/>
                </a:cubicBezTo>
                <a:cubicBezTo>
                  <a:pt x="403962" y="72618"/>
                  <a:pt x="404374" y="73626"/>
                  <a:pt x="404374" y="74957"/>
                </a:cubicBezTo>
                <a:cubicBezTo>
                  <a:pt x="404374" y="76326"/>
                  <a:pt x="403981" y="77353"/>
                  <a:pt x="403196" y="78038"/>
                </a:cubicBezTo>
                <a:cubicBezTo>
                  <a:pt x="402411" y="78723"/>
                  <a:pt x="401271" y="79065"/>
                  <a:pt x="399777" y="79065"/>
                </a:cubicBezTo>
                <a:lnTo>
                  <a:pt x="362198" y="79065"/>
                </a:lnTo>
                <a:cubicBezTo>
                  <a:pt x="360628" y="79065"/>
                  <a:pt x="359431" y="78723"/>
                  <a:pt x="358607" y="78038"/>
                </a:cubicBezTo>
                <a:cubicBezTo>
                  <a:pt x="357783" y="77353"/>
                  <a:pt x="357372" y="76326"/>
                  <a:pt x="357372" y="74957"/>
                </a:cubicBezTo>
                <a:cubicBezTo>
                  <a:pt x="357372" y="73626"/>
                  <a:pt x="357764" y="72618"/>
                  <a:pt x="358550" y="71933"/>
                </a:cubicBezTo>
                <a:cubicBezTo>
                  <a:pt x="359335" y="71248"/>
                  <a:pt x="360474" y="70906"/>
                  <a:pt x="361968" y="70906"/>
                </a:cubicBezTo>
                <a:lnTo>
                  <a:pt x="371737" y="70906"/>
                </a:lnTo>
                <a:lnTo>
                  <a:pt x="371737" y="35740"/>
                </a:lnTo>
                <a:lnTo>
                  <a:pt x="362313" y="35740"/>
                </a:lnTo>
                <a:cubicBezTo>
                  <a:pt x="360743" y="35740"/>
                  <a:pt x="359526" y="35374"/>
                  <a:pt x="358664" y="34641"/>
                </a:cubicBezTo>
                <a:cubicBezTo>
                  <a:pt x="357803" y="33909"/>
                  <a:pt x="357372" y="32867"/>
                  <a:pt x="357372" y="31517"/>
                </a:cubicBezTo>
                <a:cubicBezTo>
                  <a:pt x="357372" y="30128"/>
                  <a:pt x="357774" y="29087"/>
                  <a:pt x="358578" y="28392"/>
                </a:cubicBezTo>
                <a:cubicBezTo>
                  <a:pt x="359383" y="27698"/>
                  <a:pt x="360551" y="27351"/>
                  <a:pt x="362083" y="27351"/>
                </a:cubicBezTo>
                <a:lnTo>
                  <a:pt x="371162" y="27351"/>
                </a:lnTo>
                <a:lnTo>
                  <a:pt x="371162" y="23444"/>
                </a:lnTo>
                <a:cubicBezTo>
                  <a:pt x="371162" y="16510"/>
                  <a:pt x="373135" y="11482"/>
                  <a:pt x="377080" y="8360"/>
                </a:cubicBezTo>
                <a:cubicBezTo>
                  <a:pt x="381026" y="5238"/>
                  <a:pt x="387404" y="3677"/>
                  <a:pt x="396215" y="3677"/>
                </a:cubicBezTo>
                <a:cubicBezTo>
                  <a:pt x="400505" y="3677"/>
                  <a:pt x="403675" y="4156"/>
                  <a:pt x="405724" y="5114"/>
                </a:cubicBezTo>
                <a:cubicBezTo>
                  <a:pt x="407774" y="6072"/>
                  <a:pt x="408798" y="7566"/>
                  <a:pt x="408798" y="9596"/>
                </a:cubicBezTo>
                <a:cubicBezTo>
                  <a:pt x="408798" y="10783"/>
                  <a:pt x="408358" y="11760"/>
                  <a:pt x="407477" y="12526"/>
                </a:cubicBezTo>
                <a:cubicBezTo>
                  <a:pt x="406596" y="13292"/>
                  <a:pt x="405466" y="13675"/>
                  <a:pt x="404087" y="13675"/>
                </a:cubicBezTo>
                <a:cubicBezTo>
                  <a:pt x="403397" y="13675"/>
                  <a:pt x="401740" y="13446"/>
                  <a:pt x="399116" y="12986"/>
                </a:cubicBezTo>
                <a:cubicBezTo>
                  <a:pt x="396492" y="12526"/>
                  <a:pt x="394242" y="12296"/>
                  <a:pt x="392365" y="12296"/>
                </a:cubicBezTo>
                <a:cubicBezTo>
                  <a:pt x="388036" y="12296"/>
                  <a:pt x="384933" y="13206"/>
                  <a:pt x="383056" y="15026"/>
                </a:cubicBezTo>
                <a:cubicBezTo>
                  <a:pt x="381179" y="16845"/>
                  <a:pt x="380241" y="19862"/>
                  <a:pt x="380241" y="24076"/>
                </a:cubicBezTo>
                <a:lnTo>
                  <a:pt x="380241" y="27351"/>
                </a:lnTo>
                <a:lnTo>
                  <a:pt x="400582" y="27351"/>
                </a:lnTo>
                <a:cubicBezTo>
                  <a:pt x="402152" y="27351"/>
                  <a:pt x="403349" y="27698"/>
                  <a:pt x="404173" y="28392"/>
                </a:cubicBezTo>
                <a:cubicBezTo>
                  <a:pt x="404996" y="29087"/>
                  <a:pt x="405408" y="30128"/>
                  <a:pt x="405408" y="31517"/>
                </a:cubicBezTo>
                <a:cubicBezTo>
                  <a:pt x="405408" y="32828"/>
                  <a:pt x="404987" y="33860"/>
                  <a:pt x="404144" y="34613"/>
                </a:cubicBezTo>
                <a:cubicBezTo>
                  <a:pt x="403301" y="35364"/>
                  <a:pt x="402152" y="35740"/>
                  <a:pt x="400697" y="35740"/>
                </a:cubicBezTo>
                <a:lnTo>
                  <a:pt x="380815" y="35740"/>
                </a:lnTo>
                <a:lnTo>
                  <a:pt x="380815" y="70906"/>
                </a:lnTo>
                <a:lnTo>
                  <a:pt x="399547" y="70906"/>
                </a:lnTo>
                <a:close/>
                <a:moveTo>
                  <a:pt x="446567" y="70906"/>
                </a:moveTo>
                <a:lnTo>
                  <a:pt x="465644" y="70906"/>
                </a:lnTo>
                <a:cubicBezTo>
                  <a:pt x="467137" y="70906"/>
                  <a:pt x="468239" y="71224"/>
                  <a:pt x="468947" y="71861"/>
                </a:cubicBezTo>
                <a:cubicBezTo>
                  <a:pt x="469656" y="72497"/>
                  <a:pt x="470010" y="73509"/>
                  <a:pt x="470010" y="74899"/>
                </a:cubicBezTo>
                <a:cubicBezTo>
                  <a:pt x="470010" y="76481"/>
                  <a:pt x="469675" y="77571"/>
                  <a:pt x="469005" y="78169"/>
                </a:cubicBezTo>
                <a:cubicBezTo>
                  <a:pt x="468335" y="78766"/>
                  <a:pt x="467099" y="79065"/>
                  <a:pt x="465299" y="79065"/>
                </a:cubicBezTo>
                <a:lnTo>
                  <a:pt x="427720" y="79065"/>
                </a:lnTo>
                <a:cubicBezTo>
                  <a:pt x="426226" y="79065"/>
                  <a:pt x="425096" y="78718"/>
                  <a:pt x="424330" y="78024"/>
                </a:cubicBezTo>
                <a:cubicBezTo>
                  <a:pt x="423564" y="77329"/>
                  <a:pt x="423180" y="76288"/>
                  <a:pt x="423180" y="74899"/>
                </a:cubicBezTo>
                <a:cubicBezTo>
                  <a:pt x="423180" y="73549"/>
                  <a:pt x="423573" y="72546"/>
                  <a:pt x="424358" y="71890"/>
                </a:cubicBezTo>
                <a:cubicBezTo>
                  <a:pt x="425144" y="71234"/>
                  <a:pt x="426360" y="70906"/>
                  <a:pt x="428007" y="70906"/>
                </a:cubicBezTo>
                <a:lnTo>
                  <a:pt x="438005" y="70906"/>
                </a:lnTo>
                <a:lnTo>
                  <a:pt x="438005" y="34131"/>
                </a:lnTo>
                <a:lnTo>
                  <a:pt x="434098" y="34131"/>
                </a:lnTo>
                <a:cubicBezTo>
                  <a:pt x="430382" y="34131"/>
                  <a:pt x="428065" y="33834"/>
                  <a:pt x="427145" y="33241"/>
                </a:cubicBezTo>
                <a:cubicBezTo>
                  <a:pt x="426226" y="32647"/>
                  <a:pt x="425766" y="31565"/>
                  <a:pt x="425766" y="29994"/>
                </a:cubicBezTo>
                <a:cubicBezTo>
                  <a:pt x="425766" y="28653"/>
                  <a:pt x="426140" y="27648"/>
                  <a:pt x="426887" y="26978"/>
                </a:cubicBezTo>
                <a:cubicBezTo>
                  <a:pt x="427634" y="26307"/>
                  <a:pt x="428773" y="25972"/>
                  <a:pt x="430306" y="25972"/>
                </a:cubicBezTo>
                <a:lnTo>
                  <a:pt x="443406" y="25972"/>
                </a:lnTo>
                <a:cubicBezTo>
                  <a:pt x="444441" y="25972"/>
                  <a:pt x="445226" y="26173"/>
                  <a:pt x="445762" y="26575"/>
                </a:cubicBezTo>
                <a:cubicBezTo>
                  <a:pt x="446299" y="26978"/>
                  <a:pt x="446567" y="27562"/>
                  <a:pt x="446567" y="28328"/>
                </a:cubicBezTo>
                <a:lnTo>
                  <a:pt x="446567" y="38096"/>
                </a:lnTo>
                <a:cubicBezTo>
                  <a:pt x="450206" y="33538"/>
                  <a:pt x="453998" y="30147"/>
                  <a:pt x="457944" y="27926"/>
                </a:cubicBezTo>
                <a:cubicBezTo>
                  <a:pt x="461889" y="25704"/>
                  <a:pt x="466141" y="24593"/>
                  <a:pt x="470700" y="24593"/>
                </a:cubicBezTo>
                <a:cubicBezTo>
                  <a:pt x="474109" y="24593"/>
                  <a:pt x="476867" y="25282"/>
                  <a:pt x="478974" y="26661"/>
                </a:cubicBezTo>
                <a:cubicBezTo>
                  <a:pt x="481081" y="28041"/>
                  <a:pt x="482135" y="29822"/>
                  <a:pt x="482135" y="32005"/>
                </a:cubicBezTo>
                <a:cubicBezTo>
                  <a:pt x="482135" y="33423"/>
                  <a:pt x="481608" y="34677"/>
                  <a:pt x="480554" y="35769"/>
                </a:cubicBezTo>
                <a:cubicBezTo>
                  <a:pt x="479501" y="36861"/>
                  <a:pt x="478342" y="37407"/>
                  <a:pt x="477078" y="37407"/>
                </a:cubicBezTo>
                <a:cubicBezTo>
                  <a:pt x="476197" y="37407"/>
                  <a:pt x="474713" y="36822"/>
                  <a:pt x="472625" y="35654"/>
                </a:cubicBezTo>
                <a:cubicBezTo>
                  <a:pt x="470537" y="34486"/>
                  <a:pt x="468670" y="33901"/>
                  <a:pt x="467023" y="33901"/>
                </a:cubicBezTo>
                <a:cubicBezTo>
                  <a:pt x="464035" y="33901"/>
                  <a:pt x="460884" y="34963"/>
                  <a:pt x="457570" y="37085"/>
                </a:cubicBezTo>
                <a:cubicBezTo>
                  <a:pt x="454257" y="39208"/>
                  <a:pt x="450589" y="42564"/>
                  <a:pt x="446567" y="47155"/>
                </a:cubicBezTo>
                <a:lnTo>
                  <a:pt x="446567" y="70906"/>
                </a:lnTo>
                <a:close/>
                <a:moveTo>
                  <a:pt x="517259" y="9423"/>
                </a:moveTo>
                <a:cubicBezTo>
                  <a:pt x="517259" y="5286"/>
                  <a:pt x="517633" y="2681"/>
                  <a:pt x="518380" y="1609"/>
                </a:cubicBezTo>
                <a:cubicBezTo>
                  <a:pt x="519127" y="536"/>
                  <a:pt x="520726" y="0"/>
                  <a:pt x="523178" y="0"/>
                </a:cubicBezTo>
                <a:cubicBezTo>
                  <a:pt x="525553" y="0"/>
                  <a:pt x="527123" y="450"/>
                  <a:pt x="527890" y="1350"/>
                </a:cubicBezTo>
                <a:cubicBezTo>
                  <a:pt x="528656" y="2251"/>
                  <a:pt x="529039" y="4386"/>
                  <a:pt x="529039" y="7757"/>
                </a:cubicBezTo>
                <a:cubicBezTo>
                  <a:pt x="529039" y="11051"/>
                  <a:pt x="528684" y="13091"/>
                  <a:pt x="527976" y="13877"/>
                </a:cubicBezTo>
                <a:cubicBezTo>
                  <a:pt x="527267" y="14662"/>
                  <a:pt x="525668" y="15055"/>
                  <a:pt x="523178" y="15055"/>
                </a:cubicBezTo>
                <a:cubicBezTo>
                  <a:pt x="520726" y="15055"/>
                  <a:pt x="519127" y="14691"/>
                  <a:pt x="518380" y="13963"/>
                </a:cubicBezTo>
                <a:cubicBezTo>
                  <a:pt x="517633" y="13235"/>
                  <a:pt x="517259" y="11722"/>
                  <a:pt x="517259" y="9423"/>
                </a:cubicBezTo>
                <a:moveTo>
                  <a:pt x="527890" y="70906"/>
                </a:moveTo>
                <a:lnTo>
                  <a:pt x="546334" y="70906"/>
                </a:lnTo>
                <a:cubicBezTo>
                  <a:pt x="547828" y="70906"/>
                  <a:pt x="548930" y="71224"/>
                  <a:pt x="549638" y="71861"/>
                </a:cubicBezTo>
                <a:cubicBezTo>
                  <a:pt x="550347" y="72497"/>
                  <a:pt x="550701" y="73509"/>
                  <a:pt x="550701" y="74899"/>
                </a:cubicBezTo>
                <a:cubicBezTo>
                  <a:pt x="550701" y="76481"/>
                  <a:pt x="550366" y="77571"/>
                  <a:pt x="549696" y="78169"/>
                </a:cubicBezTo>
                <a:cubicBezTo>
                  <a:pt x="549025" y="78766"/>
                  <a:pt x="547790" y="79065"/>
                  <a:pt x="545990" y="79065"/>
                </a:cubicBezTo>
                <a:lnTo>
                  <a:pt x="501400" y="79065"/>
                </a:lnTo>
                <a:cubicBezTo>
                  <a:pt x="499868" y="79065"/>
                  <a:pt x="498719" y="78718"/>
                  <a:pt x="497953" y="78024"/>
                </a:cubicBezTo>
                <a:cubicBezTo>
                  <a:pt x="497187" y="77329"/>
                  <a:pt x="496804" y="76288"/>
                  <a:pt x="496804" y="74899"/>
                </a:cubicBezTo>
                <a:cubicBezTo>
                  <a:pt x="496804" y="73549"/>
                  <a:pt x="497206" y="72546"/>
                  <a:pt x="498010" y="71890"/>
                </a:cubicBezTo>
                <a:cubicBezTo>
                  <a:pt x="498815" y="71234"/>
                  <a:pt x="500021" y="70906"/>
                  <a:pt x="501630" y="70906"/>
                </a:cubicBezTo>
                <a:lnTo>
                  <a:pt x="519156" y="70906"/>
                </a:lnTo>
                <a:lnTo>
                  <a:pt x="519156" y="34131"/>
                </a:lnTo>
                <a:lnTo>
                  <a:pt x="507951" y="34131"/>
                </a:lnTo>
                <a:cubicBezTo>
                  <a:pt x="506380" y="34131"/>
                  <a:pt x="505183" y="33777"/>
                  <a:pt x="504360" y="33068"/>
                </a:cubicBezTo>
                <a:cubicBezTo>
                  <a:pt x="503536" y="32360"/>
                  <a:pt x="503124" y="31335"/>
                  <a:pt x="503124" y="29994"/>
                </a:cubicBezTo>
                <a:cubicBezTo>
                  <a:pt x="503124" y="28653"/>
                  <a:pt x="503507" y="27648"/>
                  <a:pt x="504273" y="26978"/>
                </a:cubicBezTo>
                <a:cubicBezTo>
                  <a:pt x="505040" y="26307"/>
                  <a:pt x="506189" y="25972"/>
                  <a:pt x="507721" y="25972"/>
                </a:cubicBezTo>
                <a:lnTo>
                  <a:pt x="524557" y="25972"/>
                </a:lnTo>
                <a:cubicBezTo>
                  <a:pt x="525591" y="25972"/>
                  <a:pt x="526405" y="26183"/>
                  <a:pt x="526999" y="26604"/>
                </a:cubicBezTo>
                <a:cubicBezTo>
                  <a:pt x="527593" y="27024"/>
                  <a:pt x="527890" y="27598"/>
                  <a:pt x="527890" y="28324"/>
                </a:cubicBezTo>
                <a:lnTo>
                  <a:pt x="527890" y="70906"/>
                </a:lnTo>
                <a:close/>
                <a:moveTo>
                  <a:pt x="610189" y="79065"/>
                </a:moveTo>
                <a:cubicBezTo>
                  <a:pt x="609385" y="79065"/>
                  <a:pt x="608820" y="78866"/>
                  <a:pt x="608494" y="78467"/>
                </a:cubicBezTo>
                <a:cubicBezTo>
                  <a:pt x="608169" y="78067"/>
                  <a:pt x="608006" y="77297"/>
                  <a:pt x="608006" y="76156"/>
                </a:cubicBezTo>
                <a:lnTo>
                  <a:pt x="608006" y="71480"/>
                </a:lnTo>
                <a:cubicBezTo>
                  <a:pt x="605707" y="74353"/>
                  <a:pt x="602834" y="76585"/>
                  <a:pt x="599387" y="78174"/>
                </a:cubicBezTo>
                <a:cubicBezTo>
                  <a:pt x="595939" y="79764"/>
                  <a:pt x="592204" y="80559"/>
                  <a:pt x="588182" y="80559"/>
                </a:cubicBezTo>
                <a:cubicBezTo>
                  <a:pt x="580942" y="80559"/>
                  <a:pt x="574880" y="77981"/>
                  <a:pt x="569996" y="72823"/>
                </a:cubicBezTo>
                <a:cubicBezTo>
                  <a:pt x="565112" y="67665"/>
                  <a:pt x="562670" y="61251"/>
                  <a:pt x="562670" y="53582"/>
                </a:cubicBezTo>
                <a:cubicBezTo>
                  <a:pt x="562670" y="45644"/>
                  <a:pt x="565275" y="39039"/>
                  <a:pt x="570484" y="33767"/>
                </a:cubicBezTo>
                <a:cubicBezTo>
                  <a:pt x="575694" y="28494"/>
                  <a:pt x="582187" y="25857"/>
                  <a:pt x="589963" y="25857"/>
                </a:cubicBezTo>
                <a:cubicBezTo>
                  <a:pt x="593909" y="25857"/>
                  <a:pt x="597452" y="26556"/>
                  <a:pt x="600593" y="27954"/>
                </a:cubicBezTo>
                <a:cubicBezTo>
                  <a:pt x="603735" y="29353"/>
                  <a:pt x="606435" y="31412"/>
                  <a:pt x="608695" y="34131"/>
                </a:cubicBezTo>
                <a:lnTo>
                  <a:pt x="608695" y="12067"/>
                </a:lnTo>
                <a:lnTo>
                  <a:pt x="605650" y="12067"/>
                </a:lnTo>
                <a:cubicBezTo>
                  <a:pt x="602317" y="12067"/>
                  <a:pt x="600162" y="11774"/>
                  <a:pt x="599186" y="11189"/>
                </a:cubicBezTo>
                <a:cubicBezTo>
                  <a:pt x="598209" y="10603"/>
                  <a:pt x="597720" y="9536"/>
                  <a:pt x="597720" y="7987"/>
                </a:cubicBezTo>
                <a:cubicBezTo>
                  <a:pt x="597720" y="6627"/>
                  <a:pt x="598113" y="5607"/>
                  <a:pt x="598898" y="4927"/>
                </a:cubicBezTo>
                <a:cubicBezTo>
                  <a:pt x="599684" y="4247"/>
                  <a:pt x="600823" y="3907"/>
                  <a:pt x="602317" y="3907"/>
                </a:cubicBezTo>
                <a:lnTo>
                  <a:pt x="614096" y="3907"/>
                </a:lnTo>
                <a:cubicBezTo>
                  <a:pt x="615246" y="3907"/>
                  <a:pt x="616079" y="4099"/>
                  <a:pt x="616596" y="4482"/>
                </a:cubicBezTo>
                <a:cubicBezTo>
                  <a:pt x="617113" y="4865"/>
                  <a:pt x="617372" y="5459"/>
                  <a:pt x="617372" y="6263"/>
                </a:cubicBezTo>
                <a:lnTo>
                  <a:pt x="617372" y="71021"/>
                </a:lnTo>
                <a:lnTo>
                  <a:pt x="619957" y="71021"/>
                </a:lnTo>
                <a:cubicBezTo>
                  <a:pt x="621834" y="71021"/>
                  <a:pt x="623194" y="71335"/>
                  <a:pt x="624037" y="71963"/>
                </a:cubicBezTo>
                <a:cubicBezTo>
                  <a:pt x="624880" y="72591"/>
                  <a:pt x="625301" y="73588"/>
                  <a:pt x="625301" y="74957"/>
                </a:cubicBezTo>
                <a:cubicBezTo>
                  <a:pt x="625301" y="76251"/>
                  <a:pt x="624937" y="77259"/>
                  <a:pt x="624209" y="77982"/>
                </a:cubicBezTo>
                <a:cubicBezTo>
                  <a:pt x="623482" y="78704"/>
                  <a:pt x="622505" y="79065"/>
                  <a:pt x="621279" y="79065"/>
                </a:cubicBezTo>
                <a:lnTo>
                  <a:pt x="610189" y="79065"/>
                </a:lnTo>
                <a:moveTo>
                  <a:pt x="572553" y="53294"/>
                </a:moveTo>
                <a:cubicBezTo>
                  <a:pt x="572553" y="58589"/>
                  <a:pt x="574257" y="62925"/>
                  <a:pt x="577667" y="66302"/>
                </a:cubicBezTo>
                <a:cubicBezTo>
                  <a:pt x="581076" y="69678"/>
                  <a:pt x="585405" y="71365"/>
                  <a:pt x="590653" y="71365"/>
                </a:cubicBezTo>
                <a:cubicBezTo>
                  <a:pt x="595939" y="71365"/>
                  <a:pt x="600287" y="69611"/>
                  <a:pt x="603696" y="66101"/>
                </a:cubicBezTo>
                <a:cubicBezTo>
                  <a:pt x="607106" y="62590"/>
                  <a:pt x="608810" y="58129"/>
                  <a:pt x="608810" y="52720"/>
                </a:cubicBezTo>
                <a:cubicBezTo>
                  <a:pt x="608810" y="47387"/>
                  <a:pt x="607115" y="42994"/>
                  <a:pt x="603725" y="39542"/>
                </a:cubicBezTo>
                <a:cubicBezTo>
                  <a:pt x="600335" y="36088"/>
                  <a:pt x="595977" y="34361"/>
                  <a:pt x="590653" y="34361"/>
                </a:cubicBezTo>
                <a:cubicBezTo>
                  <a:pt x="585252" y="34361"/>
                  <a:pt x="580885" y="36107"/>
                  <a:pt x="577552" y="39599"/>
                </a:cubicBezTo>
                <a:cubicBezTo>
                  <a:pt x="574219" y="43090"/>
                  <a:pt x="572553" y="47655"/>
                  <a:pt x="572553" y="53294"/>
                </a:cubicBezTo>
                <a:close/>
                <a:moveTo>
                  <a:pt x="661633" y="34476"/>
                </a:moveTo>
                <a:cubicBezTo>
                  <a:pt x="656615" y="34476"/>
                  <a:pt x="652516" y="36025"/>
                  <a:pt x="649337" y="39123"/>
                </a:cubicBezTo>
                <a:cubicBezTo>
                  <a:pt x="646157" y="42220"/>
                  <a:pt x="644567" y="46235"/>
                  <a:pt x="644567" y="51168"/>
                </a:cubicBezTo>
                <a:cubicBezTo>
                  <a:pt x="644567" y="56025"/>
                  <a:pt x="646157" y="60012"/>
                  <a:pt x="649337" y="63129"/>
                </a:cubicBezTo>
                <a:cubicBezTo>
                  <a:pt x="652516" y="66245"/>
                  <a:pt x="656615" y="67803"/>
                  <a:pt x="661633" y="67803"/>
                </a:cubicBezTo>
                <a:cubicBezTo>
                  <a:pt x="666613" y="67803"/>
                  <a:pt x="670702" y="66245"/>
                  <a:pt x="673901" y="63129"/>
                </a:cubicBezTo>
                <a:cubicBezTo>
                  <a:pt x="677099" y="60012"/>
                  <a:pt x="678699" y="56025"/>
                  <a:pt x="678699" y="51168"/>
                </a:cubicBezTo>
                <a:cubicBezTo>
                  <a:pt x="678699" y="46312"/>
                  <a:pt x="677099" y="42316"/>
                  <a:pt x="673901" y="39181"/>
                </a:cubicBezTo>
                <a:cubicBezTo>
                  <a:pt x="670702" y="36044"/>
                  <a:pt x="666613" y="34476"/>
                  <a:pt x="661633" y="34476"/>
                </a:cubicBezTo>
                <a:moveTo>
                  <a:pt x="686571" y="76056"/>
                </a:moveTo>
                <a:cubicBezTo>
                  <a:pt x="686571" y="81423"/>
                  <a:pt x="686303" y="85228"/>
                  <a:pt x="685766" y="87470"/>
                </a:cubicBezTo>
                <a:cubicBezTo>
                  <a:pt x="685230" y="89714"/>
                  <a:pt x="684311" y="91679"/>
                  <a:pt x="683008" y="93365"/>
                </a:cubicBezTo>
                <a:cubicBezTo>
                  <a:pt x="680863" y="96203"/>
                  <a:pt x="677856" y="98359"/>
                  <a:pt x="673987" y="99835"/>
                </a:cubicBezTo>
                <a:cubicBezTo>
                  <a:pt x="670118" y="101311"/>
                  <a:pt x="665559" y="102049"/>
                  <a:pt x="660311" y="102049"/>
                </a:cubicBezTo>
                <a:cubicBezTo>
                  <a:pt x="655945" y="102049"/>
                  <a:pt x="652755" y="101625"/>
                  <a:pt x="650744" y="100776"/>
                </a:cubicBezTo>
                <a:cubicBezTo>
                  <a:pt x="648733" y="99928"/>
                  <a:pt x="647728" y="98579"/>
                  <a:pt x="647728" y="96729"/>
                </a:cubicBezTo>
                <a:cubicBezTo>
                  <a:pt x="647728" y="95534"/>
                  <a:pt x="648216" y="94484"/>
                  <a:pt x="649193" y="93579"/>
                </a:cubicBezTo>
                <a:cubicBezTo>
                  <a:pt x="650170" y="92675"/>
                  <a:pt x="651329" y="92223"/>
                  <a:pt x="652669" y="92223"/>
                </a:cubicBezTo>
                <a:cubicBezTo>
                  <a:pt x="653704" y="92223"/>
                  <a:pt x="655293" y="92367"/>
                  <a:pt x="657438" y="92654"/>
                </a:cubicBezTo>
                <a:cubicBezTo>
                  <a:pt x="659584" y="92942"/>
                  <a:pt x="661212" y="93085"/>
                  <a:pt x="662323" y="93085"/>
                </a:cubicBezTo>
                <a:cubicBezTo>
                  <a:pt x="667992" y="93085"/>
                  <a:pt x="672014" y="91780"/>
                  <a:pt x="674389" y="89169"/>
                </a:cubicBezTo>
                <a:cubicBezTo>
                  <a:pt x="676764" y="86558"/>
                  <a:pt x="677952" y="82085"/>
                  <a:pt x="677952" y="75749"/>
                </a:cubicBezTo>
                <a:lnTo>
                  <a:pt x="677952" y="68780"/>
                </a:lnTo>
                <a:cubicBezTo>
                  <a:pt x="675615" y="71500"/>
                  <a:pt x="673029" y="73491"/>
                  <a:pt x="670195" y="74756"/>
                </a:cubicBezTo>
                <a:cubicBezTo>
                  <a:pt x="667360" y="76020"/>
                  <a:pt x="664104" y="76652"/>
                  <a:pt x="660426" y="76652"/>
                </a:cubicBezTo>
                <a:cubicBezTo>
                  <a:pt x="653263" y="76652"/>
                  <a:pt x="647335" y="74270"/>
                  <a:pt x="642642" y="69507"/>
                </a:cubicBezTo>
                <a:cubicBezTo>
                  <a:pt x="637950" y="64743"/>
                  <a:pt x="635604" y="58706"/>
                  <a:pt x="635604" y="51398"/>
                </a:cubicBezTo>
                <a:cubicBezTo>
                  <a:pt x="635604" y="44052"/>
                  <a:pt x="638017" y="37958"/>
                  <a:pt x="642844" y="33119"/>
                </a:cubicBezTo>
                <a:cubicBezTo>
                  <a:pt x="647670" y="28278"/>
                  <a:pt x="653646" y="25857"/>
                  <a:pt x="660771" y="25857"/>
                </a:cubicBezTo>
                <a:cubicBezTo>
                  <a:pt x="663721" y="25857"/>
                  <a:pt x="666603" y="26403"/>
                  <a:pt x="669419" y="27495"/>
                </a:cubicBezTo>
                <a:cubicBezTo>
                  <a:pt x="672234" y="28586"/>
                  <a:pt x="675079" y="30243"/>
                  <a:pt x="677952" y="32465"/>
                </a:cubicBezTo>
                <a:lnTo>
                  <a:pt x="677952" y="28328"/>
                </a:lnTo>
                <a:cubicBezTo>
                  <a:pt x="677952" y="27523"/>
                  <a:pt x="678210" y="26930"/>
                  <a:pt x="678727" y="26547"/>
                </a:cubicBezTo>
                <a:cubicBezTo>
                  <a:pt x="679245" y="26163"/>
                  <a:pt x="680059" y="25972"/>
                  <a:pt x="681169" y="25972"/>
                </a:cubicBezTo>
                <a:lnTo>
                  <a:pt x="689846" y="25972"/>
                </a:lnTo>
                <a:cubicBezTo>
                  <a:pt x="691378" y="25972"/>
                  <a:pt x="692527" y="26307"/>
                  <a:pt x="693294" y="26978"/>
                </a:cubicBezTo>
                <a:cubicBezTo>
                  <a:pt x="694060" y="27648"/>
                  <a:pt x="694443" y="28653"/>
                  <a:pt x="694443" y="29994"/>
                </a:cubicBezTo>
                <a:cubicBezTo>
                  <a:pt x="694443" y="31526"/>
                  <a:pt x="693964" y="32599"/>
                  <a:pt x="693006" y="33212"/>
                </a:cubicBezTo>
                <a:cubicBezTo>
                  <a:pt x="692049" y="33825"/>
                  <a:pt x="690248" y="34131"/>
                  <a:pt x="687605" y="34131"/>
                </a:cubicBezTo>
                <a:lnTo>
                  <a:pt x="686571" y="34131"/>
                </a:lnTo>
                <a:lnTo>
                  <a:pt x="686571" y="76056"/>
                </a:lnTo>
                <a:close/>
                <a:moveTo>
                  <a:pt x="714168" y="55047"/>
                </a:moveTo>
                <a:cubicBezTo>
                  <a:pt x="714475" y="60581"/>
                  <a:pt x="716342" y="64857"/>
                  <a:pt x="719771" y="67875"/>
                </a:cubicBezTo>
                <a:cubicBezTo>
                  <a:pt x="723199" y="70891"/>
                  <a:pt x="727882" y="72400"/>
                  <a:pt x="733820" y="72400"/>
                </a:cubicBezTo>
                <a:cubicBezTo>
                  <a:pt x="738302" y="72400"/>
                  <a:pt x="743186" y="71203"/>
                  <a:pt x="748472" y="68808"/>
                </a:cubicBezTo>
                <a:cubicBezTo>
                  <a:pt x="753758" y="66414"/>
                  <a:pt x="756957" y="65217"/>
                  <a:pt x="758068" y="65217"/>
                </a:cubicBezTo>
                <a:cubicBezTo>
                  <a:pt x="759217" y="65217"/>
                  <a:pt x="760175" y="65581"/>
                  <a:pt x="760941" y="66309"/>
                </a:cubicBezTo>
                <a:cubicBezTo>
                  <a:pt x="761707" y="67037"/>
                  <a:pt x="762090" y="67937"/>
                  <a:pt x="762090" y="69010"/>
                </a:cubicBezTo>
                <a:cubicBezTo>
                  <a:pt x="762090" y="70120"/>
                  <a:pt x="761688" y="71136"/>
                  <a:pt x="760883" y="72055"/>
                </a:cubicBezTo>
                <a:cubicBezTo>
                  <a:pt x="760079" y="72974"/>
                  <a:pt x="758796" y="73875"/>
                  <a:pt x="757034" y="74756"/>
                </a:cubicBezTo>
                <a:cubicBezTo>
                  <a:pt x="753203" y="76633"/>
                  <a:pt x="749248" y="78069"/>
                  <a:pt x="745168" y="79065"/>
                </a:cubicBezTo>
                <a:cubicBezTo>
                  <a:pt x="741088" y="80061"/>
                  <a:pt x="737037" y="80559"/>
                  <a:pt x="733015" y="80559"/>
                </a:cubicBezTo>
                <a:cubicBezTo>
                  <a:pt x="724281" y="80559"/>
                  <a:pt x="717290" y="78038"/>
                  <a:pt x="712042" y="72996"/>
                </a:cubicBezTo>
                <a:cubicBezTo>
                  <a:pt x="706794" y="67953"/>
                  <a:pt x="704170" y="61270"/>
                  <a:pt x="704170" y="52949"/>
                </a:cubicBezTo>
                <a:cubicBezTo>
                  <a:pt x="704170" y="44475"/>
                  <a:pt x="706948" y="37612"/>
                  <a:pt x="712502" y="32359"/>
                </a:cubicBezTo>
                <a:cubicBezTo>
                  <a:pt x="718056" y="27105"/>
                  <a:pt x="725296" y="24478"/>
                  <a:pt x="734222" y="24478"/>
                </a:cubicBezTo>
                <a:cubicBezTo>
                  <a:pt x="742305" y="24478"/>
                  <a:pt x="749008" y="26930"/>
                  <a:pt x="754333" y="31833"/>
                </a:cubicBezTo>
                <a:cubicBezTo>
                  <a:pt x="759658" y="36736"/>
                  <a:pt x="762320" y="42674"/>
                  <a:pt x="762320" y="49646"/>
                </a:cubicBezTo>
                <a:cubicBezTo>
                  <a:pt x="762320" y="51791"/>
                  <a:pt x="761870" y="53227"/>
                  <a:pt x="760970" y="53955"/>
                </a:cubicBezTo>
                <a:cubicBezTo>
                  <a:pt x="760069" y="54683"/>
                  <a:pt x="757627" y="55047"/>
                  <a:pt x="753643" y="55047"/>
                </a:cubicBezTo>
                <a:lnTo>
                  <a:pt x="752782" y="55047"/>
                </a:lnTo>
                <a:lnTo>
                  <a:pt x="714168" y="55047"/>
                </a:lnTo>
                <a:moveTo>
                  <a:pt x="714456" y="47462"/>
                </a:moveTo>
                <a:lnTo>
                  <a:pt x="751862" y="47462"/>
                </a:lnTo>
                <a:cubicBezTo>
                  <a:pt x="751288" y="42938"/>
                  <a:pt x="749382" y="39299"/>
                  <a:pt x="746145" y="36543"/>
                </a:cubicBezTo>
                <a:cubicBezTo>
                  <a:pt x="742908" y="33786"/>
                  <a:pt x="738934" y="32407"/>
                  <a:pt x="734222" y="32407"/>
                </a:cubicBezTo>
                <a:cubicBezTo>
                  <a:pt x="729127" y="32407"/>
                  <a:pt x="724837" y="33738"/>
                  <a:pt x="721351" y="36399"/>
                </a:cubicBezTo>
                <a:cubicBezTo>
                  <a:pt x="717865" y="39060"/>
                  <a:pt x="715567" y="42748"/>
                  <a:pt x="714456" y="47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closefridge">
            <a:extLst xmlns:a="http://schemas.openxmlformats.org/drawingml/2006/main">
              <a:ext uri="{FF2B5EF4-FFF2-40B4-BE49-F238E27FC236}">
                <a16:creationId xmlns:a16="http://schemas.microsoft.com/office/drawing/2014/main" id="{1F7E8A56-D358-4914-A52B-1490241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013" y="3493846"/>
            <a:ext cx="832324" cy="102049"/>
          </a:xfrm>
          <a:custGeom xmlns:a="http://schemas.openxmlformats.org/drawingml/2006/main">
            <a:pathLst>
              <a:path w="832324" h="102049">
                <a:moveTo>
                  <a:pt x="47060" y="29450"/>
                </a:moveTo>
                <a:lnTo>
                  <a:pt x="47060" y="29220"/>
                </a:lnTo>
                <a:cubicBezTo>
                  <a:pt x="47060" y="27945"/>
                  <a:pt x="47424" y="27009"/>
                  <a:pt x="48152" y="26410"/>
                </a:cubicBezTo>
                <a:cubicBezTo>
                  <a:pt x="48879" y="25812"/>
                  <a:pt x="50009" y="25512"/>
                  <a:pt x="51542" y="25512"/>
                </a:cubicBezTo>
                <a:cubicBezTo>
                  <a:pt x="53112" y="25512"/>
                  <a:pt x="54194" y="25973"/>
                  <a:pt x="54788" y="26895"/>
                </a:cubicBezTo>
                <a:cubicBezTo>
                  <a:pt x="55382" y="27817"/>
                  <a:pt x="55679" y="29718"/>
                  <a:pt x="55679" y="32598"/>
                </a:cubicBezTo>
                <a:lnTo>
                  <a:pt x="55679" y="43314"/>
                </a:lnTo>
                <a:cubicBezTo>
                  <a:pt x="55679" y="44735"/>
                  <a:pt x="55315" y="45801"/>
                  <a:pt x="54587" y="46512"/>
                </a:cubicBezTo>
                <a:cubicBezTo>
                  <a:pt x="53859" y="47222"/>
                  <a:pt x="52768" y="47577"/>
                  <a:pt x="51312" y="47577"/>
                </a:cubicBezTo>
                <a:cubicBezTo>
                  <a:pt x="50278" y="47577"/>
                  <a:pt x="49387" y="47280"/>
                  <a:pt x="48640" y="46686"/>
                </a:cubicBezTo>
                <a:cubicBezTo>
                  <a:pt x="47893" y="46093"/>
                  <a:pt x="46983" y="44857"/>
                  <a:pt x="45911" y="42980"/>
                </a:cubicBezTo>
                <a:cubicBezTo>
                  <a:pt x="44072" y="39877"/>
                  <a:pt x="41841" y="37531"/>
                  <a:pt x="39217" y="35941"/>
                </a:cubicBezTo>
                <a:cubicBezTo>
                  <a:pt x="36593" y="34352"/>
                  <a:pt x="33576" y="33557"/>
                  <a:pt x="30167" y="33557"/>
                </a:cubicBezTo>
                <a:cubicBezTo>
                  <a:pt x="24191" y="33557"/>
                  <a:pt x="19335" y="35319"/>
                  <a:pt x="15600" y="38843"/>
                </a:cubicBezTo>
                <a:cubicBezTo>
                  <a:pt x="11866" y="42367"/>
                  <a:pt x="9998" y="46926"/>
                  <a:pt x="9998" y="52519"/>
                </a:cubicBezTo>
                <a:cubicBezTo>
                  <a:pt x="9998" y="58226"/>
                  <a:pt x="11789" y="62890"/>
                  <a:pt x="15371" y="66510"/>
                </a:cubicBezTo>
                <a:cubicBezTo>
                  <a:pt x="18952" y="70130"/>
                  <a:pt x="23559" y="71940"/>
                  <a:pt x="29190" y="71940"/>
                </a:cubicBezTo>
                <a:cubicBezTo>
                  <a:pt x="31756" y="71940"/>
                  <a:pt x="34198" y="71586"/>
                  <a:pt x="36516" y="70877"/>
                </a:cubicBezTo>
                <a:cubicBezTo>
                  <a:pt x="38833" y="70168"/>
                  <a:pt x="41027" y="69105"/>
                  <a:pt x="43095" y="67688"/>
                </a:cubicBezTo>
                <a:cubicBezTo>
                  <a:pt x="43823" y="67228"/>
                  <a:pt x="44800" y="66520"/>
                  <a:pt x="46026" y="65562"/>
                </a:cubicBezTo>
                <a:cubicBezTo>
                  <a:pt x="48515" y="63532"/>
                  <a:pt x="50469" y="62517"/>
                  <a:pt x="51886" y="62517"/>
                </a:cubicBezTo>
                <a:cubicBezTo>
                  <a:pt x="53074" y="62517"/>
                  <a:pt x="54041" y="62890"/>
                  <a:pt x="54788" y="63637"/>
                </a:cubicBezTo>
                <a:cubicBezTo>
                  <a:pt x="55535" y="64384"/>
                  <a:pt x="55909" y="65351"/>
                  <a:pt x="55909" y="66539"/>
                </a:cubicBezTo>
                <a:cubicBezTo>
                  <a:pt x="55909" y="69565"/>
                  <a:pt x="53045" y="72658"/>
                  <a:pt x="47318" y="75819"/>
                </a:cubicBezTo>
                <a:cubicBezTo>
                  <a:pt x="41592" y="78979"/>
                  <a:pt x="35510" y="80559"/>
                  <a:pt x="29075" y="80559"/>
                </a:cubicBezTo>
                <a:cubicBezTo>
                  <a:pt x="20762" y="80559"/>
                  <a:pt x="13838" y="77894"/>
                  <a:pt x="8303" y="72565"/>
                </a:cubicBezTo>
                <a:cubicBezTo>
                  <a:pt x="2768" y="67234"/>
                  <a:pt x="0" y="60581"/>
                  <a:pt x="0" y="52605"/>
                </a:cubicBezTo>
                <a:cubicBezTo>
                  <a:pt x="0" y="44629"/>
                  <a:pt x="2758" y="37966"/>
                  <a:pt x="8274" y="32618"/>
                </a:cubicBezTo>
                <a:cubicBezTo>
                  <a:pt x="13790" y="27268"/>
                  <a:pt x="20686" y="24593"/>
                  <a:pt x="28960" y="24593"/>
                </a:cubicBezTo>
                <a:cubicBezTo>
                  <a:pt x="31871" y="24593"/>
                  <a:pt x="34792" y="24989"/>
                  <a:pt x="37723" y="25780"/>
                </a:cubicBezTo>
                <a:cubicBezTo>
                  <a:pt x="40653" y="26570"/>
                  <a:pt x="43765" y="27793"/>
                  <a:pt x="47060" y="29450"/>
                </a:cubicBezTo>
                <a:close/>
                <a:moveTo>
                  <a:pt x="96263" y="12067"/>
                </a:moveTo>
                <a:lnTo>
                  <a:pt x="86495" y="12067"/>
                </a:lnTo>
                <a:cubicBezTo>
                  <a:pt x="82779" y="12067"/>
                  <a:pt x="80452" y="11774"/>
                  <a:pt x="79513" y="11189"/>
                </a:cubicBezTo>
                <a:cubicBezTo>
                  <a:pt x="78575" y="10603"/>
                  <a:pt x="78105" y="9536"/>
                  <a:pt x="78105" y="7987"/>
                </a:cubicBezTo>
                <a:cubicBezTo>
                  <a:pt x="78105" y="6627"/>
                  <a:pt x="78498" y="5607"/>
                  <a:pt x="79283" y="4927"/>
                </a:cubicBezTo>
                <a:cubicBezTo>
                  <a:pt x="80069" y="4247"/>
                  <a:pt x="81208" y="3907"/>
                  <a:pt x="82702" y="3907"/>
                </a:cubicBezTo>
                <a:lnTo>
                  <a:pt x="101664" y="3907"/>
                </a:lnTo>
                <a:cubicBezTo>
                  <a:pt x="102698" y="3907"/>
                  <a:pt x="103503" y="4118"/>
                  <a:pt x="104077" y="4539"/>
                </a:cubicBezTo>
                <a:cubicBezTo>
                  <a:pt x="104652" y="4960"/>
                  <a:pt x="104939" y="5533"/>
                  <a:pt x="104939" y="6260"/>
                </a:cubicBezTo>
                <a:lnTo>
                  <a:pt x="104939" y="70906"/>
                </a:lnTo>
                <a:lnTo>
                  <a:pt x="122982" y="70906"/>
                </a:lnTo>
                <a:cubicBezTo>
                  <a:pt x="124437" y="70906"/>
                  <a:pt x="125500" y="71224"/>
                  <a:pt x="126171" y="71861"/>
                </a:cubicBezTo>
                <a:cubicBezTo>
                  <a:pt x="126841" y="72497"/>
                  <a:pt x="127176" y="73509"/>
                  <a:pt x="127176" y="74899"/>
                </a:cubicBezTo>
                <a:cubicBezTo>
                  <a:pt x="127176" y="76481"/>
                  <a:pt x="126851" y="77571"/>
                  <a:pt x="126199" y="78169"/>
                </a:cubicBezTo>
                <a:cubicBezTo>
                  <a:pt x="125548" y="78766"/>
                  <a:pt x="124322" y="79065"/>
                  <a:pt x="122522" y="79065"/>
                </a:cubicBezTo>
                <a:lnTo>
                  <a:pt x="80116" y="79065"/>
                </a:lnTo>
                <a:cubicBezTo>
                  <a:pt x="78622" y="79065"/>
                  <a:pt x="77483" y="78718"/>
                  <a:pt x="76698" y="78024"/>
                </a:cubicBezTo>
                <a:cubicBezTo>
                  <a:pt x="75912" y="77329"/>
                  <a:pt x="75520" y="76288"/>
                  <a:pt x="75520" y="74899"/>
                </a:cubicBezTo>
                <a:cubicBezTo>
                  <a:pt x="75520" y="73549"/>
                  <a:pt x="75922" y="72546"/>
                  <a:pt x="76726" y="71890"/>
                </a:cubicBezTo>
                <a:cubicBezTo>
                  <a:pt x="77531" y="71234"/>
                  <a:pt x="78737" y="70906"/>
                  <a:pt x="80346" y="70906"/>
                </a:cubicBezTo>
                <a:lnTo>
                  <a:pt x="96263" y="70906"/>
                </a:lnTo>
                <a:lnTo>
                  <a:pt x="96263" y="12067"/>
                </a:lnTo>
                <a:close/>
                <a:moveTo>
                  <a:pt x="170461" y="72400"/>
                </a:moveTo>
                <a:cubicBezTo>
                  <a:pt x="176360" y="72400"/>
                  <a:pt x="181196" y="70538"/>
                  <a:pt x="184969" y="66814"/>
                </a:cubicBezTo>
                <a:cubicBezTo>
                  <a:pt x="188743" y="63089"/>
                  <a:pt x="190629" y="58344"/>
                  <a:pt x="190629" y="52576"/>
                </a:cubicBezTo>
                <a:cubicBezTo>
                  <a:pt x="190629" y="46808"/>
                  <a:pt x="188733" y="42043"/>
                  <a:pt x="184941" y="38281"/>
                </a:cubicBezTo>
                <a:cubicBezTo>
                  <a:pt x="181148" y="34519"/>
                  <a:pt x="176322" y="32637"/>
                  <a:pt x="170461" y="32637"/>
                </a:cubicBezTo>
                <a:cubicBezTo>
                  <a:pt x="164600" y="32637"/>
                  <a:pt x="159783" y="34519"/>
                  <a:pt x="156010" y="38281"/>
                </a:cubicBezTo>
                <a:cubicBezTo>
                  <a:pt x="152236" y="42043"/>
                  <a:pt x="150350" y="46808"/>
                  <a:pt x="150350" y="52576"/>
                </a:cubicBezTo>
                <a:cubicBezTo>
                  <a:pt x="150350" y="58382"/>
                  <a:pt x="152227" y="63137"/>
                  <a:pt x="155981" y="66842"/>
                </a:cubicBezTo>
                <a:cubicBezTo>
                  <a:pt x="159735" y="70547"/>
                  <a:pt x="164562" y="72400"/>
                  <a:pt x="170461" y="72400"/>
                </a:cubicBezTo>
                <a:moveTo>
                  <a:pt x="200627" y="52605"/>
                </a:moveTo>
                <a:cubicBezTo>
                  <a:pt x="200627" y="60811"/>
                  <a:pt x="197831" y="67522"/>
                  <a:pt x="192238" y="72737"/>
                </a:cubicBezTo>
                <a:cubicBezTo>
                  <a:pt x="186645" y="77952"/>
                  <a:pt x="179386" y="80559"/>
                  <a:pt x="170461" y="80559"/>
                </a:cubicBezTo>
                <a:cubicBezTo>
                  <a:pt x="161574" y="80559"/>
                  <a:pt x="154334" y="77952"/>
                  <a:pt x="148741" y="72737"/>
                </a:cubicBezTo>
                <a:cubicBezTo>
                  <a:pt x="143148" y="67522"/>
                  <a:pt x="140352" y="60811"/>
                  <a:pt x="140352" y="52605"/>
                </a:cubicBezTo>
                <a:cubicBezTo>
                  <a:pt x="140352" y="44399"/>
                  <a:pt x="143148" y="37698"/>
                  <a:pt x="148741" y="32503"/>
                </a:cubicBezTo>
                <a:cubicBezTo>
                  <a:pt x="154334" y="27306"/>
                  <a:pt x="161574" y="24708"/>
                  <a:pt x="170461" y="24708"/>
                </a:cubicBezTo>
                <a:cubicBezTo>
                  <a:pt x="179348" y="24708"/>
                  <a:pt x="186597" y="27316"/>
                  <a:pt x="192209" y="32531"/>
                </a:cubicBezTo>
                <a:cubicBezTo>
                  <a:pt x="197821" y="37746"/>
                  <a:pt x="200627" y="44437"/>
                  <a:pt x="200627" y="52605"/>
                </a:cubicBezTo>
                <a:close/>
                <a:moveTo>
                  <a:pt x="215756" y="74969"/>
                </a:moveTo>
                <a:lnTo>
                  <a:pt x="215756" y="64713"/>
                </a:lnTo>
                <a:cubicBezTo>
                  <a:pt x="215756" y="63022"/>
                  <a:pt x="216072" y="61813"/>
                  <a:pt x="216704" y="61084"/>
                </a:cubicBezTo>
                <a:cubicBezTo>
                  <a:pt x="217336" y="60353"/>
                  <a:pt x="218361" y="59988"/>
                  <a:pt x="219778" y="59988"/>
                </a:cubicBezTo>
                <a:cubicBezTo>
                  <a:pt x="221349" y="59988"/>
                  <a:pt x="222594" y="61061"/>
                  <a:pt x="223513" y="63206"/>
                </a:cubicBezTo>
                <a:cubicBezTo>
                  <a:pt x="224126" y="64509"/>
                  <a:pt x="224682" y="65485"/>
                  <a:pt x="225180" y="66137"/>
                </a:cubicBezTo>
                <a:cubicBezTo>
                  <a:pt x="226788" y="68205"/>
                  <a:pt x="229163" y="69862"/>
                  <a:pt x="232305" y="71107"/>
                </a:cubicBezTo>
                <a:cubicBezTo>
                  <a:pt x="235446" y="72352"/>
                  <a:pt x="238913" y="72974"/>
                  <a:pt x="242705" y="72974"/>
                </a:cubicBezTo>
                <a:cubicBezTo>
                  <a:pt x="246765" y="72974"/>
                  <a:pt x="250021" y="72148"/>
                  <a:pt x="252473" y="70495"/>
                </a:cubicBezTo>
                <a:cubicBezTo>
                  <a:pt x="254925" y="68841"/>
                  <a:pt x="256151" y="66670"/>
                  <a:pt x="256151" y="63980"/>
                </a:cubicBezTo>
                <a:cubicBezTo>
                  <a:pt x="256151" y="61251"/>
                  <a:pt x="255164" y="59310"/>
                  <a:pt x="253191" y="58157"/>
                </a:cubicBezTo>
                <a:cubicBezTo>
                  <a:pt x="251219" y="57003"/>
                  <a:pt x="247838" y="56426"/>
                  <a:pt x="243050" y="56426"/>
                </a:cubicBezTo>
                <a:lnTo>
                  <a:pt x="239889" y="56426"/>
                </a:lnTo>
                <a:cubicBezTo>
                  <a:pt x="232075" y="56426"/>
                  <a:pt x="226118" y="55068"/>
                  <a:pt x="222019" y="52353"/>
                </a:cubicBezTo>
                <a:cubicBezTo>
                  <a:pt x="217920" y="49638"/>
                  <a:pt x="215871" y="45700"/>
                  <a:pt x="215871" y="40538"/>
                </a:cubicBezTo>
                <a:cubicBezTo>
                  <a:pt x="215871" y="35491"/>
                  <a:pt x="217873" y="31572"/>
                  <a:pt x="221876" y="28780"/>
                </a:cubicBezTo>
                <a:cubicBezTo>
                  <a:pt x="225879" y="25989"/>
                  <a:pt x="231500" y="24593"/>
                  <a:pt x="238740" y="24593"/>
                </a:cubicBezTo>
                <a:cubicBezTo>
                  <a:pt x="241690" y="24593"/>
                  <a:pt x="244697" y="25005"/>
                  <a:pt x="247761" y="25828"/>
                </a:cubicBezTo>
                <a:cubicBezTo>
                  <a:pt x="250826" y="26652"/>
                  <a:pt x="252435" y="27064"/>
                  <a:pt x="252588" y="27064"/>
                </a:cubicBezTo>
                <a:cubicBezTo>
                  <a:pt x="253009" y="27064"/>
                  <a:pt x="253814" y="26690"/>
                  <a:pt x="255001" y="25943"/>
                </a:cubicBezTo>
                <a:cubicBezTo>
                  <a:pt x="256189" y="25196"/>
                  <a:pt x="257357" y="24823"/>
                  <a:pt x="258506" y="24823"/>
                </a:cubicBezTo>
                <a:cubicBezTo>
                  <a:pt x="259809" y="24823"/>
                  <a:pt x="260776" y="25303"/>
                  <a:pt x="261408" y="26265"/>
                </a:cubicBezTo>
                <a:cubicBezTo>
                  <a:pt x="262040" y="27225"/>
                  <a:pt x="262356" y="28665"/>
                  <a:pt x="262356" y="30587"/>
                </a:cubicBezTo>
                <a:lnTo>
                  <a:pt x="262356" y="37331"/>
                </a:lnTo>
                <a:cubicBezTo>
                  <a:pt x="262356" y="39367"/>
                  <a:pt x="262050" y="40837"/>
                  <a:pt x="261437" y="41741"/>
                </a:cubicBezTo>
                <a:cubicBezTo>
                  <a:pt x="260824" y="42644"/>
                  <a:pt x="259847" y="43095"/>
                  <a:pt x="258506" y="43095"/>
                </a:cubicBezTo>
                <a:cubicBezTo>
                  <a:pt x="257357" y="43095"/>
                  <a:pt x="255940" y="42118"/>
                  <a:pt x="254254" y="40165"/>
                </a:cubicBezTo>
                <a:cubicBezTo>
                  <a:pt x="253067" y="38824"/>
                  <a:pt x="252090" y="37809"/>
                  <a:pt x="251324" y="37119"/>
                </a:cubicBezTo>
                <a:cubicBezTo>
                  <a:pt x="249294" y="35242"/>
                  <a:pt x="247129" y="33892"/>
                  <a:pt x="244831" y="33068"/>
                </a:cubicBezTo>
                <a:cubicBezTo>
                  <a:pt x="242533" y="32245"/>
                  <a:pt x="239832" y="31833"/>
                  <a:pt x="236729" y="31833"/>
                </a:cubicBezTo>
                <a:cubicBezTo>
                  <a:pt x="233128" y="31833"/>
                  <a:pt x="230226" y="32622"/>
                  <a:pt x="228024" y="34200"/>
                </a:cubicBezTo>
                <a:cubicBezTo>
                  <a:pt x="225821" y="35777"/>
                  <a:pt x="224720" y="37783"/>
                  <a:pt x="224720" y="40217"/>
                </a:cubicBezTo>
                <a:cubicBezTo>
                  <a:pt x="224720" y="42612"/>
                  <a:pt x="225850" y="44323"/>
                  <a:pt x="228110" y="45350"/>
                </a:cubicBezTo>
                <a:cubicBezTo>
                  <a:pt x="230370" y="46376"/>
                  <a:pt x="235235" y="46965"/>
                  <a:pt x="242705" y="47117"/>
                </a:cubicBezTo>
                <a:cubicBezTo>
                  <a:pt x="250673" y="47310"/>
                  <a:pt x="256495" y="48703"/>
                  <a:pt x="260173" y="51298"/>
                </a:cubicBezTo>
                <a:cubicBezTo>
                  <a:pt x="263850" y="53892"/>
                  <a:pt x="265689" y="57899"/>
                  <a:pt x="265689" y="63319"/>
                </a:cubicBezTo>
                <a:cubicBezTo>
                  <a:pt x="265689" y="68509"/>
                  <a:pt x="263659" y="72660"/>
                  <a:pt x="259598" y="75774"/>
                </a:cubicBezTo>
                <a:cubicBezTo>
                  <a:pt x="255538" y="78887"/>
                  <a:pt x="250060" y="80444"/>
                  <a:pt x="243165" y="80444"/>
                </a:cubicBezTo>
                <a:cubicBezTo>
                  <a:pt x="240981" y="80444"/>
                  <a:pt x="238549" y="80243"/>
                  <a:pt x="235867" y="79841"/>
                </a:cubicBezTo>
                <a:cubicBezTo>
                  <a:pt x="233186" y="79439"/>
                  <a:pt x="229815" y="78759"/>
                  <a:pt x="225754" y="77801"/>
                </a:cubicBezTo>
                <a:cubicBezTo>
                  <a:pt x="224413" y="78682"/>
                  <a:pt x="223264" y="79343"/>
                  <a:pt x="222307" y="79783"/>
                </a:cubicBezTo>
                <a:cubicBezTo>
                  <a:pt x="221349" y="80224"/>
                  <a:pt x="220544" y="80444"/>
                  <a:pt x="219893" y="80444"/>
                </a:cubicBezTo>
                <a:cubicBezTo>
                  <a:pt x="218552" y="80444"/>
                  <a:pt x="217528" y="79974"/>
                  <a:pt x="216819" y="79033"/>
                </a:cubicBezTo>
                <a:cubicBezTo>
                  <a:pt x="216110" y="78092"/>
                  <a:pt x="215756" y="76737"/>
                  <a:pt x="215756" y="74969"/>
                </a:cubicBezTo>
                <a:close/>
                <a:moveTo>
                  <a:pt x="291735" y="55047"/>
                </a:moveTo>
                <a:cubicBezTo>
                  <a:pt x="292042" y="60581"/>
                  <a:pt x="293909" y="64857"/>
                  <a:pt x="297338" y="67875"/>
                </a:cubicBezTo>
                <a:cubicBezTo>
                  <a:pt x="300766" y="70891"/>
                  <a:pt x="305449" y="72400"/>
                  <a:pt x="311387" y="72400"/>
                </a:cubicBezTo>
                <a:cubicBezTo>
                  <a:pt x="315869" y="72400"/>
                  <a:pt x="320753" y="71203"/>
                  <a:pt x="326039" y="68808"/>
                </a:cubicBezTo>
                <a:cubicBezTo>
                  <a:pt x="331325" y="66414"/>
                  <a:pt x="334524" y="65217"/>
                  <a:pt x="335635" y="65217"/>
                </a:cubicBezTo>
                <a:cubicBezTo>
                  <a:pt x="336784" y="65217"/>
                  <a:pt x="337742" y="65581"/>
                  <a:pt x="338508" y="66309"/>
                </a:cubicBezTo>
                <a:cubicBezTo>
                  <a:pt x="339274" y="67037"/>
                  <a:pt x="339657" y="67937"/>
                  <a:pt x="339657" y="69010"/>
                </a:cubicBezTo>
                <a:cubicBezTo>
                  <a:pt x="339657" y="70120"/>
                  <a:pt x="339255" y="71136"/>
                  <a:pt x="338450" y="72055"/>
                </a:cubicBezTo>
                <a:cubicBezTo>
                  <a:pt x="337646" y="72974"/>
                  <a:pt x="336363" y="73875"/>
                  <a:pt x="334601" y="74756"/>
                </a:cubicBezTo>
                <a:cubicBezTo>
                  <a:pt x="330770" y="76633"/>
                  <a:pt x="326815" y="78069"/>
                  <a:pt x="322735" y="79065"/>
                </a:cubicBezTo>
                <a:cubicBezTo>
                  <a:pt x="318655" y="80061"/>
                  <a:pt x="314605" y="80559"/>
                  <a:pt x="310582" y="80559"/>
                </a:cubicBezTo>
                <a:cubicBezTo>
                  <a:pt x="301848" y="80559"/>
                  <a:pt x="294857" y="78038"/>
                  <a:pt x="289609" y="72996"/>
                </a:cubicBezTo>
                <a:cubicBezTo>
                  <a:pt x="284361" y="67953"/>
                  <a:pt x="281737" y="61270"/>
                  <a:pt x="281737" y="52949"/>
                </a:cubicBezTo>
                <a:cubicBezTo>
                  <a:pt x="281737" y="44475"/>
                  <a:pt x="284515" y="37612"/>
                  <a:pt x="290069" y="32359"/>
                </a:cubicBezTo>
                <a:cubicBezTo>
                  <a:pt x="295624" y="27105"/>
                  <a:pt x="302864" y="24478"/>
                  <a:pt x="311789" y="24478"/>
                </a:cubicBezTo>
                <a:cubicBezTo>
                  <a:pt x="319872" y="24478"/>
                  <a:pt x="326575" y="26930"/>
                  <a:pt x="331900" y="31833"/>
                </a:cubicBezTo>
                <a:cubicBezTo>
                  <a:pt x="337225" y="36736"/>
                  <a:pt x="339887" y="42674"/>
                  <a:pt x="339887" y="49646"/>
                </a:cubicBezTo>
                <a:cubicBezTo>
                  <a:pt x="339887" y="51791"/>
                  <a:pt x="339437" y="53227"/>
                  <a:pt x="338537" y="53955"/>
                </a:cubicBezTo>
                <a:cubicBezTo>
                  <a:pt x="337636" y="54683"/>
                  <a:pt x="335194" y="55047"/>
                  <a:pt x="331211" y="55047"/>
                </a:cubicBezTo>
                <a:lnTo>
                  <a:pt x="330349" y="55047"/>
                </a:lnTo>
                <a:lnTo>
                  <a:pt x="291735" y="55047"/>
                </a:lnTo>
                <a:moveTo>
                  <a:pt x="292023" y="47462"/>
                </a:moveTo>
                <a:lnTo>
                  <a:pt x="329429" y="47462"/>
                </a:lnTo>
                <a:cubicBezTo>
                  <a:pt x="328855" y="42938"/>
                  <a:pt x="326949" y="39299"/>
                  <a:pt x="323712" y="36543"/>
                </a:cubicBezTo>
                <a:cubicBezTo>
                  <a:pt x="320475" y="33786"/>
                  <a:pt x="316501" y="32407"/>
                  <a:pt x="311789" y="32407"/>
                </a:cubicBezTo>
                <a:cubicBezTo>
                  <a:pt x="306694" y="32407"/>
                  <a:pt x="302404" y="33738"/>
                  <a:pt x="298918" y="36399"/>
                </a:cubicBezTo>
                <a:cubicBezTo>
                  <a:pt x="295432" y="39060"/>
                  <a:pt x="293134" y="42748"/>
                  <a:pt x="292023" y="47462"/>
                </a:cubicBezTo>
                <a:close/>
                <a:moveTo>
                  <a:pt x="469551" y="70906"/>
                </a:moveTo>
                <a:cubicBezTo>
                  <a:pt x="471121" y="70906"/>
                  <a:pt x="472318" y="71248"/>
                  <a:pt x="473142" y="71933"/>
                </a:cubicBezTo>
                <a:cubicBezTo>
                  <a:pt x="473966" y="72618"/>
                  <a:pt x="474377" y="73626"/>
                  <a:pt x="474377" y="74957"/>
                </a:cubicBezTo>
                <a:cubicBezTo>
                  <a:pt x="474377" y="76326"/>
                  <a:pt x="473985" y="77353"/>
                  <a:pt x="473200" y="78038"/>
                </a:cubicBezTo>
                <a:cubicBezTo>
                  <a:pt x="472414" y="78723"/>
                  <a:pt x="471275" y="79065"/>
                  <a:pt x="469781" y="79065"/>
                </a:cubicBezTo>
                <a:lnTo>
                  <a:pt x="432202" y="79065"/>
                </a:lnTo>
                <a:cubicBezTo>
                  <a:pt x="430631" y="79065"/>
                  <a:pt x="429434" y="78723"/>
                  <a:pt x="428610" y="78038"/>
                </a:cubicBezTo>
                <a:cubicBezTo>
                  <a:pt x="427787" y="77353"/>
                  <a:pt x="427375" y="76326"/>
                  <a:pt x="427375" y="74957"/>
                </a:cubicBezTo>
                <a:cubicBezTo>
                  <a:pt x="427375" y="73626"/>
                  <a:pt x="427768" y="72618"/>
                  <a:pt x="428553" y="71933"/>
                </a:cubicBezTo>
                <a:cubicBezTo>
                  <a:pt x="429338" y="71248"/>
                  <a:pt x="430478" y="70906"/>
                  <a:pt x="431972" y="70906"/>
                </a:cubicBezTo>
                <a:lnTo>
                  <a:pt x="441740" y="70906"/>
                </a:lnTo>
                <a:lnTo>
                  <a:pt x="441740" y="35740"/>
                </a:lnTo>
                <a:lnTo>
                  <a:pt x="432317" y="35740"/>
                </a:lnTo>
                <a:cubicBezTo>
                  <a:pt x="430746" y="35740"/>
                  <a:pt x="429530" y="35374"/>
                  <a:pt x="428668" y="34641"/>
                </a:cubicBezTo>
                <a:cubicBezTo>
                  <a:pt x="427806" y="33909"/>
                  <a:pt x="427375" y="32867"/>
                  <a:pt x="427375" y="31517"/>
                </a:cubicBezTo>
                <a:cubicBezTo>
                  <a:pt x="427375" y="30128"/>
                  <a:pt x="427777" y="29087"/>
                  <a:pt x="428582" y="28392"/>
                </a:cubicBezTo>
                <a:cubicBezTo>
                  <a:pt x="429386" y="27698"/>
                  <a:pt x="430555" y="27351"/>
                  <a:pt x="432087" y="27351"/>
                </a:cubicBezTo>
                <a:lnTo>
                  <a:pt x="441166" y="27351"/>
                </a:lnTo>
                <a:lnTo>
                  <a:pt x="441166" y="23444"/>
                </a:lnTo>
                <a:cubicBezTo>
                  <a:pt x="441166" y="16510"/>
                  <a:pt x="443138" y="11482"/>
                  <a:pt x="447084" y="8360"/>
                </a:cubicBezTo>
                <a:cubicBezTo>
                  <a:pt x="451029" y="5238"/>
                  <a:pt x="457408" y="3677"/>
                  <a:pt x="466218" y="3677"/>
                </a:cubicBezTo>
                <a:cubicBezTo>
                  <a:pt x="470508" y="3677"/>
                  <a:pt x="473678" y="4156"/>
                  <a:pt x="475728" y="5114"/>
                </a:cubicBezTo>
                <a:cubicBezTo>
                  <a:pt x="477777" y="6072"/>
                  <a:pt x="478802" y="7566"/>
                  <a:pt x="478802" y="9596"/>
                </a:cubicBezTo>
                <a:cubicBezTo>
                  <a:pt x="478802" y="10783"/>
                  <a:pt x="478361" y="11760"/>
                  <a:pt x="477480" y="12526"/>
                </a:cubicBezTo>
                <a:cubicBezTo>
                  <a:pt x="476599" y="13292"/>
                  <a:pt x="475469" y="13675"/>
                  <a:pt x="474090" y="13675"/>
                </a:cubicBezTo>
                <a:cubicBezTo>
                  <a:pt x="473401" y="13675"/>
                  <a:pt x="471744" y="13446"/>
                  <a:pt x="469120" y="12986"/>
                </a:cubicBezTo>
                <a:cubicBezTo>
                  <a:pt x="466496" y="12526"/>
                  <a:pt x="464245" y="12296"/>
                  <a:pt x="462368" y="12296"/>
                </a:cubicBezTo>
                <a:cubicBezTo>
                  <a:pt x="458040" y="12296"/>
                  <a:pt x="454937" y="13206"/>
                  <a:pt x="453060" y="15026"/>
                </a:cubicBezTo>
                <a:cubicBezTo>
                  <a:pt x="451183" y="16845"/>
                  <a:pt x="450244" y="19862"/>
                  <a:pt x="450244" y="24076"/>
                </a:cubicBezTo>
                <a:lnTo>
                  <a:pt x="450244" y="27351"/>
                </a:lnTo>
                <a:lnTo>
                  <a:pt x="470585" y="27351"/>
                </a:lnTo>
                <a:cubicBezTo>
                  <a:pt x="472156" y="27351"/>
                  <a:pt x="473353" y="27698"/>
                  <a:pt x="474176" y="28392"/>
                </a:cubicBezTo>
                <a:cubicBezTo>
                  <a:pt x="475000" y="29087"/>
                  <a:pt x="475412" y="30128"/>
                  <a:pt x="475412" y="31517"/>
                </a:cubicBezTo>
                <a:cubicBezTo>
                  <a:pt x="475412" y="32828"/>
                  <a:pt x="474990" y="33860"/>
                  <a:pt x="474148" y="34613"/>
                </a:cubicBezTo>
                <a:cubicBezTo>
                  <a:pt x="473305" y="35364"/>
                  <a:pt x="472156" y="35740"/>
                  <a:pt x="470700" y="35740"/>
                </a:cubicBezTo>
                <a:lnTo>
                  <a:pt x="450819" y="35740"/>
                </a:lnTo>
                <a:lnTo>
                  <a:pt x="450819" y="70906"/>
                </a:lnTo>
                <a:lnTo>
                  <a:pt x="469551" y="70906"/>
                </a:lnTo>
                <a:close/>
                <a:moveTo>
                  <a:pt x="516570" y="70906"/>
                </a:moveTo>
                <a:lnTo>
                  <a:pt x="535647" y="70906"/>
                </a:lnTo>
                <a:cubicBezTo>
                  <a:pt x="537141" y="70906"/>
                  <a:pt x="538242" y="71224"/>
                  <a:pt x="538951" y="71861"/>
                </a:cubicBezTo>
                <a:cubicBezTo>
                  <a:pt x="539659" y="72497"/>
                  <a:pt x="540014" y="73509"/>
                  <a:pt x="540014" y="74899"/>
                </a:cubicBezTo>
                <a:cubicBezTo>
                  <a:pt x="540014" y="76481"/>
                  <a:pt x="539678" y="77571"/>
                  <a:pt x="539008" y="78169"/>
                </a:cubicBezTo>
                <a:cubicBezTo>
                  <a:pt x="538338" y="78766"/>
                  <a:pt x="537102" y="79065"/>
                  <a:pt x="535302" y="79065"/>
                </a:cubicBezTo>
                <a:lnTo>
                  <a:pt x="497723" y="79065"/>
                </a:lnTo>
                <a:cubicBezTo>
                  <a:pt x="496229" y="79065"/>
                  <a:pt x="495099" y="78718"/>
                  <a:pt x="494333" y="78024"/>
                </a:cubicBezTo>
                <a:cubicBezTo>
                  <a:pt x="493567" y="77329"/>
                  <a:pt x="493184" y="76288"/>
                  <a:pt x="493184" y="74899"/>
                </a:cubicBezTo>
                <a:cubicBezTo>
                  <a:pt x="493184" y="73549"/>
                  <a:pt x="493576" y="72546"/>
                  <a:pt x="494362" y="71890"/>
                </a:cubicBezTo>
                <a:cubicBezTo>
                  <a:pt x="495147" y="71234"/>
                  <a:pt x="496363" y="70906"/>
                  <a:pt x="498010" y="70906"/>
                </a:cubicBezTo>
                <a:lnTo>
                  <a:pt x="508008" y="70906"/>
                </a:lnTo>
                <a:lnTo>
                  <a:pt x="508008" y="34131"/>
                </a:lnTo>
                <a:lnTo>
                  <a:pt x="504101" y="34131"/>
                </a:lnTo>
                <a:cubicBezTo>
                  <a:pt x="500385" y="34131"/>
                  <a:pt x="498068" y="33834"/>
                  <a:pt x="497148" y="33241"/>
                </a:cubicBezTo>
                <a:cubicBezTo>
                  <a:pt x="496229" y="32647"/>
                  <a:pt x="495769" y="31565"/>
                  <a:pt x="495769" y="29994"/>
                </a:cubicBezTo>
                <a:cubicBezTo>
                  <a:pt x="495769" y="28653"/>
                  <a:pt x="496143" y="27648"/>
                  <a:pt x="496890" y="26978"/>
                </a:cubicBezTo>
                <a:cubicBezTo>
                  <a:pt x="497637" y="26307"/>
                  <a:pt x="498776" y="25972"/>
                  <a:pt x="500309" y="25972"/>
                </a:cubicBezTo>
                <a:lnTo>
                  <a:pt x="513410" y="25972"/>
                </a:lnTo>
                <a:cubicBezTo>
                  <a:pt x="514444" y="25972"/>
                  <a:pt x="515229" y="26173"/>
                  <a:pt x="515765" y="26575"/>
                </a:cubicBezTo>
                <a:cubicBezTo>
                  <a:pt x="516302" y="26978"/>
                  <a:pt x="516570" y="27562"/>
                  <a:pt x="516570" y="28328"/>
                </a:cubicBezTo>
                <a:lnTo>
                  <a:pt x="516570" y="38096"/>
                </a:lnTo>
                <a:cubicBezTo>
                  <a:pt x="520209" y="33538"/>
                  <a:pt x="524001" y="30147"/>
                  <a:pt x="527947" y="27926"/>
                </a:cubicBezTo>
                <a:cubicBezTo>
                  <a:pt x="531893" y="25704"/>
                  <a:pt x="536145" y="24593"/>
                  <a:pt x="540703" y="24593"/>
                </a:cubicBezTo>
                <a:cubicBezTo>
                  <a:pt x="544112" y="24593"/>
                  <a:pt x="546871" y="25282"/>
                  <a:pt x="548977" y="26661"/>
                </a:cubicBezTo>
                <a:cubicBezTo>
                  <a:pt x="551084" y="28041"/>
                  <a:pt x="552138" y="29822"/>
                  <a:pt x="552138" y="32005"/>
                </a:cubicBezTo>
                <a:cubicBezTo>
                  <a:pt x="552138" y="33423"/>
                  <a:pt x="551611" y="34677"/>
                  <a:pt x="550558" y="35769"/>
                </a:cubicBezTo>
                <a:cubicBezTo>
                  <a:pt x="549504" y="36861"/>
                  <a:pt x="548345" y="37407"/>
                  <a:pt x="547081" y="37407"/>
                </a:cubicBezTo>
                <a:cubicBezTo>
                  <a:pt x="546200" y="37407"/>
                  <a:pt x="544716" y="36822"/>
                  <a:pt x="542628" y="35654"/>
                </a:cubicBezTo>
                <a:cubicBezTo>
                  <a:pt x="540540" y="34486"/>
                  <a:pt x="538673" y="33901"/>
                  <a:pt x="537026" y="33901"/>
                </a:cubicBezTo>
                <a:cubicBezTo>
                  <a:pt x="534038" y="33901"/>
                  <a:pt x="530887" y="34963"/>
                  <a:pt x="527574" y="37085"/>
                </a:cubicBezTo>
                <a:cubicBezTo>
                  <a:pt x="524260" y="39208"/>
                  <a:pt x="520592" y="42564"/>
                  <a:pt x="516570" y="47155"/>
                </a:cubicBezTo>
                <a:lnTo>
                  <a:pt x="516570" y="70906"/>
                </a:lnTo>
                <a:close/>
                <a:moveTo>
                  <a:pt x="587263" y="9423"/>
                </a:moveTo>
                <a:cubicBezTo>
                  <a:pt x="587263" y="5286"/>
                  <a:pt x="587636" y="2681"/>
                  <a:pt x="588383" y="1609"/>
                </a:cubicBezTo>
                <a:cubicBezTo>
                  <a:pt x="589130" y="536"/>
                  <a:pt x="590729" y="0"/>
                  <a:pt x="593181" y="0"/>
                </a:cubicBezTo>
                <a:cubicBezTo>
                  <a:pt x="595556" y="0"/>
                  <a:pt x="597127" y="450"/>
                  <a:pt x="597893" y="1350"/>
                </a:cubicBezTo>
                <a:cubicBezTo>
                  <a:pt x="598659" y="2251"/>
                  <a:pt x="599042" y="4386"/>
                  <a:pt x="599042" y="7757"/>
                </a:cubicBezTo>
                <a:cubicBezTo>
                  <a:pt x="599042" y="11051"/>
                  <a:pt x="598688" y="13091"/>
                  <a:pt x="597979" y="13877"/>
                </a:cubicBezTo>
                <a:cubicBezTo>
                  <a:pt x="597270" y="14662"/>
                  <a:pt x="595671" y="15055"/>
                  <a:pt x="593181" y="15055"/>
                </a:cubicBezTo>
                <a:cubicBezTo>
                  <a:pt x="590729" y="15055"/>
                  <a:pt x="589130" y="14691"/>
                  <a:pt x="588383" y="13963"/>
                </a:cubicBezTo>
                <a:cubicBezTo>
                  <a:pt x="587636" y="13235"/>
                  <a:pt x="587263" y="11722"/>
                  <a:pt x="587263" y="9423"/>
                </a:cubicBezTo>
                <a:moveTo>
                  <a:pt x="597893" y="70906"/>
                </a:moveTo>
                <a:lnTo>
                  <a:pt x="616337" y="70906"/>
                </a:lnTo>
                <a:cubicBezTo>
                  <a:pt x="617831" y="70906"/>
                  <a:pt x="618933" y="71224"/>
                  <a:pt x="619641" y="71861"/>
                </a:cubicBezTo>
                <a:cubicBezTo>
                  <a:pt x="620350" y="72497"/>
                  <a:pt x="620704" y="73509"/>
                  <a:pt x="620704" y="74899"/>
                </a:cubicBezTo>
                <a:cubicBezTo>
                  <a:pt x="620704" y="76481"/>
                  <a:pt x="620369" y="77571"/>
                  <a:pt x="619699" y="78169"/>
                </a:cubicBezTo>
                <a:cubicBezTo>
                  <a:pt x="619028" y="78766"/>
                  <a:pt x="617793" y="79065"/>
                  <a:pt x="615993" y="79065"/>
                </a:cubicBezTo>
                <a:lnTo>
                  <a:pt x="571404" y="79065"/>
                </a:lnTo>
                <a:cubicBezTo>
                  <a:pt x="569871" y="79065"/>
                  <a:pt x="568722" y="78718"/>
                  <a:pt x="567956" y="78024"/>
                </a:cubicBezTo>
                <a:cubicBezTo>
                  <a:pt x="567190" y="77329"/>
                  <a:pt x="566807" y="76288"/>
                  <a:pt x="566807" y="74899"/>
                </a:cubicBezTo>
                <a:cubicBezTo>
                  <a:pt x="566807" y="73549"/>
                  <a:pt x="567209" y="72546"/>
                  <a:pt x="568013" y="71890"/>
                </a:cubicBezTo>
                <a:cubicBezTo>
                  <a:pt x="568818" y="71234"/>
                  <a:pt x="570025" y="70906"/>
                  <a:pt x="571633" y="70906"/>
                </a:cubicBezTo>
                <a:lnTo>
                  <a:pt x="589159" y="70906"/>
                </a:lnTo>
                <a:lnTo>
                  <a:pt x="589159" y="34131"/>
                </a:lnTo>
                <a:lnTo>
                  <a:pt x="577954" y="34131"/>
                </a:lnTo>
                <a:cubicBezTo>
                  <a:pt x="576384" y="34131"/>
                  <a:pt x="575186" y="33777"/>
                  <a:pt x="574363" y="33068"/>
                </a:cubicBezTo>
                <a:cubicBezTo>
                  <a:pt x="573539" y="32360"/>
                  <a:pt x="573127" y="31335"/>
                  <a:pt x="573127" y="29994"/>
                </a:cubicBezTo>
                <a:cubicBezTo>
                  <a:pt x="573127" y="28653"/>
                  <a:pt x="573511" y="27648"/>
                  <a:pt x="574277" y="26978"/>
                </a:cubicBezTo>
                <a:cubicBezTo>
                  <a:pt x="575043" y="26307"/>
                  <a:pt x="576192" y="25972"/>
                  <a:pt x="577724" y="25972"/>
                </a:cubicBezTo>
                <a:lnTo>
                  <a:pt x="594560" y="25972"/>
                </a:lnTo>
                <a:cubicBezTo>
                  <a:pt x="595594" y="25972"/>
                  <a:pt x="596408" y="26183"/>
                  <a:pt x="597002" y="26604"/>
                </a:cubicBezTo>
                <a:cubicBezTo>
                  <a:pt x="597596" y="27024"/>
                  <a:pt x="597893" y="27598"/>
                  <a:pt x="597893" y="28324"/>
                </a:cubicBezTo>
                <a:lnTo>
                  <a:pt x="597893" y="70906"/>
                </a:lnTo>
                <a:close/>
                <a:moveTo>
                  <a:pt x="680193" y="79065"/>
                </a:moveTo>
                <a:cubicBezTo>
                  <a:pt x="679388" y="79065"/>
                  <a:pt x="678823" y="78866"/>
                  <a:pt x="678498" y="78467"/>
                </a:cubicBezTo>
                <a:cubicBezTo>
                  <a:pt x="678172" y="78067"/>
                  <a:pt x="678009" y="77297"/>
                  <a:pt x="678009" y="76156"/>
                </a:cubicBezTo>
                <a:lnTo>
                  <a:pt x="678009" y="71480"/>
                </a:lnTo>
                <a:cubicBezTo>
                  <a:pt x="675711" y="74353"/>
                  <a:pt x="672838" y="76585"/>
                  <a:pt x="669390" y="78174"/>
                </a:cubicBezTo>
                <a:cubicBezTo>
                  <a:pt x="665943" y="79764"/>
                  <a:pt x="662208" y="80559"/>
                  <a:pt x="658185" y="80559"/>
                </a:cubicBezTo>
                <a:cubicBezTo>
                  <a:pt x="650945" y="80559"/>
                  <a:pt x="644883" y="77981"/>
                  <a:pt x="639999" y="72823"/>
                </a:cubicBezTo>
                <a:cubicBezTo>
                  <a:pt x="635115" y="67665"/>
                  <a:pt x="632673" y="61251"/>
                  <a:pt x="632673" y="53582"/>
                </a:cubicBezTo>
                <a:cubicBezTo>
                  <a:pt x="632673" y="45644"/>
                  <a:pt x="635278" y="39039"/>
                  <a:pt x="640488" y="33767"/>
                </a:cubicBezTo>
                <a:cubicBezTo>
                  <a:pt x="645697" y="28494"/>
                  <a:pt x="652190" y="25857"/>
                  <a:pt x="659967" y="25857"/>
                </a:cubicBezTo>
                <a:cubicBezTo>
                  <a:pt x="663912" y="25857"/>
                  <a:pt x="667456" y="26556"/>
                  <a:pt x="670597" y="27954"/>
                </a:cubicBezTo>
                <a:cubicBezTo>
                  <a:pt x="673738" y="29353"/>
                  <a:pt x="676439" y="31412"/>
                  <a:pt x="678699" y="34131"/>
                </a:cubicBezTo>
                <a:lnTo>
                  <a:pt x="678699" y="12067"/>
                </a:lnTo>
                <a:lnTo>
                  <a:pt x="675653" y="12067"/>
                </a:lnTo>
                <a:cubicBezTo>
                  <a:pt x="672321" y="12067"/>
                  <a:pt x="670166" y="11774"/>
                  <a:pt x="669189" y="11189"/>
                </a:cubicBezTo>
                <a:cubicBezTo>
                  <a:pt x="668212" y="10603"/>
                  <a:pt x="667724" y="9536"/>
                  <a:pt x="667724" y="7987"/>
                </a:cubicBezTo>
                <a:cubicBezTo>
                  <a:pt x="667724" y="6627"/>
                  <a:pt x="668116" y="5607"/>
                  <a:pt x="668902" y="4927"/>
                </a:cubicBezTo>
                <a:cubicBezTo>
                  <a:pt x="669687" y="4247"/>
                  <a:pt x="670827" y="3907"/>
                  <a:pt x="672321" y="3907"/>
                </a:cubicBezTo>
                <a:lnTo>
                  <a:pt x="684100" y="3907"/>
                </a:lnTo>
                <a:cubicBezTo>
                  <a:pt x="685249" y="3907"/>
                  <a:pt x="686082" y="4099"/>
                  <a:pt x="686599" y="4482"/>
                </a:cubicBezTo>
                <a:cubicBezTo>
                  <a:pt x="687117" y="4865"/>
                  <a:pt x="687375" y="5459"/>
                  <a:pt x="687375" y="6263"/>
                </a:cubicBezTo>
                <a:lnTo>
                  <a:pt x="687375" y="71021"/>
                </a:lnTo>
                <a:lnTo>
                  <a:pt x="689961" y="71021"/>
                </a:lnTo>
                <a:cubicBezTo>
                  <a:pt x="691838" y="71021"/>
                  <a:pt x="693198" y="71335"/>
                  <a:pt x="694041" y="71963"/>
                </a:cubicBezTo>
                <a:cubicBezTo>
                  <a:pt x="694883" y="72591"/>
                  <a:pt x="695305" y="73588"/>
                  <a:pt x="695305" y="74957"/>
                </a:cubicBezTo>
                <a:cubicBezTo>
                  <a:pt x="695305" y="76251"/>
                  <a:pt x="694941" y="77259"/>
                  <a:pt x="694213" y="77982"/>
                </a:cubicBezTo>
                <a:cubicBezTo>
                  <a:pt x="693485" y="78704"/>
                  <a:pt x="692508" y="79065"/>
                  <a:pt x="691282" y="79065"/>
                </a:cubicBezTo>
                <a:lnTo>
                  <a:pt x="680193" y="79065"/>
                </a:lnTo>
                <a:moveTo>
                  <a:pt x="642556" y="53294"/>
                </a:moveTo>
                <a:cubicBezTo>
                  <a:pt x="642556" y="58589"/>
                  <a:pt x="644261" y="62925"/>
                  <a:pt x="647670" y="66302"/>
                </a:cubicBezTo>
                <a:cubicBezTo>
                  <a:pt x="651080" y="69678"/>
                  <a:pt x="655408" y="71365"/>
                  <a:pt x="660656" y="71365"/>
                </a:cubicBezTo>
                <a:cubicBezTo>
                  <a:pt x="665943" y="71365"/>
                  <a:pt x="670290" y="69611"/>
                  <a:pt x="673700" y="66101"/>
                </a:cubicBezTo>
                <a:cubicBezTo>
                  <a:pt x="677109" y="62590"/>
                  <a:pt x="678814" y="58129"/>
                  <a:pt x="678814" y="52720"/>
                </a:cubicBezTo>
                <a:cubicBezTo>
                  <a:pt x="678814" y="47387"/>
                  <a:pt x="677119" y="42994"/>
                  <a:pt x="673728" y="39542"/>
                </a:cubicBezTo>
                <a:cubicBezTo>
                  <a:pt x="670338" y="36088"/>
                  <a:pt x="665981" y="34361"/>
                  <a:pt x="660656" y="34361"/>
                </a:cubicBezTo>
                <a:cubicBezTo>
                  <a:pt x="655255" y="34361"/>
                  <a:pt x="650888" y="36107"/>
                  <a:pt x="647555" y="39599"/>
                </a:cubicBezTo>
                <a:cubicBezTo>
                  <a:pt x="644223" y="43090"/>
                  <a:pt x="642556" y="47655"/>
                  <a:pt x="642556" y="53294"/>
                </a:cubicBezTo>
                <a:close/>
                <a:moveTo>
                  <a:pt x="731636" y="34476"/>
                </a:moveTo>
                <a:cubicBezTo>
                  <a:pt x="726618" y="34476"/>
                  <a:pt x="722519" y="36025"/>
                  <a:pt x="719340" y="39123"/>
                </a:cubicBezTo>
                <a:cubicBezTo>
                  <a:pt x="716160" y="42220"/>
                  <a:pt x="714571" y="46235"/>
                  <a:pt x="714571" y="51168"/>
                </a:cubicBezTo>
                <a:cubicBezTo>
                  <a:pt x="714571" y="56025"/>
                  <a:pt x="716160" y="60012"/>
                  <a:pt x="719340" y="63129"/>
                </a:cubicBezTo>
                <a:cubicBezTo>
                  <a:pt x="722519" y="66245"/>
                  <a:pt x="726618" y="67803"/>
                  <a:pt x="731636" y="67803"/>
                </a:cubicBezTo>
                <a:cubicBezTo>
                  <a:pt x="736616" y="67803"/>
                  <a:pt x="740705" y="66245"/>
                  <a:pt x="743904" y="63129"/>
                </a:cubicBezTo>
                <a:cubicBezTo>
                  <a:pt x="747103" y="60012"/>
                  <a:pt x="748702" y="56025"/>
                  <a:pt x="748702" y="51168"/>
                </a:cubicBezTo>
                <a:cubicBezTo>
                  <a:pt x="748702" y="46312"/>
                  <a:pt x="747103" y="42316"/>
                  <a:pt x="743904" y="39181"/>
                </a:cubicBezTo>
                <a:cubicBezTo>
                  <a:pt x="740705" y="36044"/>
                  <a:pt x="736616" y="34476"/>
                  <a:pt x="731636" y="34476"/>
                </a:cubicBezTo>
                <a:moveTo>
                  <a:pt x="756574" y="76056"/>
                </a:moveTo>
                <a:cubicBezTo>
                  <a:pt x="756574" y="81423"/>
                  <a:pt x="756306" y="85228"/>
                  <a:pt x="755769" y="87470"/>
                </a:cubicBezTo>
                <a:cubicBezTo>
                  <a:pt x="755233" y="89714"/>
                  <a:pt x="754314" y="91679"/>
                  <a:pt x="753011" y="93365"/>
                </a:cubicBezTo>
                <a:cubicBezTo>
                  <a:pt x="750866" y="96203"/>
                  <a:pt x="747859" y="98359"/>
                  <a:pt x="743990" y="99835"/>
                </a:cubicBezTo>
                <a:cubicBezTo>
                  <a:pt x="740121" y="101311"/>
                  <a:pt x="735563" y="102049"/>
                  <a:pt x="730315" y="102049"/>
                </a:cubicBezTo>
                <a:cubicBezTo>
                  <a:pt x="725948" y="102049"/>
                  <a:pt x="722759" y="101625"/>
                  <a:pt x="720748" y="100776"/>
                </a:cubicBezTo>
                <a:cubicBezTo>
                  <a:pt x="718736" y="99928"/>
                  <a:pt x="717731" y="98579"/>
                  <a:pt x="717731" y="96729"/>
                </a:cubicBezTo>
                <a:cubicBezTo>
                  <a:pt x="717731" y="95534"/>
                  <a:pt x="718219" y="94484"/>
                  <a:pt x="719196" y="93579"/>
                </a:cubicBezTo>
                <a:cubicBezTo>
                  <a:pt x="720173" y="92675"/>
                  <a:pt x="721332" y="92223"/>
                  <a:pt x="722672" y="92223"/>
                </a:cubicBezTo>
                <a:cubicBezTo>
                  <a:pt x="723707" y="92223"/>
                  <a:pt x="725296" y="92367"/>
                  <a:pt x="727442" y="92654"/>
                </a:cubicBezTo>
                <a:cubicBezTo>
                  <a:pt x="729587" y="92942"/>
                  <a:pt x="731215" y="93085"/>
                  <a:pt x="732326" y="93085"/>
                </a:cubicBezTo>
                <a:cubicBezTo>
                  <a:pt x="737995" y="93085"/>
                  <a:pt x="742017" y="91780"/>
                  <a:pt x="744392" y="89169"/>
                </a:cubicBezTo>
                <a:cubicBezTo>
                  <a:pt x="746767" y="86558"/>
                  <a:pt x="747955" y="82085"/>
                  <a:pt x="747955" y="75749"/>
                </a:cubicBezTo>
                <a:lnTo>
                  <a:pt x="747955" y="68780"/>
                </a:lnTo>
                <a:cubicBezTo>
                  <a:pt x="745618" y="71500"/>
                  <a:pt x="743032" y="73491"/>
                  <a:pt x="740198" y="74756"/>
                </a:cubicBezTo>
                <a:cubicBezTo>
                  <a:pt x="737363" y="76020"/>
                  <a:pt x="734107" y="76652"/>
                  <a:pt x="730430" y="76652"/>
                </a:cubicBezTo>
                <a:cubicBezTo>
                  <a:pt x="723266" y="76652"/>
                  <a:pt x="717338" y="74270"/>
                  <a:pt x="712646" y="69507"/>
                </a:cubicBezTo>
                <a:cubicBezTo>
                  <a:pt x="707953" y="64743"/>
                  <a:pt x="705607" y="58706"/>
                  <a:pt x="705607" y="51398"/>
                </a:cubicBezTo>
                <a:cubicBezTo>
                  <a:pt x="705607" y="44052"/>
                  <a:pt x="708020" y="37958"/>
                  <a:pt x="712847" y="33119"/>
                </a:cubicBezTo>
                <a:cubicBezTo>
                  <a:pt x="717673" y="28278"/>
                  <a:pt x="723649" y="25857"/>
                  <a:pt x="730774" y="25857"/>
                </a:cubicBezTo>
                <a:cubicBezTo>
                  <a:pt x="733724" y="25857"/>
                  <a:pt x="736607" y="26403"/>
                  <a:pt x="739422" y="27495"/>
                </a:cubicBezTo>
                <a:cubicBezTo>
                  <a:pt x="742238" y="28586"/>
                  <a:pt x="745082" y="30243"/>
                  <a:pt x="747955" y="32465"/>
                </a:cubicBezTo>
                <a:lnTo>
                  <a:pt x="747955" y="28328"/>
                </a:lnTo>
                <a:cubicBezTo>
                  <a:pt x="747955" y="27523"/>
                  <a:pt x="748213" y="26930"/>
                  <a:pt x="748731" y="26547"/>
                </a:cubicBezTo>
                <a:cubicBezTo>
                  <a:pt x="749248" y="26163"/>
                  <a:pt x="750062" y="25972"/>
                  <a:pt x="751173" y="25972"/>
                </a:cubicBezTo>
                <a:lnTo>
                  <a:pt x="759849" y="25972"/>
                </a:lnTo>
                <a:cubicBezTo>
                  <a:pt x="761381" y="25972"/>
                  <a:pt x="762531" y="26307"/>
                  <a:pt x="763297" y="26978"/>
                </a:cubicBezTo>
                <a:cubicBezTo>
                  <a:pt x="764063" y="27648"/>
                  <a:pt x="764446" y="28653"/>
                  <a:pt x="764446" y="29994"/>
                </a:cubicBezTo>
                <a:cubicBezTo>
                  <a:pt x="764446" y="31526"/>
                  <a:pt x="763967" y="32599"/>
                  <a:pt x="763009" y="33212"/>
                </a:cubicBezTo>
                <a:cubicBezTo>
                  <a:pt x="762052" y="33825"/>
                  <a:pt x="760251" y="34131"/>
                  <a:pt x="757608" y="34131"/>
                </a:cubicBezTo>
                <a:lnTo>
                  <a:pt x="756574" y="34131"/>
                </a:lnTo>
                <a:lnTo>
                  <a:pt x="756574" y="76056"/>
                </a:lnTo>
                <a:close/>
                <a:moveTo>
                  <a:pt x="784172" y="55047"/>
                </a:moveTo>
                <a:cubicBezTo>
                  <a:pt x="784479" y="60581"/>
                  <a:pt x="786346" y="64857"/>
                  <a:pt x="789774" y="67875"/>
                </a:cubicBezTo>
                <a:cubicBezTo>
                  <a:pt x="793203" y="70891"/>
                  <a:pt x="797886" y="72400"/>
                  <a:pt x="803823" y="72400"/>
                </a:cubicBezTo>
                <a:cubicBezTo>
                  <a:pt x="808305" y="72400"/>
                  <a:pt x="813189" y="71203"/>
                  <a:pt x="818476" y="68808"/>
                </a:cubicBezTo>
                <a:cubicBezTo>
                  <a:pt x="823762" y="66414"/>
                  <a:pt x="826961" y="65217"/>
                  <a:pt x="828072" y="65217"/>
                </a:cubicBezTo>
                <a:cubicBezTo>
                  <a:pt x="829221" y="65217"/>
                  <a:pt x="830178" y="65581"/>
                  <a:pt x="830945" y="66309"/>
                </a:cubicBezTo>
                <a:cubicBezTo>
                  <a:pt x="831711" y="67037"/>
                  <a:pt x="832094" y="67937"/>
                  <a:pt x="832094" y="69010"/>
                </a:cubicBezTo>
                <a:cubicBezTo>
                  <a:pt x="832094" y="70120"/>
                  <a:pt x="831692" y="71136"/>
                  <a:pt x="830887" y="72055"/>
                </a:cubicBezTo>
                <a:cubicBezTo>
                  <a:pt x="830083" y="72974"/>
                  <a:pt x="828799" y="73875"/>
                  <a:pt x="827037" y="74756"/>
                </a:cubicBezTo>
                <a:cubicBezTo>
                  <a:pt x="823207" y="76633"/>
                  <a:pt x="819251" y="78069"/>
                  <a:pt x="815172" y="79065"/>
                </a:cubicBezTo>
                <a:cubicBezTo>
                  <a:pt x="811092" y="80061"/>
                  <a:pt x="807041" y="80559"/>
                  <a:pt x="803019" y="80559"/>
                </a:cubicBezTo>
                <a:cubicBezTo>
                  <a:pt x="794285" y="80559"/>
                  <a:pt x="787294" y="78038"/>
                  <a:pt x="782046" y="72996"/>
                </a:cubicBezTo>
                <a:cubicBezTo>
                  <a:pt x="776798" y="67953"/>
                  <a:pt x="774174" y="61270"/>
                  <a:pt x="774174" y="52949"/>
                </a:cubicBezTo>
                <a:cubicBezTo>
                  <a:pt x="774174" y="44475"/>
                  <a:pt x="776951" y="37612"/>
                  <a:pt x="782506" y="32359"/>
                </a:cubicBezTo>
                <a:cubicBezTo>
                  <a:pt x="788060" y="27105"/>
                  <a:pt x="795300" y="24478"/>
                  <a:pt x="804226" y="24478"/>
                </a:cubicBezTo>
                <a:cubicBezTo>
                  <a:pt x="812308" y="24478"/>
                  <a:pt x="819012" y="26930"/>
                  <a:pt x="824337" y="31833"/>
                </a:cubicBezTo>
                <a:cubicBezTo>
                  <a:pt x="829661" y="36736"/>
                  <a:pt x="832324" y="42674"/>
                  <a:pt x="832324" y="49646"/>
                </a:cubicBezTo>
                <a:cubicBezTo>
                  <a:pt x="832324" y="51791"/>
                  <a:pt x="831874" y="53227"/>
                  <a:pt x="830973" y="53955"/>
                </a:cubicBezTo>
                <a:cubicBezTo>
                  <a:pt x="830073" y="54683"/>
                  <a:pt x="827631" y="55047"/>
                  <a:pt x="823647" y="55047"/>
                </a:cubicBezTo>
                <a:lnTo>
                  <a:pt x="822785" y="55047"/>
                </a:lnTo>
                <a:lnTo>
                  <a:pt x="784172" y="55047"/>
                </a:lnTo>
                <a:moveTo>
                  <a:pt x="784459" y="47462"/>
                </a:moveTo>
                <a:lnTo>
                  <a:pt x="821866" y="47462"/>
                </a:lnTo>
                <a:cubicBezTo>
                  <a:pt x="821291" y="42938"/>
                  <a:pt x="819386" y="39299"/>
                  <a:pt x="816149" y="36543"/>
                </a:cubicBezTo>
                <a:cubicBezTo>
                  <a:pt x="812912" y="33786"/>
                  <a:pt x="808937" y="32407"/>
                  <a:pt x="804226" y="32407"/>
                </a:cubicBezTo>
                <a:cubicBezTo>
                  <a:pt x="799131" y="32407"/>
                  <a:pt x="794841" y="33738"/>
                  <a:pt x="791355" y="36399"/>
                </a:cubicBezTo>
                <a:cubicBezTo>
                  <a:pt x="787869" y="39060"/>
                  <a:pt x="785570" y="42748"/>
                  <a:pt x="784459" y="47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…">
            <a:extLst xmlns:a="http://schemas.openxmlformats.org/drawingml/2006/main">
              <a:ext uri="{FF2B5EF4-FFF2-40B4-BE49-F238E27FC236}">
                <a16:creationId xmlns:a16="http://schemas.microsoft.com/office/drawing/2014/main" id="{9E124961-7765-49BF-8C3B-A6A9B9B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002" y="3700101"/>
            <a:ext cx="63436" cy="16204"/>
          </a:xfrm>
          <a:custGeom xmlns:a="http://schemas.openxmlformats.org/drawingml/2006/main">
            <a:pathLst>
              <a:path w="63436" h="16204">
                <a:moveTo>
                  <a:pt x="0" y="8131"/>
                </a:moveTo>
                <a:cubicBezTo>
                  <a:pt x="0" y="5900"/>
                  <a:pt x="795" y="3988"/>
                  <a:pt x="2385" y="2394"/>
                </a:cubicBezTo>
                <a:cubicBezTo>
                  <a:pt x="3974" y="798"/>
                  <a:pt x="5861" y="0"/>
                  <a:pt x="8044" y="0"/>
                </a:cubicBezTo>
                <a:cubicBezTo>
                  <a:pt x="10266" y="0"/>
                  <a:pt x="12172" y="798"/>
                  <a:pt x="13762" y="2394"/>
                </a:cubicBezTo>
                <a:cubicBezTo>
                  <a:pt x="15351" y="3988"/>
                  <a:pt x="16146" y="5900"/>
                  <a:pt x="16146" y="8131"/>
                </a:cubicBezTo>
                <a:cubicBezTo>
                  <a:pt x="16146" y="10399"/>
                  <a:pt x="15351" y="12312"/>
                  <a:pt x="13762" y="13869"/>
                </a:cubicBezTo>
                <a:cubicBezTo>
                  <a:pt x="12172" y="15426"/>
                  <a:pt x="10266" y="16204"/>
                  <a:pt x="8044" y="16204"/>
                </a:cubicBezTo>
                <a:cubicBezTo>
                  <a:pt x="5784" y="16204"/>
                  <a:pt x="3879" y="15426"/>
                  <a:pt x="2327" y="13869"/>
                </a:cubicBezTo>
                <a:cubicBezTo>
                  <a:pt x="776" y="12312"/>
                  <a:pt x="0" y="10399"/>
                  <a:pt x="0" y="8131"/>
                </a:cubicBezTo>
                <a:moveTo>
                  <a:pt x="47347" y="8131"/>
                </a:moveTo>
                <a:cubicBezTo>
                  <a:pt x="47347" y="5900"/>
                  <a:pt x="48132" y="3988"/>
                  <a:pt x="49703" y="2394"/>
                </a:cubicBezTo>
                <a:cubicBezTo>
                  <a:pt x="51274" y="798"/>
                  <a:pt x="53151" y="0"/>
                  <a:pt x="55334" y="0"/>
                </a:cubicBezTo>
                <a:cubicBezTo>
                  <a:pt x="57556" y="0"/>
                  <a:pt x="59462" y="798"/>
                  <a:pt x="61051" y="2394"/>
                </a:cubicBezTo>
                <a:cubicBezTo>
                  <a:pt x="62641" y="3988"/>
                  <a:pt x="63436" y="5900"/>
                  <a:pt x="63436" y="8131"/>
                </a:cubicBezTo>
                <a:cubicBezTo>
                  <a:pt x="63436" y="10399"/>
                  <a:pt x="62651" y="12312"/>
                  <a:pt x="61080" y="13869"/>
                </a:cubicBezTo>
                <a:cubicBezTo>
                  <a:pt x="59510" y="15426"/>
                  <a:pt x="57594" y="16204"/>
                  <a:pt x="55334" y="16204"/>
                </a:cubicBezTo>
                <a:cubicBezTo>
                  <a:pt x="53112" y="16204"/>
                  <a:pt x="51226" y="15426"/>
                  <a:pt x="49674" y="13869"/>
                </a:cubicBezTo>
                <a:cubicBezTo>
                  <a:pt x="48123" y="12312"/>
                  <a:pt x="47347" y="10399"/>
                  <a:pt x="47347" y="8131"/>
                </a:cubicBezTo>
                <a:moveTo>
                  <a:pt x="23674" y="8131"/>
                </a:moveTo>
                <a:cubicBezTo>
                  <a:pt x="23674" y="5940"/>
                  <a:pt x="24478" y="4037"/>
                  <a:pt x="26087" y="2422"/>
                </a:cubicBezTo>
                <a:cubicBezTo>
                  <a:pt x="27696" y="807"/>
                  <a:pt x="29592" y="0"/>
                  <a:pt x="31775" y="0"/>
                </a:cubicBezTo>
                <a:cubicBezTo>
                  <a:pt x="33997" y="0"/>
                  <a:pt x="35893" y="798"/>
                  <a:pt x="37464" y="2394"/>
                </a:cubicBezTo>
                <a:cubicBezTo>
                  <a:pt x="39035" y="3988"/>
                  <a:pt x="39820" y="5900"/>
                  <a:pt x="39820" y="8131"/>
                </a:cubicBezTo>
                <a:cubicBezTo>
                  <a:pt x="39820" y="10399"/>
                  <a:pt x="39044" y="12312"/>
                  <a:pt x="37493" y="13869"/>
                </a:cubicBezTo>
                <a:cubicBezTo>
                  <a:pt x="35941" y="15426"/>
                  <a:pt x="34036" y="16204"/>
                  <a:pt x="31775" y="16204"/>
                </a:cubicBezTo>
                <a:cubicBezTo>
                  <a:pt x="29554" y="16204"/>
                  <a:pt x="27648" y="15426"/>
                  <a:pt x="26058" y="13869"/>
                </a:cubicBezTo>
                <a:cubicBezTo>
                  <a:pt x="24468" y="12312"/>
                  <a:pt x="23674" y="10399"/>
                  <a:pt x="23674" y="81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H1:">
            <a:extLst xmlns:a="http://schemas.openxmlformats.org/drawingml/2006/main">
              <a:ext uri="{FF2B5EF4-FFF2-40B4-BE49-F238E27FC236}">
                <a16:creationId xmlns:a16="http://schemas.microsoft.com/office/drawing/2014/main" id="{0094FD99-F579-47FA-B4AA-8C11CFB7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7" y="3839540"/>
            <a:ext cx="184193" cy="75273"/>
          </a:xfrm>
          <a:custGeom xmlns:a="http://schemas.openxmlformats.org/drawingml/2006/main">
            <a:pathLst>
              <a:path w="184193" h="75273">
                <a:moveTo>
                  <a:pt x="22122" y="18962"/>
                </a:moveTo>
                <a:lnTo>
                  <a:pt x="22122" y="32293"/>
                </a:lnTo>
                <a:lnTo>
                  <a:pt x="40912" y="32293"/>
                </a:lnTo>
                <a:lnTo>
                  <a:pt x="40912" y="18962"/>
                </a:lnTo>
                <a:lnTo>
                  <a:pt x="39992" y="18962"/>
                </a:lnTo>
                <a:cubicBezTo>
                  <a:pt x="37924" y="18962"/>
                  <a:pt x="36344" y="18428"/>
                  <a:pt x="35252" y="17360"/>
                </a:cubicBezTo>
                <a:cubicBezTo>
                  <a:pt x="34160" y="16292"/>
                  <a:pt x="33614" y="14729"/>
                  <a:pt x="33614" y="12670"/>
                </a:cubicBezTo>
                <a:cubicBezTo>
                  <a:pt x="33614" y="10419"/>
                  <a:pt x="34179" y="8799"/>
                  <a:pt x="35309" y="7807"/>
                </a:cubicBezTo>
                <a:cubicBezTo>
                  <a:pt x="36439" y="6816"/>
                  <a:pt x="38307" y="6321"/>
                  <a:pt x="40912" y="6321"/>
                </a:cubicBezTo>
                <a:lnTo>
                  <a:pt x="55736" y="6321"/>
                </a:lnTo>
                <a:cubicBezTo>
                  <a:pt x="58341" y="6321"/>
                  <a:pt x="60189" y="6816"/>
                  <a:pt x="61281" y="7807"/>
                </a:cubicBezTo>
                <a:cubicBezTo>
                  <a:pt x="62373" y="8799"/>
                  <a:pt x="62919" y="10419"/>
                  <a:pt x="62919" y="12670"/>
                </a:cubicBezTo>
                <a:cubicBezTo>
                  <a:pt x="62919" y="14729"/>
                  <a:pt x="62392" y="16292"/>
                  <a:pt x="61339" y="17360"/>
                </a:cubicBezTo>
                <a:cubicBezTo>
                  <a:pt x="60285" y="18428"/>
                  <a:pt x="58743" y="18962"/>
                  <a:pt x="56713" y="18962"/>
                </a:cubicBezTo>
                <a:lnTo>
                  <a:pt x="55736" y="18962"/>
                </a:lnTo>
                <a:lnTo>
                  <a:pt x="55736" y="61827"/>
                </a:lnTo>
                <a:lnTo>
                  <a:pt x="56713" y="61827"/>
                </a:lnTo>
                <a:cubicBezTo>
                  <a:pt x="58782" y="61827"/>
                  <a:pt x="60352" y="62356"/>
                  <a:pt x="61425" y="63414"/>
                </a:cubicBezTo>
                <a:cubicBezTo>
                  <a:pt x="62497" y="64473"/>
                  <a:pt x="63034" y="66022"/>
                  <a:pt x="63034" y="68061"/>
                </a:cubicBezTo>
                <a:cubicBezTo>
                  <a:pt x="63034" y="70331"/>
                  <a:pt x="62478" y="71966"/>
                  <a:pt x="61367" y="72967"/>
                </a:cubicBezTo>
                <a:cubicBezTo>
                  <a:pt x="60256" y="73968"/>
                  <a:pt x="58379" y="74468"/>
                  <a:pt x="55736" y="74468"/>
                </a:cubicBezTo>
                <a:lnTo>
                  <a:pt x="40912" y="74468"/>
                </a:lnTo>
                <a:cubicBezTo>
                  <a:pt x="38268" y="74468"/>
                  <a:pt x="36391" y="73978"/>
                  <a:pt x="35281" y="72998"/>
                </a:cubicBezTo>
                <a:cubicBezTo>
                  <a:pt x="34170" y="72016"/>
                  <a:pt x="33614" y="70371"/>
                  <a:pt x="33614" y="68061"/>
                </a:cubicBezTo>
                <a:cubicBezTo>
                  <a:pt x="33614" y="66022"/>
                  <a:pt x="34160" y="64473"/>
                  <a:pt x="35252" y="63414"/>
                </a:cubicBezTo>
                <a:cubicBezTo>
                  <a:pt x="36344" y="62356"/>
                  <a:pt x="37924" y="61827"/>
                  <a:pt x="39992" y="61827"/>
                </a:cubicBezTo>
                <a:lnTo>
                  <a:pt x="40912" y="61827"/>
                </a:lnTo>
                <a:lnTo>
                  <a:pt x="40912" y="44934"/>
                </a:lnTo>
                <a:lnTo>
                  <a:pt x="22122" y="44934"/>
                </a:lnTo>
                <a:lnTo>
                  <a:pt x="22122" y="61827"/>
                </a:lnTo>
                <a:lnTo>
                  <a:pt x="23041" y="61827"/>
                </a:lnTo>
                <a:cubicBezTo>
                  <a:pt x="25110" y="61827"/>
                  <a:pt x="26690" y="62356"/>
                  <a:pt x="27782" y="63414"/>
                </a:cubicBezTo>
                <a:cubicBezTo>
                  <a:pt x="28874" y="64473"/>
                  <a:pt x="29420" y="66022"/>
                  <a:pt x="29420" y="68061"/>
                </a:cubicBezTo>
                <a:cubicBezTo>
                  <a:pt x="29420" y="70331"/>
                  <a:pt x="28855" y="71966"/>
                  <a:pt x="27724" y="72967"/>
                </a:cubicBezTo>
                <a:cubicBezTo>
                  <a:pt x="26594" y="73968"/>
                  <a:pt x="24727" y="74468"/>
                  <a:pt x="22122" y="74468"/>
                </a:cubicBezTo>
                <a:lnTo>
                  <a:pt x="7297" y="74468"/>
                </a:lnTo>
                <a:cubicBezTo>
                  <a:pt x="4654" y="74468"/>
                  <a:pt x="2777" y="73978"/>
                  <a:pt x="1666" y="72998"/>
                </a:cubicBezTo>
                <a:cubicBezTo>
                  <a:pt x="555" y="72016"/>
                  <a:pt x="0" y="70371"/>
                  <a:pt x="0" y="68061"/>
                </a:cubicBezTo>
                <a:cubicBezTo>
                  <a:pt x="0" y="66022"/>
                  <a:pt x="536" y="64473"/>
                  <a:pt x="1609" y="63414"/>
                </a:cubicBezTo>
                <a:cubicBezTo>
                  <a:pt x="2681" y="62356"/>
                  <a:pt x="4252" y="61827"/>
                  <a:pt x="6321" y="61827"/>
                </a:cubicBezTo>
                <a:lnTo>
                  <a:pt x="7297" y="61827"/>
                </a:lnTo>
                <a:lnTo>
                  <a:pt x="7297" y="18962"/>
                </a:lnTo>
                <a:lnTo>
                  <a:pt x="6321" y="18962"/>
                </a:lnTo>
                <a:cubicBezTo>
                  <a:pt x="4290" y="18962"/>
                  <a:pt x="2749" y="18428"/>
                  <a:pt x="1695" y="17360"/>
                </a:cubicBezTo>
                <a:cubicBezTo>
                  <a:pt x="642" y="16292"/>
                  <a:pt x="115" y="14729"/>
                  <a:pt x="115" y="12670"/>
                </a:cubicBezTo>
                <a:cubicBezTo>
                  <a:pt x="115" y="10419"/>
                  <a:pt x="661" y="8799"/>
                  <a:pt x="1753" y="7807"/>
                </a:cubicBezTo>
                <a:cubicBezTo>
                  <a:pt x="2844" y="6816"/>
                  <a:pt x="4693" y="6321"/>
                  <a:pt x="7297" y="6321"/>
                </a:cubicBezTo>
                <a:lnTo>
                  <a:pt x="22122" y="6321"/>
                </a:lnTo>
                <a:cubicBezTo>
                  <a:pt x="24689" y="6321"/>
                  <a:pt x="26547" y="6816"/>
                  <a:pt x="27696" y="7807"/>
                </a:cubicBezTo>
                <a:cubicBezTo>
                  <a:pt x="28845" y="8799"/>
                  <a:pt x="29420" y="10419"/>
                  <a:pt x="29420" y="12670"/>
                </a:cubicBezTo>
                <a:cubicBezTo>
                  <a:pt x="29420" y="14729"/>
                  <a:pt x="28874" y="16292"/>
                  <a:pt x="27782" y="17360"/>
                </a:cubicBezTo>
                <a:cubicBezTo>
                  <a:pt x="26690" y="18428"/>
                  <a:pt x="25110" y="18962"/>
                  <a:pt x="23041" y="18962"/>
                </a:cubicBezTo>
                <a:lnTo>
                  <a:pt x="22122" y="18962"/>
                </a:lnTo>
                <a:close/>
                <a:moveTo>
                  <a:pt x="110570" y="62172"/>
                </a:moveTo>
                <a:lnTo>
                  <a:pt x="119879" y="62172"/>
                </a:lnTo>
                <a:cubicBezTo>
                  <a:pt x="122445" y="62172"/>
                  <a:pt x="124303" y="62653"/>
                  <a:pt x="125452" y="63616"/>
                </a:cubicBezTo>
                <a:cubicBezTo>
                  <a:pt x="126601" y="64578"/>
                  <a:pt x="127176" y="66156"/>
                  <a:pt x="127176" y="68349"/>
                </a:cubicBezTo>
                <a:cubicBezTo>
                  <a:pt x="127176" y="70504"/>
                  <a:pt x="126621" y="72062"/>
                  <a:pt x="125510" y="73025"/>
                </a:cubicBezTo>
                <a:cubicBezTo>
                  <a:pt x="124399" y="73987"/>
                  <a:pt x="122522" y="74468"/>
                  <a:pt x="119879" y="74468"/>
                </a:cubicBezTo>
                <a:lnTo>
                  <a:pt x="85977" y="74468"/>
                </a:lnTo>
                <a:cubicBezTo>
                  <a:pt x="83334" y="74468"/>
                  <a:pt x="81457" y="73987"/>
                  <a:pt x="80346" y="73025"/>
                </a:cubicBezTo>
                <a:cubicBezTo>
                  <a:pt x="79235" y="72062"/>
                  <a:pt x="78680" y="70504"/>
                  <a:pt x="78680" y="68349"/>
                </a:cubicBezTo>
                <a:cubicBezTo>
                  <a:pt x="78680" y="66156"/>
                  <a:pt x="79245" y="64578"/>
                  <a:pt x="80375" y="63616"/>
                </a:cubicBezTo>
                <a:cubicBezTo>
                  <a:pt x="81505" y="62653"/>
                  <a:pt x="83372" y="62172"/>
                  <a:pt x="85977" y="62172"/>
                </a:cubicBezTo>
                <a:lnTo>
                  <a:pt x="96665" y="62172"/>
                </a:lnTo>
                <a:lnTo>
                  <a:pt x="96665" y="13733"/>
                </a:lnTo>
                <a:lnTo>
                  <a:pt x="90229" y="15399"/>
                </a:lnTo>
                <a:cubicBezTo>
                  <a:pt x="89233" y="15629"/>
                  <a:pt x="88410" y="15802"/>
                  <a:pt x="87758" y="15916"/>
                </a:cubicBezTo>
                <a:cubicBezTo>
                  <a:pt x="87107" y="16031"/>
                  <a:pt x="86628" y="16089"/>
                  <a:pt x="86322" y="16089"/>
                </a:cubicBezTo>
                <a:cubicBezTo>
                  <a:pt x="84751" y="16089"/>
                  <a:pt x="83535" y="15591"/>
                  <a:pt x="82673" y="14595"/>
                </a:cubicBezTo>
                <a:cubicBezTo>
                  <a:pt x="81811" y="13599"/>
                  <a:pt x="81380" y="12182"/>
                  <a:pt x="81380" y="10343"/>
                </a:cubicBezTo>
                <a:cubicBezTo>
                  <a:pt x="81380" y="9002"/>
                  <a:pt x="81859" y="7872"/>
                  <a:pt x="82817" y="6953"/>
                </a:cubicBezTo>
                <a:cubicBezTo>
                  <a:pt x="83774" y="6033"/>
                  <a:pt x="85249" y="5325"/>
                  <a:pt x="87241" y="4827"/>
                </a:cubicBezTo>
                <a:lnTo>
                  <a:pt x="101491" y="919"/>
                </a:lnTo>
                <a:cubicBezTo>
                  <a:pt x="102679" y="613"/>
                  <a:pt x="103656" y="383"/>
                  <a:pt x="104422" y="230"/>
                </a:cubicBezTo>
                <a:cubicBezTo>
                  <a:pt x="105188" y="77"/>
                  <a:pt x="105820" y="0"/>
                  <a:pt x="106318" y="0"/>
                </a:cubicBezTo>
                <a:cubicBezTo>
                  <a:pt x="107850" y="0"/>
                  <a:pt x="108942" y="421"/>
                  <a:pt x="109593" y="1264"/>
                </a:cubicBezTo>
                <a:cubicBezTo>
                  <a:pt x="110244" y="2106"/>
                  <a:pt x="110570" y="3521"/>
                  <a:pt x="110570" y="5511"/>
                </a:cubicBezTo>
                <a:lnTo>
                  <a:pt x="110570" y="62172"/>
                </a:lnTo>
                <a:close/>
                <a:moveTo>
                  <a:pt x="172184" y="53668"/>
                </a:moveTo>
                <a:cubicBezTo>
                  <a:pt x="175785" y="53668"/>
                  <a:pt x="178687" y="54654"/>
                  <a:pt x="180889" y="56627"/>
                </a:cubicBezTo>
                <a:cubicBezTo>
                  <a:pt x="183092" y="58600"/>
                  <a:pt x="184193" y="61176"/>
                  <a:pt x="184193" y="64355"/>
                </a:cubicBezTo>
                <a:cubicBezTo>
                  <a:pt x="184193" y="67573"/>
                  <a:pt x="183092" y="70197"/>
                  <a:pt x="180889" y="72227"/>
                </a:cubicBezTo>
                <a:cubicBezTo>
                  <a:pt x="178687" y="74258"/>
                  <a:pt x="175785" y="75273"/>
                  <a:pt x="172184" y="75273"/>
                </a:cubicBezTo>
                <a:cubicBezTo>
                  <a:pt x="168660" y="75273"/>
                  <a:pt x="165787" y="74248"/>
                  <a:pt x="163565" y="72199"/>
                </a:cubicBezTo>
                <a:cubicBezTo>
                  <a:pt x="161343" y="70149"/>
                  <a:pt x="160233" y="67535"/>
                  <a:pt x="160233" y="64355"/>
                </a:cubicBezTo>
                <a:cubicBezTo>
                  <a:pt x="160233" y="61214"/>
                  <a:pt x="161343" y="58648"/>
                  <a:pt x="163565" y="56656"/>
                </a:cubicBezTo>
                <a:cubicBezTo>
                  <a:pt x="165787" y="54664"/>
                  <a:pt x="168660" y="53668"/>
                  <a:pt x="172184" y="53668"/>
                </a:cubicBezTo>
                <a:moveTo>
                  <a:pt x="172184" y="22984"/>
                </a:moveTo>
                <a:cubicBezTo>
                  <a:pt x="175785" y="22984"/>
                  <a:pt x="178668" y="23973"/>
                  <a:pt x="180832" y="25952"/>
                </a:cubicBezTo>
                <a:cubicBezTo>
                  <a:pt x="182996" y="27930"/>
                  <a:pt x="184079" y="30513"/>
                  <a:pt x="184079" y="33700"/>
                </a:cubicBezTo>
                <a:cubicBezTo>
                  <a:pt x="184079" y="36965"/>
                  <a:pt x="182987" y="39615"/>
                  <a:pt x="180803" y="41651"/>
                </a:cubicBezTo>
                <a:cubicBezTo>
                  <a:pt x="178620" y="43686"/>
                  <a:pt x="175747" y="44704"/>
                  <a:pt x="172184" y="44704"/>
                </a:cubicBezTo>
                <a:cubicBezTo>
                  <a:pt x="168660" y="44704"/>
                  <a:pt x="165787" y="43677"/>
                  <a:pt x="163565" y="41623"/>
                </a:cubicBezTo>
                <a:cubicBezTo>
                  <a:pt x="161343" y="39567"/>
                  <a:pt x="160233" y="36926"/>
                  <a:pt x="160233" y="33700"/>
                </a:cubicBezTo>
                <a:cubicBezTo>
                  <a:pt x="160233" y="30513"/>
                  <a:pt x="161334" y="27930"/>
                  <a:pt x="163537" y="25952"/>
                </a:cubicBezTo>
                <a:cubicBezTo>
                  <a:pt x="165739" y="23973"/>
                  <a:pt x="168622" y="22984"/>
                  <a:pt x="172184" y="229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Hypotheticalgoal">
            <a:extLst xmlns:a="http://schemas.openxmlformats.org/drawingml/2006/main">
              <a:ext uri="{FF2B5EF4-FFF2-40B4-BE49-F238E27FC236}">
                <a16:creationId xmlns:a16="http://schemas.microsoft.com/office/drawing/2014/main" id="{60331807-B02B-4AC8-8F70-23281656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716" y="3976498"/>
            <a:ext cx="1182282" cy="102049"/>
          </a:xfrm>
          <a:custGeom xmlns:a="http://schemas.openxmlformats.org/drawingml/2006/main">
            <a:pathLst>
              <a:path w="1182282" h="102049">
                <a:moveTo>
                  <a:pt x="15916" y="70906"/>
                </a:moveTo>
                <a:lnTo>
                  <a:pt x="19766" y="70906"/>
                </a:lnTo>
                <a:cubicBezTo>
                  <a:pt x="22026" y="70906"/>
                  <a:pt x="23616" y="71215"/>
                  <a:pt x="24535" y="71832"/>
                </a:cubicBezTo>
                <a:cubicBezTo>
                  <a:pt x="25455" y="72449"/>
                  <a:pt x="25915" y="73471"/>
                  <a:pt x="25915" y="74899"/>
                </a:cubicBezTo>
                <a:cubicBezTo>
                  <a:pt x="25915" y="76481"/>
                  <a:pt x="25512" y="77571"/>
                  <a:pt x="24708" y="78169"/>
                </a:cubicBezTo>
                <a:cubicBezTo>
                  <a:pt x="23903" y="78766"/>
                  <a:pt x="22141" y="79065"/>
                  <a:pt x="19422" y="79065"/>
                </a:cubicBezTo>
                <a:lnTo>
                  <a:pt x="6838" y="79065"/>
                </a:lnTo>
                <a:lnTo>
                  <a:pt x="4252" y="79065"/>
                </a:lnTo>
                <a:cubicBezTo>
                  <a:pt x="2835" y="79065"/>
                  <a:pt x="1772" y="78718"/>
                  <a:pt x="1063" y="78024"/>
                </a:cubicBezTo>
                <a:cubicBezTo>
                  <a:pt x="354" y="77329"/>
                  <a:pt x="0" y="76288"/>
                  <a:pt x="0" y="74899"/>
                </a:cubicBezTo>
                <a:cubicBezTo>
                  <a:pt x="0" y="73395"/>
                  <a:pt x="412" y="72353"/>
                  <a:pt x="1235" y="71775"/>
                </a:cubicBezTo>
                <a:cubicBezTo>
                  <a:pt x="2059" y="71195"/>
                  <a:pt x="3620" y="70906"/>
                  <a:pt x="5918" y="70906"/>
                </a:cubicBezTo>
                <a:lnTo>
                  <a:pt x="6953" y="70906"/>
                </a:lnTo>
                <a:lnTo>
                  <a:pt x="6953" y="19077"/>
                </a:lnTo>
                <a:lnTo>
                  <a:pt x="6033" y="19077"/>
                </a:lnTo>
                <a:cubicBezTo>
                  <a:pt x="3735" y="19077"/>
                  <a:pt x="2155" y="18774"/>
                  <a:pt x="1293" y="18170"/>
                </a:cubicBezTo>
                <a:cubicBezTo>
                  <a:pt x="431" y="17565"/>
                  <a:pt x="0" y="16508"/>
                  <a:pt x="0" y="14997"/>
                </a:cubicBezTo>
                <a:cubicBezTo>
                  <a:pt x="0" y="13599"/>
                  <a:pt x="354" y="12569"/>
                  <a:pt x="1063" y="11909"/>
                </a:cubicBezTo>
                <a:cubicBezTo>
                  <a:pt x="1772" y="11248"/>
                  <a:pt x="2873" y="10917"/>
                  <a:pt x="4367" y="10917"/>
                </a:cubicBezTo>
                <a:lnTo>
                  <a:pt x="6838" y="10917"/>
                </a:lnTo>
                <a:lnTo>
                  <a:pt x="18847" y="10917"/>
                </a:lnTo>
                <a:cubicBezTo>
                  <a:pt x="21911" y="10917"/>
                  <a:pt x="23856" y="11210"/>
                  <a:pt x="24679" y="11795"/>
                </a:cubicBezTo>
                <a:cubicBezTo>
                  <a:pt x="25503" y="12381"/>
                  <a:pt x="25915" y="13448"/>
                  <a:pt x="25915" y="14997"/>
                </a:cubicBezTo>
                <a:cubicBezTo>
                  <a:pt x="25915" y="16508"/>
                  <a:pt x="25397" y="17565"/>
                  <a:pt x="24363" y="18170"/>
                </a:cubicBezTo>
                <a:cubicBezTo>
                  <a:pt x="23329" y="18774"/>
                  <a:pt x="21375" y="19077"/>
                  <a:pt x="18502" y="19077"/>
                </a:cubicBezTo>
                <a:lnTo>
                  <a:pt x="15916" y="19077"/>
                </a:lnTo>
                <a:lnTo>
                  <a:pt x="15916" y="39188"/>
                </a:lnTo>
                <a:lnTo>
                  <a:pt x="43440" y="39188"/>
                </a:lnTo>
                <a:lnTo>
                  <a:pt x="43440" y="19077"/>
                </a:lnTo>
                <a:lnTo>
                  <a:pt x="39533" y="19077"/>
                </a:lnTo>
                <a:cubicBezTo>
                  <a:pt x="37349" y="19077"/>
                  <a:pt x="35788" y="18756"/>
                  <a:pt x="34850" y="18114"/>
                </a:cubicBezTo>
                <a:cubicBezTo>
                  <a:pt x="33911" y="17471"/>
                  <a:pt x="33442" y="16432"/>
                  <a:pt x="33442" y="14997"/>
                </a:cubicBezTo>
                <a:cubicBezTo>
                  <a:pt x="33442" y="13448"/>
                  <a:pt x="33873" y="12381"/>
                  <a:pt x="34735" y="11795"/>
                </a:cubicBezTo>
                <a:cubicBezTo>
                  <a:pt x="35597" y="11210"/>
                  <a:pt x="37713" y="10917"/>
                  <a:pt x="41084" y="10917"/>
                </a:cubicBezTo>
                <a:lnTo>
                  <a:pt x="52519" y="10917"/>
                </a:lnTo>
                <a:lnTo>
                  <a:pt x="55104" y="10917"/>
                </a:lnTo>
                <a:cubicBezTo>
                  <a:pt x="56483" y="10917"/>
                  <a:pt x="57527" y="11257"/>
                  <a:pt x="58236" y="11937"/>
                </a:cubicBezTo>
                <a:cubicBezTo>
                  <a:pt x="58944" y="12617"/>
                  <a:pt x="59299" y="13637"/>
                  <a:pt x="59299" y="14997"/>
                </a:cubicBezTo>
                <a:cubicBezTo>
                  <a:pt x="59299" y="16471"/>
                  <a:pt x="58897" y="17519"/>
                  <a:pt x="58092" y="18143"/>
                </a:cubicBezTo>
                <a:cubicBezTo>
                  <a:pt x="57288" y="18766"/>
                  <a:pt x="55851" y="19077"/>
                  <a:pt x="53783" y="19077"/>
                </a:cubicBezTo>
                <a:lnTo>
                  <a:pt x="52404" y="19077"/>
                </a:lnTo>
                <a:lnTo>
                  <a:pt x="52404" y="70906"/>
                </a:lnTo>
                <a:lnTo>
                  <a:pt x="53323" y="70906"/>
                </a:lnTo>
                <a:cubicBezTo>
                  <a:pt x="55621" y="70906"/>
                  <a:pt x="57192" y="71205"/>
                  <a:pt x="58035" y="71804"/>
                </a:cubicBezTo>
                <a:cubicBezTo>
                  <a:pt x="58877" y="72401"/>
                  <a:pt x="59299" y="73433"/>
                  <a:pt x="59299" y="74899"/>
                </a:cubicBezTo>
                <a:cubicBezTo>
                  <a:pt x="59299" y="76481"/>
                  <a:pt x="58897" y="77571"/>
                  <a:pt x="58092" y="78169"/>
                </a:cubicBezTo>
                <a:cubicBezTo>
                  <a:pt x="57288" y="78766"/>
                  <a:pt x="55430" y="79065"/>
                  <a:pt x="52519" y="79065"/>
                </a:cubicBezTo>
                <a:lnTo>
                  <a:pt x="40624" y="79065"/>
                </a:lnTo>
                <a:cubicBezTo>
                  <a:pt x="37521" y="79065"/>
                  <a:pt x="35549" y="78766"/>
                  <a:pt x="34706" y="78169"/>
                </a:cubicBezTo>
                <a:cubicBezTo>
                  <a:pt x="33863" y="77571"/>
                  <a:pt x="33442" y="76481"/>
                  <a:pt x="33442" y="74899"/>
                </a:cubicBezTo>
                <a:cubicBezTo>
                  <a:pt x="33442" y="73395"/>
                  <a:pt x="33940" y="72353"/>
                  <a:pt x="34936" y="71775"/>
                </a:cubicBezTo>
                <a:cubicBezTo>
                  <a:pt x="35932" y="71195"/>
                  <a:pt x="37828" y="70906"/>
                  <a:pt x="40624" y="70906"/>
                </a:cubicBezTo>
                <a:lnTo>
                  <a:pt x="43440" y="70906"/>
                </a:lnTo>
                <a:lnTo>
                  <a:pt x="43440" y="47117"/>
                </a:lnTo>
                <a:lnTo>
                  <a:pt x="15916" y="47117"/>
                </a:lnTo>
                <a:lnTo>
                  <a:pt x="15916" y="70906"/>
                </a:lnTo>
                <a:close/>
                <a:moveTo>
                  <a:pt x="95688" y="93890"/>
                </a:moveTo>
                <a:lnTo>
                  <a:pt x="98159" y="93890"/>
                </a:lnTo>
                <a:cubicBezTo>
                  <a:pt x="100955" y="93890"/>
                  <a:pt x="102851" y="94184"/>
                  <a:pt x="103847" y="94773"/>
                </a:cubicBezTo>
                <a:cubicBezTo>
                  <a:pt x="104843" y="95363"/>
                  <a:pt x="105341" y="96438"/>
                  <a:pt x="105341" y="97998"/>
                </a:cubicBezTo>
                <a:cubicBezTo>
                  <a:pt x="105341" y="99329"/>
                  <a:pt x="104948" y="100337"/>
                  <a:pt x="104163" y="101022"/>
                </a:cubicBezTo>
                <a:cubicBezTo>
                  <a:pt x="103378" y="101707"/>
                  <a:pt x="102238" y="102049"/>
                  <a:pt x="100744" y="102049"/>
                </a:cubicBezTo>
                <a:lnTo>
                  <a:pt x="74255" y="102049"/>
                </a:lnTo>
                <a:cubicBezTo>
                  <a:pt x="72455" y="102049"/>
                  <a:pt x="71200" y="101744"/>
                  <a:pt x="70492" y="101135"/>
                </a:cubicBezTo>
                <a:cubicBezTo>
                  <a:pt x="69783" y="100527"/>
                  <a:pt x="69429" y="99481"/>
                  <a:pt x="69429" y="97998"/>
                </a:cubicBezTo>
                <a:cubicBezTo>
                  <a:pt x="69429" y="96629"/>
                  <a:pt x="69802" y="95602"/>
                  <a:pt x="70549" y="94917"/>
                </a:cubicBezTo>
                <a:cubicBezTo>
                  <a:pt x="71296" y="94232"/>
                  <a:pt x="72416" y="93890"/>
                  <a:pt x="73910" y="93890"/>
                </a:cubicBezTo>
                <a:lnTo>
                  <a:pt x="86379" y="93890"/>
                </a:lnTo>
                <a:lnTo>
                  <a:pt x="95688" y="75524"/>
                </a:lnTo>
                <a:lnTo>
                  <a:pt x="74600" y="34131"/>
                </a:lnTo>
                <a:cubicBezTo>
                  <a:pt x="72072" y="34131"/>
                  <a:pt x="70338" y="33825"/>
                  <a:pt x="69400" y="33212"/>
                </a:cubicBezTo>
                <a:cubicBezTo>
                  <a:pt x="68461" y="32599"/>
                  <a:pt x="67992" y="31526"/>
                  <a:pt x="67992" y="29994"/>
                </a:cubicBezTo>
                <a:cubicBezTo>
                  <a:pt x="67992" y="28653"/>
                  <a:pt x="68375" y="27648"/>
                  <a:pt x="69141" y="26978"/>
                </a:cubicBezTo>
                <a:cubicBezTo>
                  <a:pt x="69907" y="26307"/>
                  <a:pt x="71057" y="25972"/>
                  <a:pt x="72589" y="25972"/>
                </a:cubicBezTo>
                <a:lnTo>
                  <a:pt x="88620" y="25972"/>
                </a:lnTo>
                <a:cubicBezTo>
                  <a:pt x="90765" y="25972"/>
                  <a:pt x="92202" y="26269"/>
                  <a:pt x="92930" y="26863"/>
                </a:cubicBezTo>
                <a:cubicBezTo>
                  <a:pt x="93658" y="27456"/>
                  <a:pt x="94021" y="28500"/>
                  <a:pt x="94021" y="29994"/>
                </a:cubicBezTo>
                <a:cubicBezTo>
                  <a:pt x="94021" y="31526"/>
                  <a:pt x="93543" y="32599"/>
                  <a:pt x="92585" y="33212"/>
                </a:cubicBezTo>
                <a:cubicBezTo>
                  <a:pt x="91627" y="33825"/>
                  <a:pt x="89865" y="34131"/>
                  <a:pt x="87299" y="34131"/>
                </a:cubicBezTo>
                <a:lnTo>
                  <a:pt x="85173" y="34131"/>
                </a:lnTo>
                <a:lnTo>
                  <a:pt x="100744" y="65822"/>
                </a:lnTo>
                <a:lnTo>
                  <a:pt x="116603" y="34131"/>
                </a:lnTo>
                <a:lnTo>
                  <a:pt x="114362" y="34131"/>
                </a:lnTo>
                <a:cubicBezTo>
                  <a:pt x="111719" y="34131"/>
                  <a:pt x="109900" y="33825"/>
                  <a:pt x="108904" y="33212"/>
                </a:cubicBezTo>
                <a:cubicBezTo>
                  <a:pt x="107908" y="32599"/>
                  <a:pt x="107410" y="31526"/>
                  <a:pt x="107410" y="29994"/>
                </a:cubicBezTo>
                <a:cubicBezTo>
                  <a:pt x="107410" y="28500"/>
                  <a:pt x="107774" y="27456"/>
                  <a:pt x="108501" y="26863"/>
                </a:cubicBezTo>
                <a:cubicBezTo>
                  <a:pt x="109229" y="26269"/>
                  <a:pt x="110685" y="25972"/>
                  <a:pt x="112868" y="25972"/>
                </a:cubicBezTo>
                <a:lnTo>
                  <a:pt x="127061" y="25972"/>
                </a:lnTo>
                <a:cubicBezTo>
                  <a:pt x="128632" y="25972"/>
                  <a:pt x="129790" y="26307"/>
                  <a:pt x="130537" y="26978"/>
                </a:cubicBezTo>
                <a:cubicBezTo>
                  <a:pt x="131284" y="27648"/>
                  <a:pt x="131658" y="28653"/>
                  <a:pt x="131658" y="29994"/>
                </a:cubicBezTo>
                <a:cubicBezTo>
                  <a:pt x="131658" y="31450"/>
                  <a:pt x="131236" y="32484"/>
                  <a:pt x="130394" y="33097"/>
                </a:cubicBezTo>
                <a:cubicBezTo>
                  <a:pt x="129551" y="33710"/>
                  <a:pt x="128057" y="34055"/>
                  <a:pt x="125912" y="34131"/>
                </a:cubicBezTo>
                <a:lnTo>
                  <a:pt x="95688" y="93890"/>
                </a:lnTo>
                <a:close/>
                <a:moveTo>
                  <a:pt x="155521" y="93890"/>
                </a:moveTo>
                <a:lnTo>
                  <a:pt x="169311" y="93890"/>
                </a:lnTo>
                <a:cubicBezTo>
                  <a:pt x="170767" y="93890"/>
                  <a:pt x="171859" y="94232"/>
                  <a:pt x="172587" y="94917"/>
                </a:cubicBezTo>
                <a:cubicBezTo>
                  <a:pt x="173314" y="95602"/>
                  <a:pt x="173678" y="96629"/>
                  <a:pt x="173678" y="97998"/>
                </a:cubicBezTo>
                <a:cubicBezTo>
                  <a:pt x="173678" y="99481"/>
                  <a:pt x="173324" y="100527"/>
                  <a:pt x="172615" y="101135"/>
                </a:cubicBezTo>
                <a:cubicBezTo>
                  <a:pt x="171907" y="101744"/>
                  <a:pt x="170652" y="102049"/>
                  <a:pt x="168852" y="102049"/>
                </a:cubicBezTo>
                <a:lnTo>
                  <a:pt x="143512" y="102049"/>
                </a:lnTo>
                <a:cubicBezTo>
                  <a:pt x="141979" y="102049"/>
                  <a:pt x="140821" y="101707"/>
                  <a:pt x="140035" y="101022"/>
                </a:cubicBezTo>
                <a:cubicBezTo>
                  <a:pt x="139250" y="100337"/>
                  <a:pt x="138857" y="99329"/>
                  <a:pt x="138857" y="97998"/>
                </a:cubicBezTo>
                <a:cubicBezTo>
                  <a:pt x="138857" y="96477"/>
                  <a:pt x="139346" y="95411"/>
                  <a:pt x="140323" y="94802"/>
                </a:cubicBezTo>
                <a:cubicBezTo>
                  <a:pt x="141299" y="94194"/>
                  <a:pt x="143109" y="93890"/>
                  <a:pt x="145753" y="93890"/>
                </a:cubicBezTo>
                <a:lnTo>
                  <a:pt x="146844" y="93890"/>
                </a:lnTo>
                <a:lnTo>
                  <a:pt x="146844" y="34131"/>
                </a:lnTo>
                <a:lnTo>
                  <a:pt x="145753" y="34131"/>
                </a:lnTo>
                <a:cubicBezTo>
                  <a:pt x="143109" y="34131"/>
                  <a:pt x="141299" y="33825"/>
                  <a:pt x="140323" y="33212"/>
                </a:cubicBezTo>
                <a:cubicBezTo>
                  <a:pt x="139346" y="32599"/>
                  <a:pt x="138857" y="31526"/>
                  <a:pt x="138857" y="29994"/>
                </a:cubicBezTo>
                <a:cubicBezTo>
                  <a:pt x="138857" y="28653"/>
                  <a:pt x="139250" y="27648"/>
                  <a:pt x="140035" y="26978"/>
                </a:cubicBezTo>
                <a:cubicBezTo>
                  <a:pt x="140821" y="26307"/>
                  <a:pt x="141979" y="25972"/>
                  <a:pt x="143512" y="25972"/>
                </a:cubicBezTo>
                <a:lnTo>
                  <a:pt x="152246" y="25972"/>
                </a:lnTo>
                <a:cubicBezTo>
                  <a:pt x="153395" y="25972"/>
                  <a:pt x="154228" y="26163"/>
                  <a:pt x="154745" y="26547"/>
                </a:cubicBezTo>
                <a:cubicBezTo>
                  <a:pt x="155262" y="26930"/>
                  <a:pt x="155521" y="27523"/>
                  <a:pt x="155521" y="28328"/>
                </a:cubicBezTo>
                <a:lnTo>
                  <a:pt x="155521" y="33901"/>
                </a:lnTo>
                <a:cubicBezTo>
                  <a:pt x="158126" y="31220"/>
                  <a:pt x="161008" y="29209"/>
                  <a:pt x="164169" y="27868"/>
                </a:cubicBezTo>
                <a:cubicBezTo>
                  <a:pt x="167329" y="26527"/>
                  <a:pt x="170729" y="25857"/>
                  <a:pt x="174368" y="25857"/>
                </a:cubicBezTo>
                <a:cubicBezTo>
                  <a:pt x="182067" y="25857"/>
                  <a:pt x="188503" y="28462"/>
                  <a:pt x="193674" y="33672"/>
                </a:cubicBezTo>
                <a:cubicBezTo>
                  <a:pt x="198846" y="38881"/>
                  <a:pt x="201431" y="45413"/>
                  <a:pt x="201431" y="53266"/>
                </a:cubicBezTo>
                <a:cubicBezTo>
                  <a:pt x="201431" y="60812"/>
                  <a:pt x="198980" y="67018"/>
                  <a:pt x="194077" y="71883"/>
                </a:cubicBezTo>
                <a:cubicBezTo>
                  <a:pt x="189173" y="76748"/>
                  <a:pt x="182910" y="79180"/>
                  <a:pt x="175287" y="79180"/>
                </a:cubicBezTo>
                <a:cubicBezTo>
                  <a:pt x="171227" y="79180"/>
                  <a:pt x="167492" y="78462"/>
                  <a:pt x="164082" y="77025"/>
                </a:cubicBezTo>
                <a:cubicBezTo>
                  <a:pt x="160673" y="75589"/>
                  <a:pt x="157819" y="73530"/>
                  <a:pt x="155521" y="70848"/>
                </a:cubicBezTo>
                <a:lnTo>
                  <a:pt x="155521" y="93890"/>
                </a:lnTo>
                <a:moveTo>
                  <a:pt x="173333" y="70676"/>
                </a:moveTo>
                <a:cubicBezTo>
                  <a:pt x="178658" y="70676"/>
                  <a:pt x="183025" y="69003"/>
                  <a:pt x="186434" y="65657"/>
                </a:cubicBezTo>
                <a:cubicBezTo>
                  <a:pt x="189844" y="62310"/>
                  <a:pt x="191548" y="57978"/>
                  <a:pt x="191548" y="52662"/>
                </a:cubicBezTo>
                <a:cubicBezTo>
                  <a:pt x="191548" y="47461"/>
                  <a:pt x="189834" y="43168"/>
                  <a:pt x="186406" y="39784"/>
                </a:cubicBezTo>
                <a:cubicBezTo>
                  <a:pt x="182977" y="36399"/>
                  <a:pt x="178620" y="34706"/>
                  <a:pt x="173333" y="34706"/>
                </a:cubicBezTo>
                <a:cubicBezTo>
                  <a:pt x="168047" y="34706"/>
                  <a:pt x="163719" y="36389"/>
                  <a:pt x="160348" y="39755"/>
                </a:cubicBezTo>
                <a:cubicBezTo>
                  <a:pt x="156977" y="43120"/>
                  <a:pt x="155291" y="47423"/>
                  <a:pt x="155291" y="52662"/>
                </a:cubicBezTo>
                <a:cubicBezTo>
                  <a:pt x="155291" y="57940"/>
                  <a:pt x="156967" y="62262"/>
                  <a:pt x="160319" y="65628"/>
                </a:cubicBezTo>
                <a:cubicBezTo>
                  <a:pt x="163671" y="68993"/>
                  <a:pt x="168009" y="70676"/>
                  <a:pt x="173333" y="70676"/>
                </a:cubicBezTo>
                <a:close/>
                <a:moveTo>
                  <a:pt x="240694" y="72400"/>
                </a:moveTo>
                <a:cubicBezTo>
                  <a:pt x="246593" y="72400"/>
                  <a:pt x="251429" y="70538"/>
                  <a:pt x="255202" y="66814"/>
                </a:cubicBezTo>
                <a:cubicBezTo>
                  <a:pt x="258975" y="63089"/>
                  <a:pt x="260862" y="58344"/>
                  <a:pt x="260862" y="52576"/>
                </a:cubicBezTo>
                <a:cubicBezTo>
                  <a:pt x="260862" y="46808"/>
                  <a:pt x="258966" y="42043"/>
                  <a:pt x="255173" y="38281"/>
                </a:cubicBezTo>
                <a:cubicBezTo>
                  <a:pt x="251381" y="34519"/>
                  <a:pt x="246554" y="32637"/>
                  <a:pt x="240694" y="32637"/>
                </a:cubicBezTo>
                <a:cubicBezTo>
                  <a:pt x="234833" y="32637"/>
                  <a:pt x="230015" y="34519"/>
                  <a:pt x="226242" y="38281"/>
                </a:cubicBezTo>
                <a:cubicBezTo>
                  <a:pt x="222469" y="42043"/>
                  <a:pt x="220582" y="46808"/>
                  <a:pt x="220582" y="52576"/>
                </a:cubicBezTo>
                <a:cubicBezTo>
                  <a:pt x="220582" y="58382"/>
                  <a:pt x="222459" y="63137"/>
                  <a:pt x="226214" y="66842"/>
                </a:cubicBezTo>
                <a:cubicBezTo>
                  <a:pt x="229968" y="70547"/>
                  <a:pt x="234794" y="72400"/>
                  <a:pt x="240694" y="72400"/>
                </a:cubicBezTo>
                <a:moveTo>
                  <a:pt x="270860" y="52605"/>
                </a:moveTo>
                <a:cubicBezTo>
                  <a:pt x="270860" y="60811"/>
                  <a:pt x="268064" y="67522"/>
                  <a:pt x="262471" y="72737"/>
                </a:cubicBezTo>
                <a:cubicBezTo>
                  <a:pt x="256878" y="77952"/>
                  <a:pt x="249619" y="80559"/>
                  <a:pt x="240694" y="80559"/>
                </a:cubicBezTo>
                <a:cubicBezTo>
                  <a:pt x="231806" y="80559"/>
                  <a:pt x="224566" y="77952"/>
                  <a:pt x="218974" y="72737"/>
                </a:cubicBezTo>
                <a:cubicBezTo>
                  <a:pt x="213381" y="67522"/>
                  <a:pt x="210584" y="60811"/>
                  <a:pt x="210584" y="52605"/>
                </a:cubicBezTo>
                <a:cubicBezTo>
                  <a:pt x="210584" y="44399"/>
                  <a:pt x="213381" y="37698"/>
                  <a:pt x="218974" y="32503"/>
                </a:cubicBezTo>
                <a:cubicBezTo>
                  <a:pt x="224566" y="27306"/>
                  <a:pt x="231806" y="24708"/>
                  <a:pt x="240694" y="24708"/>
                </a:cubicBezTo>
                <a:cubicBezTo>
                  <a:pt x="249581" y="24708"/>
                  <a:pt x="256830" y="27316"/>
                  <a:pt x="262442" y="32531"/>
                </a:cubicBezTo>
                <a:cubicBezTo>
                  <a:pt x="268054" y="37746"/>
                  <a:pt x="270860" y="44437"/>
                  <a:pt x="270860" y="52605"/>
                </a:cubicBezTo>
                <a:close/>
                <a:moveTo>
                  <a:pt x="326729" y="29190"/>
                </a:moveTo>
                <a:cubicBezTo>
                  <a:pt x="328606" y="29190"/>
                  <a:pt x="329975" y="29518"/>
                  <a:pt x="330837" y="30174"/>
                </a:cubicBezTo>
                <a:cubicBezTo>
                  <a:pt x="331699" y="30830"/>
                  <a:pt x="332130" y="31871"/>
                  <a:pt x="332130" y="33298"/>
                </a:cubicBezTo>
                <a:cubicBezTo>
                  <a:pt x="332130" y="34648"/>
                  <a:pt x="331728" y="35661"/>
                  <a:pt x="330923" y="36336"/>
                </a:cubicBezTo>
                <a:cubicBezTo>
                  <a:pt x="330119" y="37011"/>
                  <a:pt x="328912" y="37349"/>
                  <a:pt x="327303" y="37349"/>
                </a:cubicBezTo>
                <a:lnTo>
                  <a:pt x="304032" y="37349"/>
                </a:lnTo>
                <a:lnTo>
                  <a:pt x="304032" y="56541"/>
                </a:lnTo>
                <a:cubicBezTo>
                  <a:pt x="304032" y="62823"/>
                  <a:pt x="304846" y="66960"/>
                  <a:pt x="306474" y="68952"/>
                </a:cubicBezTo>
                <a:cubicBezTo>
                  <a:pt x="308102" y="70944"/>
                  <a:pt x="310889" y="71940"/>
                  <a:pt x="314834" y="71940"/>
                </a:cubicBezTo>
                <a:cubicBezTo>
                  <a:pt x="318320" y="71940"/>
                  <a:pt x="322496" y="70925"/>
                  <a:pt x="327361" y="68895"/>
                </a:cubicBezTo>
                <a:cubicBezTo>
                  <a:pt x="332226" y="66864"/>
                  <a:pt x="335233" y="65849"/>
                  <a:pt x="336382" y="65849"/>
                </a:cubicBezTo>
                <a:cubicBezTo>
                  <a:pt x="337454" y="65849"/>
                  <a:pt x="338364" y="66232"/>
                  <a:pt x="339111" y="66998"/>
                </a:cubicBezTo>
                <a:cubicBezTo>
                  <a:pt x="339858" y="67765"/>
                  <a:pt x="340232" y="68703"/>
                  <a:pt x="340232" y="69814"/>
                </a:cubicBezTo>
                <a:cubicBezTo>
                  <a:pt x="340232" y="71078"/>
                  <a:pt x="339762" y="72176"/>
                  <a:pt x="338824" y="73109"/>
                </a:cubicBezTo>
                <a:cubicBezTo>
                  <a:pt x="337885" y="74042"/>
                  <a:pt x="336286" y="74945"/>
                  <a:pt x="334026" y="75820"/>
                </a:cubicBezTo>
                <a:cubicBezTo>
                  <a:pt x="330272" y="77304"/>
                  <a:pt x="326891" y="78388"/>
                  <a:pt x="323884" y="79072"/>
                </a:cubicBezTo>
                <a:cubicBezTo>
                  <a:pt x="320877" y="79757"/>
                  <a:pt x="318052" y="80099"/>
                  <a:pt x="315409" y="80099"/>
                </a:cubicBezTo>
                <a:cubicBezTo>
                  <a:pt x="310927" y="80099"/>
                  <a:pt x="307163" y="79382"/>
                  <a:pt x="304118" y="77948"/>
                </a:cubicBezTo>
                <a:cubicBezTo>
                  <a:pt x="301073" y="76513"/>
                  <a:pt x="298803" y="74380"/>
                  <a:pt x="297309" y="71549"/>
                </a:cubicBezTo>
                <a:cubicBezTo>
                  <a:pt x="296543" y="70210"/>
                  <a:pt x="295997" y="68623"/>
                  <a:pt x="295671" y="66787"/>
                </a:cubicBezTo>
                <a:cubicBezTo>
                  <a:pt x="295346" y="64950"/>
                  <a:pt x="295183" y="62119"/>
                  <a:pt x="295183" y="58293"/>
                </a:cubicBezTo>
                <a:lnTo>
                  <a:pt x="295183" y="56516"/>
                </a:lnTo>
                <a:lnTo>
                  <a:pt x="295183" y="37349"/>
                </a:lnTo>
                <a:lnTo>
                  <a:pt x="285415" y="37349"/>
                </a:lnTo>
                <a:cubicBezTo>
                  <a:pt x="283806" y="37349"/>
                  <a:pt x="282638" y="37031"/>
                  <a:pt x="281910" y="36396"/>
                </a:cubicBezTo>
                <a:cubicBezTo>
                  <a:pt x="281182" y="35759"/>
                  <a:pt x="280818" y="34726"/>
                  <a:pt x="280818" y="33298"/>
                </a:cubicBezTo>
                <a:cubicBezTo>
                  <a:pt x="280818" y="31717"/>
                  <a:pt x="281316" y="30637"/>
                  <a:pt x="282312" y="30059"/>
                </a:cubicBezTo>
                <a:cubicBezTo>
                  <a:pt x="283308" y="29479"/>
                  <a:pt x="285434" y="29190"/>
                  <a:pt x="288690" y="29190"/>
                </a:cubicBezTo>
                <a:lnTo>
                  <a:pt x="295183" y="29190"/>
                </a:lnTo>
                <a:lnTo>
                  <a:pt x="295183" y="17410"/>
                </a:lnTo>
                <a:lnTo>
                  <a:pt x="295183" y="14365"/>
                </a:lnTo>
                <a:cubicBezTo>
                  <a:pt x="295183" y="12718"/>
                  <a:pt x="295537" y="11502"/>
                  <a:pt x="296246" y="10716"/>
                </a:cubicBezTo>
                <a:cubicBezTo>
                  <a:pt x="296955" y="9931"/>
                  <a:pt x="298056" y="9538"/>
                  <a:pt x="299550" y="9538"/>
                </a:cubicBezTo>
                <a:cubicBezTo>
                  <a:pt x="301235" y="9538"/>
                  <a:pt x="302404" y="10017"/>
                  <a:pt x="303055" y="10975"/>
                </a:cubicBezTo>
                <a:cubicBezTo>
                  <a:pt x="303706" y="11933"/>
                  <a:pt x="304032" y="14116"/>
                  <a:pt x="304032" y="17525"/>
                </a:cubicBezTo>
                <a:lnTo>
                  <a:pt x="304032" y="29190"/>
                </a:lnTo>
                <a:lnTo>
                  <a:pt x="326729" y="29190"/>
                </a:lnTo>
                <a:close/>
                <a:moveTo>
                  <a:pt x="359785" y="70906"/>
                </a:moveTo>
                <a:lnTo>
                  <a:pt x="359785" y="12067"/>
                </a:lnTo>
                <a:lnTo>
                  <a:pt x="358693" y="12067"/>
                </a:lnTo>
                <a:cubicBezTo>
                  <a:pt x="356088" y="12067"/>
                  <a:pt x="354297" y="11764"/>
                  <a:pt x="353320" y="11160"/>
                </a:cubicBezTo>
                <a:cubicBezTo>
                  <a:pt x="352344" y="10555"/>
                  <a:pt x="351855" y="9498"/>
                  <a:pt x="351855" y="7987"/>
                </a:cubicBezTo>
                <a:cubicBezTo>
                  <a:pt x="351855" y="6627"/>
                  <a:pt x="352248" y="5607"/>
                  <a:pt x="353033" y="4927"/>
                </a:cubicBezTo>
                <a:cubicBezTo>
                  <a:pt x="353818" y="4247"/>
                  <a:pt x="354958" y="3907"/>
                  <a:pt x="356452" y="3907"/>
                </a:cubicBezTo>
                <a:lnTo>
                  <a:pt x="365186" y="3907"/>
                </a:lnTo>
                <a:cubicBezTo>
                  <a:pt x="366220" y="3907"/>
                  <a:pt x="367025" y="4118"/>
                  <a:pt x="367599" y="4539"/>
                </a:cubicBezTo>
                <a:cubicBezTo>
                  <a:pt x="368174" y="4961"/>
                  <a:pt x="368461" y="5535"/>
                  <a:pt x="368461" y="6263"/>
                </a:cubicBezTo>
                <a:lnTo>
                  <a:pt x="368461" y="32285"/>
                </a:lnTo>
                <a:cubicBezTo>
                  <a:pt x="371258" y="29664"/>
                  <a:pt x="374025" y="27726"/>
                  <a:pt x="376764" y="26473"/>
                </a:cubicBezTo>
                <a:cubicBezTo>
                  <a:pt x="379503" y="25220"/>
                  <a:pt x="382347" y="24593"/>
                  <a:pt x="385297" y="24593"/>
                </a:cubicBezTo>
                <a:cubicBezTo>
                  <a:pt x="391081" y="24593"/>
                  <a:pt x="395630" y="26392"/>
                  <a:pt x="398944" y="29989"/>
                </a:cubicBezTo>
                <a:cubicBezTo>
                  <a:pt x="402257" y="33585"/>
                  <a:pt x="403914" y="38558"/>
                  <a:pt x="403914" y="44909"/>
                </a:cubicBezTo>
                <a:lnTo>
                  <a:pt x="403914" y="70906"/>
                </a:lnTo>
                <a:lnTo>
                  <a:pt x="406615" y="70906"/>
                </a:lnTo>
                <a:cubicBezTo>
                  <a:pt x="408530" y="70906"/>
                  <a:pt x="409909" y="71224"/>
                  <a:pt x="410752" y="71861"/>
                </a:cubicBezTo>
                <a:cubicBezTo>
                  <a:pt x="411595" y="72497"/>
                  <a:pt x="412016" y="73509"/>
                  <a:pt x="412016" y="74899"/>
                </a:cubicBezTo>
                <a:cubicBezTo>
                  <a:pt x="412016" y="76288"/>
                  <a:pt x="411633" y="77329"/>
                  <a:pt x="410867" y="78024"/>
                </a:cubicBezTo>
                <a:cubicBezTo>
                  <a:pt x="410101" y="78718"/>
                  <a:pt x="408951" y="79065"/>
                  <a:pt x="407419" y="79065"/>
                </a:cubicBezTo>
                <a:lnTo>
                  <a:pt x="392135" y="79065"/>
                </a:lnTo>
                <a:cubicBezTo>
                  <a:pt x="390334" y="79065"/>
                  <a:pt x="389118" y="78766"/>
                  <a:pt x="388486" y="78169"/>
                </a:cubicBezTo>
                <a:cubicBezTo>
                  <a:pt x="387854" y="77571"/>
                  <a:pt x="387538" y="76481"/>
                  <a:pt x="387538" y="74899"/>
                </a:cubicBezTo>
                <a:cubicBezTo>
                  <a:pt x="387538" y="73356"/>
                  <a:pt x="387931" y="72305"/>
                  <a:pt x="388716" y="71746"/>
                </a:cubicBezTo>
                <a:cubicBezTo>
                  <a:pt x="389501" y="71186"/>
                  <a:pt x="390985" y="70906"/>
                  <a:pt x="393169" y="70906"/>
                </a:cubicBezTo>
                <a:lnTo>
                  <a:pt x="395180" y="70906"/>
                </a:lnTo>
                <a:lnTo>
                  <a:pt x="395180" y="47076"/>
                </a:lnTo>
                <a:cubicBezTo>
                  <a:pt x="395180" y="42607"/>
                  <a:pt x="394165" y="39199"/>
                  <a:pt x="392135" y="36850"/>
                </a:cubicBezTo>
                <a:cubicBezTo>
                  <a:pt x="390104" y="34501"/>
                  <a:pt x="387155" y="33327"/>
                  <a:pt x="383286" y="33327"/>
                </a:cubicBezTo>
                <a:cubicBezTo>
                  <a:pt x="379340" y="33327"/>
                  <a:pt x="375883" y="34645"/>
                  <a:pt x="372914" y="37281"/>
                </a:cubicBezTo>
                <a:cubicBezTo>
                  <a:pt x="369946" y="39916"/>
                  <a:pt x="368461" y="43181"/>
                  <a:pt x="368461" y="47076"/>
                </a:cubicBezTo>
                <a:lnTo>
                  <a:pt x="368461" y="70906"/>
                </a:lnTo>
                <a:lnTo>
                  <a:pt x="370472" y="70906"/>
                </a:lnTo>
                <a:cubicBezTo>
                  <a:pt x="372771" y="70906"/>
                  <a:pt x="374322" y="71195"/>
                  <a:pt x="375127" y="71775"/>
                </a:cubicBezTo>
                <a:cubicBezTo>
                  <a:pt x="375931" y="72353"/>
                  <a:pt x="376333" y="73395"/>
                  <a:pt x="376333" y="74899"/>
                </a:cubicBezTo>
                <a:cubicBezTo>
                  <a:pt x="376333" y="76481"/>
                  <a:pt x="376017" y="77571"/>
                  <a:pt x="375385" y="78169"/>
                </a:cubicBezTo>
                <a:cubicBezTo>
                  <a:pt x="374753" y="78766"/>
                  <a:pt x="373537" y="79065"/>
                  <a:pt x="371736" y="79065"/>
                </a:cubicBezTo>
                <a:lnTo>
                  <a:pt x="356452" y="79065"/>
                </a:lnTo>
                <a:cubicBezTo>
                  <a:pt x="354958" y="79065"/>
                  <a:pt x="353838" y="78718"/>
                  <a:pt x="353091" y="78024"/>
                </a:cubicBezTo>
                <a:cubicBezTo>
                  <a:pt x="352344" y="77329"/>
                  <a:pt x="351970" y="76288"/>
                  <a:pt x="351970" y="74899"/>
                </a:cubicBezTo>
                <a:cubicBezTo>
                  <a:pt x="351970" y="73356"/>
                  <a:pt x="352420" y="72305"/>
                  <a:pt x="353320" y="71746"/>
                </a:cubicBezTo>
                <a:cubicBezTo>
                  <a:pt x="354221" y="71186"/>
                  <a:pt x="355973" y="70906"/>
                  <a:pt x="358578" y="70906"/>
                </a:cubicBezTo>
                <a:lnTo>
                  <a:pt x="359785" y="70906"/>
                </a:lnTo>
                <a:close/>
                <a:moveTo>
                  <a:pt x="432317" y="55047"/>
                </a:moveTo>
                <a:cubicBezTo>
                  <a:pt x="432623" y="60581"/>
                  <a:pt x="434491" y="64857"/>
                  <a:pt x="437919" y="67875"/>
                </a:cubicBezTo>
                <a:cubicBezTo>
                  <a:pt x="441347" y="70891"/>
                  <a:pt x="446030" y="72400"/>
                  <a:pt x="451968" y="72400"/>
                </a:cubicBezTo>
                <a:cubicBezTo>
                  <a:pt x="456450" y="72400"/>
                  <a:pt x="461334" y="71203"/>
                  <a:pt x="466620" y="68808"/>
                </a:cubicBezTo>
                <a:cubicBezTo>
                  <a:pt x="471907" y="66414"/>
                  <a:pt x="475105" y="65217"/>
                  <a:pt x="476216" y="65217"/>
                </a:cubicBezTo>
                <a:cubicBezTo>
                  <a:pt x="477365" y="65217"/>
                  <a:pt x="478323" y="65581"/>
                  <a:pt x="479089" y="66309"/>
                </a:cubicBezTo>
                <a:cubicBezTo>
                  <a:pt x="479855" y="67037"/>
                  <a:pt x="480238" y="67937"/>
                  <a:pt x="480238" y="69010"/>
                </a:cubicBezTo>
                <a:cubicBezTo>
                  <a:pt x="480238" y="70120"/>
                  <a:pt x="479836" y="71136"/>
                  <a:pt x="479032" y="72055"/>
                </a:cubicBezTo>
                <a:cubicBezTo>
                  <a:pt x="478227" y="72974"/>
                  <a:pt x="476944" y="73875"/>
                  <a:pt x="475182" y="74756"/>
                </a:cubicBezTo>
                <a:cubicBezTo>
                  <a:pt x="471351" y="76633"/>
                  <a:pt x="467396" y="78069"/>
                  <a:pt x="463316" y="79065"/>
                </a:cubicBezTo>
                <a:cubicBezTo>
                  <a:pt x="459237" y="80061"/>
                  <a:pt x="455186" y="80559"/>
                  <a:pt x="451164" y="80559"/>
                </a:cubicBezTo>
                <a:cubicBezTo>
                  <a:pt x="442430" y="80559"/>
                  <a:pt x="435439" y="78038"/>
                  <a:pt x="430191" y="72996"/>
                </a:cubicBezTo>
                <a:cubicBezTo>
                  <a:pt x="424943" y="67953"/>
                  <a:pt x="422319" y="61270"/>
                  <a:pt x="422319" y="52949"/>
                </a:cubicBezTo>
                <a:cubicBezTo>
                  <a:pt x="422319" y="44475"/>
                  <a:pt x="425096" y="37612"/>
                  <a:pt x="430650" y="32359"/>
                </a:cubicBezTo>
                <a:cubicBezTo>
                  <a:pt x="436205" y="27105"/>
                  <a:pt x="443445" y="24478"/>
                  <a:pt x="452370" y="24478"/>
                </a:cubicBezTo>
                <a:cubicBezTo>
                  <a:pt x="460453" y="24478"/>
                  <a:pt x="467157" y="26930"/>
                  <a:pt x="472481" y="31833"/>
                </a:cubicBezTo>
                <a:cubicBezTo>
                  <a:pt x="477806" y="36736"/>
                  <a:pt x="480468" y="42674"/>
                  <a:pt x="480468" y="49646"/>
                </a:cubicBezTo>
                <a:cubicBezTo>
                  <a:pt x="480468" y="51791"/>
                  <a:pt x="480018" y="53227"/>
                  <a:pt x="479118" y="53955"/>
                </a:cubicBezTo>
                <a:cubicBezTo>
                  <a:pt x="478218" y="54683"/>
                  <a:pt x="475776" y="55047"/>
                  <a:pt x="471792" y="55047"/>
                </a:cubicBezTo>
                <a:lnTo>
                  <a:pt x="470930" y="55047"/>
                </a:lnTo>
                <a:lnTo>
                  <a:pt x="432317" y="55047"/>
                </a:lnTo>
                <a:moveTo>
                  <a:pt x="432604" y="47462"/>
                </a:moveTo>
                <a:lnTo>
                  <a:pt x="470010" y="47462"/>
                </a:lnTo>
                <a:cubicBezTo>
                  <a:pt x="469436" y="42938"/>
                  <a:pt x="467530" y="39299"/>
                  <a:pt x="464293" y="36543"/>
                </a:cubicBezTo>
                <a:cubicBezTo>
                  <a:pt x="461056" y="33786"/>
                  <a:pt x="457082" y="32407"/>
                  <a:pt x="452370" y="32407"/>
                </a:cubicBezTo>
                <a:cubicBezTo>
                  <a:pt x="447275" y="32407"/>
                  <a:pt x="442985" y="33738"/>
                  <a:pt x="439499" y="36399"/>
                </a:cubicBezTo>
                <a:cubicBezTo>
                  <a:pt x="436013" y="39060"/>
                  <a:pt x="433715" y="42748"/>
                  <a:pt x="432604" y="47462"/>
                </a:cubicBezTo>
                <a:close/>
                <a:moveTo>
                  <a:pt x="537773" y="29190"/>
                </a:moveTo>
                <a:cubicBezTo>
                  <a:pt x="539650" y="29190"/>
                  <a:pt x="541019" y="29518"/>
                  <a:pt x="541881" y="30174"/>
                </a:cubicBezTo>
                <a:cubicBezTo>
                  <a:pt x="542743" y="30830"/>
                  <a:pt x="543174" y="31871"/>
                  <a:pt x="543174" y="33298"/>
                </a:cubicBezTo>
                <a:cubicBezTo>
                  <a:pt x="543174" y="34648"/>
                  <a:pt x="542772" y="35661"/>
                  <a:pt x="541967" y="36336"/>
                </a:cubicBezTo>
                <a:cubicBezTo>
                  <a:pt x="541163" y="37011"/>
                  <a:pt x="539956" y="37349"/>
                  <a:pt x="538347" y="37349"/>
                </a:cubicBezTo>
                <a:lnTo>
                  <a:pt x="515076" y="37349"/>
                </a:lnTo>
                <a:lnTo>
                  <a:pt x="515076" y="56541"/>
                </a:lnTo>
                <a:cubicBezTo>
                  <a:pt x="515076" y="62823"/>
                  <a:pt x="515890" y="66960"/>
                  <a:pt x="517518" y="68952"/>
                </a:cubicBezTo>
                <a:cubicBezTo>
                  <a:pt x="519146" y="70944"/>
                  <a:pt x="521933" y="71940"/>
                  <a:pt x="525878" y="71940"/>
                </a:cubicBezTo>
                <a:cubicBezTo>
                  <a:pt x="529364" y="71940"/>
                  <a:pt x="533540" y="70925"/>
                  <a:pt x="538405" y="68895"/>
                </a:cubicBezTo>
                <a:cubicBezTo>
                  <a:pt x="543270" y="66864"/>
                  <a:pt x="546277" y="65849"/>
                  <a:pt x="547426" y="65849"/>
                </a:cubicBezTo>
                <a:cubicBezTo>
                  <a:pt x="548499" y="65849"/>
                  <a:pt x="549408" y="66232"/>
                  <a:pt x="550155" y="66998"/>
                </a:cubicBezTo>
                <a:cubicBezTo>
                  <a:pt x="550902" y="67765"/>
                  <a:pt x="551276" y="68703"/>
                  <a:pt x="551276" y="69814"/>
                </a:cubicBezTo>
                <a:cubicBezTo>
                  <a:pt x="551276" y="71078"/>
                  <a:pt x="550807" y="72176"/>
                  <a:pt x="549868" y="73109"/>
                </a:cubicBezTo>
                <a:cubicBezTo>
                  <a:pt x="548930" y="74042"/>
                  <a:pt x="547330" y="74945"/>
                  <a:pt x="545070" y="75820"/>
                </a:cubicBezTo>
                <a:cubicBezTo>
                  <a:pt x="541316" y="77304"/>
                  <a:pt x="537936" y="78388"/>
                  <a:pt x="534928" y="79072"/>
                </a:cubicBezTo>
                <a:cubicBezTo>
                  <a:pt x="531921" y="79757"/>
                  <a:pt x="529096" y="80099"/>
                  <a:pt x="526453" y="80099"/>
                </a:cubicBezTo>
                <a:cubicBezTo>
                  <a:pt x="521971" y="80099"/>
                  <a:pt x="518208" y="79382"/>
                  <a:pt x="515162" y="77948"/>
                </a:cubicBezTo>
                <a:cubicBezTo>
                  <a:pt x="512117" y="76513"/>
                  <a:pt x="509847" y="74380"/>
                  <a:pt x="508353" y="71549"/>
                </a:cubicBezTo>
                <a:cubicBezTo>
                  <a:pt x="507587" y="70210"/>
                  <a:pt x="507041" y="68623"/>
                  <a:pt x="506716" y="66787"/>
                </a:cubicBezTo>
                <a:cubicBezTo>
                  <a:pt x="506390" y="64950"/>
                  <a:pt x="506227" y="62119"/>
                  <a:pt x="506227" y="58293"/>
                </a:cubicBezTo>
                <a:lnTo>
                  <a:pt x="506227" y="56516"/>
                </a:lnTo>
                <a:lnTo>
                  <a:pt x="506227" y="37349"/>
                </a:lnTo>
                <a:lnTo>
                  <a:pt x="496459" y="37349"/>
                </a:lnTo>
                <a:cubicBezTo>
                  <a:pt x="494850" y="37349"/>
                  <a:pt x="493682" y="37031"/>
                  <a:pt x="492954" y="36396"/>
                </a:cubicBezTo>
                <a:cubicBezTo>
                  <a:pt x="492226" y="35759"/>
                  <a:pt x="491862" y="34726"/>
                  <a:pt x="491862" y="33298"/>
                </a:cubicBezTo>
                <a:cubicBezTo>
                  <a:pt x="491862" y="31717"/>
                  <a:pt x="492360" y="30637"/>
                  <a:pt x="493356" y="30059"/>
                </a:cubicBezTo>
                <a:cubicBezTo>
                  <a:pt x="494352" y="29479"/>
                  <a:pt x="496478" y="29190"/>
                  <a:pt x="499734" y="29190"/>
                </a:cubicBezTo>
                <a:lnTo>
                  <a:pt x="506227" y="29190"/>
                </a:lnTo>
                <a:lnTo>
                  <a:pt x="506227" y="17410"/>
                </a:lnTo>
                <a:lnTo>
                  <a:pt x="506227" y="14365"/>
                </a:lnTo>
                <a:cubicBezTo>
                  <a:pt x="506227" y="12718"/>
                  <a:pt x="506581" y="11502"/>
                  <a:pt x="507290" y="10716"/>
                </a:cubicBezTo>
                <a:cubicBezTo>
                  <a:pt x="507999" y="9931"/>
                  <a:pt x="509100" y="9538"/>
                  <a:pt x="510594" y="9538"/>
                </a:cubicBezTo>
                <a:cubicBezTo>
                  <a:pt x="512280" y="9538"/>
                  <a:pt x="513448" y="10017"/>
                  <a:pt x="514099" y="10975"/>
                </a:cubicBezTo>
                <a:cubicBezTo>
                  <a:pt x="514750" y="11933"/>
                  <a:pt x="515076" y="14116"/>
                  <a:pt x="515076" y="17525"/>
                </a:cubicBezTo>
                <a:lnTo>
                  <a:pt x="515076" y="29190"/>
                </a:lnTo>
                <a:lnTo>
                  <a:pt x="537773" y="29190"/>
                </a:lnTo>
                <a:close/>
                <a:moveTo>
                  <a:pt x="587147" y="9423"/>
                </a:moveTo>
                <a:cubicBezTo>
                  <a:pt x="587147" y="5286"/>
                  <a:pt x="587521" y="2681"/>
                  <a:pt x="588268" y="1609"/>
                </a:cubicBezTo>
                <a:cubicBezTo>
                  <a:pt x="589015" y="536"/>
                  <a:pt x="590614" y="0"/>
                  <a:pt x="593066" y="0"/>
                </a:cubicBezTo>
                <a:cubicBezTo>
                  <a:pt x="595441" y="0"/>
                  <a:pt x="597011" y="450"/>
                  <a:pt x="597778" y="1350"/>
                </a:cubicBezTo>
                <a:cubicBezTo>
                  <a:pt x="598544" y="2251"/>
                  <a:pt x="598927" y="4386"/>
                  <a:pt x="598927" y="7757"/>
                </a:cubicBezTo>
                <a:cubicBezTo>
                  <a:pt x="598927" y="11051"/>
                  <a:pt x="598572" y="13091"/>
                  <a:pt x="597864" y="13877"/>
                </a:cubicBezTo>
                <a:cubicBezTo>
                  <a:pt x="597155" y="14662"/>
                  <a:pt x="595556" y="15055"/>
                  <a:pt x="593066" y="15055"/>
                </a:cubicBezTo>
                <a:cubicBezTo>
                  <a:pt x="590614" y="15055"/>
                  <a:pt x="589015" y="14691"/>
                  <a:pt x="588268" y="13963"/>
                </a:cubicBezTo>
                <a:cubicBezTo>
                  <a:pt x="587521" y="13235"/>
                  <a:pt x="587147" y="11722"/>
                  <a:pt x="587147" y="9423"/>
                </a:cubicBezTo>
                <a:moveTo>
                  <a:pt x="597778" y="70906"/>
                </a:moveTo>
                <a:lnTo>
                  <a:pt x="616222" y="70906"/>
                </a:lnTo>
                <a:cubicBezTo>
                  <a:pt x="617716" y="70906"/>
                  <a:pt x="618818" y="71224"/>
                  <a:pt x="619526" y="71861"/>
                </a:cubicBezTo>
                <a:cubicBezTo>
                  <a:pt x="620235" y="72497"/>
                  <a:pt x="620589" y="73509"/>
                  <a:pt x="620589" y="74899"/>
                </a:cubicBezTo>
                <a:cubicBezTo>
                  <a:pt x="620589" y="76481"/>
                  <a:pt x="620254" y="77571"/>
                  <a:pt x="619584" y="78169"/>
                </a:cubicBezTo>
                <a:cubicBezTo>
                  <a:pt x="618913" y="78766"/>
                  <a:pt x="617678" y="79065"/>
                  <a:pt x="615877" y="79065"/>
                </a:cubicBezTo>
                <a:lnTo>
                  <a:pt x="571288" y="79065"/>
                </a:lnTo>
                <a:cubicBezTo>
                  <a:pt x="569756" y="79065"/>
                  <a:pt x="568607" y="78718"/>
                  <a:pt x="567841" y="78024"/>
                </a:cubicBezTo>
                <a:cubicBezTo>
                  <a:pt x="567075" y="77329"/>
                  <a:pt x="566692" y="76288"/>
                  <a:pt x="566692" y="74899"/>
                </a:cubicBezTo>
                <a:cubicBezTo>
                  <a:pt x="566692" y="73549"/>
                  <a:pt x="567094" y="72546"/>
                  <a:pt x="567898" y="71890"/>
                </a:cubicBezTo>
                <a:cubicBezTo>
                  <a:pt x="568703" y="71234"/>
                  <a:pt x="569909" y="70906"/>
                  <a:pt x="571518" y="70906"/>
                </a:cubicBezTo>
                <a:lnTo>
                  <a:pt x="589044" y="70906"/>
                </a:lnTo>
                <a:lnTo>
                  <a:pt x="589044" y="34131"/>
                </a:lnTo>
                <a:lnTo>
                  <a:pt x="577839" y="34131"/>
                </a:lnTo>
                <a:cubicBezTo>
                  <a:pt x="576268" y="34131"/>
                  <a:pt x="575071" y="33777"/>
                  <a:pt x="574248" y="33068"/>
                </a:cubicBezTo>
                <a:cubicBezTo>
                  <a:pt x="573424" y="32360"/>
                  <a:pt x="573012" y="31335"/>
                  <a:pt x="573012" y="29994"/>
                </a:cubicBezTo>
                <a:cubicBezTo>
                  <a:pt x="573012" y="28653"/>
                  <a:pt x="573395" y="27648"/>
                  <a:pt x="574161" y="26978"/>
                </a:cubicBezTo>
                <a:cubicBezTo>
                  <a:pt x="574928" y="26307"/>
                  <a:pt x="576077" y="25972"/>
                  <a:pt x="577609" y="25972"/>
                </a:cubicBezTo>
                <a:lnTo>
                  <a:pt x="594445" y="25972"/>
                </a:lnTo>
                <a:cubicBezTo>
                  <a:pt x="595479" y="25972"/>
                  <a:pt x="596293" y="26183"/>
                  <a:pt x="596887" y="26604"/>
                </a:cubicBezTo>
                <a:cubicBezTo>
                  <a:pt x="597481" y="27024"/>
                  <a:pt x="597778" y="27598"/>
                  <a:pt x="597778" y="28324"/>
                </a:cubicBezTo>
                <a:lnTo>
                  <a:pt x="597778" y="70906"/>
                </a:lnTo>
                <a:close/>
                <a:moveTo>
                  <a:pt x="680078" y="29450"/>
                </a:moveTo>
                <a:lnTo>
                  <a:pt x="680078" y="29220"/>
                </a:lnTo>
                <a:cubicBezTo>
                  <a:pt x="680078" y="27945"/>
                  <a:pt x="680442" y="27009"/>
                  <a:pt x="681169" y="26410"/>
                </a:cubicBezTo>
                <a:cubicBezTo>
                  <a:pt x="681897" y="25812"/>
                  <a:pt x="683027" y="25512"/>
                  <a:pt x="684560" y="25512"/>
                </a:cubicBezTo>
                <a:cubicBezTo>
                  <a:pt x="686130" y="25512"/>
                  <a:pt x="687212" y="25973"/>
                  <a:pt x="687806" y="26895"/>
                </a:cubicBezTo>
                <a:cubicBezTo>
                  <a:pt x="688400" y="27817"/>
                  <a:pt x="688697" y="29718"/>
                  <a:pt x="688697" y="32598"/>
                </a:cubicBezTo>
                <a:lnTo>
                  <a:pt x="688697" y="43314"/>
                </a:lnTo>
                <a:cubicBezTo>
                  <a:pt x="688697" y="44735"/>
                  <a:pt x="688333" y="45801"/>
                  <a:pt x="687605" y="46512"/>
                </a:cubicBezTo>
                <a:cubicBezTo>
                  <a:pt x="686877" y="47222"/>
                  <a:pt x="685785" y="47577"/>
                  <a:pt x="684330" y="47577"/>
                </a:cubicBezTo>
                <a:cubicBezTo>
                  <a:pt x="683296" y="47577"/>
                  <a:pt x="682405" y="47280"/>
                  <a:pt x="681658" y="46686"/>
                </a:cubicBezTo>
                <a:cubicBezTo>
                  <a:pt x="680911" y="46093"/>
                  <a:pt x="680001" y="44857"/>
                  <a:pt x="678929" y="42980"/>
                </a:cubicBezTo>
                <a:cubicBezTo>
                  <a:pt x="677090" y="39877"/>
                  <a:pt x="674858" y="37531"/>
                  <a:pt x="672234" y="35941"/>
                </a:cubicBezTo>
                <a:cubicBezTo>
                  <a:pt x="669610" y="34352"/>
                  <a:pt x="666594" y="33557"/>
                  <a:pt x="663184" y="33557"/>
                </a:cubicBezTo>
                <a:cubicBezTo>
                  <a:pt x="657209" y="33557"/>
                  <a:pt x="652353" y="35319"/>
                  <a:pt x="648618" y="38843"/>
                </a:cubicBezTo>
                <a:cubicBezTo>
                  <a:pt x="644883" y="42367"/>
                  <a:pt x="643016" y="46926"/>
                  <a:pt x="643016" y="52519"/>
                </a:cubicBezTo>
                <a:cubicBezTo>
                  <a:pt x="643016" y="58226"/>
                  <a:pt x="644807" y="62890"/>
                  <a:pt x="648389" y="66510"/>
                </a:cubicBezTo>
                <a:cubicBezTo>
                  <a:pt x="651970" y="70130"/>
                  <a:pt x="656577" y="71940"/>
                  <a:pt x="662208" y="71940"/>
                </a:cubicBezTo>
                <a:cubicBezTo>
                  <a:pt x="664774" y="71940"/>
                  <a:pt x="667216" y="71586"/>
                  <a:pt x="669534" y="70877"/>
                </a:cubicBezTo>
                <a:cubicBezTo>
                  <a:pt x="671851" y="70168"/>
                  <a:pt x="674044" y="69105"/>
                  <a:pt x="676113" y="67688"/>
                </a:cubicBezTo>
                <a:cubicBezTo>
                  <a:pt x="676841" y="67228"/>
                  <a:pt x="677818" y="66520"/>
                  <a:pt x="679043" y="65562"/>
                </a:cubicBezTo>
                <a:cubicBezTo>
                  <a:pt x="681533" y="63532"/>
                  <a:pt x="683487" y="62517"/>
                  <a:pt x="684904" y="62517"/>
                </a:cubicBezTo>
                <a:cubicBezTo>
                  <a:pt x="686092" y="62517"/>
                  <a:pt x="687059" y="62890"/>
                  <a:pt x="687806" y="63637"/>
                </a:cubicBezTo>
                <a:cubicBezTo>
                  <a:pt x="688553" y="64384"/>
                  <a:pt x="688927" y="65351"/>
                  <a:pt x="688927" y="66539"/>
                </a:cubicBezTo>
                <a:cubicBezTo>
                  <a:pt x="688927" y="69565"/>
                  <a:pt x="686063" y="72658"/>
                  <a:pt x="680336" y="75819"/>
                </a:cubicBezTo>
                <a:cubicBezTo>
                  <a:pt x="674609" y="78979"/>
                  <a:pt x="668528" y="80559"/>
                  <a:pt x="662093" y="80559"/>
                </a:cubicBezTo>
                <a:cubicBezTo>
                  <a:pt x="653780" y="80559"/>
                  <a:pt x="646856" y="77894"/>
                  <a:pt x="641321" y="72565"/>
                </a:cubicBezTo>
                <a:cubicBezTo>
                  <a:pt x="635786" y="67234"/>
                  <a:pt x="633018" y="60581"/>
                  <a:pt x="633018" y="52605"/>
                </a:cubicBezTo>
                <a:cubicBezTo>
                  <a:pt x="633018" y="44629"/>
                  <a:pt x="635776" y="37966"/>
                  <a:pt x="641292" y="32618"/>
                </a:cubicBezTo>
                <a:cubicBezTo>
                  <a:pt x="646808" y="27268"/>
                  <a:pt x="653704" y="24593"/>
                  <a:pt x="661978" y="24593"/>
                </a:cubicBezTo>
                <a:cubicBezTo>
                  <a:pt x="664889" y="24593"/>
                  <a:pt x="667810" y="24989"/>
                  <a:pt x="670740" y="25780"/>
                </a:cubicBezTo>
                <a:cubicBezTo>
                  <a:pt x="673671" y="26570"/>
                  <a:pt x="676783" y="27793"/>
                  <a:pt x="680078" y="29450"/>
                </a:cubicBezTo>
                <a:close/>
                <a:moveTo>
                  <a:pt x="745886" y="53725"/>
                </a:moveTo>
                <a:cubicBezTo>
                  <a:pt x="743779" y="53036"/>
                  <a:pt x="741739" y="52528"/>
                  <a:pt x="739767" y="52202"/>
                </a:cubicBezTo>
                <a:cubicBezTo>
                  <a:pt x="737794" y="51877"/>
                  <a:pt x="735831" y="51714"/>
                  <a:pt x="733877" y="51714"/>
                </a:cubicBezTo>
                <a:cubicBezTo>
                  <a:pt x="727978" y="51714"/>
                  <a:pt x="723323" y="52710"/>
                  <a:pt x="719914" y="54702"/>
                </a:cubicBezTo>
                <a:cubicBezTo>
                  <a:pt x="716505" y="56694"/>
                  <a:pt x="714800" y="59375"/>
                  <a:pt x="714800" y="62746"/>
                </a:cubicBezTo>
                <a:cubicBezTo>
                  <a:pt x="714800" y="65351"/>
                  <a:pt x="715863" y="67496"/>
                  <a:pt x="717989" y="69182"/>
                </a:cubicBezTo>
                <a:cubicBezTo>
                  <a:pt x="720115" y="70867"/>
                  <a:pt x="722825" y="71710"/>
                  <a:pt x="726120" y="71710"/>
                </a:cubicBezTo>
                <a:cubicBezTo>
                  <a:pt x="730985" y="71710"/>
                  <a:pt x="735495" y="70437"/>
                  <a:pt x="739652" y="67889"/>
                </a:cubicBezTo>
                <a:cubicBezTo>
                  <a:pt x="743808" y="65342"/>
                  <a:pt x="745886" y="62689"/>
                  <a:pt x="745886" y="59931"/>
                </a:cubicBezTo>
                <a:lnTo>
                  <a:pt x="745886" y="53725"/>
                </a:lnTo>
                <a:moveTo>
                  <a:pt x="746346" y="71825"/>
                </a:moveTo>
                <a:cubicBezTo>
                  <a:pt x="743205" y="74660"/>
                  <a:pt x="739786" y="76824"/>
                  <a:pt x="736089" y="78318"/>
                </a:cubicBezTo>
                <a:cubicBezTo>
                  <a:pt x="732393" y="79812"/>
                  <a:pt x="728591" y="80559"/>
                  <a:pt x="724683" y="80559"/>
                </a:cubicBezTo>
                <a:cubicBezTo>
                  <a:pt x="718976" y="80559"/>
                  <a:pt x="714369" y="78967"/>
                  <a:pt x="710864" y="75783"/>
                </a:cubicBezTo>
                <a:cubicBezTo>
                  <a:pt x="707359" y="72598"/>
                  <a:pt x="705607" y="68455"/>
                  <a:pt x="705607" y="63352"/>
                </a:cubicBezTo>
                <a:cubicBezTo>
                  <a:pt x="705607" y="57290"/>
                  <a:pt x="707934" y="52590"/>
                  <a:pt x="712588" y="49252"/>
                </a:cubicBezTo>
                <a:cubicBezTo>
                  <a:pt x="717242" y="45914"/>
                  <a:pt x="723783" y="44244"/>
                  <a:pt x="732211" y="44244"/>
                </a:cubicBezTo>
                <a:cubicBezTo>
                  <a:pt x="734432" y="44244"/>
                  <a:pt x="736673" y="44388"/>
                  <a:pt x="738933" y="44675"/>
                </a:cubicBezTo>
                <a:cubicBezTo>
                  <a:pt x="741193" y="44963"/>
                  <a:pt x="743511" y="45413"/>
                  <a:pt x="745886" y="46026"/>
                </a:cubicBezTo>
                <a:lnTo>
                  <a:pt x="745886" y="45623"/>
                </a:lnTo>
                <a:cubicBezTo>
                  <a:pt x="745886" y="41235"/>
                  <a:pt x="744833" y="37992"/>
                  <a:pt x="742726" y="35896"/>
                </a:cubicBezTo>
                <a:cubicBezTo>
                  <a:pt x="740619" y="33800"/>
                  <a:pt x="737344" y="32752"/>
                  <a:pt x="732900" y="32752"/>
                </a:cubicBezTo>
                <a:cubicBezTo>
                  <a:pt x="729912" y="32752"/>
                  <a:pt x="726579" y="33557"/>
                  <a:pt x="722902" y="35166"/>
                </a:cubicBezTo>
                <a:cubicBezTo>
                  <a:pt x="719225" y="36774"/>
                  <a:pt x="716792" y="37579"/>
                  <a:pt x="715605" y="37579"/>
                </a:cubicBezTo>
                <a:cubicBezTo>
                  <a:pt x="714494" y="37579"/>
                  <a:pt x="713574" y="37129"/>
                  <a:pt x="712846" y="36229"/>
                </a:cubicBezTo>
                <a:cubicBezTo>
                  <a:pt x="712119" y="35328"/>
                  <a:pt x="711755" y="34170"/>
                  <a:pt x="711755" y="32752"/>
                </a:cubicBezTo>
                <a:cubicBezTo>
                  <a:pt x="711755" y="30477"/>
                  <a:pt x="713871" y="28548"/>
                  <a:pt x="718104" y="26967"/>
                </a:cubicBezTo>
                <a:cubicBezTo>
                  <a:pt x="722337" y="25384"/>
                  <a:pt x="727748" y="24593"/>
                  <a:pt x="734337" y="24593"/>
                </a:cubicBezTo>
                <a:cubicBezTo>
                  <a:pt x="741079" y="24593"/>
                  <a:pt x="746173" y="26310"/>
                  <a:pt x="749621" y="29743"/>
                </a:cubicBezTo>
                <a:cubicBezTo>
                  <a:pt x="753069" y="33175"/>
                  <a:pt x="754792" y="38247"/>
                  <a:pt x="754792" y="44959"/>
                </a:cubicBezTo>
                <a:lnTo>
                  <a:pt x="754792" y="71021"/>
                </a:lnTo>
                <a:lnTo>
                  <a:pt x="757608" y="71021"/>
                </a:lnTo>
                <a:cubicBezTo>
                  <a:pt x="760328" y="71021"/>
                  <a:pt x="762147" y="71306"/>
                  <a:pt x="763067" y="71877"/>
                </a:cubicBezTo>
                <a:cubicBezTo>
                  <a:pt x="763986" y="72447"/>
                  <a:pt x="764446" y="73474"/>
                  <a:pt x="764446" y="74957"/>
                </a:cubicBezTo>
                <a:cubicBezTo>
                  <a:pt x="764446" y="76326"/>
                  <a:pt x="764063" y="77353"/>
                  <a:pt x="763296" y="78038"/>
                </a:cubicBezTo>
                <a:cubicBezTo>
                  <a:pt x="762530" y="78723"/>
                  <a:pt x="761381" y="79065"/>
                  <a:pt x="759849" y="79065"/>
                </a:cubicBezTo>
                <a:lnTo>
                  <a:pt x="750828" y="79065"/>
                </a:lnTo>
                <a:cubicBezTo>
                  <a:pt x="749755" y="79065"/>
                  <a:pt x="748874" y="78742"/>
                  <a:pt x="748184" y="78097"/>
                </a:cubicBezTo>
                <a:cubicBezTo>
                  <a:pt x="747495" y="77451"/>
                  <a:pt x="747035" y="76519"/>
                  <a:pt x="746805" y="75303"/>
                </a:cubicBezTo>
                <a:lnTo>
                  <a:pt x="746346" y="71825"/>
                </a:lnTo>
                <a:close/>
                <a:moveTo>
                  <a:pt x="799629" y="12067"/>
                </a:moveTo>
                <a:lnTo>
                  <a:pt x="789860" y="12067"/>
                </a:lnTo>
                <a:cubicBezTo>
                  <a:pt x="786145" y="12067"/>
                  <a:pt x="783817" y="11774"/>
                  <a:pt x="782879" y="11189"/>
                </a:cubicBezTo>
                <a:cubicBezTo>
                  <a:pt x="781940" y="10603"/>
                  <a:pt x="781471" y="9536"/>
                  <a:pt x="781471" y="7987"/>
                </a:cubicBezTo>
                <a:cubicBezTo>
                  <a:pt x="781471" y="6627"/>
                  <a:pt x="781864" y="5607"/>
                  <a:pt x="782649" y="4927"/>
                </a:cubicBezTo>
                <a:cubicBezTo>
                  <a:pt x="783434" y="4247"/>
                  <a:pt x="784574" y="3907"/>
                  <a:pt x="786068" y="3907"/>
                </a:cubicBezTo>
                <a:lnTo>
                  <a:pt x="805030" y="3907"/>
                </a:lnTo>
                <a:cubicBezTo>
                  <a:pt x="806064" y="3907"/>
                  <a:pt x="806869" y="4118"/>
                  <a:pt x="807443" y="4539"/>
                </a:cubicBezTo>
                <a:cubicBezTo>
                  <a:pt x="808018" y="4960"/>
                  <a:pt x="808305" y="5533"/>
                  <a:pt x="808305" y="6260"/>
                </a:cubicBezTo>
                <a:lnTo>
                  <a:pt x="808305" y="70906"/>
                </a:lnTo>
                <a:lnTo>
                  <a:pt x="826348" y="70906"/>
                </a:lnTo>
                <a:cubicBezTo>
                  <a:pt x="827803" y="70906"/>
                  <a:pt x="828866" y="71224"/>
                  <a:pt x="829537" y="71861"/>
                </a:cubicBezTo>
                <a:cubicBezTo>
                  <a:pt x="830207" y="72497"/>
                  <a:pt x="830542" y="73509"/>
                  <a:pt x="830542" y="74899"/>
                </a:cubicBezTo>
                <a:cubicBezTo>
                  <a:pt x="830542" y="76481"/>
                  <a:pt x="830217" y="77571"/>
                  <a:pt x="829565" y="78169"/>
                </a:cubicBezTo>
                <a:cubicBezTo>
                  <a:pt x="828914" y="78766"/>
                  <a:pt x="827688" y="79065"/>
                  <a:pt x="825888" y="79065"/>
                </a:cubicBezTo>
                <a:lnTo>
                  <a:pt x="783482" y="79065"/>
                </a:lnTo>
                <a:cubicBezTo>
                  <a:pt x="781988" y="79065"/>
                  <a:pt x="780849" y="78718"/>
                  <a:pt x="780063" y="78024"/>
                </a:cubicBezTo>
                <a:cubicBezTo>
                  <a:pt x="779278" y="77329"/>
                  <a:pt x="778885" y="76288"/>
                  <a:pt x="778885" y="74899"/>
                </a:cubicBezTo>
                <a:cubicBezTo>
                  <a:pt x="778885" y="73549"/>
                  <a:pt x="779288" y="72546"/>
                  <a:pt x="780092" y="71890"/>
                </a:cubicBezTo>
                <a:cubicBezTo>
                  <a:pt x="780897" y="71234"/>
                  <a:pt x="782103" y="70906"/>
                  <a:pt x="783712" y="70906"/>
                </a:cubicBezTo>
                <a:lnTo>
                  <a:pt x="799629" y="70906"/>
                </a:lnTo>
                <a:lnTo>
                  <a:pt x="799629" y="12067"/>
                </a:lnTo>
                <a:close/>
                <a:moveTo>
                  <a:pt x="942566" y="34476"/>
                </a:moveTo>
                <a:cubicBezTo>
                  <a:pt x="937548" y="34476"/>
                  <a:pt x="933449" y="36025"/>
                  <a:pt x="930269" y="39123"/>
                </a:cubicBezTo>
                <a:cubicBezTo>
                  <a:pt x="927090" y="42220"/>
                  <a:pt x="925500" y="46235"/>
                  <a:pt x="925500" y="51168"/>
                </a:cubicBezTo>
                <a:cubicBezTo>
                  <a:pt x="925500" y="56025"/>
                  <a:pt x="927090" y="60012"/>
                  <a:pt x="930269" y="63129"/>
                </a:cubicBezTo>
                <a:cubicBezTo>
                  <a:pt x="933449" y="66245"/>
                  <a:pt x="937548" y="67803"/>
                  <a:pt x="942566" y="67803"/>
                </a:cubicBezTo>
                <a:cubicBezTo>
                  <a:pt x="947546" y="67803"/>
                  <a:pt x="951635" y="66245"/>
                  <a:pt x="954833" y="63129"/>
                </a:cubicBezTo>
                <a:cubicBezTo>
                  <a:pt x="958032" y="60012"/>
                  <a:pt x="959631" y="56025"/>
                  <a:pt x="959631" y="51168"/>
                </a:cubicBezTo>
                <a:cubicBezTo>
                  <a:pt x="959631" y="46312"/>
                  <a:pt x="958032" y="42316"/>
                  <a:pt x="954833" y="39181"/>
                </a:cubicBezTo>
                <a:cubicBezTo>
                  <a:pt x="951635" y="36044"/>
                  <a:pt x="947546" y="34476"/>
                  <a:pt x="942566" y="34476"/>
                </a:cubicBezTo>
                <a:moveTo>
                  <a:pt x="967503" y="76056"/>
                </a:moveTo>
                <a:cubicBezTo>
                  <a:pt x="967503" y="81423"/>
                  <a:pt x="967235" y="85228"/>
                  <a:pt x="966699" y="87470"/>
                </a:cubicBezTo>
                <a:cubicBezTo>
                  <a:pt x="966163" y="89714"/>
                  <a:pt x="965243" y="91679"/>
                  <a:pt x="963941" y="93365"/>
                </a:cubicBezTo>
                <a:cubicBezTo>
                  <a:pt x="961796" y="96203"/>
                  <a:pt x="958789" y="98359"/>
                  <a:pt x="954920" y="99835"/>
                </a:cubicBezTo>
                <a:cubicBezTo>
                  <a:pt x="951051" y="101311"/>
                  <a:pt x="946492" y="102049"/>
                  <a:pt x="941244" y="102049"/>
                </a:cubicBezTo>
                <a:cubicBezTo>
                  <a:pt x="936877" y="102049"/>
                  <a:pt x="933688" y="101625"/>
                  <a:pt x="931677" y="100776"/>
                </a:cubicBezTo>
                <a:cubicBezTo>
                  <a:pt x="929666" y="99928"/>
                  <a:pt x="928660" y="98579"/>
                  <a:pt x="928660" y="96729"/>
                </a:cubicBezTo>
                <a:cubicBezTo>
                  <a:pt x="928660" y="95534"/>
                  <a:pt x="929149" y="94484"/>
                  <a:pt x="930126" y="93579"/>
                </a:cubicBezTo>
                <a:cubicBezTo>
                  <a:pt x="931102" y="92675"/>
                  <a:pt x="932261" y="92223"/>
                  <a:pt x="933602" y="92223"/>
                </a:cubicBezTo>
                <a:cubicBezTo>
                  <a:pt x="934636" y="92223"/>
                  <a:pt x="936226" y="92367"/>
                  <a:pt x="938371" y="92654"/>
                </a:cubicBezTo>
                <a:cubicBezTo>
                  <a:pt x="940516" y="92942"/>
                  <a:pt x="942144" y="93085"/>
                  <a:pt x="943255" y="93085"/>
                </a:cubicBezTo>
                <a:cubicBezTo>
                  <a:pt x="948925" y="93085"/>
                  <a:pt x="952947" y="91780"/>
                  <a:pt x="955322" y="89169"/>
                </a:cubicBezTo>
                <a:cubicBezTo>
                  <a:pt x="957697" y="86558"/>
                  <a:pt x="958884" y="82085"/>
                  <a:pt x="958884" y="75749"/>
                </a:cubicBezTo>
                <a:lnTo>
                  <a:pt x="958884" y="68780"/>
                </a:lnTo>
                <a:cubicBezTo>
                  <a:pt x="956548" y="71500"/>
                  <a:pt x="953962" y="73491"/>
                  <a:pt x="951127" y="74756"/>
                </a:cubicBezTo>
                <a:cubicBezTo>
                  <a:pt x="948293" y="76020"/>
                  <a:pt x="945036" y="76652"/>
                  <a:pt x="941359" y="76652"/>
                </a:cubicBezTo>
                <a:cubicBezTo>
                  <a:pt x="934196" y="76652"/>
                  <a:pt x="928268" y="74270"/>
                  <a:pt x="923575" y="69507"/>
                </a:cubicBezTo>
                <a:cubicBezTo>
                  <a:pt x="918883" y="64743"/>
                  <a:pt x="916536" y="58706"/>
                  <a:pt x="916536" y="51398"/>
                </a:cubicBezTo>
                <a:cubicBezTo>
                  <a:pt x="916536" y="44052"/>
                  <a:pt x="918950" y="37958"/>
                  <a:pt x="923776" y="33119"/>
                </a:cubicBezTo>
                <a:cubicBezTo>
                  <a:pt x="928603" y="28278"/>
                  <a:pt x="934579" y="25857"/>
                  <a:pt x="941704" y="25857"/>
                </a:cubicBezTo>
                <a:cubicBezTo>
                  <a:pt x="944653" y="25857"/>
                  <a:pt x="947536" y="26403"/>
                  <a:pt x="950352" y="27495"/>
                </a:cubicBezTo>
                <a:cubicBezTo>
                  <a:pt x="953167" y="28586"/>
                  <a:pt x="956011" y="30243"/>
                  <a:pt x="958884" y="32465"/>
                </a:cubicBezTo>
                <a:lnTo>
                  <a:pt x="958884" y="28328"/>
                </a:lnTo>
                <a:cubicBezTo>
                  <a:pt x="958884" y="27523"/>
                  <a:pt x="959143" y="26930"/>
                  <a:pt x="959660" y="26547"/>
                </a:cubicBezTo>
                <a:cubicBezTo>
                  <a:pt x="960177" y="26163"/>
                  <a:pt x="960991" y="25972"/>
                  <a:pt x="962102" y="25972"/>
                </a:cubicBezTo>
                <a:lnTo>
                  <a:pt x="970779" y="25972"/>
                </a:lnTo>
                <a:cubicBezTo>
                  <a:pt x="972311" y="25972"/>
                  <a:pt x="973460" y="26307"/>
                  <a:pt x="974226" y="26978"/>
                </a:cubicBezTo>
                <a:cubicBezTo>
                  <a:pt x="974992" y="27648"/>
                  <a:pt x="975375" y="28653"/>
                  <a:pt x="975375" y="29994"/>
                </a:cubicBezTo>
                <a:cubicBezTo>
                  <a:pt x="975375" y="31526"/>
                  <a:pt x="974897" y="32599"/>
                  <a:pt x="973939" y="33212"/>
                </a:cubicBezTo>
                <a:cubicBezTo>
                  <a:pt x="972981" y="33825"/>
                  <a:pt x="971181" y="34131"/>
                  <a:pt x="968538" y="34131"/>
                </a:cubicBezTo>
                <a:lnTo>
                  <a:pt x="967503" y="34131"/>
                </a:lnTo>
                <a:lnTo>
                  <a:pt x="967503" y="76056"/>
                </a:lnTo>
                <a:close/>
                <a:moveTo>
                  <a:pt x="1014522" y="72400"/>
                </a:moveTo>
                <a:cubicBezTo>
                  <a:pt x="1020421" y="72400"/>
                  <a:pt x="1025258" y="70538"/>
                  <a:pt x="1029031" y="66814"/>
                </a:cubicBezTo>
                <a:cubicBezTo>
                  <a:pt x="1032804" y="63089"/>
                  <a:pt x="1034691" y="58344"/>
                  <a:pt x="1034691" y="52576"/>
                </a:cubicBezTo>
                <a:cubicBezTo>
                  <a:pt x="1034691" y="46808"/>
                  <a:pt x="1032795" y="42043"/>
                  <a:pt x="1029002" y="38281"/>
                </a:cubicBezTo>
                <a:cubicBezTo>
                  <a:pt x="1025210" y="34519"/>
                  <a:pt x="1020383" y="32637"/>
                  <a:pt x="1014522" y="32637"/>
                </a:cubicBezTo>
                <a:cubicBezTo>
                  <a:pt x="1008661" y="32637"/>
                  <a:pt x="1003844" y="34519"/>
                  <a:pt x="1000071" y="38281"/>
                </a:cubicBezTo>
                <a:cubicBezTo>
                  <a:pt x="996298" y="42043"/>
                  <a:pt x="994411" y="46808"/>
                  <a:pt x="994411" y="52576"/>
                </a:cubicBezTo>
                <a:cubicBezTo>
                  <a:pt x="994411" y="58382"/>
                  <a:pt x="996288" y="63137"/>
                  <a:pt x="1000042" y="66842"/>
                </a:cubicBezTo>
                <a:cubicBezTo>
                  <a:pt x="1003796" y="70547"/>
                  <a:pt x="1008623" y="72400"/>
                  <a:pt x="1014522" y="72400"/>
                </a:cubicBezTo>
                <a:moveTo>
                  <a:pt x="1044689" y="52605"/>
                </a:moveTo>
                <a:cubicBezTo>
                  <a:pt x="1044689" y="60811"/>
                  <a:pt x="1041892" y="67522"/>
                  <a:pt x="1036300" y="72737"/>
                </a:cubicBezTo>
                <a:cubicBezTo>
                  <a:pt x="1030707" y="77952"/>
                  <a:pt x="1023448" y="80559"/>
                  <a:pt x="1014522" y="80559"/>
                </a:cubicBezTo>
                <a:cubicBezTo>
                  <a:pt x="1005635" y="80559"/>
                  <a:pt x="998395" y="77952"/>
                  <a:pt x="992802" y="72737"/>
                </a:cubicBezTo>
                <a:cubicBezTo>
                  <a:pt x="987210" y="67522"/>
                  <a:pt x="984413" y="60811"/>
                  <a:pt x="984413" y="52605"/>
                </a:cubicBezTo>
                <a:cubicBezTo>
                  <a:pt x="984413" y="44399"/>
                  <a:pt x="987210" y="37698"/>
                  <a:pt x="992802" y="32503"/>
                </a:cubicBezTo>
                <a:cubicBezTo>
                  <a:pt x="998395" y="27306"/>
                  <a:pt x="1005635" y="24708"/>
                  <a:pt x="1014522" y="24708"/>
                </a:cubicBezTo>
                <a:cubicBezTo>
                  <a:pt x="1023409" y="24708"/>
                  <a:pt x="1030659" y="27316"/>
                  <a:pt x="1036271" y="32531"/>
                </a:cubicBezTo>
                <a:cubicBezTo>
                  <a:pt x="1041883" y="37746"/>
                  <a:pt x="1044689" y="44437"/>
                  <a:pt x="1044689" y="52605"/>
                </a:cubicBezTo>
                <a:close/>
                <a:moveTo>
                  <a:pt x="1097627" y="53725"/>
                </a:moveTo>
                <a:cubicBezTo>
                  <a:pt x="1095520" y="53036"/>
                  <a:pt x="1093480" y="52528"/>
                  <a:pt x="1091507" y="52202"/>
                </a:cubicBezTo>
                <a:cubicBezTo>
                  <a:pt x="1089534" y="51877"/>
                  <a:pt x="1087571" y="51714"/>
                  <a:pt x="1085617" y="51714"/>
                </a:cubicBezTo>
                <a:cubicBezTo>
                  <a:pt x="1079718" y="51714"/>
                  <a:pt x="1075064" y="52710"/>
                  <a:pt x="1071655" y="54702"/>
                </a:cubicBezTo>
                <a:cubicBezTo>
                  <a:pt x="1068245" y="56694"/>
                  <a:pt x="1066541" y="59375"/>
                  <a:pt x="1066541" y="62746"/>
                </a:cubicBezTo>
                <a:cubicBezTo>
                  <a:pt x="1066541" y="65351"/>
                  <a:pt x="1067604" y="67496"/>
                  <a:pt x="1069730" y="69182"/>
                </a:cubicBezTo>
                <a:cubicBezTo>
                  <a:pt x="1071856" y="70867"/>
                  <a:pt x="1074566" y="71710"/>
                  <a:pt x="1077860" y="71710"/>
                </a:cubicBezTo>
                <a:cubicBezTo>
                  <a:pt x="1082725" y="71710"/>
                  <a:pt x="1087236" y="70437"/>
                  <a:pt x="1091392" y="67889"/>
                </a:cubicBezTo>
                <a:cubicBezTo>
                  <a:pt x="1095548" y="65342"/>
                  <a:pt x="1097627" y="62689"/>
                  <a:pt x="1097627" y="59931"/>
                </a:cubicBezTo>
                <a:lnTo>
                  <a:pt x="1097627" y="53725"/>
                </a:lnTo>
                <a:moveTo>
                  <a:pt x="1098086" y="71825"/>
                </a:moveTo>
                <a:cubicBezTo>
                  <a:pt x="1094945" y="74660"/>
                  <a:pt x="1091526" y="76824"/>
                  <a:pt x="1087830" y="78318"/>
                </a:cubicBezTo>
                <a:cubicBezTo>
                  <a:pt x="1084133" y="79812"/>
                  <a:pt x="1080331" y="80559"/>
                  <a:pt x="1076424" y="80559"/>
                </a:cubicBezTo>
                <a:cubicBezTo>
                  <a:pt x="1070716" y="80559"/>
                  <a:pt x="1066110" y="78967"/>
                  <a:pt x="1062605" y="75783"/>
                </a:cubicBezTo>
                <a:cubicBezTo>
                  <a:pt x="1059100" y="72598"/>
                  <a:pt x="1057347" y="68455"/>
                  <a:pt x="1057347" y="63352"/>
                </a:cubicBezTo>
                <a:cubicBezTo>
                  <a:pt x="1057347" y="57290"/>
                  <a:pt x="1059674" y="52590"/>
                  <a:pt x="1064328" y="49252"/>
                </a:cubicBezTo>
                <a:cubicBezTo>
                  <a:pt x="1068983" y="45914"/>
                  <a:pt x="1075524" y="44244"/>
                  <a:pt x="1083951" y="44244"/>
                </a:cubicBezTo>
                <a:cubicBezTo>
                  <a:pt x="1086173" y="44244"/>
                  <a:pt x="1088414" y="44388"/>
                  <a:pt x="1090674" y="44675"/>
                </a:cubicBezTo>
                <a:cubicBezTo>
                  <a:pt x="1092934" y="44963"/>
                  <a:pt x="1095252" y="45413"/>
                  <a:pt x="1097627" y="46026"/>
                </a:cubicBezTo>
                <a:lnTo>
                  <a:pt x="1097627" y="45623"/>
                </a:lnTo>
                <a:cubicBezTo>
                  <a:pt x="1097627" y="41235"/>
                  <a:pt x="1096573" y="37992"/>
                  <a:pt x="1094466" y="35896"/>
                </a:cubicBezTo>
                <a:cubicBezTo>
                  <a:pt x="1092359" y="33800"/>
                  <a:pt x="1089084" y="32752"/>
                  <a:pt x="1084641" y="32752"/>
                </a:cubicBezTo>
                <a:cubicBezTo>
                  <a:pt x="1081653" y="32752"/>
                  <a:pt x="1078320" y="33557"/>
                  <a:pt x="1074643" y="35166"/>
                </a:cubicBezTo>
                <a:cubicBezTo>
                  <a:pt x="1070965" y="36774"/>
                  <a:pt x="1068533" y="37579"/>
                  <a:pt x="1067345" y="37579"/>
                </a:cubicBezTo>
                <a:cubicBezTo>
                  <a:pt x="1066234" y="37579"/>
                  <a:pt x="1065315" y="37129"/>
                  <a:pt x="1064587" y="36229"/>
                </a:cubicBezTo>
                <a:cubicBezTo>
                  <a:pt x="1063859" y="35328"/>
                  <a:pt x="1063495" y="34170"/>
                  <a:pt x="1063495" y="32752"/>
                </a:cubicBezTo>
                <a:cubicBezTo>
                  <a:pt x="1063495" y="30477"/>
                  <a:pt x="1065612" y="28548"/>
                  <a:pt x="1069845" y="26967"/>
                </a:cubicBezTo>
                <a:cubicBezTo>
                  <a:pt x="1074078" y="25384"/>
                  <a:pt x="1079488" y="24593"/>
                  <a:pt x="1086077" y="24593"/>
                </a:cubicBezTo>
                <a:cubicBezTo>
                  <a:pt x="1092819" y="24593"/>
                  <a:pt x="1097914" y="26310"/>
                  <a:pt x="1101361" y="29743"/>
                </a:cubicBezTo>
                <a:cubicBezTo>
                  <a:pt x="1104809" y="33175"/>
                  <a:pt x="1106533" y="38247"/>
                  <a:pt x="1106533" y="44959"/>
                </a:cubicBezTo>
                <a:lnTo>
                  <a:pt x="1106533" y="71021"/>
                </a:lnTo>
                <a:lnTo>
                  <a:pt x="1109348" y="71021"/>
                </a:lnTo>
                <a:cubicBezTo>
                  <a:pt x="1112068" y="71021"/>
                  <a:pt x="1113888" y="71306"/>
                  <a:pt x="1114807" y="71877"/>
                </a:cubicBezTo>
                <a:cubicBezTo>
                  <a:pt x="1115727" y="72447"/>
                  <a:pt x="1116186" y="73474"/>
                  <a:pt x="1116186" y="74957"/>
                </a:cubicBezTo>
                <a:cubicBezTo>
                  <a:pt x="1116186" y="76326"/>
                  <a:pt x="1115803" y="77353"/>
                  <a:pt x="1115037" y="78038"/>
                </a:cubicBezTo>
                <a:cubicBezTo>
                  <a:pt x="1114271" y="78723"/>
                  <a:pt x="1113122" y="79065"/>
                  <a:pt x="1111589" y="79065"/>
                </a:cubicBezTo>
                <a:lnTo>
                  <a:pt x="1102568" y="79065"/>
                </a:lnTo>
                <a:cubicBezTo>
                  <a:pt x="1101496" y="79065"/>
                  <a:pt x="1100615" y="78742"/>
                  <a:pt x="1099925" y="78097"/>
                </a:cubicBezTo>
                <a:cubicBezTo>
                  <a:pt x="1099235" y="77451"/>
                  <a:pt x="1098776" y="76519"/>
                  <a:pt x="1098546" y="75303"/>
                </a:cubicBezTo>
                <a:lnTo>
                  <a:pt x="1098086" y="71825"/>
                </a:lnTo>
                <a:close/>
                <a:moveTo>
                  <a:pt x="1151369" y="12067"/>
                </a:moveTo>
                <a:lnTo>
                  <a:pt x="1141601" y="12067"/>
                </a:lnTo>
                <a:cubicBezTo>
                  <a:pt x="1137885" y="12067"/>
                  <a:pt x="1135558" y="11774"/>
                  <a:pt x="1134619" y="11189"/>
                </a:cubicBezTo>
                <a:cubicBezTo>
                  <a:pt x="1133681" y="10603"/>
                  <a:pt x="1133211" y="9536"/>
                  <a:pt x="1133211" y="7987"/>
                </a:cubicBezTo>
                <a:cubicBezTo>
                  <a:pt x="1133211" y="6627"/>
                  <a:pt x="1133604" y="5607"/>
                  <a:pt x="1134389" y="4927"/>
                </a:cubicBezTo>
                <a:cubicBezTo>
                  <a:pt x="1135175" y="4247"/>
                  <a:pt x="1136314" y="3907"/>
                  <a:pt x="1137808" y="3907"/>
                </a:cubicBezTo>
                <a:lnTo>
                  <a:pt x="1156770" y="3907"/>
                </a:lnTo>
                <a:cubicBezTo>
                  <a:pt x="1157804" y="3907"/>
                  <a:pt x="1158609" y="4118"/>
                  <a:pt x="1159183" y="4539"/>
                </a:cubicBezTo>
                <a:cubicBezTo>
                  <a:pt x="1159758" y="4960"/>
                  <a:pt x="1160045" y="5533"/>
                  <a:pt x="1160045" y="6260"/>
                </a:cubicBezTo>
                <a:lnTo>
                  <a:pt x="1160045" y="70906"/>
                </a:lnTo>
                <a:lnTo>
                  <a:pt x="1178088" y="70906"/>
                </a:lnTo>
                <a:cubicBezTo>
                  <a:pt x="1179543" y="70906"/>
                  <a:pt x="1180606" y="71224"/>
                  <a:pt x="1181277" y="71861"/>
                </a:cubicBezTo>
                <a:cubicBezTo>
                  <a:pt x="1181947" y="72497"/>
                  <a:pt x="1182282" y="73509"/>
                  <a:pt x="1182282" y="74899"/>
                </a:cubicBezTo>
                <a:cubicBezTo>
                  <a:pt x="1182282" y="76481"/>
                  <a:pt x="1181957" y="77571"/>
                  <a:pt x="1181306" y="78169"/>
                </a:cubicBezTo>
                <a:cubicBezTo>
                  <a:pt x="1180654" y="78766"/>
                  <a:pt x="1179429" y="79065"/>
                  <a:pt x="1177628" y="79065"/>
                </a:cubicBezTo>
                <a:lnTo>
                  <a:pt x="1135223" y="79065"/>
                </a:lnTo>
                <a:cubicBezTo>
                  <a:pt x="1133729" y="79065"/>
                  <a:pt x="1132589" y="78718"/>
                  <a:pt x="1131804" y="78024"/>
                </a:cubicBezTo>
                <a:cubicBezTo>
                  <a:pt x="1131018" y="77329"/>
                  <a:pt x="1130626" y="76288"/>
                  <a:pt x="1130626" y="74899"/>
                </a:cubicBezTo>
                <a:cubicBezTo>
                  <a:pt x="1130626" y="73549"/>
                  <a:pt x="1131028" y="72546"/>
                  <a:pt x="1131832" y="71890"/>
                </a:cubicBezTo>
                <a:cubicBezTo>
                  <a:pt x="1132637" y="71234"/>
                  <a:pt x="1133844" y="70906"/>
                  <a:pt x="1135452" y="70906"/>
                </a:cubicBezTo>
                <a:lnTo>
                  <a:pt x="1151369" y="70906"/>
                </a:lnTo>
                <a:lnTo>
                  <a:pt x="1151369" y="12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Hypotheticalbelief">
            <a:extLst xmlns:a="http://schemas.openxmlformats.org/drawingml/2006/main">
              <a:ext uri="{FF2B5EF4-FFF2-40B4-BE49-F238E27FC236}">
                <a16:creationId xmlns:a16="http://schemas.microsoft.com/office/drawing/2014/main" id="{DD5C3E03-8E9D-4A51-8647-F70B350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716" y="4116348"/>
            <a:ext cx="1322863" cy="102049"/>
          </a:xfrm>
          <a:custGeom xmlns:a="http://schemas.openxmlformats.org/drawingml/2006/main">
            <a:pathLst>
              <a:path w="1322863" h="102049">
                <a:moveTo>
                  <a:pt x="15916" y="70906"/>
                </a:moveTo>
                <a:lnTo>
                  <a:pt x="19766" y="70906"/>
                </a:lnTo>
                <a:cubicBezTo>
                  <a:pt x="22026" y="70906"/>
                  <a:pt x="23616" y="71215"/>
                  <a:pt x="24535" y="71832"/>
                </a:cubicBezTo>
                <a:cubicBezTo>
                  <a:pt x="25455" y="72449"/>
                  <a:pt x="25915" y="73471"/>
                  <a:pt x="25915" y="74899"/>
                </a:cubicBezTo>
                <a:cubicBezTo>
                  <a:pt x="25915" y="76481"/>
                  <a:pt x="25512" y="77571"/>
                  <a:pt x="24708" y="78169"/>
                </a:cubicBezTo>
                <a:cubicBezTo>
                  <a:pt x="23903" y="78766"/>
                  <a:pt x="22141" y="79065"/>
                  <a:pt x="19422" y="79065"/>
                </a:cubicBezTo>
                <a:lnTo>
                  <a:pt x="6838" y="79065"/>
                </a:lnTo>
                <a:lnTo>
                  <a:pt x="4252" y="79065"/>
                </a:lnTo>
                <a:cubicBezTo>
                  <a:pt x="2835" y="79065"/>
                  <a:pt x="1772" y="78718"/>
                  <a:pt x="1063" y="78024"/>
                </a:cubicBezTo>
                <a:cubicBezTo>
                  <a:pt x="354" y="77329"/>
                  <a:pt x="0" y="76288"/>
                  <a:pt x="0" y="74899"/>
                </a:cubicBezTo>
                <a:cubicBezTo>
                  <a:pt x="0" y="73395"/>
                  <a:pt x="412" y="72353"/>
                  <a:pt x="1235" y="71775"/>
                </a:cubicBezTo>
                <a:cubicBezTo>
                  <a:pt x="2059" y="71195"/>
                  <a:pt x="3620" y="70906"/>
                  <a:pt x="5918" y="70906"/>
                </a:cubicBezTo>
                <a:lnTo>
                  <a:pt x="6953" y="70906"/>
                </a:lnTo>
                <a:lnTo>
                  <a:pt x="6953" y="19077"/>
                </a:lnTo>
                <a:lnTo>
                  <a:pt x="6033" y="19077"/>
                </a:lnTo>
                <a:cubicBezTo>
                  <a:pt x="3735" y="19077"/>
                  <a:pt x="2155" y="18774"/>
                  <a:pt x="1293" y="18170"/>
                </a:cubicBezTo>
                <a:cubicBezTo>
                  <a:pt x="431" y="17565"/>
                  <a:pt x="0" y="16508"/>
                  <a:pt x="0" y="14997"/>
                </a:cubicBezTo>
                <a:cubicBezTo>
                  <a:pt x="0" y="13599"/>
                  <a:pt x="354" y="12569"/>
                  <a:pt x="1063" y="11909"/>
                </a:cubicBezTo>
                <a:cubicBezTo>
                  <a:pt x="1772" y="11248"/>
                  <a:pt x="2873" y="10917"/>
                  <a:pt x="4367" y="10917"/>
                </a:cubicBezTo>
                <a:lnTo>
                  <a:pt x="6838" y="10917"/>
                </a:lnTo>
                <a:lnTo>
                  <a:pt x="18847" y="10917"/>
                </a:lnTo>
                <a:cubicBezTo>
                  <a:pt x="21911" y="10917"/>
                  <a:pt x="23856" y="11210"/>
                  <a:pt x="24679" y="11795"/>
                </a:cubicBezTo>
                <a:cubicBezTo>
                  <a:pt x="25503" y="12381"/>
                  <a:pt x="25915" y="13448"/>
                  <a:pt x="25915" y="14997"/>
                </a:cubicBezTo>
                <a:cubicBezTo>
                  <a:pt x="25915" y="16508"/>
                  <a:pt x="25397" y="17565"/>
                  <a:pt x="24363" y="18170"/>
                </a:cubicBezTo>
                <a:cubicBezTo>
                  <a:pt x="23329" y="18774"/>
                  <a:pt x="21375" y="19077"/>
                  <a:pt x="18502" y="19077"/>
                </a:cubicBezTo>
                <a:lnTo>
                  <a:pt x="15916" y="19077"/>
                </a:lnTo>
                <a:lnTo>
                  <a:pt x="15916" y="39188"/>
                </a:lnTo>
                <a:lnTo>
                  <a:pt x="43440" y="39188"/>
                </a:lnTo>
                <a:lnTo>
                  <a:pt x="43440" y="19077"/>
                </a:lnTo>
                <a:lnTo>
                  <a:pt x="39533" y="19077"/>
                </a:lnTo>
                <a:cubicBezTo>
                  <a:pt x="37349" y="19077"/>
                  <a:pt x="35788" y="18756"/>
                  <a:pt x="34850" y="18114"/>
                </a:cubicBezTo>
                <a:cubicBezTo>
                  <a:pt x="33911" y="17471"/>
                  <a:pt x="33442" y="16432"/>
                  <a:pt x="33442" y="14997"/>
                </a:cubicBezTo>
                <a:cubicBezTo>
                  <a:pt x="33442" y="13448"/>
                  <a:pt x="33873" y="12381"/>
                  <a:pt x="34735" y="11795"/>
                </a:cubicBezTo>
                <a:cubicBezTo>
                  <a:pt x="35597" y="11210"/>
                  <a:pt x="37713" y="10917"/>
                  <a:pt x="41084" y="10917"/>
                </a:cubicBezTo>
                <a:lnTo>
                  <a:pt x="52519" y="10917"/>
                </a:lnTo>
                <a:lnTo>
                  <a:pt x="55104" y="10917"/>
                </a:lnTo>
                <a:cubicBezTo>
                  <a:pt x="56483" y="10917"/>
                  <a:pt x="57527" y="11257"/>
                  <a:pt x="58236" y="11937"/>
                </a:cubicBezTo>
                <a:cubicBezTo>
                  <a:pt x="58944" y="12617"/>
                  <a:pt x="59299" y="13637"/>
                  <a:pt x="59299" y="14997"/>
                </a:cubicBezTo>
                <a:cubicBezTo>
                  <a:pt x="59299" y="16471"/>
                  <a:pt x="58897" y="17519"/>
                  <a:pt x="58092" y="18143"/>
                </a:cubicBezTo>
                <a:cubicBezTo>
                  <a:pt x="57288" y="18766"/>
                  <a:pt x="55851" y="19077"/>
                  <a:pt x="53783" y="19077"/>
                </a:cubicBezTo>
                <a:lnTo>
                  <a:pt x="52404" y="19077"/>
                </a:lnTo>
                <a:lnTo>
                  <a:pt x="52404" y="70906"/>
                </a:lnTo>
                <a:lnTo>
                  <a:pt x="53323" y="70906"/>
                </a:lnTo>
                <a:cubicBezTo>
                  <a:pt x="55621" y="70906"/>
                  <a:pt x="57192" y="71205"/>
                  <a:pt x="58035" y="71804"/>
                </a:cubicBezTo>
                <a:cubicBezTo>
                  <a:pt x="58877" y="72401"/>
                  <a:pt x="59299" y="73433"/>
                  <a:pt x="59299" y="74899"/>
                </a:cubicBezTo>
                <a:cubicBezTo>
                  <a:pt x="59299" y="76481"/>
                  <a:pt x="58897" y="77571"/>
                  <a:pt x="58092" y="78169"/>
                </a:cubicBezTo>
                <a:cubicBezTo>
                  <a:pt x="57288" y="78766"/>
                  <a:pt x="55430" y="79065"/>
                  <a:pt x="52519" y="79065"/>
                </a:cubicBezTo>
                <a:lnTo>
                  <a:pt x="40624" y="79065"/>
                </a:lnTo>
                <a:cubicBezTo>
                  <a:pt x="37521" y="79065"/>
                  <a:pt x="35549" y="78766"/>
                  <a:pt x="34706" y="78169"/>
                </a:cubicBezTo>
                <a:cubicBezTo>
                  <a:pt x="33863" y="77571"/>
                  <a:pt x="33442" y="76481"/>
                  <a:pt x="33442" y="74899"/>
                </a:cubicBezTo>
                <a:cubicBezTo>
                  <a:pt x="33442" y="73395"/>
                  <a:pt x="33940" y="72353"/>
                  <a:pt x="34936" y="71775"/>
                </a:cubicBezTo>
                <a:cubicBezTo>
                  <a:pt x="35932" y="71195"/>
                  <a:pt x="37828" y="70906"/>
                  <a:pt x="40624" y="70906"/>
                </a:cubicBezTo>
                <a:lnTo>
                  <a:pt x="43440" y="70906"/>
                </a:lnTo>
                <a:lnTo>
                  <a:pt x="43440" y="47117"/>
                </a:lnTo>
                <a:lnTo>
                  <a:pt x="15916" y="47117"/>
                </a:lnTo>
                <a:lnTo>
                  <a:pt x="15916" y="70906"/>
                </a:lnTo>
                <a:close/>
                <a:moveTo>
                  <a:pt x="95688" y="93890"/>
                </a:moveTo>
                <a:lnTo>
                  <a:pt x="98159" y="93890"/>
                </a:lnTo>
                <a:cubicBezTo>
                  <a:pt x="100955" y="93890"/>
                  <a:pt x="102851" y="94184"/>
                  <a:pt x="103847" y="94773"/>
                </a:cubicBezTo>
                <a:cubicBezTo>
                  <a:pt x="104843" y="95363"/>
                  <a:pt x="105341" y="96438"/>
                  <a:pt x="105341" y="97998"/>
                </a:cubicBezTo>
                <a:cubicBezTo>
                  <a:pt x="105341" y="99329"/>
                  <a:pt x="104948" y="100337"/>
                  <a:pt x="104163" y="101022"/>
                </a:cubicBezTo>
                <a:cubicBezTo>
                  <a:pt x="103378" y="101707"/>
                  <a:pt x="102238" y="102049"/>
                  <a:pt x="100744" y="102049"/>
                </a:cubicBezTo>
                <a:lnTo>
                  <a:pt x="74255" y="102049"/>
                </a:lnTo>
                <a:cubicBezTo>
                  <a:pt x="72455" y="102049"/>
                  <a:pt x="71200" y="101744"/>
                  <a:pt x="70492" y="101135"/>
                </a:cubicBezTo>
                <a:cubicBezTo>
                  <a:pt x="69783" y="100527"/>
                  <a:pt x="69429" y="99481"/>
                  <a:pt x="69429" y="97998"/>
                </a:cubicBezTo>
                <a:cubicBezTo>
                  <a:pt x="69429" y="96629"/>
                  <a:pt x="69802" y="95602"/>
                  <a:pt x="70549" y="94917"/>
                </a:cubicBezTo>
                <a:cubicBezTo>
                  <a:pt x="71296" y="94232"/>
                  <a:pt x="72416" y="93890"/>
                  <a:pt x="73910" y="93890"/>
                </a:cubicBezTo>
                <a:lnTo>
                  <a:pt x="86379" y="93890"/>
                </a:lnTo>
                <a:lnTo>
                  <a:pt x="95688" y="75524"/>
                </a:lnTo>
                <a:lnTo>
                  <a:pt x="74600" y="34131"/>
                </a:lnTo>
                <a:cubicBezTo>
                  <a:pt x="72072" y="34131"/>
                  <a:pt x="70338" y="33825"/>
                  <a:pt x="69400" y="33212"/>
                </a:cubicBezTo>
                <a:cubicBezTo>
                  <a:pt x="68461" y="32599"/>
                  <a:pt x="67992" y="31526"/>
                  <a:pt x="67992" y="29994"/>
                </a:cubicBezTo>
                <a:cubicBezTo>
                  <a:pt x="67992" y="28653"/>
                  <a:pt x="68375" y="27648"/>
                  <a:pt x="69141" y="26978"/>
                </a:cubicBezTo>
                <a:cubicBezTo>
                  <a:pt x="69907" y="26307"/>
                  <a:pt x="71057" y="25972"/>
                  <a:pt x="72589" y="25972"/>
                </a:cubicBezTo>
                <a:lnTo>
                  <a:pt x="88620" y="25972"/>
                </a:lnTo>
                <a:cubicBezTo>
                  <a:pt x="90765" y="25972"/>
                  <a:pt x="92202" y="26269"/>
                  <a:pt x="92930" y="26863"/>
                </a:cubicBezTo>
                <a:cubicBezTo>
                  <a:pt x="93658" y="27456"/>
                  <a:pt x="94021" y="28500"/>
                  <a:pt x="94021" y="29994"/>
                </a:cubicBezTo>
                <a:cubicBezTo>
                  <a:pt x="94021" y="31526"/>
                  <a:pt x="93543" y="32599"/>
                  <a:pt x="92585" y="33212"/>
                </a:cubicBezTo>
                <a:cubicBezTo>
                  <a:pt x="91627" y="33825"/>
                  <a:pt x="89865" y="34131"/>
                  <a:pt x="87299" y="34131"/>
                </a:cubicBezTo>
                <a:lnTo>
                  <a:pt x="85173" y="34131"/>
                </a:lnTo>
                <a:lnTo>
                  <a:pt x="100744" y="65822"/>
                </a:lnTo>
                <a:lnTo>
                  <a:pt x="116603" y="34131"/>
                </a:lnTo>
                <a:lnTo>
                  <a:pt x="114362" y="34131"/>
                </a:lnTo>
                <a:cubicBezTo>
                  <a:pt x="111719" y="34131"/>
                  <a:pt x="109900" y="33825"/>
                  <a:pt x="108904" y="33212"/>
                </a:cubicBezTo>
                <a:cubicBezTo>
                  <a:pt x="107908" y="32599"/>
                  <a:pt x="107410" y="31526"/>
                  <a:pt x="107410" y="29994"/>
                </a:cubicBezTo>
                <a:cubicBezTo>
                  <a:pt x="107410" y="28500"/>
                  <a:pt x="107774" y="27456"/>
                  <a:pt x="108501" y="26863"/>
                </a:cubicBezTo>
                <a:cubicBezTo>
                  <a:pt x="109229" y="26269"/>
                  <a:pt x="110685" y="25972"/>
                  <a:pt x="112868" y="25972"/>
                </a:cubicBezTo>
                <a:lnTo>
                  <a:pt x="127061" y="25972"/>
                </a:lnTo>
                <a:cubicBezTo>
                  <a:pt x="128632" y="25972"/>
                  <a:pt x="129790" y="26307"/>
                  <a:pt x="130537" y="26978"/>
                </a:cubicBezTo>
                <a:cubicBezTo>
                  <a:pt x="131284" y="27648"/>
                  <a:pt x="131658" y="28653"/>
                  <a:pt x="131658" y="29994"/>
                </a:cubicBezTo>
                <a:cubicBezTo>
                  <a:pt x="131658" y="31450"/>
                  <a:pt x="131236" y="32484"/>
                  <a:pt x="130394" y="33097"/>
                </a:cubicBezTo>
                <a:cubicBezTo>
                  <a:pt x="129551" y="33710"/>
                  <a:pt x="128057" y="34055"/>
                  <a:pt x="125912" y="34131"/>
                </a:cubicBezTo>
                <a:lnTo>
                  <a:pt x="95688" y="93890"/>
                </a:lnTo>
                <a:close/>
                <a:moveTo>
                  <a:pt x="155521" y="93890"/>
                </a:moveTo>
                <a:lnTo>
                  <a:pt x="169311" y="93890"/>
                </a:lnTo>
                <a:cubicBezTo>
                  <a:pt x="170767" y="93890"/>
                  <a:pt x="171859" y="94232"/>
                  <a:pt x="172587" y="94917"/>
                </a:cubicBezTo>
                <a:cubicBezTo>
                  <a:pt x="173314" y="95602"/>
                  <a:pt x="173678" y="96629"/>
                  <a:pt x="173678" y="97998"/>
                </a:cubicBezTo>
                <a:cubicBezTo>
                  <a:pt x="173678" y="99481"/>
                  <a:pt x="173324" y="100527"/>
                  <a:pt x="172615" y="101135"/>
                </a:cubicBezTo>
                <a:cubicBezTo>
                  <a:pt x="171907" y="101744"/>
                  <a:pt x="170652" y="102049"/>
                  <a:pt x="168852" y="102049"/>
                </a:cubicBezTo>
                <a:lnTo>
                  <a:pt x="143512" y="102049"/>
                </a:lnTo>
                <a:cubicBezTo>
                  <a:pt x="141979" y="102049"/>
                  <a:pt x="140821" y="101707"/>
                  <a:pt x="140035" y="101022"/>
                </a:cubicBezTo>
                <a:cubicBezTo>
                  <a:pt x="139250" y="100337"/>
                  <a:pt x="138857" y="99329"/>
                  <a:pt x="138857" y="97998"/>
                </a:cubicBezTo>
                <a:cubicBezTo>
                  <a:pt x="138857" y="96477"/>
                  <a:pt x="139346" y="95411"/>
                  <a:pt x="140323" y="94802"/>
                </a:cubicBezTo>
                <a:cubicBezTo>
                  <a:pt x="141299" y="94194"/>
                  <a:pt x="143109" y="93890"/>
                  <a:pt x="145753" y="93890"/>
                </a:cubicBezTo>
                <a:lnTo>
                  <a:pt x="146844" y="93890"/>
                </a:lnTo>
                <a:lnTo>
                  <a:pt x="146844" y="34131"/>
                </a:lnTo>
                <a:lnTo>
                  <a:pt x="145753" y="34131"/>
                </a:lnTo>
                <a:cubicBezTo>
                  <a:pt x="143109" y="34131"/>
                  <a:pt x="141299" y="33825"/>
                  <a:pt x="140323" y="33212"/>
                </a:cubicBezTo>
                <a:cubicBezTo>
                  <a:pt x="139346" y="32599"/>
                  <a:pt x="138857" y="31526"/>
                  <a:pt x="138857" y="29994"/>
                </a:cubicBezTo>
                <a:cubicBezTo>
                  <a:pt x="138857" y="28653"/>
                  <a:pt x="139250" y="27648"/>
                  <a:pt x="140035" y="26978"/>
                </a:cubicBezTo>
                <a:cubicBezTo>
                  <a:pt x="140821" y="26307"/>
                  <a:pt x="141979" y="25972"/>
                  <a:pt x="143512" y="25972"/>
                </a:cubicBezTo>
                <a:lnTo>
                  <a:pt x="152246" y="25972"/>
                </a:lnTo>
                <a:cubicBezTo>
                  <a:pt x="153395" y="25972"/>
                  <a:pt x="154228" y="26163"/>
                  <a:pt x="154745" y="26547"/>
                </a:cubicBezTo>
                <a:cubicBezTo>
                  <a:pt x="155262" y="26930"/>
                  <a:pt x="155521" y="27523"/>
                  <a:pt x="155521" y="28328"/>
                </a:cubicBezTo>
                <a:lnTo>
                  <a:pt x="155521" y="33901"/>
                </a:lnTo>
                <a:cubicBezTo>
                  <a:pt x="158126" y="31220"/>
                  <a:pt x="161008" y="29209"/>
                  <a:pt x="164169" y="27868"/>
                </a:cubicBezTo>
                <a:cubicBezTo>
                  <a:pt x="167329" y="26527"/>
                  <a:pt x="170729" y="25857"/>
                  <a:pt x="174368" y="25857"/>
                </a:cubicBezTo>
                <a:cubicBezTo>
                  <a:pt x="182067" y="25857"/>
                  <a:pt x="188503" y="28462"/>
                  <a:pt x="193674" y="33672"/>
                </a:cubicBezTo>
                <a:cubicBezTo>
                  <a:pt x="198846" y="38881"/>
                  <a:pt x="201431" y="45413"/>
                  <a:pt x="201431" y="53266"/>
                </a:cubicBezTo>
                <a:cubicBezTo>
                  <a:pt x="201431" y="60812"/>
                  <a:pt x="198980" y="67018"/>
                  <a:pt x="194077" y="71883"/>
                </a:cubicBezTo>
                <a:cubicBezTo>
                  <a:pt x="189173" y="76748"/>
                  <a:pt x="182910" y="79180"/>
                  <a:pt x="175287" y="79180"/>
                </a:cubicBezTo>
                <a:cubicBezTo>
                  <a:pt x="171227" y="79180"/>
                  <a:pt x="167492" y="78462"/>
                  <a:pt x="164082" y="77025"/>
                </a:cubicBezTo>
                <a:cubicBezTo>
                  <a:pt x="160673" y="75589"/>
                  <a:pt x="157819" y="73530"/>
                  <a:pt x="155521" y="70848"/>
                </a:cubicBezTo>
                <a:lnTo>
                  <a:pt x="155521" y="93890"/>
                </a:lnTo>
                <a:moveTo>
                  <a:pt x="173333" y="70676"/>
                </a:moveTo>
                <a:cubicBezTo>
                  <a:pt x="178658" y="70676"/>
                  <a:pt x="183025" y="69003"/>
                  <a:pt x="186434" y="65657"/>
                </a:cubicBezTo>
                <a:cubicBezTo>
                  <a:pt x="189844" y="62310"/>
                  <a:pt x="191548" y="57978"/>
                  <a:pt x="191548" y="52662"/>
                </a:cubicBezTo>
                <a:cubicBezTo>
                  <a:pt x="191548" y="47461"/>
                  <a:pt x="189834" y="43168"/>
                  <a:pt x="186406" y="39784"/>
                </a:cubicBezTo>
                <a:cubicBezTo>
                  <a:pt x="182977" y="36399"/>
                  <a:pt x="178620" y="34706"/>
                  <a:pt x="173333" y="34706"/>
                </a:cubicBezTo>
                <a:cubicBezTo>
                  <a:pt x="168047" y="34706"/>
                  <a:pt x="163719" y="36389"/>
                  <a:pt x="160348" y="39755"/>
                </a:cubicBezTo>
                <a:cubicBezTo>
                  <a:pt x="156977" y="43120"/>
                  <a:pt x="155291" y="47423"/>
                  <a:pt x="155291" y="52662"/>
                </a:cubicBezTo>
                <a:cubicBezTo>
                  <a:pt x="155291" y="57940"/>
                  <a:pt x="156967" y="62262"/>
                  <a:pt x="160319" y="65628"/>
                </a:cubicBezTo>
                <a:cubicBezTo>
                  <a:pt x="163671" y="68993"/>
                  <a:pt x="168009" y="70676"/>
                  <a:pt x="173333" y="70676"/>
                </a:cubicBezTo>
                <a:close/>
                <a:moveTo>
                  <a:pt x="240694" y="72400"/>
                </a:moveTo>
                <a:cubicBezTo>
                  <a:pt x="246593" y="72400"/>
                  <a:pt x="251429" y="70538"/>
                  <a:pt x="255202" y="66814"/>
                </a:cubicBezTo>
                <a:cubicBezTo>
                  <a:pt x="258975" y="63089"/>
                  <a:pt x="260862" y="58344"/>
                  <a:pt x="260862" y="52576"/>
                </a:cubicBezTo>
                <a:cubicBezTo>
                  <a:pt x="260862" y="46808"/>
                  <a:pt x="258966" y="42043"/>
                  <a:pt x="255173" y="38281"/>
                </a:cubicBezTo>
                <a:cubicBezTo>
                  <a:pt x="251381" y="34519"/>
                  <a:pt x="246554" y="32637"/>
                  <a:pt x="240694" y="32637"/>
                </a:cubicBezTo>
                <a:cubicBezTo>
                  <a:pt x="234833" y="32637"/>
                  <a:pt x="230015" y="34519"/>
                  <a:pt x="226242" y="38281"/>
                </a:cubicBezTo>
                <a:cubicBezTo>
                  <a:pt x="222469" y="42043"/>
                  <a:pt x="220582" y="46808"/>
                  <a:pt x="220582" y="52576"/>
                </a:cubicBezTo>
                <a:cubicBezTo>
                  <a:pt x="220582" y="58382"/>
                  <a:pt x="222459" y="63137"/>
                  <a:pt x="226214" y="66842"/>
                </a:cubicBezTo>
                <a:cubicBezTo>
                  <a:pt x="229968" y="70547"/>
                  <a:pt x="234794" y="72400"/>
                  <a:pt x="240694" y="72400"/>
                </a:cubicBezTo>
                <a:moveTo>
                  <a:pt x="270860" y="52605"/>
                </a:moveTo>
                <a:cubicBezTo>
                  <a:pt x="270860" y="60811"/>
                  <a:pt x="268064" y="67522"/>
                  <a:pt x="262471" y="72737"/>
                </a:cubicBezTo>
                <a:cubicBezTo>
                  <a:pt x="256878" y="77952"/>
                  <a:pt x="249619" y="80559"/>
                  <a:pt x="240694" y="80559"/>
                </a:cubicBezTo>
                <a:cubicBezTo>
                  <a:pt x="231806" y="80559"/>
                  <a:pt x="224566" y="77952"/>
                  <a:pt x="218974" y="72737"/>
                </a:cubicBezTo>
                <a:cubicBezTo>
                  <a:pt x="213381" y="67522"/>
                  <a:pt x="210584" y="60811"/>
                  <a:pt x="210584" y="52605"/>
                </a:cubicBezTo>
                <a:cubicBezTo>
                  <a:pt x="210584" y="44399"/>
                  <a:pt x="213381" y="37698"/>
                  <a:pt x="218974" y="32503"/>
                </a:cubicBezTo>
                <a:cubicBezTo>
                  <a:pt x="224566" y="27306"/>
                  <a:pt x="231806" y="24708"/>
                  <a:pt x="240694" y="24708"/>
                </a:cubicBezTo>
                <a:cubicBezTo>
                  <a:pt x="249581" y="24708"/>
                  <a:pt x="256830" y="27316"/>
                  <a:pt x="262442" y="32531"/>
                </a:cubicBezTo>
                <a:cubicBezTo>
                  <a:pt x="268054" y="37746"/>
                  <a:pt x="270860" y="44437"/>
                  <a:pt x="270860" y="52605"/>
                </a:cubicBezTo>
                <a:close/>
                <a:moveTo>
                  <a:pt x="326729" y="29190"/>
                </a:moveTo>
                <a:cubicBezTo>
                  <a:pt x="328606" y="29190"/>
                  <a:pt x="329975" y="29518"/>
                  <a:pt x="330837" y="30174"/>
                </a:cubicBezTo>
                <a:cubicBezTo>
                  <a:pt x="331699" y="30830"/>
                  <a:pt x="332130" y="31871"/>
                  <a:pt x="332130" y="33298"/>
                </a:cubicBezTo>
                <a:cubicBezTo>
                  <a:pt x="332130" y="34648"/>
                  <a:pt x="331728" y="35661"/>
                  <a:pt x="330923" y="36336"/>
                </a:cubicBezTo>
                <a:cubicBezTo>
                  <a:pt x="330119" y="37011"/>
                  <a:pt x="328912" y="37349"/>
                  <a:pt x="327303" y="37349"/>
                </a:cubicBezTo>
                <a:lnTo>
                  <a:pt x="304032" y="37349"/>
                </a:lnTo>
                <a:lnTo>
                  <a:pt x="304032" y="56541"/>
                </a:lnTo>
                <a:cubicBezTo>
                  <a:pt x="304032" y="62823"/>
                  <a:pt x="304846" y="66960"/>
                  <a:pt x="306474" y="68952"/>
                </a:cubicBezTo>
                <a:cubicBezTo>
                  <a:pt x="308102" y="70944"/>
                  <a:pt x="310889" y="71940"/>
                  <a:pt x="314834" y="71940"/>
                </a:cubicBezTo>
                <a:cubicBezTo>
                  <a:pt x="318320" y="71940"/>
                  <a:pt x="322496" y="70925"/>
                  <a:pt x="327361" y="68895"/>
                </a:cubicBezTo>
                <a:cubicBezTo>
                  <a:pt x="332226" y="66864"/>
                  <a:pt x="335233" y="65849"/>
                  <a:pt x="336382" y="65849"/>
                </a:cubicBezTo>
                <a:cubicBezTo>
                  <a:pt x="337454" y="65849"/>
                  <a:pt x="338364" y="66232"/>
                  <a:pt x="339111" y="66998"/>
                </a:cubicBezTo>
                <a:cubicBezTo>
                  <a:pt x="339858" y="67765"/>
                  <a:pt x="340232" y="68703"/>
                  <a:pt x="340232" y="69814"/>
                </a:cubicBezTo>
                <a:cubicBezTo>
                  <a:pt x="340232" y="71078"/>
                  <a:pt x="339762" y="72176"/>
                  <a:pt x="338824" y="73109"/>
                </a:cubicBezTo>
                <a:cubicBezTo>
                  <a:pt x="337885" y="74042"/>
                  <a:pt x="336286" y="74945"/>
                  <a:pt x="334026" y="75820"/>
                </a:cubicBezTo>
                <a:cubicBezTo>
                  <a:pt x="330272" y="77304"/>
                  <a:pt x="326891" y="78388"/>
                  <a:pt x="323884" y="79072"/>
                </a:cubicBezTo>
                <a:cubicBezTo>
                  <a:pt x="320877" y="79757"/>
                  <a:pt x="318052" y="80099"/>
                  <a:pt x="315409" y="80099"/>
                </a:cubicBezTo>
                <a:cubicBezTo>
                  <a:pt x="310927" y="80099"/>
                  <a:pt x="307163" y="79382"/>
                  <a:pt x="304118" y="77948"/>
                </a:cubicBezTo>
                <a:cubicBezTo>
                  <a:pt x="301073" y="76513"/>
                  <a:pt x="298803" y="74380"/>
                  <a:pt x="297309" y="71549"/>
                </a:cubicBezTo>
                <a:cubicBezTo>
                  <a:pt x="296543" y="70210"/>
                  <a:pt x="295997" y="68623"/>
                  <a:pt x="295671" y="66787"/>
                </a:cubicBezTo>
                <a:cubicBezTo>
                  <a:pt x="295346" y="64950"/>
                  <a:pt x="295183" y="62119"/>
                  <a:pt x="295183" y="58293"/>
                </a:cubicBezTo>
                <a:lnTo>
                  <a:pt x="295183" y="56516"/>
                </a:lnTo>
                <a:lnTo>
                  <a:pt x="295183" y="37349"/>
                </a:lnTo>
                <a:lnTo>
                  <a:pt x="285415" y="37349"/>
                </a:lnTo>
                <a:cubicBezTo>
                  <a:pt x="283806" y="37349"/>
                  <a:pt x="282638" y="37031"/>
                  <a:pt x="281910" y="36396"/>
                </a:cubicBezTo>
                <a:cubicBezTo>
                  <a:pt x="281182" y="35759"/>
                  <a:pt x="280818" y="34726"/>
                  <a:pt x="280818" y="33298"/>
                </a:cubicBezTo>
                <a:cubicBezTo>
                  <a:pt x="280818" y="31717"/>
                  <a:pt x="281316" y="30637"/>
                  <a:pt x="282312" y="30059"/>
                </a:cubicBezTo>
                <a:cubicBezTo>
                  <a:pt x="283308" y="29479"/>
                  <a:pt x="285434" y="29190"/>
                  <a:pt x="288690" y="29190"/>
                </a:cubicBezTo>
                <a:lnTo>
                  <a:pt x="295183" y="29190"/>
                </a:lnTo>
                <a:lnTo>
                  <a:pt x="295183" y="17410"/>
                </a:lnTo>
                <a:lnTo>
                  <a:pt x="295183" y="14365"/>
                </a:lnTo>
                <a:cubicBezTo>
                  <a:pt x="295183" y="12718"/>
                  <a:pt x="295537" y="11502"/>
                  <a:pt x="296246" y="10716"/>
                </a:cubicBezTo>
                <a:cubicBezTo>
                  <a:pt x="296955" y="9931"/>
                  <a:pt x="298056" y="9538"/>
                  <a:pt x="299550" y="9538"/>
                </a:cubicBezTo>
                <a:cubicBezTo>
                  <a:pt x="301235" y="9538"/>
                  <a:pt x="302404" y="10017"/>
                  <a:pt x="303055" y="10975"/>
                </a:cubicBezTo>
                <a:cubicBezTo>
                  <a:pt x="303706" y="11933"/>
                  <a:pt x="304032" y="14116"/>
                  <a:pt x="304032" y="17525"/>
                </a:cubicBezTo>
                <a:lnTo>
                  <a:pt x="304032" y="29190"/>
                </a:lnTo>
                <a:lnTo>
                  <a:pt x="326729" y="29190"/>
                </a:lnTo>
                <a:close/>
                <a:moveTo>
                  <a:pt x="359785" y="70906"/>
                </a:moveTo>
                <a:lnTo>
                  <a:pt x="359785" y="12067"/>
                </a:lnTo>
                <a:lnTo>
                  <a:pt x="358693" y="12067"/>
                </a:lnTo>
                <a:cubicBezTo>
                  <a:pt x="356088" y="12067"/>
                  <a:pt x="354297" y="11764"/>
                  <a:pt x="353320" y="11160"/>
                </a:cubicBezTo>
                <a:cubicBezTo>
                  <a:pt x="352344" y="10555"/>
                  <a:pt x="351855" y="9498"/>
                  <a:pt x="351855" y="7987"/>
                </a:cubicBezTo>
                <a:cubicBezTo>
                  <a:pt x="351855" y="6627"/>
                  <a:pt x="352248" y="5607"/>
                  <a:pt x="353033" y="4927"/>
                </a:cubicBezTo>
                <a:cubicBezTo>
                  <a:pt x="353818" y="4247"/>
                  <a:pt x="354958" y="3907"/>
                  <a:pt x="356452" y="3907"/>
                </a:cubicBezTo>
                <a:lnTo>
                  <a:pt x="365186" y="3907"/>
                </a:lnTo>
                <a:cubicBezTo>
                  <a:pt x="366220" y="3907"/>
                  <a:pt x="367025" y="4118"/>
                  <a:pt x="367599" y="4539"/>
                </a:cubicBezTo>
                <a:cubicBezTo>
                  <a:pt x="368174" y="4961"/>
                  <a:pt x="368461" y="5535"/>
                  <a:pt x="368461" y="6263"/>
                </a:cubicBezTo>
                <a:lnTo>
                  <a:pt x="368461" y="32285"/>
                </a:lnTo>
                <a:cubicBezTo>
                  <a:pt x="371258" y="29664"/>
                  <a:pt x="374025" y="27726"/>
                  <a:pt x="376764" y="26473"/>
                </a:cubicBezTo>
                <a:cubicBezTo>
                  <a:pt x="379503" y="25220"/>
                  <a:pt x="382347" y="24593"/>
                  <a:pt x="385297" y="24593"/>
                </a:cubicBezTo>
                <a:cubicBezTo>
                  <a:pt x="391081" y="24593"/>
                  <a:pt x="395630" y="26392"/>
                  <a:pt x="398944" y="29989"/>
                </a:cubicBezTo>
                <a:cubicBezTo>
                  <a:pt x="402257" y="33585"/>
                  <a:pt x="403914" y="38558"/>
                  <a:pt x="403914" y="44909"/>
                </a:cubicBezTo>
                <a:lnTo>
                  <a:pt x="403914" y="70906"/>
                </a:lnTo>
                <a:lnTo>
                  <a:pt x="406615" y="70906"/>
                </a:lnTo>
                <a:cubicBezTo>
                  <a:pt x="408530" y="70906"/>
                  <a:pt x="409909" y="71224"/>
                  <a:pt x="410752" y="71861"/>
                </a:cubicBezTo>
                <a:cubicBezTo>
                  <a:pt x="411595" y="72497"/>
                  <a:pt x="412016" y="73509"/>
                  <a:pt x="412016" y="74899"/>
                </a:cubicBezTo>
                <a:cubicBezTo>
                  <a:pt x="412016" y="76288"/>
                  <a:pt x="411633" y="77329"/>
                  <a:pt x="410867" y="78024"/>
                </a:cubicBezTo>
                <a:cubicBezTo>
                  <a:pt x="410101" y="78718"/>
                  <a:pt x="408951" y="79065"/>
                  <a:pt x="407419" y="79065"/>
                </a:cubicBezTo>
                <a:lnTo>
                  <a:pt x="392135" y="79065"/>
                </a:lnTo>
                <a:cubicBezTo>
                  <a:pt x="390334" y="79065"/>
                  <a:pt x="389118" y="78766"/>
                  <a:pt x="388486" y="78169"/>
                </a:cubicBezTo>
                <a:cubicBezTo>
                  <a:pt x="387854" y="77571"/>
                  <a:pt x="387538" y="76481"/>
                  <a:pt x="387538" y="74899"/>
                </a:cubicBezTo>
                <a:cubicBezTo>
                  <a:pt x="387538" y="73356"/>
                  <a:pt x="387931" y="72305"/>
                  <a:pt x="388716" y="71746"/>
                </a:cubicBezTo>
                <a:cubicBezTo>
                  <a:pt x="389501" y="71186"/>
                  <a:pt x="390985" y="70906"/>
                  <a:pt x="393169" y="70906"/>
                </a:cubicBezTo>
                <a:lnTo>
                  <a:pt x="395180" y="70906"/>
                </a:lnTo>
                <a:lnTo>
                  <a:pt x="395180" y="47076"/>
                </a:lnTo>
                <a:cubicBezTo>
                  <a:pt x="395180" y="42607"/>
                  <a:pt x="394165" y="39199"/>
                  <a:pt x="392135" y="36850"/>
                </a:cubicBezTo>
                <a:cubicBezTo>
                  <a:pt x="390104" y="34501"/>
                  <a:pt x="387155" y="33327"/>
                  <a:pt x="383286" y="33327"/>
                </a:cubicBezTo>
                <a:cubicBezTo>
                  <a:pt x="379340" y="33327"/>
                  <a:pt x="375883" y="34645"/>
                  <a:pt x="372914" y="37281"/>
                </a:cubicBezTo>
                <a:cubicBezTo>
                  <a:pt x="369946" y="39916"/>
                  <a:pt x="368461" y="43181"/>
                  <a:pt x="368461" y="47076"/>
                </a:cubicBezTo>
                <a:lnTo>
                  <a:pt x="368461" y="70906"/>
                </a:lnTo>
                <a:lnTo>
                  <a:pt x="370472" y="70906"/>
                </a:lnTo>
                <a:cubicBezTo>
                  <a:pt x="372771" y="70906"/>
                  <a:pt x="374322" y="71195"/>
                  <a:pt x="375127" y="71775"/>
                </a:cubicBezTo>
                <a:cubicBezTo>
                  <a:pt x="375931" y="72353"/>
                  <a:pt x="376333" y="73395"/>
                  <a:pt x="376333" y="74899"/>
                </a:cubicBezTo>
                <a:cubicBezTo>
                  <a:pt x="376333" y="76481"/>
                  <a:pt x="376017" y="77571"/>
                  <a:pt x="375385" y="78169"/>
                </a:cubicBezTo>
                <a:cubicBezTo>
                  <a:pt x="374753" y="78766"/>
                  <a:pt x="373537" y="79065"/>
                  <a:pt x="371736" y="79065"/>
                </a:cubicBezTo>
                <a:lnTo>
                  <a:pt x="356452" y="79065"/>
                </a:lnTo>
                <a:cubicBezTo>
                  <a:pt x="354958" y="79065"/>
                  <a:pt x="353838" y="78718"/>
                  <a:pt x="353091" y="78024"/>
                </a:cubicBezTo>
                <a:cubicBezTo>
                  <a:pt x="352344" y="77329"/>
                  <a:pt x="351970" y="76288"/>
                  <a:pt x="351970" y="74899"/>
                </a:cubicBezTo>
                <a:cubicBezTo>
                  <a:pt x="351970" y="73356"/>
                  <a:pt x="352420" y="72305"/>
                  <a:pt x="353320" y="71746"/>
                </a:cubicBezTo>
                <a:cubicBezTo>
                  <a:pt x="354221" y="71186"/>
                  <a:pt x="355973" y="70906"/>
                  <a:pt x="358578" y="70906"/>
                </a:cubicBezTo>
                <a:lnTo>
                  <a:pt x="359785" y="70906"/>
                </a:lnTo>
                <a:close/>
                <a:moveTo>
                  <a:pt x="432317" y="55047"/>
                </a:moveTo>
                <a:cubicBezTo>
                  <a:pt x="432623" y="60581"/>
                  <a:pt x="434491" y="64857"/>
                  <a:pt x="437919" y="67875"/>
                </a:cubicBezTo>
                <a:cubicBezTo>
                  <a:pt x="441347" y="70891"/>
                  <a:pt x="446030" y="72400"/>
                  <a:pt x="451968" y="72400"/>
                </a:cubicBezTo>
                <a:cubicBezTo>
                  <a:pt x="456450" y="72400"/>
                  <a:pt x="461334" y="71203"/>
                  <a:pt x="466620" y="68808"/>
                </a:cubicBezTo>
                <a:cubicBezTo>
                  <a:pt x="471907" y="66414"/>
                  <a:pt x="475105" y="65217"/>
                  <a:pt x="476216" y="65217"/>
                </a:cubicBezTo>
                <a:cubicBezTo>
                  <a:pt x="477365" y="65217"/>
                  <a:pt x="478323" y="65581"/>
                  <a:pt x="479089" y="66309"/>
                </a:cubicBezTo>
                <a:cubicBezTo>
                  <a:pt x="479855" y="67037"/>
                  <a:pt x="480238" y="67937"/>
                  <a:pt x="480238" y="69010"/>
                </a:cubicBezTo>
                <a:cubicBezTo>
                  <a:pt x="480238" y="70120"/>
                  <a:pt x="479836" y="71136"/>
                  <a:pt x="479032" y="72055"/>
                </a:cubicBezTo>
                <a:cubicBezTo>
                  <a:pt x="478227" y="72974"/>
                  <a:pt x="476944" y="73875"/>
                  <a:pt x="475182" y="74756"/>
                </a:cubicBezTo>
                <a:cubicBezTo>
                  <a:pt x="471351" y="76633"/>
                  <a:pt x="467396" y="78069"/>
                  <a:pt x="463316" y="79065"/>
                </a:cubicBezTo>
                <a:cubicBezTo>
                  <a:pt x="459237" y="80061"/>
                  <a:pt x="455186" y="80559"/>
                  <a:pt x="451164" y="80559"/>
                </a:cubicBezTo>
                <a:cubicBezTo>
                  <a:pt x="442430" y="80559"/>
                  <a:pt x="435439" y="78038"/>
                  <a:pt x="430191" y="72996"/>
                </a:cubicBezTo>
                <a:cubicBezTo>
                  <a:pt x="424943" y="67953"/>
                  <a:pt x="422319" y="61270"/>
                  <a:pt x="422319" y="52949"/>
                </a:cubicBezTo>
                <a:cubicBezTo>
                  <a:pt x="422319" y="44475"/>
                  <a:pt x="425096" y="37612"/>
                  <a:pt x="430650" y="32359"/>
                </a:cubicBezTo>
                <a:cubicBezTo>
                  <a:pt x="436205" y="27105"/>
                  <a:pt x="443445" y="24478"/>
                  <a:pt x="452370" y="24478"/>
                </a:cubicBezTo>
                <a:cubicBezTo>
                  <a:pt x="460453" y="24478"/>
                  <a:pt x="467157" y="26930"/>
                  <a:pt x="472481" y="31833"/>
                </a:cubicBezTo>
                <a:cubicBezTo>
                  <a:pt x="477806" y="36736"/>
                  <a:pt x="480468" y="42674"/>
                  <a:pt x="480468" y="49646"/>
                </a:cubicBezTo>
                <a:cubicBezTo>
                  <a:pt x="480468" y="51791"/>
                  <a:pt x="480018" y="53227"/>
                  <a:pt x="479118" y="53955"/>
                </a:cubicBezTo>
                <a:cubicBezTo>
                  <a:pt x="478218" y="54683"/>
                  <a:pt x="475776" y="55047"/>
                  <a:pt x="471792" y="55047"/>
                </a:cubicBezTo>
                <a:lnTo>
                  <a:pt x="470930" y="55047"/>
                </a:lnTo>
                <a:lnTo>
                  <a:pt x="432317" y="55047"/>
                </a:lnTo>
                <a:moveTo>
                  <a:pt x="432604" y="47462"/>
                </a:moveTo>
                <a:lnTo>
                  <a:pt x="470010" y="47462"/>
                </a:lnTo>
                <a:cubicBezTo>
                  <a:pt x="469436" y="42938"/>
                  <a:pt x="467530" y="39299"/>
                  <a:pt x="464293" y="36543"/>
                </a:cubicBezTo>
                <a:cubicBezTo>
                  <a:pt x="461056" y="33786"/>
                  <a:pt x="457082" y="32407"/>
                  <a:pt x="452370" y="32407"/>
                </a:cubicBezTo>
                <a:cubicBezTo>
                  <a:pt x="447275" y="32407"/>
                  <a:pt x="442985" y="33738"/>
                  <a:pt x="439499" y="36399"/>
                </a:cubicBezTo>
                <a:cubicBezTo>
                  <a:pt x="436013" y="39060"/>
                  <a:pt x="433715" y="42748"/>
                  <a:pt x="432604" y="47462"/>
                </a:cubicBezTo>
                <a:close/>
                <a:moveTo>
                  <a:pt x="537773" y="29190"/>
                </a:moveTo>
                <a:cubicBezTo>
                  <a:pt x="539650" y="29190"/>
                  <a:pt x="541019" y="29518"/>
                  <a:pt x="541881" y="30174"/>
                </a:cubicBezTo>
                <a:cubicBezTo>
                  <a:pt x="542743" y="30830"/>
                  <a:pt x="543174" y="31871"/>
                  <a:pt x="543174" y="33298"/>
                </a:cubicBezTo>
                <a:cubicBezTo>
                  <a:pt x="543174" y="34648"/>
                  <a:pt x="542772" y="35661"/>
                  <a:pt x="541967" y="36336"/>
                </a:cubicBezTo>
                <a:cubicBezTo>
                  <a:pt x="541163" y="37011"/>
                  <a:pt x="539956" y="37349"/>
                  <a:pt x="538347" y="37349"/>
                </a:cubicBezTo>
                <a:lnTo>
                  <a:pt x="515076" y="37349"/>
                </a:lnTo>
                <a:lnTo>
                  <a:pt x="515076" y="56541"/>
                </a:lnTo>
                <a:cubicBezTo>
                  <a:pt x="515076" y="62823"/>
                  <a:pt x="515890" y="66960"/>
                  <a:pt x="517518" y="68952"/>
                </a:cubicBezTo>
                <a:cubicBezTo>
                  <a:pt x="519146" y="70944"/>
                  <a:pt x="521933" y="71940"/>
                  <a:pt x="525878" y="71940"/>
                </a:cubicBezTo>
                <a:cubicBezTo>
                  <a:pt x="529364" y="71940"/>
                  <a:pt x="533540" y="70925"/>
                  <a:pt x="538405" y="68895"/>
                </a:cubicBezTo>
                <a:cubicBezTo>
                  <a:pt x="543270" y="66864"/>
                  <a:pt x="546277" y="65849"/>
                  <a:pt x="547426" y="65849"/>
                </a:cubicBezTo>
                <a:cubicBezTo>
                  <a:pt x="548499" y="65849"/>
                  <a:pt x="549408" y="66232"/>
                  <a:pt x="550155" y="66998"/>
                </a:cubicBezTo>
                <a:cubicBezTo>
                  <a:pt x="550902" y="67765"/>
                  <a:pt x="551276" y="68703"/>
                  <a:pt x="551276" y="69814"/>
                </a:cubicBezTo>
                <a:cubicBezTo>
                  <a:pt x="551276" y="71078"/>
                  <a:pt x="550807" y="72176"/>
                  <a:pt x="549868" y="73109"/>
                </a:cubicBezTo>
                <a:cubicBezTo>
                  <a:pt x="548930" y="74042"/>
                  <a:pt x="547330" y="74945"/>
                  <a:pt x="545070" y="75820"/>
                </a:cubicBezTo>
                <a:cubicBezTo>
                  <a:pt x="541316" y="77304"/>
                  <a:pt x="537936" y="78388"/>
                  <a:pt x="534928" y="79072"/>
                </a:cubicBezTo>
                <a:cubicBezTo>
                  <a:pt x="531921" y="79757"/>
                  <a:pt x="529096" y="80099"/>
                  <a:pt x="526453" y="80099"/>
                </a:cubicBezTo>
                <a:cubicBezTo>
                  <a:pt x="521971" y="80099"/>
                  <a:pt x="518208" y="79382"/>
                  <a:pt x="515162" y="77948"/>
                </a:cubicBezTo>
                <a:cubicBezTo>
                  <a:pt x="512117" y="76513"/>
                  <a:pt x="509847" y="74380"/>
                  <a:pt x="508353" y="71549"/>
                </a:cubicBezTo>
                <a:cubicBezTo>
                  <a:pt x="507587" y="70210"/>
                  <a:pt x="507041" y="68623"/>
                  <a:pt x="506716" y="66787"/>
                </a:cubicBezTo>
                <a:cubicBezTo>
                  <a:pt x="506390" y="64950"/>
                  <a:pt x="506227" y="62119"/>
                  <a:pt x="506227" y="58293"/>
                </a:cubicBezTo>
                <a:lnTo>
                  <a:pt x="506227" y="56516"/>
                </a:lnTo>
                <a:lnTo>
                  <a:pt x="506227" y="37349"/>
                </a:lnTo>
                <a:lnTo>
                  <a:pt x="496459" y="37349"/>
                </a:lnTo>
                <a:cubicBezTo>
                  <a:pt x="494850" y="37349"/>
                  <a:pt x="493682" y="37031"/>
                  <a:pt x="492954" y="36396"/>
                </a:cubicBezTo>
                <a:cubicBezTo>
                  <a:pt x="492226" y="35759"/>
                  <a:pt x="491862" y="34726"/>
                  <a:pt x="491862" y="33298"/>
                </a:cubicBezTo>
                <a:cubicBezTo>
                  <a:pt x="491862" y="31717"/>
                  <a:pt x="492360" y="30637"/>
                  <a:pt x="493356" y="30059"/>
                </a:cubicBezTo>
                <a:cubicBezTo>
                  <a:pt x="494352" y="29479"/>
                  <a:pt x="496478" y="29190"/>
                  <a:pt x="499734" y="29190"/>
                </a:cubicBezTo>
                <a:lnTo>
                  <a:pt x="506227" y="29190"/>
                </a:lnTo>
                <a:lnTo>
                  <a:pt x="506227" y="17410"/>
                </a:lnTo>
                <a:lnTo>
                  <a:pt x="506227" y="14365"/>
                </a:lnTo>
                <a:cubicBezTo>
                  <a:pt x="506227" y="12718"/>
                  <a:pt x="506581" y="11502"/>
                  <a:pt x="507290" y="10716"/>
                </a:cubicBezTo>
                <a:cubicBezTo>
                  <a:pt x="507999" y="9931"/>
                  <a:pt x="509100" y="9538"/>
                  <a:pt x="510594" y="9538"/>
                </a:cubicBezTo>
                <a:cubicBezTo>
                  <a:pt x="512280" y="9538"/>
                  <a:pt x="513448" y="10017"/>
                  <a:pt x="514099" y="10975"/>
                </a:cubicBezTo>
                <a:cubicBezTo>
                  <a:pt x="514750" y="11933"/>
                  <a:pt x="515076" y="14116"/>
                  <a:pt x="515076" y="17525"/>
                </a:cubicBezTo>
                <a:lnTo>
                  <a:pt x="515076" y="29190"/>
                </a:lnTo>
                <a:lnTo>
                  <a:pt x="537773" y="29190"/>
                </a:lnTo>
                <a:close/>
                <a:moveTo>
                  <a:pt x="587147" y="9423"/>
                </a:moveTo>
                <a:cubicBezTo>
                  <a:pt x="587147" y="5286"/>
                  <a:pt x="587521" y="2681"/>
                  <a:pt x="588268" y="1609"/>
                </a:cubicBezTo>
                <a:cubicBezTo>
                  <a:pt x="589015" y="536"/>
                  <a:pt x="590614" y="0"/>
                  <a:pt x="593066" y="0"/>
                </a:cubicBezTo>
                <a:cubicBezTo>
                  <a:pt x="595441" y="0"/>
                  <a:pt x="597011" y="450"/>
                  <a:pt x="597778" y="1350"/>
                </a:cubicBezTo>
                <a:cubicBezTo>
                  <a:pt x="598544" y="2251"/>
                  <a:pt x="598927" y="4386"/>
                  <a:pt x="598927" y="7757"/>
                </a:cubicBezTo>
                <a:cubicBezTo>
                  <a:pt x="598927" y="11051"/>
                  <a:pt x="598572" y="13091"/>
                  <a:pt x="597864" y="13877"/>
                </a:cubicBezTo>
                <a:cubicBezTo>
                  <a:pt x="597155" y="14662"/>
                  <a:pt x="595556" y="15055"/>
                  <a:pt x="593066" y="15055"/>
                </a:cubicBezTo>
                <a:cubicBezTo>
                  <a:pt x="590614" y="15055"/>
                  <a:pt x="589015" y="14691"/>
                  <a:pt x="588268" y="13963"/>
                </a:cubicBezTo>
                <a:cubicBezTo>
                  <a:pt x="587521" y="13235"/>
                  <a:pt x="587147" y="11722"/>
                  <a:pt x="587147" y="9423"/>
                </a:cubicBezTo>
                <a:moveTo>
                  <a:pt x="597778" y="70906"/>
                </a:moveTo>
                <a:lnTo>
                  <a:pt x="616222" y="70906"/>
                </a:lnTo>
                <a:cubicBezTo>
                  <a:pt x="617716" y="70906"/>
                  <a:pt x="618818" y="71224"/>
                  <a:pt x="619526" y="71861"/>
                </a:cubicBezTo>
                <a:cubicBezTo>
                  <a:pt x="620235" y="72497"/>
                  <a:pt x="620589" y="73509"/>
                  <a:pt x="620589" y="74899"/>
                </a:cubicBezTo>
                <a:cubicBezTo>
                  <a:pt x="620589" y="76481"/>
                  <a:pt x="620254" y="77571"/>
                  <a:pt x="619584" y="78169"/>
                </a:cubicBezTo>
                <a:cubicBezTo>
                  <a:pt x="618913" y="78766"/>
                  <a:pt x="617678" y="79065"/>
                  <a:pt x="615877" y="79065"/>
                </a:cubicBezTo>
                <a:lnTo>
                  <a:pt x="571288" y="79065"/>
                </a:lnTo>
                <a:cubicBezTo>
                  <a:pt x="569756" y="79065"/>
                  <a:pt x="568607" y="78718"/>
                  <a:pt x="567841" y="78024"/>
                </a:cubicBezTo>
                <a:cubicBezTo>
                  <a:pt x="567075" y="77329"/>
                  <a:pt x="566692" y="76288"/>
                  <a:pt x="566692" y="74899"/>
                </a:cubicBezTo>
                <a:cubicBezTo>
                  <a:pt x="566692" y="73549"/>
                  <a:pt x="567094" y="72546"/>
                  <a:pt x="567898" y="71890"/>
                </a:cubicBezTo>
                <a:cubicBezTo>
                  <a:pt x="568703" y="71234"/>
                  <a:pt x="569909" y="70906"/>
                  <a:pt x="571518" y="70906"/>
                </a:cubicBezTo>
                <a:lnTo>
                  <a:pt x="589044" y="70906"/>
                </a:lnTo>
                <a:lnTo>
                  <a:pt x="589044" y="34131"/>
                </a:lnTo>
                <a:lnTo>
                  <a:pt x="577839" y="34131"/>
                </a:lnTo>
                <a:cubicBezTo>
                  <a:pt x="576268" y="34131"/>
                  <a:pt x="575071" y="33777"/>
                  <a:pt x="574248" y="33068"/>
                </a:cubicBezTo>
                <a:cubicBezTo>
                  <a:pt x="573424" y="32360"/>
                  <a:pt x="573012" y="31335"/>
                  <a:pt x="573012" y="29994"/>
                </a:cubicBezTo>
                <a:cubicBezTo>
                  <a:pt x="573012" y="28653"/>
                  <a:pt x="573395" y="27648"/>
                  <a:pt x="574161" y="26978"/>
                </a:cubicBezTo>
                <a:cubicBezTo>
                  <a:pt x="574928" y="26307"/>
                  <a:pt x="576077" y="25972"/>
                  <a:pt x="577609" y="25972"/>
                </a:cubicBezTo>
                <a:lnTo>
                  <a:pt x="594445" y="25972"/>
                </a:lnTo>
                <a:cubicBezTo>
                  <a:pt x="595479" y="25972"/>
                  <a:pt x="596293" y="26183"/>
                  <a:pt x="596887" y="26604"/>
                </a:cubicBezTo>
                <a:cubicBezTo>
                  <a:pt x="597481" y="27024"/>
                  <a:pt x="597778" y="27598"/>
                  <a:pt x="597778" y="28324"/>
                </a:cubicBezTo>
                <a:lnTo>
                  <a:pt x="597778" y="70906"/>
                </a:lnTo>
                <a:close/>
                <a:moveTo>
                  <a:pt x="680078" y="29450"/>
                </a:moveTo>
                <a:lnTo>
                  <a:pt x="680078" y="29220"/>
                </a:lnTo>
                <a:cubicBezTo>
                  <a:pt x="680078" y="27945"/>
                  <a:pt x="680442" y="27009"/>
                  <a:pt x="681169" y="26410"/>
                </a:cubicBezTo>
                <a:cubicBezTo>
                  <a:pt x="681897" y="25812"/>
                  <a:pt x="683027" y="25512"/>
                  <a:pt x="684560" y="25512"/>
                </a:cubicBezTo>
                <a:cubicBezTo>
                  <a:pt x="686130" y="25512"/>
                  <a:pt x="687212" y="25973"/>
                  <a:pt x="687806" y="26895"/>
                </a:cubicBezTo>
                <a:cubicBezTo>
                  <a:pt x="688400" y="27817"/>
                  <a:pt x="688697" y="29718"/>
                  <a:pt x="688697" y="32598"/>
                </a:cubicBezTo>
                <a:lnTo>
                  <a:pt x="688697" y="43314"/>
                </a:lnTo>
                <a:cubicBezTo>
                  <a:pt x="688697" y="44735"/>
                  <a:pt x="688333" y="45801"/>
                  <a:pt x="687605" y="46512"/>
                </a:cubicBezTo>
                <a:cubicBezTo>
                  <a:pt x="686877" y="47222"/>
                  <a:pt x="685785" y="47577"/>
                  <a:pt x="684330" y="47577"/>
                </a:cubicBezTo>
                <a:cubicBezTo>
                  <a:pt x="683296" y="47577"/>
                  <a:pt x="682405" y="47280"/>
                  <a:pt x="681658" y="46686"/>
                </a:cubicBezTo>
                <a:cubicBezTo>
                  <a:pt x="680911" y="46093"/>
                  <a:pt x="680001" y="44857"/>
                  <a:pt x="678929" y="42980"/>
                </a:cubicBezTo>
                <a:cubicBezTo>
                  <a:pt x="677090" y="39877"/>
                  <a:pt x="674858" y="37531"/>
                  <a:pt x="672234" y="35941"/>
                </a:cubicBezTo>
                <a:cubicBezTo>
                  <a:pt x="669610" y="34352"/>
                  <a:pt x="666594" y="33557"/>
                  <a:pt x="663184" y="33557"/>
                </a:cubicBezTo>
                <a:cubicBezTo>
                  <a:pt x="657209" y="33557"/>
                  <a:pt x="652353" y="35319"/>
                  <a:pt x="648618" y="38843"/>
                </a:cubicBezTo>
                <a:cubicBezTo>
                  <a:pt x="644883" y="42367"/>
                  <a:pt x="643016" y="46926"/>
                  <a:pt x="643016" y="52519"/>
                </a:cubicBezTo>
                <a:cubicBezTo>
                  <a:pt x="643016" y="58226"/>
                  <a:pt x="644807" y="62890"/>
                  <a:pt x="648389" y="66510"/>
                </a:cubicBezTo>
                <a:cubicBezTo>
                  <a:pt x="651970" y="70130"/>
                  <a:pt x="656577" y="71940"/>
                  <a:pt x="662208" y="71940"/>
                </a:cubicBezTo>
                <a:cubicBezTo>
                  <a:pt x="664774" y="71940"/>
                  <a:pt x="667216" y="71586"/>
                  <a:pt x="669534" y="70877"/>
                </a:cubicBezTo>
                <a:cubicBezTo>
                  <a:pt x="671851" y="70168"/>
                  <a:pt x="674044" y="69105"/>
                  <a:pt x="676113" y="67688"/>
                </a:cubicBezTo>
                <a:cubicBezTo>
                  <a:pt x="676841" y="67228"/>
                  <a:pt x="677818" y="66520"/>
                  <a:pt x="679043" y="65562"/>
                </a:cubicBezTo>
                <a:cubicBezTo>
                  <a:pt x="681533" y="63532"/>
                  <a:pt x="683487" y="62517"/>
                  <a:pt x="684904" y="62517"/>
                </a:cubicBezTo>
                <a:cubicBezTo>
                  <a:pt x="686092" y="62517"/>
                  <a:pt x="687059" y="62890"/>
                  <a:pt x="687806" y="63637"/>
                </a:cubicBezTo>
                <a:cubicBezTo>
                  <a:pt x="688553" y="64384"/>
                  <a:pt x="688927" y="65351"/>
                  <a:pt x="688927" y="66539"/>
                </a:cubicBezTo>
                <a:cubicBezTo>
                  <a:pt x="688927" y="69565"/>
                  <a:pt x="686063" y="72658"/>
                  <a:pt x="680336" y="75819"/>
                </a:cubicBezTo>
                <a:cubicBezTo>
                  <a:pt x="674609" y="78979"/>
                  <a:pt x="668528" y="80559"/>
                  <a:pt x="662093" y="80559"/>
                </a:cubicBezTo>
                <a:cubicBezTo>
                  <a:pt x="653780" y="80559"/>
                  <a:pt x="646856" y="77894"/>
                  <a:pt x="641321" y="72565"/>
                </a:cubicBezTo>
                <a:cubicBezTo>
                  <a:pt x="635786" y="67234"/>
                  <a:pt x="633018" y="60581"/>
                  <a:pt x="633018" y="52605"/>
                </a:cubicBezTo>
                <a:cubicBezTo>
                  <a:pt x="633018" y="44629"/>
                  <a:pt x="635776" y="37966"/>
                  <a:pt x="641292" y="32618"/>
                </a:cubicBezTo>
                <a:cubicBezTo>
                  <a:pt x="646808" y="27268"/>
                  <a:pt x="653704" y="24593"/>
                  <a:pt x="661978" y="24593"/>
                </a:cubicBezTo>
                <a:cubicBezTo>
                  <a:pt x="664889" y="24593"/>
                  <a:pt x="667810" y="24989"/>
                  <a:pt x="670740" y="25780"/>
                </a:cubicBezTo>
                <a:cubicBezTo>
                  <a:pt x="673671" y="26570"/>
                  <a:pt x="676783" y="27793"/>
                  <a:pt x="680078" y="29450"/>
                </a:cubicBezTo>
                <a:close/>
                <a:moveTo>
                  <a:pt x="745886" y="53725"/>
                </a:moveTo>
                <a:cubicBezTo>
                  <a:pt x="743779" y="53036"/>
                  <a:pt x="741739" y="52528"/>
                  <a:pt x="739767" y="52202"/>
                </a:cubicBezTo>
                <a:cubicBezTo>
                  <a:pt x="737794" y="51877"/>
                  <a:pt x="735831" y="51714"/>
                  <a:pt x="733877" y="51714"/>
                </a:cubicBezTo>
                <a:cubicBezTo>
                  <a:pt x="727978" y="51714"/>
                  <a:pt x="723323" y="52710"/>
                  <a:pt x="719914" y="54702"/>
                </a:cubicBezTo>
                <a:cubicBezTo>
                  <a:pt x="716505" y="56694"/>
                  <a:pt x="714800" y="59375"/>
                  <a:pt x="714800" y="62746"/>
                </a:cubicBezTo>
                <a:cubicBezTo>
                  <a:pt x="714800" y="65351"/>
                  <a:pt x="715863" y="67496"/>
                  <a:pt x="717989" y="69182"/>
                </a:cubicBezTo>
                <a:cubicBezTo>
                  <a:pt x="720115" y="70867"/>
                  <a:pt x="722825" y="71710"/>
                  <a:pt x="726120" y="71710"/>
                </a:cubicBezTo>
                <a:cubicBezTo>
                  <a:pt x="730985" y="71710"/>
                  <a:pt x="735495" y="70437"/>
                  <a:pt x="739652" y="67889"/>
                </a:cubicBezTo>
                <a:cubicBezTo>
                  <a:pt x="743808" y="65342"/>
                  <a:pt x="745886" y="62689"/>
                  <a:pt x="745886" y="59931"/>
                </a:cubicBezTo>
                <a:lnTo>
                  <a:pt x="745886" y="53725"/>
                </a:lnTo>
                <a:moveTo>
                  <a:pt x="746346" y="71825"/>
                </a:moveTo>
                <a:cubicBezTo>
                  <a:pt x="743205" y="74660"/>
                  <a:pt x="739786" y="76824"/>
                  <a:pt x="736089" y="78318"/>
                </a:cubicBezTo>
                <a:cubicBezTo>
                  <a:pt x="732393" y="79812"/>
                  <a:pt x="728591" y="80559"/>
                  <a:pt x="724683" y="80559"/>
                </a:cubicBezTo>
                <a:cubicBezTo>
                  <a:pt x="718976" y="80559"/>
                  <a:pt x="714369" y="78967"/>
                  <a:pt x="710864" y="75783"/>
                </a:cubicBezTo>
                <a:cubicBezTo>
                  <a:pt x="707359" y="72598"/>
                  <a:pt x="705607" y="68455"/>
                  <a:pt x="705607" y="63352"/>
                </a:cubicBezTo>
                <a:cubicBezTo>
                  <a:pt x="705607" y="57290"/>
                  <a:pt x="707934" y="52590"/>
                  <a:pt x="712588" y="49252"/>
                </a:cubicBezTo>
                <a:cubicBezTo>
                  <a:pt x="717242" y="45914"/>
                  <a:pt x="723783" y="44244"/>
                  <a:pt x="732211" y="44244"/>
                </a:cubicBezTo>
                <a:cubicBezTo>
                  <a:pt x="734432" y="44244"/>
                  <a:pt x="736673" y="44388"/>
                  <a:pt x="738933" y="44675"/>
                </a:cubicBezTo>
                <a:cubicBezTo>
                  <a:pt x="741193" y="44963"/>
                  <a:pt x="743511" y="45413"/>
                  <a:pt x="745886" y="46026"/>
                </a:cubicBezTo>
                <a:lnTo>
                  <a:pt x="745886" y="45623"/>
                </a:lnTo>
                <a:cubicBezTo>
                  <a:pt x="745886" y="41235"/>
                  <a:pt x="744833" y="37992"/>
                  <a:pt x="742726" y="35896"/>
                </a:cubicBezTo>
                <a:cubicBezTo>
                  <a:pt x="740619" y="33800"/>
                  <a:pt x="737344" y="32752"/>
                  <a:pt x="732900" y="32752"/>
                </a:cubicBezTo>
                <a:cubicBezTo>
                  <a:pt x="729912" y="32752"/>
                  <a:pt x="726579" y="33557"/>
                  <a:pt x="722902" y="35166"/>
                </a:cubicBezTo>
                <a:cubicBezTo>
                  <a:pt x="719225" y="36774"/>
                  <a:pt x="716792" y="37579"/>
                  <a:pt x="715605" y="37579"/>
                </a:cubicBezTo>
                <a:cubicBezTo>
                  <a:pt x="714494" y="37579"/>
                  <a:pt x="713574" y="37129"/>
                  <a:pt x="712846" y="36229"/>
                </a:cubicBezTo>
                <a:cubicBezTo>
                  <a:pt x="712119" y="35328"/>
                  <a:pt x="711755" y="34170"/>
                  <a:pt x="711755" y="32752"/>
                </a:cubicBezTo>
                <a:cubicBezTo>
                  <a:pt x="711755" y="30477"/>
                  <a:pt x="713871" y="28548"/>
                  <a:pt x="718104" y="26967"/>
                </a:cubicBezTo>
                <a:cubicBezTo>
                  <a:pt x="722337" y="25384"/>
                  <a:pt x="727748" y="24593"/>
                  <a:pt x="734337" y="24593"/>
                </a:cubicBezTo>
                <a:cubicBezTo>
                  <a:pt x="741079" y="24593"/>
                  <a:pt x="746173" y="26310"/>
                  <a:pt x="749621" y="29743"/>
                </a:cubicBezTo>
                <a:cubicBezTo>
                  <a:pt x="753069" y="33175"/>
                  <a:pt x="754792" y="38247"/>
                  <a:pt x="754792" y="44959"/>
                </a:cubicBezTo>
                <a:lnTo>
                  <a:pt x="754792" y="71021"/>
                </a:lnTo>
                <a:lnTo>
                  <a:pt x="757608" y="71021"/>
                </a:lnTo>
                <a:cubicBezTo>
                  <a:pt x="760328" y="71021"/>
                  <a:pt x="762147" y="71306"/>
                  <a:pt x="763067" y="71877"/>
                </a:cubicBezTo>
                <a:cubicBezTo>
                  <a:pt x="763986" y="72447"/>
                  <a:pt x="764446" y="73474"/>
                  <a:pt x="764446" y="74957"/>
                </a:cubicBezTo>
                <a:cubicBezTo>
                  <a:pt x="764446" y="76326"/>
                  <a:pt x="764063" y="77353"/>
                  <a:pt x="763296" y="78038"/>
                </a:cubicBezTo>
                <a:cubicBezTo>
                  <a:pt x="762530" y="78723"/>
                  <a:pt x="761381" y="79065"/>
                  <a:pt x="759849" y="79065"/>
                </a:cubicBezTo>
                <a:lnTo>
                  <a:pt x="750828" y="79065"/>
                </a:lnTo>
                <a:cubicBezTo>
                  <a:pt x="749755" y="79065"/>
                  <a:pt x="748874" y="78742"/>
                  <a:pt x="748184" y="78097"/>
                </a:cubicBezTo>
                <a:cubicBezTo>
                  <a:pt x="747495" y="77451"/>
                  <a:pt x="747035" y="76519"/>
                  <a:pt x="746805" y="75303"/>
                </a:cubicBezTo>
                <a:lnTo>
                  <a:pt x="746346" y="71825"/>
                </a:lnTo>
                <a:close/>
                <a:moveTo>
                  <a:pt x="799629" y="12067"/>
                </a:moveTo>
                <a:lnTo>
                  <a:pt x="789860" y="12067"/>
                </a:lnTo>
                <a:cubicBezTo>
                  <a:pt x="786145" y="12067"/>
                  <a:pt x="783817" y="11774"/>
                  <a:pt x="782879" y="11189"/>
                </a:cubicBezTo>
                <a:cubicBezTo>
                  <a:pt x="781940" y="10603"/>
                  <a:pt x="781471" y="9536"/>
                  <a:pt x="781471" y="7987"/>
                </a:cubicBezTo>
                <a:cubicBezTo>
                  <a:pt x="781471" y="6627"/>
                  <a:pt x="781864" y="5607"/>
                  <a:pt x="782649" y="4927"/>
                </a:cubicBezTo>
                <a:cubicBezTo>
                  <a:pt x="783434" y="4247"/>
                  <a:pt x="784574" y="3907"/>
                  <a:pt x="786068" y="3907"/>
                </a:cubicBezTo>
                <a:lnTo>
                  <a:pt x="805030" y="3907"/>
                </a:lnTo>
                <a:cubicBezTo>
                  <a:pt x="806064" y="3907"/>
                  <a:pt x="806869" y="4118"/>
                  <a:pt x="807443" y="4539"/>
                </a:cubicBezTo>
                <a:cubicBezTo>
                  <a:pt x="808018" y="4960"/>
                  <a:pt x="808305" y="5533"/>
                  <a:pt x="808305" y="6260"/>
                </a:cubicBezTo>
                <a:lnTo>
                  <a:pt x="808305" y="70906"/>
                </a:lnTo>
                <a:lnTo>
                  <a:pt x="826348" y="70906"/>
                </a:lnTo>
                <a:cubicBezTo>
                  <a:pt x="827803" y="70906"/>
                  <a:pt x="828866" y="71224"/>
                  <a:pt x="829537" y="71861"/>
                </a:cubicBezTo>
                <a:cubicBezTo>
                  <a:pt x="830207" y="72497"/>
                  <a:pt x="830542" y="73509"/>
                  <a:pt x="830542" y="74899"/>
                </a:cubicBezTo>
                <a:cubicBezTo>
                  <a:pt x="830542" y="76481"/>
                  <a:pt x="830217" y="77571"/>
                  <a:pt x="829565" y="78169"/>
                </a:cubicBezTo>
                <a:cubicBezTo>
                  <a:pt x="828914" y="78766"/>
                  <a:pt x="827688" y="79065"/>
                  <a:pt x="825888" y="79065"/>
                </a:cubicBezTo>
                <a:lnTo>
                  <a:pt x="783482" y="79065"/>
                </a:lnTo>
                <a:cubicBezTo>
                  <a:pt x="781988" y="79065"/>
                  <a:pt x="780849" y="78718"/>
                  <a:pt x="780063" y="78024"/>
                </a:cubicBezTo>
                <a:cubicBezTo>
                  <a:pt x="779278" y="77329"/>
                  <a:pt x="778885" y="76288"/>
                  <a:pt x="778885" y="74899"/>
                </a:cubicBezTo>
                <a:cubicBezTo>
                  <a:pt x="778885" y="73549"/>
                  <a:pt x="779288" y="72546"/>
                  <a:pt x="780092" y="71890"/>
                </a:cubicBezTo>
                <a:cubicBezTo>
                  <a:pt x="780897" y="71234"/>
                  <a:pt x="782103" y="70906"/>
                  <a:pt x="783712" y="70906"/>
                </a:cubicBezTo>
                <a:lnTo>
                  <a:pt x="799629" y="70906"/>
                </a:lnTo>
                <a:lnTo>
                  <a:pt x="799629" y="12067"/>
                </a:lnTo>
                <a:close/>
                <a:moveTo>
                  <a:pt x="947277" y="71021"/>
                </a:moveTo>
                <a:cubicBezTo>
                  <a:pt x="952679" y="71021"/>
                  <a:pt x="957065" y="69319"/>
                  <a:pt x="960436" y="65916"/>
                </a:cubicBezTo>
                <a:cubicBezTo>
                  <a:pt x="963807" y="62511"/>
                  <a:pt x="965492" y="58093"/>
                  <a:pt x="965492" y="52662"/>
                </a:cubicBezTo>
                <a:cubicBezTo>
                  <a:pt x="965492" y="47346"/>
                  <a:pt x="963778" y="42967"/>
                  <a:pt x="960350" y="39525"/>
                </a:cubicBezTo>
                <a:cubicBezTo>
                  <a:pt x="956921" y="36083"/>
                  <a:pt x="952564" y="34361"/>
                  <a:pt x="947277" y="34361"/>
                </a:cubicBezTo>
                <a:cubicBezTo>
                  <a:pt x="941953" y="34361"/>
                  <a:pt x="937595" y="36073"/>
                  <a:pt x="934205" y="39497"/>
                </a:cubicBezTo>
                <a:cubicBezTo>
                  <a:pt x="930815" y="42919"/>
                  <a:pt x="929120" y="47308"/>
                  <a:pt x="929120" y="52662"/>
                </a:cubicBezTo>
                <a:cubicBezTo>
                  <a:pt x="929120" y="58017"/>
                  <a:pt x="930815" y="62415"/>
                  <a:pt x="934205" y="65858"/>
                </a:cubicBezTo>
                <a:cubicBezTo>
                  <a:pt x="937595" y="69300"/>
                  <a:pt x="941953" y="71021"/>
                  <a:pt x="947277" y="71021"/>
                </a:cubicBezTo>
                <a:moveTo>
                  <a:pt x="929350" y="34246"/>
                </a:moveTo>
                <a:cubicBezTo>
                  <a:pt x="931495" y="31565"/>
                  <a:pt x="934177" y="29515"/>
                  <a:pt x="937394" y="28098"/>
                </a:cubicBezTo>
                <a:cubicBezTo>
                  <a:pt x="940612" y="26681"/>
                  <a:pt x="944251" y="25972"/>
                  <a:pt x="948312" y="25972"/>
                </a:cubicBezTo>
                <a:cubicBezTo>
                  <a:pt x="956011" y="25972"/>
                  <a:pt x="962428" y="28567"/>
                  <a:pt x="967561" y="33758"/>
                </a:cubicBezTo>
                <a:cubicBezTo>
                  <a:pt x="972694" y="38948"/>
                  <a:pt x="975260" y="45374"/>
                  <a:pt x="975260" y="53036"/>
                </a:cubicBezTo>
                <a:cubicBezTo>
                  <a:pt x="975260" y="60582"/>
                  <a:pt x="972627" y="66979"/>
                  <a:pt x="967360" y="72227"/>
                </a:cubicBezTo>
                <a:cubicBezTo>
                  <a:pt x="962093" y="77475"/>
                  <a:pt x="955667" y="80099"/>
                  <a:pt x="948082" y="80099"/>
                </a:cubicBezTo>
                <a:cubicBezTo>
                  <a:pt x="944060" y="80099"/>
                  <a:pt x="940555" y="79387"/>
                  <a:pt x="937567" y="77961"/>
                </a:cubicBezTo>
                <a:cubicBezTo>
                  <a:pt x="934579" y="76534"/>
                  <a:pt x="932127" y="74375"/>
                  <a:pt x="930212" y="71484"/>
                </a:cubicBezTo>
                <a:lnTo>
                  <a:pt x="930212" y="76113"/>
                </a:lnTo>
                <a:cubicBezTo>
                  <a:pt x="930212" y="77156"/>
                  <a:pt x="930030" y="77909"/>
                  <a:pt x="929666" y="78372"/>
                </a:cubicBezTo>
                <a:cubicBezTo>
                  <a:pt x="929302" y="78834"/>
                  <a:pt x="928699" y="79065"/>
                  <a:pt x="927856" y="79065"/>
                </a:cubicBezTo>
                <a:lnTo>
                  <a:pt x="917341" y="79065"/>
                </a:lnTo>
                <a:cubicBezTo>
                  <a:pt x="915847" y="79065"/>
                  <a:pt x="914736" y="78718"/>
                  <a:pt x="914008" y="78024"/>
                </a:cubicBezTo>
                <a:cubicBezTo>
                  <a:pt x="913280" y="77329"/>
                  <a:pt x="912916" y="76288"/>
                  <a:pt x="912916" y="74899"/>
                </a:cubicBezTo>
                <a:cubicBezTo>
                  <a:pt x="912916" y="73356"/>
                  <a:pt x="913357" y="72305"/>
                  <a:pt x="914238" y="71746"/>
                </a:cubicBezTo>
                <a:cubicBezTo>
                  <a:pt x="915119" y="71186"/>
                  <a:pt x="916862" y="70906"/>
                  <a:pt x="919467" y="70906"/>
                </a:cubicBezTo>
                <a:lnTo>
                  <a:pt x="920673" y="70906"/>
                </a:lnTo>
                <a:lnTo>
                  <a:pt x="920673" y="12067"/>
                </a:lnTo>
                <a:lnTo>
                  <a:pt x="919582" y="12067"/>
                </a:lnTo>
                <a:cubicBezTo>
                  <a:pt x="916977" y="12067"/>
                  <a:pt x="915196" y="11764"/>
                  <a:pt x="914238" y="11160"/>
                </a:cubicBezTo>
                <a:cubicBezTo>
                  <a:pt x="913280" y="10555"/>
                  <a:pt x="912801" y="9498"/>
                  <a:pt x="912801" y="7987"/>
                </a:cubicBezTo>
                <a:cubicBezTo>
                  <a:pt x="912801" y="6627"/>
                  <a:pt x="913184" y="5607"/>
                  <a:pt x="913951" y="4927"/>
                </a:cubicBezTo>
                <a:cubicBezTo>
                  <a:pt x="914717" y="4247"/>
                  <a:pt x="915847" y="3907"/>
                  <a:pt x="917341" y="3907"/>
                </a:cubicBezTo>
                <a:lnTo>
                  <a:pt x="926075" y="3907"/>
                </a:lnTo>
                <a:cubicBezTo>
                  <a:pt x="927224" y="3907"/>
                  <a:pt x="928057" y="4099"/>
                  <a:pt x="928574" y="4482"/>
                </a:cubicBezTo>
                <a:cubicBezTo>
                  <a:pt x="929091" y="4864"/>
                  <a:pt x="929350" y="5456"/>
                  <a:pt x="929350" y="6260"/>
                </a:cubicBezTo>
                <a:lnTo>
                  <a:pt x="929350" y="34246"/>
                </a:lnTo>
                <a:close/>
                <a:moveTo>
                  <a:pt x="995101" y="55047"/>
                </a:moveTo>
                <a:cubicBezTo>
                  <a:pt x="995407" y="60581"/>
                  <a:pt x="997275" y="64857"/>
                  <a:pt x="1000703" y="67875"/>
                </a:cubicBezTo>
                <a:cubicBezTo>
                  <a:pt x="1004132" y="70891"/>
                  <a:pt x="1008815" y="72400"/>
                  <a:pt x="1014752" y="72400"/>
                </a:cubicBezTo>
                <a:cubicBezTo>
                  <a:pt x="1019234" y="72400"/>
                  <a:pt x="1024118" y="71203"/>
                  <a:pt x="1029404" y="68808"/>
                </a:cubicBezTo>
                <a:cubicBezTo>
                  <a:pt x="1034691" y="66414"/>
                  <a:pt x="1037889" y="65217"/>
                  <a:pt x="1039000" y="65217"/>
                </a:cubicBezTo>
                <a:cubicBezTo>
                  <a:pt x="1040149" y="65217"/>
                  <a:pt x="1041107" y="65581"/>
                  <a:pt x="1041873" y="66309"/>
                </a:cubicBezTo>
                <a:cubicBezTo>
                  <a:pt x="1042639" y="67037"/>
                  <a:pt x="1043022" y="67937"/>
                  <a:pt x="1043022" y="69010"/>
                </a:cubicBezTo>
                <a:cubicBezTo>
                  <a:pt x="1043022" y="70120"/>
                  <a:pt x="1042620" y="71136"/>
                  <a:pt x="1041816" y="72055"/>
                </a:cubicBezTo>
                <a:cubicBezTo>
                  <a:pt x="1041011" y="72974"/>
                  <a:pt x="1039728" y="73875"/>
                  <a:pt x="1037966" y="74756"/>
                </a:cubicBezTo>
                <a:cubicBezTo>
                  <a:pt x="1034135" y="76633"/>
                  <a:pt x="1030180" y="78069"/>
                  <a:pt x="1026100" y="79065"/>
                </a:cubicBezTo>
                <a:cubicBezTo>
                  <a:pt x="1022021" y="80061"/>
                  <a:pt x="1017970" y="80559"/>
                  <a:pt x="1013948" y="80559"/>
                </a:cubicBezTo>
                <a:cubicBezTo>
                  <a:pt x="1005214" y="80559"/>
                  <a:pt x="998223" y="78038"/>
                  <a:pt x="992975" y="72996"/>
                </a:cubicBezTo>
                <a:cubicBezTo>
                  <a:pt x="987727" y="67953"/>
                  <a:pt x="985103" y="61270"/>
                  <a:pt x="985103" y="52949"/>
                </a:cubicBezTo>
                <a:cubicBezTo>
                  <a:pt x="985103" y="44475"/>
                  <a:pt x="987880" y="37612"/>
                  <a:pt x="993434" y="32359"/>
                </a:cubicBezTo>
                <a:cubicBezTo>
                  <a:pt x="998989" y="27105"/>
                  <a:pt x="1006229" y="24478"/>
                  <a:pt x="1015154" y="24478"/>
                </a:cubicBezTo>
                <a:cubicBezTo>
                  <a:pt x="1023237" y="24478"/>
                  <a:pt x="1029941" y="26930"/>
                  <a:pt x="1035265" y="31833"/>
                </a:cubicBezTo>
                <a:cubicBezTo>
                  <a:pt x="1040590" y="36736"/>
                  <a:pt x="1043252" y="42674"/>
                  <a:pt x="1043252" y="49646"/>
                </a:cubicBezTo>
                <a:cubicBezTo>
                  <a:pt x="1043252" y="51791"/>
                  <a:pt x="1042802" y="53227"/>
                  <a:pt x="1041902" y="53955"/>
                </a:cubicBezTo>
                <a:cubicBezTo>
                  <a:pt x="1041002" y="54683"/>
                  <a:pt x="1038560" y="55047"/>
                  <a:pt x="1034576" y="55047"/>
                </a:cubicBezTo>
                <a:lnTo>
                  <a:pt x="1033714" y="55047"/>
                </a:lnTo>
                <a:lnTo>
                  <a:pt x="995101" y="55047"/>
                </a:lnTo>
                <a:moveTo>
                  <a:pt x="995388" y="47462"/>
                </a:moveTo>
                <a:lnTo>
                  <a:pt x="1032795" y="47462"/>
                </a:lnTo>
                <a:cubicBezTo>
                  <a:pt x="1032220" y="42938"/>
                  <a:pt x="1030314" y="39299"/>
                  <a:pt x="1027077" y="36543"/>
                </a:cubicBezTo>
                <a:cubicBezTo>
                  <a:pt x="1023840" y="33786"/>
                  <a:pt x="1019866" y="32407"/>
                  <a:pt x="1015154" y="32407"/>
                </a:cubicBezTo>
                <a:cubicBezTo>
                  <a:pt x="1010059" y="32407"/>
                  <a:pt x="1005769" y="33738"/>
                  <a:pt x="1002283" y="36399"/>
                </a:cubicBezTo>
                <a:cubicBezTo>
                  <a:pt x="998797" y="39060"/>
                  <a:pt x="996499" y="42748"/>
                  <a:pt x="995388" y="47462"/>
                </a:cubicBezTo>
                <a:close/>
                <a:moveTo>
                  <a:pt x="1081021" y="12067"/>
                </a:moveTo>
                <a:lnTo>
                  <a:pt x="1071252" y="12067"/>
                </a:lnTo>
                <a:cubicBezTo>
                  <a:pt x="1067537" y="12067"/>
                  <a:pt x="1065210" y="11774"/>
                  <a:pt x="1064271" y="11189"/>
                </a:cubicBezTo>
                <a:cubicBezTo>
                  <a:pt x="1063332" y="10603"/>
                  <a:pt x="1062863" y="9536"/>
                  <a:pt x="1062863" y="7987"/>
                </a:cubicBezTo>
                <a:cubicBezTo>
                  <a:pt x="1062863" y="6627"/>
                  <a:pt x="1063256" y="5607"/>
                  <a:pt x="1064041" y="4927"/>
                </a:cubicBezTo>
                <a:cubicBezTo>
                  <a:pt x="1064826" y="4247"/>
                  <a:pt x="1065966" y="3907"/>
                  <a:pt x="1067460" y="3907"/>
                </a:cubicBezTo>
                <a:lnTo>
                  <a:pt x="1086422" y="3907"/>
                </a:lnTo>
                <a:cubicBezTo>
                  <a:pt x="1087456" y="3907"/>
                  <a:pt x="1088261" y="4118"/>
                  <a:pt x="1088835" y="4539"/>
                </a:cubicBezTo>
                <a:cubicBezTo>
                  <a:pt x="1089410" y="4960"/>
                  <a:pt x="1089697" y="5533"/>
                  <a:pt x="1089697" y="6260"/>
                </a:cubicBezTo>
                <a:lnTo>
                  <a:pt x="1089697" y="70906"/>
                </a:lnTo>
                <a:lnTo>
                  <a:pt x="1107740" y="70906"/>
                </a:lnTo>
                <a:cubicBezTo>
                  <a:pt x="1109195" y="70906"/>
                  <a:pt x="1110258" y="71224"/>
                  <a:pt x="1110929" y="71861"/>
                </a:cubicBezTo>
                <a:cubicBezTo>
                  <a:pt x="1111599" y="72497"/>
                  <a:pt x="1111934" y="73509"/>
                  <a:pt x="1111934" y="74899"/>
                </a:cubicBezTo>
                <a:cubicBezTo>
                  <a:pt x="1111934" y="76481"/>
                  <a:pt x="1111609" y="77571"/>
                  <a:pt x="1110957" y="78169"/>
                </a:cubicBezTo>
                <a:cubicBezTo>
                  <a:pt x="1110306" y="78766"/>
                  <a:pt x="1109080" y="79065"/>
                  <a:pt x="1107280" y="79065"/>
                </a:cubicBezTo>
                <a:lnTo>
                  <a:pt x="1064874" y="79065"/>
                </a:lnTo>
                <a:cubicBezTo>
                  <a:pt x="1063380" y="79065"/>
                  <a:pt x="1062241" y="78718"/>
                  <a:pt x="1061455" y="78024"/>
                </a:cubicBezTo>
                <a:cubicBezTo>
                  <a:pt x="1060670" y="77329"/>
                  <a:pt x="1060278" y="76288"/>
                  <a:pt x="1060278" y="74899"/>
                </a:cubicBezTo>
                <a:cubicBezTo>
                  <a:pt x="1060278" y="73549"/>
                  <a:pt x="1060680" y="72546"/>
                  <a:pt x="1061484" y="71890"/>
                </a:cubicBezTo>
                <a:cubicBezTo>
                  <a:pt x="1062289" y="71234"/>
                  <a:pt x="1063495" y="70906"/>
                  <a:pt x="1065104" y="70906"/>
                </a:cubicBezTo>
                <a:lnTo>
                  <a:pt x="1081021" y="70906"/>
                </a:lnTo>
                <a:lnTo>
                  <a:pt x="1081021" y="12067"/>
                </a:lnTo>
                <a:close/>
                <a:moveTo>
                  <a:pt x="1149932" y="9423"/>
                </a:moveTo>
                <a:cubicBezTo>
                  <a:pt x="1149932" y="5286"/>
                  <a:pt x="1150306" y="2681"/>
                  <a:pt x="1151053" y="1609"/>
                </a:cubicBezTo>
                <a:cubicBezTo>
                  <a:pt x="1151800" y="536"/>
                  <a:pt x="1153399" y="0"/>
                  <a:pt x="1155851" y="0"/>
                </a:cubicBezTo>
                <a:cubicBezTo>
                  <a:pt x="1158226" y="0"/>
                  <a:pt x="1159796" y="450"/>
                  <a:pt x="1160562" y="1350"/>
                </a:cubicBezTo>
                <a:cubicBezTo>
                  <a:pt x="1161329" y="2251"/>
                  <a:pt x="1161712" y="4386"/>
                  <a:pt x="1161712" y="7757"/>
                </a:cubicBezTo>
                <a:cubicBezTo>
                  <a:pt x="1161712" y="11051"/>
                  <a:pt x="1161357" y="13091"/>
                  <a:pt x="1160649" y="13877"/>
                </a:cubicBezTo>
                <a:cubicBezTo>
                  <a:pt x="1159940" y="14662"/>
                  <a:pt x="1158341" y="15055"/>
                  <a:pt x="1155851" y="15055"/>
                </a:cubicBezTo>
                <a:cubicBezTo>
                  <a:pt x="1153399" y="15055"/>
                  <a:pt x="1151800" y="14691"/>
                  <a:pt x="1151053" y="13963"/>
                </a:cubicBezTo>
                <a:cubicBezTo>
                  <a:pt x="1150306" y="13235"/>
                  <a:pt x="1149932" y="11722"/>
                  <a:pt x="1149932" y="9423"/>
                </a:cubicBezTo>
                <a:moveTo>
                  <a:pt x="1160562" y="70906"/>
                </a:moveTo>
                <a:lnTo>
                  <a:pt x="1179007" y="70906"/>
                </a:lnTo>
                <a:cubicBezTo>
                  <a:pt x="1180501" y="70906"/>
                  <a:pt x="1181602" y="71224"/>
                  <a:pt x="1182311" y="71861"/>
                </a:cubicBezTo>
                <a:cubicBezTo>
                  <a:pt x="1183020" y="72497"/>
                  <a:pt x="1183374" y="73509"/>
                  <a:pt x="1183374" y="74899"/>
                </a:cubicBezTo>
                <a:cubicBezTo>
                  <a:pt x="1183374" y="76481"/>
                  <a:pt x="1183039" y="77571"/>
                  <a:pt x="1182369" y="78169"/>
                </a:cubicBezTo>
                <a:cubicBezTo>
                  <a:pt x="1181698" y="78766"/>
                  <a:pt x="1180463" y="79065"/>
                  <a:pt x="1178662" y="79065"/>
                </a:cubicBezTo>
                <a:lnTo>
                  <a:pt x="1134073" y="79065"/>
                </a:lnTo>
                <a:cubicBezTo>
                  <a:pt x="1132541" y="79065"/>
                  <a:pt x="1131392" y="78718"/>
                  <a:pt x="1130626" y="78024"/>
                </a:cubicBezTo>
                <a:cubicBezTo>
                  <a:pt x="1129860" y="77329"/>
                  <a:pt x="1129477" y="76288"/>
                  <a:pt x="1129477" y="74899"/>
                </a:cubicBezTo>
                <a:cubicBezTo>
                  <a:pt x="1129477" y="73549"/>
                  <a:pt x="1129879" y="72546"/>
                  <a:pt x="1130683" y="71890"/>
                </a:cubicBezTo>
                <a:cubicBezTo>
                  <a:pt x="1131488" y="71234"/>
                  <a:pt x="1132694" y="70906"/>
                  <a:pt x="1134303" y="70906"/>
                </a:cubicBezTo>
                <a:lnTo>
                  <a:pt x="1151829" y="70906"/>
                </a:lnTo>
                <a:lnTo>
                  <a:pt x="1151829" y="34131"/>
                </a:lnTo>
                <a:lnTo>
                  <a:pt x="1140624" y="34131"/>
                </a:lnTo>
                <a:cubicBezTo>
                  <a:pt x="1139053" y="34131"/>
                  <a:pt x="1137856" y="33777"/>
                  <a:pt x="1137033" y="33068"/>
                </a:cubicBezTo>
                <a:cubicBezTo>
                  <a:pt x="1136209" y="32360"/>
                  <a:pt x="1135797" y="31335"/>
                  <a:pt x="1135797" y="29994"/>
                </a:cubicBezTo>
                <a:cubicBezTo>
                  <a:pt x="1135797" y="28653"/>
                  <a:pt x="1136180" y="27648"/>
                  <a:pt x="1136946" y="26978"/>
                </a:cubicBezTo>
                <a:cubicBezTo>
                  <a:pt x="1137712" y="26307"/>
                  <a:pt x="1138862" y="25972"/>
                  <a:pt x="1140394" y="25972"/>
                </a:cubicBezTo>
                <a:lnTo>
                  <a:pt x="1157230" y="25972"/>
                </a:lnTo>
                <a:cubicBezTo>
                  <a:pt x="1158264" y="25972"/>
                  <a:pt x="1159078" y="26183"/>
                  <a:pt x="1159672" y="26604"/>
                </a:cubicBezTo>
                <a:cubicBezTo>
                  <a:pt x="1160266" y="27024"/>
                  <a:pt x="1160562" y="27598"/>
                  <a:pt x="1160562" y="28324"/>
                </a:cubicBezTo>
                <a:lnTo>
                  <a:pt x="1160562" y="70906"/>
                </a:lnTo>
                <a:close/>
                <a:moveTo>
                  <a:pt x="1206145" y="55047"/>
                </a:moveTo>
                <a:cubicBezTo>
                  <a:pt x="1206452" y="60581"/>
                  <a:pt x="1208319" y="64857"/>
                  <a:pt x="1211747" y="67875"/>
                </a:cubicBezTo>
                <a:cubicBezTo>
                  <a:pt x="1215176" y="70891"/>
                  <a:pt x="1219859" y="72400"/>
                  <a:pt x="1225796" y="72400"/>
                </a:cubicBezTo>
                <a:cubicBezTo>
                  <a:pt x="1230278" y="72400"/>
                  <a:pt x="1235162" y="71203"/>
                  <a:pt x="1240449" y="68808"/>
                </a:cubicBezTo>
                <a:cubicBezTo>
                  <a:pt x="1245735" y="66414"/>
                  <a:pt x="1248934" y="65217"/>
                  <a:pt x="1250045" y="65217"/>
                </a:cubicBezTo>
                <a:cubicBezTo>
                  <a:pt x="1251194" y="65217"/>
                  <a:pt x="1252151" y="65581"/>
                  <a:pt x="1252918" y="66309"/>
                </a:cubicBezTo>
                <a:cubicBezTo>
                  <a:pt x="1253684" y="67037"/>
                  <a:pt x="1254067" y="67937"/>
                  <a:pt x="1254067" y="69010"/>
                </a:cubicBezTo>
                <a:cubicBezTo>
                  <a:pt x="1254067" y="70120"/>
                  <a:pt x="1253665" y="71136"/>
                  <a:pt x="1252860" y="72055"/>
                </a:cubicBezTo>
                <a:cubicBezTo>
                  <a:pt x="1252056" y="72974"/>
                  <a:pt x="1250772" y="73875"/>
                  <a:pt x="1249010" y="74756"/>
                </a:cubicBezTo>
                <a:cubicBezTo>
                  <a:pt x="1245180" y="76633"/>
                  <a:pt x="1241224" y="78069"/>
                  <a:pt x="1237145" y="79065"/>
                </a:cubicBezTo>
                <a:cubicBezTo>
                  <a:pt x="1233065" y="80061"/>
                  <a:pt x="1229014" y="80559"/>
                  <a:pt x="1224992" y="80559"/>
                </a:cubicBezTo>
                <a:cubicBezTo>
                  <a:pt x="1216258" y="80559"/>
                  <a:pt x="1209267" y="78038"/>
                  <a:pt x="1204019" y="72996"/>
                </a:cubicBezTo>
                <a:cubicBezTo>
                  <a:pt x="1198771" y="67953"/>
                  <a:pt x="1196147" y="61270"/>
                  <a:pt x="1196147" y="52949"/>
                </a:cubicBezTo>
                <a:cubicBezTo>
                  <a:pt x="1196147" y="44475"/>
                  <a:pt x="1198924" y="37612"/>
                  <a:pt x="1204479" y="32359"/>
                </a:cubicBezTo>
                <a:cubicBezTo>
                  <a:pt x="1210033" y="27105"/>
                  <a:pt x="1217273" y="24478"/>
                  <a:pt x="1226199" y="24478"/>
                </a:cubicBezTo>
                <a:cubicBezTo>
                  <a:pt x="1234281" y="24478"/>
                  <a:pt x="1240985" y="26930"/>
                  <a:pt x="1246310" y="31833"/>
                </a:cubicBezTo>
                <a:cubicBezTo>
                  <a:pt x="1251634" y="36736"/>
                  <a:pt x="1254297" y="42674"/>
                  <a:pt x="1254297" y="49646"/>
                </a:cubicBezTo>
                <a:cubicBezTo>
                  <a:pt x="1254297" y="51791"/>
                  <a:pt x="1253847" y="53227"/>
                  <a:pt x="1252946" y="53955"/>
                </a:cubicBezTo>
                <a:cubicBezTo>
                  <a:pt x="1252046" y="54683"/>
                  <a:pt x="1249604" y="55047"/>
                  <a:pt x="1245620" y="55047"/>
                </a:cubicBezTo>
                <a:lnTo>
                  <a:pt x="1244758" y="55047"/>
                </a:lnTo>
                <a:lnTo>
                  <a:pt x="1206145" y="55047"/>
                </a:lnTo>
                <a:moveTo>
                  <a:pt x="1206432" y="47462"/>
                </a:moveTo>
                <a:lnTo>
                  <a:pt x="1243839" y="47462"/>
                </a:lnTo>
                <a:cubicBezTo>
                  <a:pt x="1243264" y="42938"/>
                  <a:pt x="1241359" y="39299"/>
                  <a:pt x="1238122" y="36543"/>
                </a:cubicBezTo>
                <a:cubicBezTo>
                  <a:pt x="1234885" y="33786"/>
                  <a:pt x="1230910" y="32407"/>
                  <a:pt x="1226199" y="32407"/>
                </a:cubicBezTo>
                <a:cubicBezTo>
                  <a:pt x="1221104" y="32407"/>
                  <a:pt x="1216814" y="33738"/>
                  <a:pt x="1213328" y="36399"/>
                </a:cubicBezTo>
                <a:cubicBezTo>
                  <a:pt x="1209842" y="39060"/>
                  <a:pt x="1207543" y="42748"/>
                  <a:pt x="1206432" y="47462"/>
                </a:cubicBezTo>
                <a:close/>
                <a:moveTo>
                  <a:pt x="1313612" y="70906"/>
                </a:moveTo>
                <a:cubicBezTo>
                  <a:pt x="1315183" y="70906"/>
                  <a:pt x="1316380" y="71248"/>
                  <a:pt x="1317203" y="71933"/>
                </a:cubicBezTo>
                <a:cubicBezTo>
                  <a:pt x="1318027" y="72618"/>
                  <a:pt x="1318439" y="73626"/>
                  <a:pt x="1318439" y="74957"/>
                </a:cubicBezTo>
                <a:cubicBezTo>
                  <a:pt x="1318439" y="76326"/>
                  <a:pt x="1318046" y="77353"/>
                  <a:pt x="1317261" y="78038"/>
                </a:cubicBezTo>
                <a:cubicBezTo>
                  <a:pt x="1316476" y="78723"/>
                  <a:pt x="1315336" y="79065"/>
                  <a:pt x="1313842" y="79065"/>
                </a:cubicBezTo>
                <a:lnTo>
                  <a:pt x="1276263" y="79065"/>
                </a:lnTo>
                <a:cubicBezTo>
                  <a:pt x="1274693" y="79065"/>
                  <a:pt x="1273496" y="78723"/>
                  <a:pt x="1272672" y="78038"/>
                </a:cubicBezTo>
                <a:cubicBezTo>
                  <a:pt x="1271848" y="77353"/>
                  <a:pt x="1271437" y="76326"/>
                  <a:pt x="1271437" y="74957"/>
                </a:cubicBezTo>
                <a:cubicBezTo>
                  <a:pt x="1271437" y="73626"/>
                  <a:pt x="1271829" y="72618"/>
                  <a:pt x="1272614" y="71933"/>
                </a:cubicBezTo>
                <a:cubicBezTo>
                  <a:pt x="1273400" y="71248"/>
                  <a:pt x="1274539" y="70906"/>
                  <a:pt x="1276033" y="70906"/>
                </a:cubicBezTo>
                <a:lnTo>
                  <a:pt x="1285802" y="70906"/>
                </a:lnTo>
                <a:lnTo>
                  <a:pt x="1285802" y="35740"/>
                </a:lnTo>
                <a:lnTo>
                  <a:pt x="1276378" y="35740"/>
                </a:lnTo>
                <a:cubicBezTo>
                  <a:pt x="1274808" y="35740"/>
                  <a:pt x="1273591" y="35374"/>
                  <a:pt x="1272729" y="34641"/>
                </a:cubicBezTo>
                <a:cubicBezTo>
                  <a:pt x="1271867" y="33909"/>
                  <a:pt x="1271437" y="32867"/>
                  <a:pt x="1271437" y="31517"/>
                </a:cubicBezTo>
                <a:cubicBezTo>
                  <a:pt x="1271437" y="30128"/>
                  <a:pt x="1271839" y="29087"/>
                  <a:pt x="1272643" y="28392"/>
                </a:cubicBezTo>
                <a:cubicBezTo>
                  <a:pt x="1273448" y="27698"/>
                  <a:pt x="1274616" y="27351"/>
                  <a:pt x="1276148" y="27351"/>
                </a:cubicBezTo>
                <a:lnTo>
                  <a:pt x="1285227" y="27351"/>
                </a:lnTo>
                <a:lnTo>
                  <a:pt x="1285227" y="23444"/>
                </a:lnTo>
                <a:cubicBezTo>
                  <a:pt x="1285227" y="16510"/>
                  <a:pt x="1287200" y="11482"/>
                  <a:pt x="1291145" y="8360"/>
                </a:cubicBezTo>
                <a:cubicBezTo>
                  <a:pt x="1295091" y="5238"/>
                  <a:pt x="1301469" y="3677"/>
                  <a:pt x="1310280" y="3677"/>
                </a:cubicBezTo>
                <a:cubicBezTo>
                  <a:pt x="1314570" y="3677"/>
                  <a:pt x="1317740" y="4156"/>
                  <a:pt x="1319789" y="5114"/>
                </a:cubicBezTo>
                <a:cubicBezTo>
                  <a:pt x="1321839" y="6072"/>
                  <a:pt x="1322863" y="7566"/>
                  <a:pt x="1322863" y="9596"/>
                </a:cubicBezTo>
                <a:cubicBezTo>
                  <a:pt x="1322863" y="10783"/>
                  <a:pt x="1322423" y="11760"/>
                  <a:pt x="1321542" y="12526"/>
                </a:cubicBezTo>
                <a:cubicBezTo>
                  <a:pt x="1320661" y="13292"/>
                  <a:pt x="1319531" y="13675"/>
                  <a:pt x="1318152" y="13675"/>
                </a:cubicBezTo>
                <a:cubicBezTo>
                  <a:pt x="1317462" y="13675"/>
                  <a:pt x="1315805" y="13446"/>
                  <a:pt x="1313181" y="12986"/>
                </a:cubicBezTo>
                <a:cubicBezTo>
                  <a:pt x="1310557" y="12526"/>
                  <a:pt x="1308307" y="12296"/>
                  <a:pt x="1306430" y="12296"/>
                </a:cubicBezTo>
                <a:cubicBezTo>
                  <a:pt x="1302101" y="12296"/>
                  <a:pt x="1298998" y="13206"/>
                  <a:pt x="1297121" y="15026"/>
                </a:cubicBezTo>
                <a:cubicBezTo>
                  <a:pt x="1295244" y="16845"/>
                  <a:pt x="1294306" y="19862"/>
                  <a:pt x="1294306" y="24076"/>
                </a:cubicBezTo>
                <a:lnTo>
                  <a:pt x="1294306" y="27351"/>
                </a:lnTo>
                <a:lnTo>
                  <a:pt x="1314647" y="27351"/>
                </a:lnTo>
                <a:cubicBezTo>
                  <a:pt x="1316217" y="27351"/>
                  <a:pt x="1317414" y="27698"/>
                  <a:pt x="1318238" y="28392"/>
                </a:cubicBezTo>
                <a:cubicBezTo>
                  <a:pt x="1319061" y="29087"/>
                  <a:pt x="1319473" y="30128"/>
                  <a:pt x="1319473" y="31517"/>
                </a:cubicBezTo>
                <a:cubicBezTo>
                  <a:pt x="1319473" y="32828"/>
                  <a:pt x="1319052" y="33860"/>
                  <a:pt x="1318209" y="34613"/>
                </a:cubicBezTo>
                <a:cubicBezTo>
                  <a:pt x="1317366" y="35364"/>
                  <a:pt x="1316217" y="35740"/>
                  <a:pt x="1314761" y="35740"/>
                </a:cubicBezTo>
                <a:lnTo>
                  <a:pt x="1294880" y="35740"/>
                </a:lnTo>
                <a:lnTo>
                  <a:pt x="1294880" y="70906"/>
                </a:lnTo>
                <a:lnTo>
                  <a:pt x="1313612" y="70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H2:">
            <a:extLst xmlns:a="http://schemas.openxmlformats.org/drawingml/2006/main">
              <a:ext uri="{FF2B5EF4-FFF2-40B4-BE49-F238E27FC236}">
                <a16:creationId xmlns:a16="http://schemas.microsoft.com/office/drawing/2014/main" id="{A310FF27-69C1-4F60-8936-38E611F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2877" y="4262615"/>
            <a:ext cx="184193" cy="75158"/>
          </a:xfrm>
          <a:custGeom xmlns:a="http://schemas.openxmlformats.org/drawingml/2006/main">
            <a:pathLst>
              <a:path w="184193" h="75158">
                <a:moveTo>
                  <a:pt x="22122" y="18847"/>
                </a:moveTo>
                <a:lnTo>
                  <a:pt x="22122" y="32178"/>
                </a:lnTo>
                <a:lnTo>
                  <a:pt x="40912" y="32178"/>
                </a:lnTo>
                <a:lnTo>
                  <a:pt x="40912" y="18847"/>
                </a:lnTo>
                <a:lnTo>
                  <a:pt x="39992" y="18847"/>
                </a:lnTo>
                <a:cubicBezTo>
                  <a:pt x="37924" y="18847"/>
                  <a:pt x="36344" y="18313"/>
                  <a:pt x="35252" y="17245"/>
                </a:cubicBezTo>
                <a:cubicBezTo>
                  <a:pt x="34160" y="16177"/>
                  <a:pt x="33614" y="14614"/>
                  <a:pt x="33614" y="12555"/>
                </a:cubicBezTo>
                <a:cubicBezTo>
                  <a:pt x="33614" y="10305"/>
                  <a:pt x="34179" y="8684"/>
                  <a:pt x="35309" y="7692"/>
                </a:cubicBezTo>
                <a:cubicBezTo>
                  <a:pt x="36439" y="6701"/>
                  <a:pt x="38307" y="6206"/>
                  <a:pt x="40912" y="6206"/>
                </a:cubicBezTo>
                <a:lnTo>
                  <a:pt x="55736" y="6206"/>
                </a:lnTo>
                <a:cubicBezTo>
                  <a:pt x="58341" y="6206"/>
                  <a:pt x="60189" y="6701"/>
                  <a:pt x="61281" y="7692"/>
                </a:cubicBezTo>
                <a:cubicBezTo>
                  <a:pt x="62373" y="8684"/>
                  <a:pt x="62919" y="10305"/>
                  <a:pt x="62919" y="12555"/>
                </a:cubicBezTo>
                <a:cubicBezTo>
                  <a:pt x="62919" y="14614"/>
                  <a:pt x="62392" y="16177"/>
                  <a:pt x="61339" y="17245"/>
                </a:cubicBezTo>
                <a:cubicBezTo>
                  <a:pt x="60285" y="18313"/>
                  <a:pt x="58743" y="18847"/>
                  <a:pt x="56713" y="18847"/>
                </a:cubicBezTo>
                <a:lnTo>
                  <a:pt x="55736" y="18847"/>
                </a:lnTo>
                <a:lnTo>
                  <a:pt x="55736" y="61712"/>
                </a:lnTo>
                <a:lnTo>
                  <a:pt x="56713" y="61712"/>
                </a:lnTo>
                <a:cubicBezTo>
                  <a:pt x="58782" y="61712"/>
                  <a:pt x="60352" y="62241"/>
                  <a:pt x="61425" y="63299"/>
                </a:cubicBezTo>
                <a:cubicBezTo>
                  <a:pt x="62497" y="64358"/>
                  <a:pt x="63034" y="65907"/>
                  <a:pt x="63034" y="67947"/>
                </a:cubicBezTo>
                <a:cubicBezTo>
                  <a:pt x="63034" y="70216"/>
                  <a:pt x="62478" y="71851"/>
                  <a:pt x="61367" y="72852"/>
                </a:cubicBezTo>
                <a:cubicBezTo>
                  <a:pt x="60256" y="73853"/>
                  <a:pt x="58379" y="74353"/>
                  <a:pt x="55736" y="74353"/>
                </a:cubicBezTo>
                <a:lnTo>
                  <a:pt x="40912" y="74353"/>
                </a:lnTo>
                <a:cubicBezTo>
                  <a:pt x="38268" y="74353"/>
                  <a:pt x="36391" y="73863"/>
                  <a:pt x="35281" y="72883"/>
                </a:cubicBezTo>
                <a:cubicBezTo>
                  <a:pt x="34170" y="71901"/>
                  <a:pt x="33614" y="70256"/>
                  <a:pt x="33614" y="67947"/>
                </a:cubicBezTo>
                <a:cubicBezTo>
                  <a:pt x="33614" y="65907"/>
                  <a:pt x="34160" y="64358"/>
                  <a:pt x="35252" y="63299"/>
                </a:cubicBezTo>
                <a:cubicBezTo>
                  <a:pt x="36344" y="62241"/>
                  <a:pt x="37924" y="61712"/>
                  <a:pt x="39992" y="61712"/>
                </a:cubicBezTo>
                <a:lnTo>
                  <a:pt x="40912" y="61712"/>
                </a:lnTo>
                <a:lnTo>
                  <a:pt x="40912" y="44819"/>
                </a:lnTo>
                <a:lnTo>
                  <a:pt x="22122" y="44819"/>
                </a:lnTo>
                <a:lnTo>
                  <a:pt x="22122" y="61712"/>
                </a:lnTo>
                <a:lnTo>
                  <a:pt x="23041" y="61712"/>
                </a:lnTo>
                <a:cubicBezTo>
                  <a:pt x="25110" y="61712"/>
                  <a:pt x="26690" y="62241"/>
                  <a:pt x="27782" y="63299"/>
                </a:cubicBezTo>
                <a:cubicBezTo>
                  <a:pt x="28874" y="64358"/>
                  <a:pt x="29420" y="65907"/>
                  <a:pt x="29420" y="67947"/>
                </a:cubicBezTo>
                <a:cubicBezTo>
                  <a:pt x="29420" y="70216"/>
                  <a:pt x="28855" y="71851"/>
                  <a:pt x="27724" y="72852"/>
                </a:cubicBezTo>
                <a:cubicBezTo>
                  <a:pt x="26594" y="73853"/>
                  <a:pt x="24727" y="74353"/>
                  <a:pt x="22122" y="74353"/>
                </a:cubicBezTo>
                <a:lnTo>
                  <a:pt x="7297" y="74353"/>
                </a:lnTo>
                <a:cubicBezTo>
                  <a:pt x="4654" y="74353"/>
                  <a:pt x="2777" y="73863"/>
                  <a:pt x="1666" y="72883"/>
                </a:cubicBezTo>
                <a:cubicBezTo>
                  <a:pt x="555" y="71901"/>
                  <a:pt x="0" y="70256"/>
                  <a:pt x="0" y="67947"/>
                </a:cubicBezTo>
                <a:cubicBezTo>
                  <a:pt x="0" y="65907"/>
                  <a:pt x="536" y="64358"/>
                  <a:pt x="1609" y="63299"/>
                </a:cubicBezTo>
                <a:cubicBezTo>
                  <a:pt x="2681" y="62241"/>
                  <a:pt x="4252" y="61712"/>
                  <a:pt x="6321" y="61712"/>
                </a:cubicBezTo>
                <a:lnTo>
                  <a:pt x="7297" y="61712"/>
                </a:lnTo>
                <a:lnTo>
                  <a:pt x="7297" y="18847"/>
                </a:lnTo>
                <a:lnTo>
                  <a:pt x="6321" y="18847"/>
                </a:lnTo>
                <a:cubicBezTo>
                  <a:pt x="4290" y="18847"/>
                  <a:pt x="2749" y="18313"/>
                  <a:pt x="1695" y="17245"/>
                </a:cubicBezTo>
                <a:cubicBezTo>
                  <a:pt x="642" y="16177"/>
                  <a:pt x="115" y="14614"/>
                  <a:pt x="115" y="12555"/>
                </a:cubicBezTo>
                <a:cubicBezTo>
                  <a:pt x="115" y="10305"/>
                  <a:pt x="661" y="8684"/>
                  <a:pt x="1753" y="7692"/>
                </a:cubicBezTo>
                <a:cubicBezTo>
                  <a:pt x="2844" y="6701"/>
                  <a:pt x="4693" y="6206"/>
                  <a:pt x="7297" y="6206"/>
                </a:cubicBezTo>
                <a:lnTo>
                  <a:pt x="22122" y="6206"/>
                </a:lnTo>
                <a:cubicBezTo>
                  <a:pt x="24689" y="6206"/>
                  <a:pt x="26547" y="6701"/>
                  <a:pt x="27696" y="7692"/>
                </a:cubicBezTo>
                <a:cubicBezTo>
                  <a:pt x="28845" y="8684"/>
                  <a:pt x="29420" y="10305"/>
                  <a:pt x="29420" y="12555"/>
                </a:cubicBezTo>
                <a:cubicBezTo>
                  <a:pt x="29420" y="14614"/>
                  <a:pt x="28874" y="16177"/>
                  <a:pt x="27782" y="17245"/>
                </a:cubicBezTo>
                <a:cubicBezTo>
                  <a:pt x="26690" y="18313"/>
                  <a:pt x="25110" y="18847"/>
                  <a:pt x="23041" y="18847"/>
                </a:cubicBezTo>
                <a:lnTo>
                  <a:pt x="22122" y="18847"/>
                </a:lnTo>
                <a:close/>
                <a:moveTo>
                  <a:pt x="94194" y="61367"/>
                </a:moveTo>
                <a:lnTo>
                  <a:pt x="114305" y="61367"/>
                </a:lnTo>
                <a:lnTo>
                  <a:pt x="114305" y="61026"/>
                </a:lnTo>
                <a:cubicBezTo>
                  <a:pt x="114305" y="59091"/>
                  <a:pt x="114832" y="57649"/>
                  <a:pt x="115885" y="56701"/>
                </a:cubicBezTo>
                <a:cubicBezTo>
                  <a:pt x="116938" y="55751"/>
                  <a:pt x="118499" y="55277"/>
                  <a:pt x="120568" y="55277"/>
                </a:cubicBezTo>
                <a:cubicBezTo>
                  <a:pt x="122254" y="55277"/>
                  <a:pt x="123556" y="55746"/>
                  <a:pt x="124475" y="56684"/>
                </a:cubicBezTo>
                <a:cubicBezTo>
                  <a:pt x="125395" y="57623"/>
                  <a:pt x="125854" y="58954"/>
                  <a:pt x="125854" y="60678"/>
                </a:cubicBezTo>
                <a:lnTo>
                  <a:pt x="125854" y="61425"/>
                </a:lnTo>
                <a:lnTo>
                  <a:pt x="125395" y="70331"/>
                </a:lnTo>
                <a:cubicBezTo>
                  <a:pt x="125318" y="72093"/>
                  <a:pt x="125040" y="73204"/>
                  <a:pt x="124562" y="73664"/>
                </a:cubicBezTo>
                <a:cubicBezTo>
                  <a:pt x="124083" y="74124"/>
                  <a:pt x="123230" y="74353"/>
                  <a:pt x="122005" y="74353"/>
                </a:cubicBezTo>
                <a:lnTo>
                  <a:pt x="80691" y="74353"/>
                </a:lnTo>
                <a:cubicBezTo>
                  <a:pt x="78469" y="74353"/>
                  <a:pt x="76755" y="73875"/>
                  <a:pt x="75548" y="72919"/>
                </a:cubicBezTo>
                <a:cubicBezTo>
                  <a:pt x="74341" y="71961"/>
                  <a:pt x="73738" y="70602"/>
                  <a:pt x="73738" y="68843"/>
                </a:cubicBezTo>
                <a:cubicBezTo>
                  <a:pt x="73738" y="67388"/>
                  <a:pt x="74112" y="65962"/>
                  <a:pt x="74859" y="64565"/>
                </a:cubicBezTo>
                <a:cubicBezTo>
                  <a:pt x="75606" y="63168"/>
                  <a:pt x="76803" y="61685"/>
                  <a:pt x="78450" y="60116"/>
                </a:cubicBezTo>
                <a:lnTo>
                  <a:pt x="101836" y="37556"/>
                </a:lnTo>
                <a:cubicBezTo>
                  <a:pt x="104364" y="35106"/>
                  <a:pt x="106251" y="32657"/>
                  <a:pt x="107496" y="30208"/>
                </a:cubicBezTo>
                <a:cubicBezTo>
                  <a:pt x="108741" y="27759"/>
                  <a:pt x="109363" y="25309"/>
                  <a:pt x="109363" y="22860"/>
                </a:cubicBezTo>
                <a:cubicBezTo>
                  <a:pt x="109363" y="19415"/>
                  <a:pt x="108530" y="16851"/>
                  <a:pt x="106864" y="15168"/>
                </a:cubicBezTo>
                <a:cubicBezTo>
                  <a:pt x="105197" y="13483"/>
                  <a:pt x="102660" y="12641"/>
                  <a:pt x="99250" y="12641"/>
                </a:cubicBezTo>
                <a:cubicBezTo>
                  <a:pt x="97258" y="12641"/>
                  <a:pt x="95487" y="12938"/>
                  <a:pt x="93935" y="13532"/>
                </a:cubicBezTo>
                <a:cubicBezTo>
                  <a:pt x="92384" y="14126"/>
                  <a:pt x="91187" y="14959"/>
                  <a:pt x="90344" y="16031"/>
                </a:cubicBezTo>
                <a:cubicBezTo>
                  <a:pt x="89884" y="16568"/>
                  <a:pt x="89329" y="17391"/>
                  <a:pt x="88678" y="18502"/>
                </a:cubicBezTo>
                <a:cubicBezTo>
                  <a:pt x="86839" y="21490"/>
                  <a:pt x="84809" y="22984"/>
                  <a:pt x="82587" y="22984"/>
                </a:cubicBezTo>
                <a:cubicBezTo>
                  <a:pt x="80672" y="22984"/>
                  <a:pt x="79226" y="22351"/>
                  <a:pt x="78249" y="21084"/>
                </a:cubicBezTo>
                <a:cubicBezTo>
                  <a:pt x="77272" y="19817"/>
                  <a:pt x="76783" y="17934"/>
                  <a:pt x="76783" y="15437"/>
                </a:cubicBezTo>
                <a:cubicBezTo>
                  <a:pt x="76783" y="12864"/>
                  <a:pt x="77090" y="10945"/>
                  <a:pt x="77703" y="9678"/>
                </a:cubicBezTo>
                <a:cubicBezTo>
                  <a:pt x="78316" y="8411"/>
                  <a:pt x="79542" y="7143"/>
                  <a:pt x="81380" y="5875"/>
                </a:cubicBezTo>
                <a:cubicBezTo>
                  <a:pt x="84368" y="3879"/>
                  <a:pt x="87519" y="2400"/>
                  <a:pt x="90832" y="1440"/>
                </a:cubicBezTo>
                <a:cubicBezTo>
                  <a:pt x="94146" y="480"/>
                  <a:pt x="97737" y="0"/>
                  <a:pt x="101606" y="0"/>
                </a:cubicBezTo>
                <a:cubicBezTo>
                  <a:pt x="108846" y="0"/>
                  <a:pt x="114583" y="1952"/>
                  <a:pt x="118816" y="5856"/>
                </a:cubicBezTo>
                <a:cubicBezTo>
                  <a:pt x="123048" y="9759"/>
                  <a:pt x="125165" y="15002"/>
                  <a:pt x="125165" y="21585"/>
                </a:cubicBezTo>
                <a:cubicBezTo>
                  <a:pt x="125165" y="25986"/>
                  <a:pt x="124064" y="30205"/>
                  <a:pt x="121861" y="34243"/>
                </a:cubicBezTo>
                <a:cubicBezTo>
                  <a:pt x="119658" y="38280"/>
                  <a:pt x="116239" y="42309"/>
                  <a:pt x="111604" y="46327"/>
                </a:cubicBezTo>
                <a:lnTo>
                  <a:pt x="94194" y="61367"/>
                </a:lnTo>
                <a:close/>
                <a:moveTo>
                  <a:pt x="172184" y="53553"/>
                </a:moveTo>
                <a:cubicBezTo>
                  <a:pt x="175785" y="53553"/>
                  <a:pt x="178687" y="54539"/>
                  <a:pt x="180889" y="56512"/>
                </a:cubicBezTo>
                <a:cubicBezTo>
                  <a:pt x="183092" y="58485"/>
                  <a:pt x="184193" y="61061"/>
                  <a:pt x="184193" y="64240"/>
                </a:cubicBezTo>
                <a:cubicBezTo>
                  <a:pt x="184193" y="67458"/>
                  <a:pt x="183092" y="70082"/>
                  <a:pt x="180889" y="72112"/>
                </a:cubicBezTo>
                <a:cubicBezTo>
                  <a:pt x="178687" y="74143"/>
                  <a:pt x="175785" y="75158"/>
                  <a:pt x="172184" y="75158"/>
                </a:cubicBezTo>
                <a:cubicBezTo>
                  <a:pt x="168660" y="75158"/>
                  <a:pt x="165787" y="74133"/>
                  <a:pt x="163565" y="72084"/>
                </a:cubicBezTo>
                <a:cubicBezTo>
                  <a:pt x="161343" y="70034"/>
                  <a:pt x="160233" y="67420"/>
                  <a:pt x="160233" y="64240"/>
                </a:cubicBezTo>
                <a:cubicBezTo>
                  <a:pt x="160233" y="61099"/>
                  <a:pt x="161343" y="58533"/>
                  <a:pt x="163565" y="56541"/>
                </a:cubicBezTo>
                <a:cubicBezTo>
                  <a:pt x="165787" y="54549"/>
                  <a:pt x="168660" y="53553"/>
                  <a:pt x="172184" y="53553"/>
                </a:cubicBezTo>
                <a:moveTo>
                  <a:pt x="172184" y="22869"/>
                </a:moveTo>
                <a:cubicBezTo>
                  <a:pt x="175785" y="22869"/>
                  <a:pt x="178668" y="23859"/>
                  <a:pt x="180832" y="25837"/>
                </a:cubicBezTo>
                <a:cubicBezTo>
                  <a:pt x="182996" y="27815"/>
                  <a:pt x="184079" y="30398"/>
                  <a:pt x="184079" y="33585"/>
                </a:cubicBezTo>
                <a:cubicBezTo>
                  <a:pt x="184079" y="36850"/>
                  <a:pt x="182987" y="39500"/>
                  <a:pt x="180803" y="41536"/>
                </a:cubicBezTo>
                <a:cubicBezTo>
                  <a:pt x="178620" y="43572"/>
                  <a:pt x="175747" y="44589"/>
                  <a:pt x="172184" y="44589"/>
                </a:cubicBezTo>
                <a:cubicBezTo>
                  <a:pt x="168660" y="44589"/>
                  <a:pt x="165787" y="43562"/>
                  <a:pt x="163565" y="41508"/>
                </a:cubicBezTo>
                <a:cubicBezTo>
                  <a:pt x="161343" y="39452"/>
                  <a:pt x="160233" y="36812"/>
                  <a:pt x="160233" y="33585"/>
                </a:cubicBezTo>
                <a:cubicBezTo>
                  <a:pt x="160233" y="30398"/>
                  <a:pt x="161334" y="27815"/>
                  <a:pt x="163537" y="25837"/>
                </a:cubicBezTo>
                <a:cubicBezTo>
                  <a:pt x="165739" y="23859"/>
                  <a:pt x="168622" y="22869"/>
                  <a:pt x="172184" y="228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Hypotheticalgoal">
            <a:extLst xmlns:a="http://schemas.openxmlformats.org/drawingml/2006/main">
              <a:ext uri="{FF2B5EF4-FFF2-40B4-BE49-F238E27FC236}">
                <a16:creationId xmlns:a16="http://schemas.microsoft.com/office/drawing/2014/main" id="{66317901-BA64-4C9A-BBB2-7312B07B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716" y="4397752"/>
            <a:ext cx="1182282" cy="102049"/>
          </a:xfrm>
          <a:custGeom xmlns:a="http://schemas.openxmlformats.org/drawingml/2006/main">
            <a:pathLst>
              <a:path w="1182282" h="102049">
                <a:moveTo>
                  <a:pt x="15916" y="70906"/>
                </a:moveTo>
                <a:lnTo>
                  <a:pt x="19766" y="70906"/>
                </a:lnTo>
                <a:cubicBezTo>
                  <a:pt x="22026" y="70906"/>
                  <a:pt x="23616" y="71215"/>
                  <a:pt x="24535" y="71832"/>
                </a:cubicBezTo>
                <a:cubicBezTo>
                  <a:pt x="25455" y="72449"/>
                  <a:pt x="25915" y="73471"/>
                  <a:pt x="25915" y="74899"/>
                </a:cubicBezTo>
                <a:cubicBezTo>
                  <a:pt x="25915" y="76481"/>
                  <a:pt x="25512" y="77571"/>
                  <a:pt x="24708" y="78169"/>
                </a:cubicBezTo>
                <a:cubicBezTo>
                  <a:pt x="23903" y="78766"/>
                  <a:pt x="22141" y="79065"/>
                  <a:pt x="19422" y="79065"/>
                </a:cubicBezTo>
                <a:lnTo>
                  <a:pt x="6838" y="79065"/>
                </a:lnTo>
                <a:lnTo>
                  <a:pt x="4252" y="79065"/>
                </a:lnTo>
                <a:cubicBezTo>
                  <a:pt x="2835" y="79065"/>
                  <a:pt x="1772" y="78718"/>
                  <a:pt x="1063" y="78024"/>
                </a:cubicBezTo>
                <a:cubicBezTo>
                  <a:pt x="354" y="77329"/>
                  <a:pt x="0" y="76288"/>
                  <a:pt x="0" y="74899"/>
                </a:cubicBezTo>
                <a:cubicBezTo>
                  <a:pt x="0" y="73395"/>
                  <a:pt x="412" y="72353"/>
                  <a:pt x="1235" y="71775"/>
                </a:cubicBezTo>
                <a:cubicBezTo>
                  <a:pt x="2059" y="71195"/>
                  <a:pt x="3620" y="70906"/>
                  <a:pt x="5918" y="70906"/>
                </a:cubicBezTo>
                <a:lnTo>
                  <a:pt x="6953" y="70906"/>
                </a:lnTo>
                <a:lnTo>
                  <a:pt x="6953" y="19077"/>
                </a:lnTo>
                <a:lnTo>
                  <a:pt x="6033" y="19077"/>
                </a:lnTo>
                <a:cubicBezTo>
                  <a:pt x="3735" y="19077"/>
                  <a:pt x="2155" y="18774"/>
                  <a:pt x="1293" y="18170"/>
                </a:cubicBezTo>
                <a:cubicBezTo>
                  <a:pt x="431" y="17565"/>
                  <a:pt x="0" y="16508"/>
                  <a:pt x="0" y="14997"/>
                </a:cubicBezTo>
                <a:cubicBezTo>
                  <a:pt x="0" y="13599"/>
                  <a:pt x="354" y="12569"/>
                  <a:pt x="1063" y="11909"/>
                </a:cubicBezTo>
                <a:cubicBezTo>
                  <a:pt x="1772" y="11248"/>
                  <a:pt x="2873" y="10917"/>
                  <a:pt x="4367" y="10917"/>
                </a:cubicBezTo>
                <a:lnTo>
                  <a:pt x="6838" y="10917"/>
                </a:lnTo>
                <a:lnTo>
                  <a:pt x="18847" y="10917"/>
                </a:lnTo>
                <a:cubicBezTo>
                  <a:pt x="21911" y="10917"/>
                  <a:pt x="23856" y="11210"/>
                  <a:pt x="24679" y="11795"/>
                </a:cubicBezTo>
                <a:cubicBezTo>
                  <a:pt x="25503" y="12381"/>
                  <a:pt x="25915" y="13448"/>
                  <a:pt x="25915" y="14997"/>
                </a:cubicBezTo>
                <a:cubicBezTo>
                  <a:pt x="25915" y="16508"/>
                  <a:pt x="25397" y="17565"/>
                  <a:pt x="24363" y="18170"/>
                </a:cubicBezTo>
                <a:cubicBezTo>
                  <a:pt x="23329" y="18774"/>
                  <a:pt x="21375" y="19077"/>
                  <a:pt x="18502" y="19077"/>
                </a:cubicBezTo>
                <a:lnTo>
                  <a:pt x="15916" y="19077"/>
                </a:lnTo>
                <a:lnTo>
                  <a:pt x="15916" y="39188"/>
                </a:lnTo>
                <a:lnTo>
                  <a:pt x="43440" y="39188"/>
                </a:lnTo>
                <a:lnTo>
                  <a:pt x="43440" y="19077"/>
                </a:lnTo>
                <a:lnTo>
                  <a:pt x="39533" y="19077"/>
                </a:lnTo>
                <a:cubicBezTo>
                  <a:pt x="37349" y="19077"/>
                  <a:pt x="35788" y="18756"/>
                  <a:pt x="34850" y="18114"/>
                </a:cubicBezTo>
                <a:cubicBezTo>
                  <a:pt x="33911" y="17471"/>
                  <a:pt x="33442" y="16432"/>
                  <a:pt x="33442" y="14997"/>
                </a:cubicBezTo>
                <a:cubicBezTo>
                  <a:pt x="33442" y="13448"/>
                  <a:pt x="33873" y="12381"/>
                  <a:pt x="34735" y="11795"/>
                </a:cubicBezTo>
                <a:cubicBezTo>
                  <a:pt x="35597" y="11210"/>
                  <a:pt x="37713" y="10917"/>
                  <a:pt x="41084" y="10917"/>
                </a:cubicBezTo>
                <a:lnTo>
                  <a:pt x="52519" y="10917"/>
                </a:lnTo>
                <a:lnTo>
                  <a:pt x="55104" y="10917"/>
                </a:lnTo>
                <a:cubicBezTo>
                  <a:pt x="56483" y="10917"/>
                  <a:pt x="57527" y="11257"/>
                  <a:pt x="58236" y="11937"/>
                </a:cubicBezTo>
                <a:cubicBezTo>
                  <a:pt x="58944" y="12617"/>
                  <a:pt x="59299" y="13637"/>
                  <a:pt x="59299" y="14997"/>
                </a:cubicBezTo>
                <a:cubicBezTo>
                  <a:pt x="59299" y="16471"/>
                  <a:pt x="58897" y="17519"/>
                  <a:pt x="58092" y="18143"/>
                </a:cubicBezTo>
                <a:cubicBezTo>
                  <a:pt x="57288" y="18766"/>
                  <a:pt x="55851" y="19077"/>
                  <a:pt x="53783" y="19077"/>
                </a:cubicBezTo>
                <a:lnTo>
                  <a:pt x="52404" y="19077"/>
                </a:lnTo>
                <a:lnTo>
                  <a:pt x="52404" y="70906"/>
                </a:lnTo>
                <a:lnTo>
                  <a:pt x="53323" y="70906"/>
                </a:lnTo>
                <a:cubicBezTo>
                  <a:pt x="55621" y="70906"/>
                  <a:pt x="57192" y="71205"/>
                  <a:pt x="58035" y="71804"/>
                </a:cubicBezTo>
                <a:cubicBezTo>
                  <a:pt x="58877" y="72401"/>
                  <a:pt x="59299" y="73433"/>
                  <a:pt x="59299" y="74899"/>
                </a:cubicBezTo>
                <a:cubicBezTo>
                  <a:pt x="59299" y="76481"/>
                  <a:pt x="58897" y="77571"/>
                  <a:pt x="58092" y="78169"/>
                </a:cubicBezTo>
                <a:cubicBezTo>
                  <a:pt x="57288" y="78766"/>
                  <a:pt x="55430" y="79065"/>
                  <a:pt x="52519" y="79065"/>
                </a:cubicBezTo>
                <a:lnTo>
                  <a:pt x="40624" y="79065"/>
                </a:lnTo>
                <a:cubicBezTo>
                  <a:pt x="37521" y="79065"/>
                  <a:pt x="35549" y="78766"/>
                  <a:pt x="34706" y="78169"/>
                </a:cubicBezTo>
                <a:cubicBezTo>
                  <a:pt x="33863" y="77571"/>
                  <a:pt x="33442" y="76481"/>
                  <a:pt x="33442" y="74899"/>
                </a:cubicBezTo>
                <a:cubicBezTo>
                  <a:pt x="33442" y="73395"/>
                  <a:pt x="33940" y="72353"/>
                  <a:pt x="34936" y="71775"/>
                </a:cubicBezTo>
                <a:cubicBezTo>
                  <a:pt x="35932" y="71195"/>
                  <a:pt x="37828" y="70906"/>
                  <a:pt x="40624" y="70906"/>
                </a:cubicBezTo>
                <a:lnTo>
                  <a:pt x="43440" y="70906"/>
                </a:lnTo>
                <a:lnTo>
                  <a:pt x="43440" y="47117"/>
                </a:lnTo>
                <a:lnTo>
                  <a:pt x="15916" y="47117"/>
                </a:lnTo>
                <a:lnTo>
                  <a:pt x="15916" y="70906"/>
                </a:lnTo>
                <a:close/>
                <a:moveTo>
                  <a:pt x="95688" y="93890"/>
                </a:moveTo>
                <a:lnTo>
                  <a:pt x="98159" y="93890"/>
                </a:lnTo>
                <a:cubicBezTo>
                  <a:pt x="100955" y="93890"/>
                  <a:pt x="102851" y="94184"/>
                  <a:pt x="103847" y="94773"/>
                </a:cubicBezTo>
                <a:cubicBezTo>
                  <a:pt x="104843" y="95363"/>
                  <a:pt x="105341" y="96438"/>
                  <a:pt x="105341" y="97998"/>
                </a:cubicBezTo>
                <a:cubicBezTo>
                  <a:pt x="105341" y="99329"/>
                  <a:pt x="104948" y="100337"/>
                  <a:pt x="104163" y="101022"/>
                </a:cubicBezTo>
                <a:cubicBezTo>
                  <a:pt x="103378" y="101707"/>
                  <a:pt x="102238" y="102049"/>
                  <a:pt x="100744" y="102049"/>
                </a:cubicBezTo>
                <a:lnTo>
                  <a:pt x="74255" y="102049"/>
                </a:lnTo>
                <a:cubicBezTo>
                  <a:pt x="72455" y="102049"/>
                  <a:pt x="71200" y="101744"/>
                  <a:pt x="70492" y="101135"/>
                </a:cubicBezTo>
                <a:cubicBezTo>
                  <a:pt x="69783" y="100527"/>
                  <a:pt x="69429" y="99481"/>
                  <a:pt x="69429" y="97998"/>
                </a:cubicBezTo>
                <a:cubicBezTo>
                  <a:pt x="69429" y="96629"/>
                  <a:pt x="69802" y="95602"/>
                  <a:pt x="70549" y="94917"/>
                </a:cubicBezTo>
                <a:cubicBezTo>
                  <a:pt x="71296" y="94232"/>
                  <a:pt x="72416" y="93890"/>
                  <a:pt x="73910" y="93890"/>
                </a:cubicBezTo>
                <a:lnTo>
                  <a:pt x="86379" y="93890"/>
                </a:lnTo>
                <a:lnTo>
                  <a:pt x="95688" y="75524"/>
                </a:lnTo>
                <a:lnTo>
                  <a:pt x="74600" y="34131"/>
                </a:lnTo>
                <a:cubicBezTo>
                  <a:pt x="72072" y="34131"/>
                  <a:pt x="70338" y="33825"/>
                  <a:pt x="69400" y="33212"/>
                </a:cubicBezTo>
                <a:cubicBezTo>
                  <a:pt x="68461" y="32599"/>
                  <a:pt x="67992" y="31526"/>
                  <a:pt x="67992" y="29994"/>
                </a:cubicBezTo>
                <a:cubicBezTo>
                  <a:pt x="67992" y="28653"/>
                  <a:pt x="68375" y="27648"/>
                  <a:pt x="69141" y="26978"/>
                </a:cubicBezTo>
                <a:cubicBezTo>
                  <a:pt x="69907" y="26307"/>
                  <a:pt x="71057" y="25972"/>
                  <a:pt x="72589" y="25972"/>
                </a:cubicBezTo>
                <a:lnTo>
                  <a:pt x="88620" y="25972"/>
                </a:lnTo>
                <a:cubicBezTo>
                  <a:pt x="90765" y="25972"/>
                  <a:pt x="92202" y="26269"/>
                  <a:pt x="92930" y="26863"/>
                </a:cubicBezTo>
                <a:cubicBezTo>
                  <a:pt x="93658" y="27456"/>
                  <a:pt x="94021" y="28500"/>
                  <a:pt x="94021" y="29994"/>
                </a:cubicBezTo>
                <a:cubicBezTo>
                  <a:pt x="94021" y="31526"/>
                  <a:pt x="93543" y="32599"/>
                  <a:pt x="92585" y="33212"/>
                </a:cubicBezTo>
                <a:cubicBezTo>
                  <a:pt x="91627" y="33825"/>
                  <a:pt x="89865" y="34131"/>
                  <a:pt x="87299" y="34131"/>
                </a:cubicBezTo>
                <a:lnTo>
                  <a:pt x="85173" y="34131"/>
                </a:lnTo>
                <a:lnTo>
                  <a:pt x="100744" y="65822"/>
                </a:lnTo>
                <a:lnTo>
                  <a:pt x="116603" y="34131"/>
                </a:lnTo>
                <a:lnTo>
                  <a:pt x="114362" y="34131"/>
                </a:lnTo>
                <a:cubicBezTo>
                  <a:pt x="111719" y="34131"/>
                  <a:pt x="109900" y="33825"/>
                  <a:pt x="108904" y="33212"/>
                </a:cubicBezTo>
                <a:cubicBezTo>
                  <a:pt x="107908" y="32599"/>
                  <a:pt x="107410" y="31526"/>
                  <a:pt x="107410" y="29994"/>
                </a:cubicBezTo>
                <a:cubicBezTo>
                  <a:pt x="107410" y="28500"/>
                  <a:pt x="107774" y="27456"/>
                  <a:pt x="108501" y="26863"/>
                </a:cubicBezTo>
                <a:cubicBezTo>
                  <a:pt x="109229" y="26269"/>
                  <a:pt x="110685" y="25972"/>
                  <a:pt x="112868" y="25972"/>
                </a:cubicBezTo>
                <a:lnTo>
                  <a:pt x="127061" y="25972"/>
                </a:lnTo>
                <a:cubicBezTo>
                  <a:pt x="128632" y="25972"/>
                  <a:pt x="129790" y="26307"/>
                  <a:pt x="130537" y="26978"/>
                </a:cubicBezTo>
                <a:cubicBezTo>
                  <a:pt x="131284" y="27648"/>
                  <a:pt x="131658" y="28653"/>
                  <a:pt x="131658" y="29994"/>
                </a:cubicBezTo>
                <a:cubicBezTo>
                  <a:pt x="131658" y="31450"/>
                  <a:pt x="131236" y="32484"/>
                  <a:pt x="130394" y="33097"/>
                </a:cubicBezTo>
                <a:cubicBezTo>
                  <a:pt x="129551" y="33710"/>
                  <a:pt x="128057" y="34055"/>
                  <a:pt x="125912" y="34131"/>
                </a:cubicBezTo>
                <a:lnTo>
                  <a:pt x="95688" y="93890"/>
                </a:lnTo>
                <a:close/>
                <a:moveTo>
                  <a:pt x="155521" y="93890"/>
                </a:moveTo>
                <a:lnTo>
                  <a:pt x="169311" y="93890"/>
                </a:lnTo>
                <a:cubicBezTo>
                  <a:pt x="170767" y="93890"/>
                  <a:pt x="171859" y="94232"/>
                  <a:pt x="172587" y="94917"/>
                </a:cubicBezTo>
                <a:cubicBezTo>
                  <a:pt x="173314" y="95602"/>
                  <a:pt x="173678" y="96629"/>
                  <a:pt x="173678" y="97998"/>
                </a:cubicBezTo>
                <a:cubicBezTo>
                  <a:pt x="173678" y="99481"/>
                  <a:pt x="173324" y="100527"/>
                  <a:pt x="172615" y="101135"/>
                </a:cubicBezTo>
                <a:cubicBezTo>
                  <a:pt x="171907" y="101744"/>
                  <a:pt x="170652" y="102049"/>
                  <a:pt x="168852" y="102049"/>
                </a:cubicBezTo>
                <a:lnTo>
                  <a:pt x="143512" y="102049"/>
                </a:lnTo>
                <a:cubicBezTo>
                  <a:pt x="141979" y="102049"/>
                  <a:pt x="140821" y="101707"/>
                  <a:pt x="140035" y="101022"/>
                </a:cubicBezTo>
                <a:cubicBezTo>
                  <a:pt x="139250" y="100337"/>
                  <a:pt x="138857" y="99329"/>
                  <a:pt x="138857" y="97998"/>
                </a:cubicBezTo>
                <a:cubicBezTo>
                  <a:pt x="138857" y="96477"/>
                  <a:pt x="139346" y="95411"/>
                  <a:pt x="140323" y="94802"/>
                </a:cubicBezTo>
                <a:cubicBezTo>
                  <a:pt x="141299" y="94194"/>
                  <a:pt x="143109" y="93890"/>
                  <a:pt x="145753" y="93890"/>
                </a:cubicBezTo>
                <a:lnTo>
                  <a:pt x="146844" y="93890"/>
                </a:lnTo>
                <a:lnTo>
                  <a:pt x="146844" y="34131"/>
                </a:lnTo>
                <a:lnTo>
                  <a:pt x="145753" y="34131"/>
                </a:lnTo>
                <a:cubicBezTo>
                  <a:pt x="143109" y="34131"/>
                  <a:pt x="141299" y="33825"/>
                  <a:pt x="140323" y="33212"/>
                </a:cubicBezTo>
                <a:cubicBezTo>
                  <a:pt x="139346" y="32599"/>
                  <a:pt x="138857" y="31526"/>
                  <a:pt x="138857" y="29994"/>
                </a:cubicBezTo>
                <a:cubicBezTo>
                  <a:pt x="138857" y="28653"/>
                  <a:pt x="139250" y="27648"/>
                  <a:pt x="140035" y="26978"/>
                </a:cubicBezTo>
                <a:cubicBezTo>
                  <a:pt x="140821" y="26307"/>
                  <a:pt x="141979" y="25972"/>
                  <a:pt x="143512" y="25972"/>
                </a:cubicBezTo>
                <a:lnTo>
                  <a:pt x="152246" y="25972"/>
                </a:lnTo>
                <a:cubicBezTo>
                  <a:pt x="153395" y="25972"/>
                  <a:pt x="154228" y="26163"/>
                  <a:pt x="154745" y="26547"/>
                </a:cubicBezTo>
                <a:cubicBezTo>
                  <a:pt x="155262" y="26930"/>
                  <a:pt x="155521" y="27523"/>
                  <a:pt x="155521" y="28328"/>
                </a:cubicBezTo>
                <a:lnTo>
                  <a:pt x="155521" y="33901"/>
                </a:lnTo>
                <a:cubicBezTo>
                  <a:pt x="158126" y="31220"/>
                  <a:pt x="161008" y="29209"/>
                  <a:pt x="164169" y="27868"/>
                </a:cubicBezTo>
                <a:cubicBezTo>
                  <a:pt x="167329" y="26527"/>
                  <a:pt x="170729" y="25857"/>
                  <a:pt x="174368" y="25857"/>
                </a:cubicBezTo>
                <a:cubicBezTo>
                  <a:pt x="182067" y="25857"/>
                  <a:pt x="188503" y="28462"/>
                  <a:pt x="193674" y="33672"/>
                </a:cubicBezTo>
                <a:cubicBezTo>
                  <a:pt x="198846" y="38881"/>
                  <a:pt x="201431" y="45413"/>
                  <a:pt x="201431" y="53266"/>
                </a:cubicBezTo>
                <a:cubicBezTo>
                  <a:pt x="201431" y="60812"/>
                  <a:pt x="198980" y="67018"/>
                  <a:pt x="194077" y="71883"/>
                </a:cubicBezTo>
                <a:cubicBezTo>
                  <a:pt x="189173" y="76748"/>
                  <a:pt x="182910" y="79180"/>
                  <a:pt x="175287" y="79180"/>
                </a:cubicBezTo>
                <a:cubicBezTo>
                  <a:pt x="171227" y="79180"/>
                  <a:pt x="167492" y="78462"/>
                  <a:pt x="164082" y="77025"/>
                </a:cubicBezTo>
                <a:cubicBezTo>
                  <a:pt x="160673" y="75589"/>
                  <a:pt x="157819" y="73530"/>
                  <a:pt x="155521" y="70848"/>
                </a:cubicBezTo>
                <a:lnTo>
                  <a:pt x="155521" y="93890"/>
                </a:lnTo>
                <a:moveTo>
                  <a:pt x="173333" y="70676"/>
                </a:moveTo>
                <a:cubicBezTo>
                  <a:pt x="178658" y="70676"/>
                  <a:pt x="183025" y="69003"/>
                  <a:pt x="186434" y="65657"/>
                </a:cubicBezTo>
                <a:cubicBezTo>
                  <a:pt x="189844" y="62310"/>
                  <a:pt x="191548" y="57978"/>
                  <a:pt x="191548" y="52662"/>
                </a:cubicBezTo>
                <a:cubicBezTo>
                  <a:pt x="191548" y="47461"/>
                  <a:pt x="189834" y="43168"/>
                  <a:pt x="186406" y="39784"/>
                </a:cubicBezTo>
                <a:cubicBezTo>
                  <a:pt x="182977" y="36399"/>
                  <a:pt x="178620" y="34706"/>
                  <a:pt x="173333" y="34706"/>
                </a:cubicBezTo>
                <a:cubicBezTo>
                  <a:pt x="168047" y="34706"/>
                  <a:pt x="163719" y="36389"/>
                  <a:pt x="160348" y="39755"/>
                </a:cubicBezTo>
                <a:cubicBezTo>
                  <a:pt x="156977" y="43120"/>
                  <a:pt x="155291" y="47423"/>
                  <a:pt x="155291" y="52662"/>
                </a:cubicBezTo>
                <a:cubicBezTo>
                  <a:pt x="155291" y="57940"/>
                  <a:pt x="156967" y="62262"/>
                  <a:pt x="160319" y="65628"/>
                </a:cubicBezTo>
                <a:cubicBezTo>
                  <a:pt x="163671" y="68993"/>
                  <a:pt x="168009" y="70676"/>
                  <a:pt x="173333" y="70676"/>
                </a:cubicBezTo>
                <a:close/>
                <a:moveTo>
                  <a:pt x="240694" y="72400"/>
                </a:moveTo>
                <a:cubicBezTo>
                  <a:pt x="246593" y="72400"/>
                  <a:pt x="251429" y="70538"/>
                  <a:pt x="255202" y="66814"/>
                </a:cubicBezTo>
                <a:cubicBezTo>
                  <a:pt x="258975" y="63089"/>
                  <a:pt x="260862" y="58344"/>
                  <a:pt x="260862" y="52576"/>
                </a:cubicBezTo>
                <a:cubicBezTo>
                  <a:pt x="260862" y="46808"/>
                  <a:pt x="258966" y="42043"/>
                  <a:pt x="255173" y="38281"/>
                </a:cubicBezTo>
                <a:cubicBezTo>
                  <a:pt x="251381" y="34519"/>
                  <a:pt x="246554" y="32637"/>
                  <a:pt x="240694" y="32637"/>
                </a:cubicBezTo>
                <a:cubicBezTo>
                  <a:pt x="234833" y="32637"/>
                  <a:pt x="230015" y="34519"/>
                  <a:pt x="226242" y="38281"/>
                </a:cubicBezTo>
                <a:cubicBezTo>
                  <a:pt x="222469" y="42043"/>
                  <a:pt x="220582" y="46808"/>
                  <a:pt x="220582" y="52576"/>
                </a:cubicBezTo>
                <a:cubicBezTo>
                  <a:pt x="220582" y="58382"/>
                  <a:pt x="222459" y="63137"/>
                  <a:pt x="226214" y="66842"/>
                </a:cubicBezTo>
                <a:cubicBezTo>
                  <a:pt x="229968" y="70547"/>
                  <a:pt x="234794" y="72400"/>
                  <a:pt x="240694" y="72400"/>
                </a:cubicBezTo>
                <a:moveTo>
                  <a:pt x="270860" y="52605"/>
                </a:moveTo>
                <a:cubicBezTo>
                  <a:pt x="270860" y="60811"/>
                  <a:pt x="268064" y="67522"/>
                  <a:pt x="262471" y="72737"/>
                </a:cubicBezTo>
                <a:cubicBezTo>
                  <a:pt x="256878" y="77952"/>
                  <a:pt x="249619" y="80559"/>
                  <a:pt x="240694" y="80559"/>
                </a:cubicBezTo>
                <a:cubicBezTo>
                  <a:pt x="231806" y="80559"/>
                  <a:pt x="224566" y="77952"/>
                  <a:pt x="218974" y="72737"/>
                </a:cubicBezTo>
                <a:cubicBezTo>
                  <a:pt x="213381" y="67522"/>
                  <a:pt x="210584" y="60811"/>
                  <a:pt x="210584" y="52605"/>
                </a:cubicBezTo>
                <a:cubicBezTo>
                  <a:pt x="210584" y="44399"/>
                  <a:pt x="213381" y="37698"/>
                  <a:pt x="218974" y="32503"/>
                </a:cubicBezTo>
                <a:cubicBezTo>
                  <a:pt x="224566" y="27306"/>
                  <a:pt x="231806" y="24708"/>
                  <a:pt x="240694" y="24708"/>
                </a:cubicBezTo>
                <a:cubicBezTo>
                  <a:pt x="249581" y="24708"/>
                  <a:pt x="256830" y="27316"/>
                  <a:pt x="262442" y="32531"/>
                </a:cubicBezTo>
                <a:cubicBezTo>
                  <a:pt x="268054" y="37746"/>
                  <a:pt x="270860" y="44437"/>
                  <a:pt x="270860" y="52605"/>
                </a:cubicBezTo>
                <a:close/>
                <a:moveTo>
                  <a:pt x="326729" y="29190"/>
                </a:moveTo>
                <a:cubicBezTo>
                  <a:pt x="328606" y="29190"/>
                  <a:pt x="329975" y="29518"/>
                  <a:pt x="330837" y="30174"/>
                </a:cubicBezTo>
                <a:cubicBezTo>
                  <a:pt x="331699" y="30830"/>
                  <a:pt x="332130" y="31871"/>
                  <a:pt x="332130" y="33298"/>
                </a:cubicBezTo>
                <a:cubicBezTo>
                  <a:pt x="332130" y="34648"/>
                  <a:pt x="331728" y="35661"/>
                  <a:pt x="330923" y="36336"/>
                </a:cubicBezTo>
                <a:cubicBezTo>
                  <a:pt x="330119" y="37011"/>
                  <a:pt x="328912" y="37349"/>
                  <a:pt x="327303" y="37349"/>
                </a:cubicBezTo>
                <a:lnTo>
                  <a:pt x="304032" y="37349"/>
                </a:lnTo>
                <a:lnTo>
                  <a:pt x="304032" y="56541"/>
                </a:lnTo>
                <a:cubicBezTo>
                  <a:pt x="304032" y="62823"/>
                  <a:pt x="304846" y="66960"/>
                  <a:pt x="306474" y="68952"/>
                </a:cubicBezTo>
                <a:cubicBezTo>
                  <a:pt x="308102" y="70944"/>
                  <a:pt x="310889" y="71940"/>
                  <a:pt x="314834" y="71940"/>
                </a:cubicBezTo>
                <a:cubicBezTo>
                  <a:pt x="318320" y="71940"/>
                  <a:pt x="322496" y="70925"/>
                  <a:pt x="327361" y="68895"/>
                </a:cubicBezTo>
                <a:cubicBezTo>
                  <a:pt x="332226" y="66864"/>
                  <a:pt x="335233" y="65849"/>
                  <a:pt x="336382" y="65849"/>
                </a:cubicBezTo>
                <a:cubicBezTo>
                  <a:pt x="337454" y="65849"/>
                  <a:pt x="338364" y="66232"/>
                  <a:pt x="339111" y="66998"/>
                </a:cubicBezTo>
                <a:cubicBezTo>
                  <a:pt x="339858" y="67765"/>
                  <a:pt x="340232" y="68703"/>
                  <a:pt x="340232" y="69814"/>
                </a:cubicBezTo>
                <a:cubicBezTo>
                  <a:pt x="340232" y="71078"/>
                  <a:pt x="339762" y="72176"/>
                  <a:pt x="338824" y="73109"/>
                </a:cubicBezTo>
                <a:cubicBezTo>
                  <a:pt x="337885" y="74042"/>
                  <a:pt x="336286" y="74945"/>
                  <a:pt x="334026" y="75820"/>
                </a:cubicBezTo>
                <a:cubicBezTo>
                  <a:pt x="330272" y="77304"/>
                  <a:pt x="326891" y="78388"/>
                  <a:pt x="323884" y="79072"/>
                </a:cubicBezTo>
                <a:cubicBezTo>
                  <a:pt x="320877" y="79757"/>
                  <a:pt x="318052" y="80099"/>
                  <a:pt x="315409" y="80099"/>
                </a:cubicBezTo>
                <a:cubicBezTo>
                  <a:pt x="310927" y="80099"/>
                  <a:pt x="307163" y="79382"/>
                  <a:pt x="304118" y="77948"/>
                </a:cubicBezTo>
                <a:cubicBezTo>
                  <a:pt x="301073" y="76513"/>
                  <a:pt x="298803" y="74380"/>
                  <a:pt x="297309" y="71549"/>
                </a:cubicBezTo>
                <a:cubicBezTo>
                  <a:pt x="296543" y="70210"/>
                  <a:pt x="295997" y="68623"/>
                  <a:pt x="295671" y="66787"/>
                </a:cubicBezTo>
                <a:cubicBezTo>
                  <a:pt x="295346" y="64950"/>
                  <a:pt x="295183" y="62119"/>
                  <a:pt x="295183" y="58293"/>
                </a:cubicBezTo>
                <a:lnTo>
                  <a:pt x="295183" y="56516"/>
                </a:lnTo>
                <a:lnTo>
                  <a:pt x="295183" y="37349"/>
                </a:lnTo>
                <a:lnTo>
                  <a:pt x="285415" y="37349"/>
                </a:lnTo>
                <a:cubicBezTo>
                  <a:pt x="283806" y="37349"/>
                  <a:pt x="282638" y="37031"/>
                  <a:pt x="281910" y="36396"/>
                </a:cubicBezTo>
                <a:cubicBezTo>
                  <a:pt x="281182" y="35759"/>
                  <a:pt x="280818" y="34726"/>
                  <a:pt x="280818" y="33298"/>
                </a:cubicBezTo>
                <a:cubicBezTo>
                  <a:pt x="280818" y="31717"/>
                  <a:pt x="281316" y="30637"/>
                  <a:pt x="282312" y="30059"/>
                </a:cubicBezTo>
                <a:cubicBezTo>
                  <a:pt x="283308" y="29479"/>
                  <a:pt x="285434" y="29190"/>
                  <a:pt x="288690" y="29190"/>
                </a:cubicBezTo>
                <a:lnTo>
                  <a:pt x="295183" y="29190"/>
                </a:lnTo>
                <a:lnTo>
                  <a:pt x="295183" y="17410"/>
                </a:lnTo>
                <a:lnTo>
                  <a:pt x="295183" y="14365"/>
                </a:lnTo>
                <a:cubicBezTo>
                  <a:pt x="295183" y="12718"/>
                  <a:pt x="295537" y="11502"/>
                  <a:pt x="296246" y="10716"/>
                </a:cubicBezTo>
                <a:cubicBezTo>
                  <a:pt x="296955" y="9931"/>
                  <a:pt x="298056" y="9538"/>
                  <a:pt x="299550" y="9538"/>
                </a:cubicBezTo>
                <a:cubicBezTo>
                  <a:pt x="301235" y="9538"/>
                  <a:pt x="302404" y="10017"/>
                  <a:pt x="303055" y="10975"/>
                </a:cubicBezTo>
                <a:cubicBezTo>
                  <a:pt x="303706" y="11933"/>
                  <a:pt x="304032" y="14116"/>
                  <a:pt x="304032" y="17525"/>
                </a:cubicBezTo>
                <a:lnTo>
                  <a:pt x="304032" y="29190"/>
                </a:lnTo>
                <a:lnTo>
                  <a:pt x="326729" y="29190"/>
                </a:lnTo>
                <a:close/>
                <a:moveTo>
                  <a:pt x="359785" y="70906"/>
                </a:moveTo>
                <a:lnTo>
                  <a:pt x="359785" y="12067"/>
                </a:lnTo>
                <a:lnTo>
                  <a:pt x="358693" y="12067"/>
                </a:lnTo>
                <a:cubicBezTo>
                  <a:pt x="356088" y="12067"/>
                  <a:pt x="354297" y="11764"/>
                  <a:pt x="353320" y="11160"/>
                </a:cubicBezTo>
                <a:cubicBezTo>
                  <a:pt x="352344" y="10555"/>
                  <a:pt x="351855" y="9498"/>
                  <a:pt x="351855" y="7987"/>
                </a:cubicBezTo>
                <a:cubicBezTo>
                  <a:pt x="351855" y="6627"/>
                  <a:pt x="352248" y="5607"/>
                  <a:pt x="353033" y="4927"/>
                </a:cubicBezTo>
                <a:cubicBezTo>
                  <a:pt x="353818" y="4247"/>
                  <a:pt x="354958" y="3907"/>
                  <a:pt x="356452" y="3907"/>
                </a:cubicBezTo>
                <a:lnTo>
                  <a:pt x="365186" y="3907"/>
                </a:lnTo>
                <a:cubicBezTo>
                  <a:pt x="366220" y="3907"/>
                  <a:pt x="367025" y="4118"/>
                  <a:pt x="367599" y="4539"/>
                </a:cubicBezTo>
                <a:cubicBezTo>
                  <a:pt x="368174" y="4961"/>
                  <a:pt x="368461" y="5535"/>
                  <a:pt x="368461" y="6263"/>
                </a:cubicBezTo>
                <a:lnTo>
                  <a:pt x="368461" y="32285"/>
                </a:lnTo>
                <a:cubicBezTo>
                  <a:pt x="371258" y="29664"/>
                  <a:pt x="374025" y="27726"/>
                  <a:pt x="376764" y="26473"/>
                </a:cubicBezTo>
                <a:cubicBezTo>
                  <a:pt x="379503" y="25220"/>
                  <a:pt x="382347" y="24593"/>
                  <a:pt x="385297" y="24593"/>
                </a:cubicBezTo>
                <a:cubicBezTo>
                  <a:pt x="391081" y="24593"/>
                  <a:pt x="395630" y="26392"/>
                  <a:pt x="398944" y="29989"/>
                </a:cubicBezTo>
                <a:cubicBezTo>
                  <a:pt x="402257" y="33585"/>
                  <a:pt x="403914" y="38558"/>
                  <a:pt x="403914" y="44909"/>
                </a:cubicBezTo>
                <a:lnTo>
                  <a:pt x="403914" y="70906"/>
                </a:lnTo>
                <a:lnTo>
                  <a:pt x="406615" y="70906"/>
                </a:lnTo>
                <a:cubicBezTo>
                  <a:pt x="408530" y="70906"/>
                  <a:pt x="409909" y="71224"/>
                  <a:pt x="410752" y="71861"/>
                </a:cubicBezTo>
                <a:cubicBezTo>
                  <a:pt x="411595" y="72497"/>
                  <a:pt x="412016" y="73509"/>
                  <a:pt x="412016" y="74899"/>
                </a:cubicBezTo>
                <a:cubicBezTo>
                  <a:pt x="412016" y="76288"/>
                  <a:pt x="411633" y="77329"/>
                  <a:pt x="410867" y="78024"/>
                </a:cubicBezTo>
                <a:cubicBezTo>
                  <a:pt x="410101" y="78718"/>
                  <a:pt x="408951" y="79065"/>
                  <a:pt x="407419" y="79065"/>
                </a:cubicBezTo>
                <a:lnTo>
                  <a:pt x="392135" y="79065"/>
                </a:lnTo>
                <a:cubicBezTo>
                  <a:pt x="390334" y="79065"/>
                  <a:pt x="389118" y="78766"/>
                  <a:pt x="388486" y="78169"/>
                </a:cubicBezTo>
                <a:cubicBezTo>
                  <a:pt x="387854" y="77571"/>
                  <a:pt x="387538" y="76481"/>
                  <a:pt x="387538" y="74899"/>
                </a:cubicBezTo>
                <a:cubicBezTo>
                  <a:pt x="387538" y="73356"/>
                  <a:pt x="387931" y="72305"/>
                  <a:pt x="388716" y="71746"/>
                </a:cubicBezTo>
                <a:cubicBezTo>
                  <a:pt x="389501" y="71186"/>
                  <a:pt x="390985" y="70906"/>
                  <a:pt x="393169" y="70906"/>
                </a:cubicBezTo>
                <a:lnTo>
                  <a:pt x="395180" y="70906"/>
                </a:lnTo>
                <a:lnTo>
                  <a:pt x="395180" y="47076"/>
                </a:lnTo>
                <a:cubicBezTo>
                  <a:pt x="395180" y="42607"/>
                  <a:pt x="394165" y="39199"/>
                  <a:pt x="392135" y="36850"/>
                </a:cubicBezTo>
                <a:cubicBezTo>
                  <a:pt x="390104" y="34501"/>
                  <a:pt x="387155" y="33327"/>
                  <a:pt x="383286" y="33327"/>
                </a:cubicBezTo>
                <a:cubicBezTo>
                  <a:pt x="379340" y="33327"/>
                  <a:pt x="375883" y="34645"/>
                  <a:pt x="372914" y="37281"/>
                </a:cubicBezTo>
                <a:cubicBezTo>
                  <a:pt x="369946" y="39916"/>
                  <a:pt x="368461" y="43181"/>
                  <a:pt x="368461" y="47076"/>
                </a:cubicBezTo>
                <a:lnTo>
                  <a:pt x="368461" y="70906"/>
                </a:lnTo>
                <a:lnTo>
                  <a:pt x="370472" y="70906"/>
                </a:lnTo>
                <a:cubicBezTo>
                  <a:pt x="372771" y="70906"/>
                  <a:pt x="374322" y="71195"/>
                  <a:pt x="375127" y="71775"/>
                </a:cubicBezTo>
                <a:cubicBezTo>
                  <a:pt x="375931" y="72353"/>
                  <a:pt x="376333" y="73395"/>
                  <a:pt x="376333" y="74899"/>
                </a:cubicBezTo>
                <a:cubicBezTo>
                  <a:pt x="376333" y="76481"/>
                  <a:pt x="376017" y="77571"/>
                  <a:pt x="375385" y="78169"/>
                </a:cubicBezTo>
                <a:cubicBezTo>
                  <a:pt x="374753" y="78766"/>
                  <a:pt x="373537" y="79065"/>
                  <a:pt x="371736" y="79065"/>
                </a:cubicBezTo>
                <a:lnTo>
                  <a:pt x="356452" y="79065"/>
                </a:lnTo>
                <a:cubicBezTo>
                  <a:pt x="354958" y="79065"/>
                  <a:pt x="353838" y="78718"/>
                  <a:pt x="353091" y="78024"/>
                </a:cubicBezTo>
                <a:cubicBezTo>
                  <a:pt x="352344" y="77329"/>
                  <a:pt x="351970" y="76288"/>
                  <a:pt x="351970" y="74899"/>
                </a:cubicBezTo>
                <a:cubicBezTo>
                  <a:pt x="351970" y="73356"/>
                  <a:pt x="352420" y="72305"/>
                  <a:pt x="353320" y="71746"/>
                </a:cubicBezTo>
                <a:cubicBezTo>
                  <a:pt x="354221" y="71186"/>
                  <a:pt x="355973" y="70906"/>
                  <a:pt x="358578" y="70906"/>
                </a:cubicBezTo>
                <a:lnTo>
                  <a:pt x="359785" y="70906"/>
                </a:lnTo>
                <a:close/>
                <a:moveTo>
                  <a:pt x="432317" y="55047"/>
                </a:moveTo>
                <a:cubicBezTo>
                  <a:pt x="432623" y="60581"/>
                  <a:pt x="434491" y="64857"/>
                  <a:pt x="437919" y="67875"/>
                </a:cubicBezTo>
                <a:cubicBezTo>
                  <a:pt x="441347" y="70891"/>
                  <a:pt x="446030" y="72400"/>
                  <a:pt x="451968" y="72400"/>
                </a:cubicBezTo>
                <a:cubicBezTo>
                  <a:pt x="456450" y="72400"/>
                  <a:pt x="461334" y="71203"/>
                  <a:pt x="466620" y="68808"/>
                </a:cubicBezTo>
                <a:cubicBezTo>
                  <a:pt x="471907" y="66414"/>
                  <a:pt x="475105" y="65217"/>
                  <a:pt x="476216" y="65217"/>
                </a:cubicBezTo>
                <a:cubicBezTo>
                  <a:pt x="477365" y="65217"/>
                  <a:pt x="478323" y="65581"/>
                  <a:pt x="479089" y="66309"/>
                </a:cubicBezTo>
                <a:cubicBezTo>
                  <a:pt x="479855" y="67037"/>
                  <a:pt x="480238" y="67937"/>
                  <a:pt x="480238" y="69010"/>
                </a:cubicBezTo>
                <a:cubicBezTo>
                  <a:pt x="480238" y="70120"/>
                  <a:pt x="479836" y="71136"/>
                  <a:pt x="479032" y="72055"/>
                </a:cubicBezTo>
                <a:cubicBezTo>
                  <a:pt x="478227" y="72974"/>
                  <a:pt x="476944" y="73875"/>
                  <a:pt x="475182" y="74756"/>
                </a:cubicBezTo>
                <a:cubicBezTo>
                  <a:pt x="471351" y="76633"/>
                  <a:pt x="467396" y="78069"/>
                  <a:pt x="463316" y="79065"/>
                </a:cubicBezTo>
                <a:cubicBezTo>
                  <a:pt x="459237" y="80061"/>
                  <a:pt x="455186" y="80559"/>
                  <a:pt x="451164" y="80559"/>
                </a:cubicBezTo>
                <a:cubicBezTo>
                  <a:pt x="442430" y="80559"/>
                  <a:pt x="435439" y="78038"/>
                  <a:pt x="430191" y="72996"/>
                </a:cubicBezTo>
                <a:cubicBezTo>
                  <a:pt x="424943" y="67953"/>
                  <a:pt x="422319" y="61270"/>
                  <a:pt x="422319" y="52949"/>
                </a:cubicBezTo>
                <a:cubicBezTo>
                  <a:pt x="422319" y="44475"/>
                  <a:pt x="425096" y="37612"/>
                  <a:pt x="430650" y="32359"/>
                </a:cubicBezTo>
                <a:cubicBezTo>
                  <a:pt x="436205" y="27105"/>
                  <a:pt x="443445" y="24478"/>
                  <a:pt x="452370" y="24478"/>
                </a:cubicBezTo>
                <a:cubicBezTo>
                  <a:pt x="460453" y="24478"/>
                  <a:pt x="467157" y="26930"/>
                  <a:pt x="472481" y="31833"/>
                </a:cubicBezTo>
                <a:cubicBezTo>
                  <a:pt x="477806" y="36736"/>
                  <a:pt x="480468" y="42674"/>
                  <a:pt x="480468" y="49646"/>
                </a:cubicBezTo>
                <a:cubicBezTo>
                  <a:pt x="480468" y="51791"/>
                  <a:pt x="480018" y="53227"/>
                  <a:pt x="479118" y="53955"/>
                </a:cubicBezTo>
                <a:cubicBezTo>
                  <a:pt x="478218" y="54683"/>
                  <a:pt x="475776" y="55047"/>
                  <a:pt x="471792" y="55047"/>
                </a:cubicBezTo>
                <a:lnTo>
                  <a:pt x="470930" y="55047"/>
                </a:lnTo>
                <a:lnTo>
                  <a:pt x="432317" y="55047"/>
                </a:lnTo>
                <a:moveTo>
                  <a:pt x="432604" y="47462"/>
                </a:moveTo>
                <a:lnTo>
                  <a:pt x="470010" y="47462"/>
                </a:lnTo>
                <a:cubicBezTo>
                  <a:pt x="469436" y="42938"/>
                  <a:pt x="467530" y="39299"/>
                  <a:pt x="464293" y="36543"/>
                </a:cubicBezTo>
                <a:cubicBezTo>
                  <a:pt x="461056" y="33786"/>
                  <a:pt x="457082" y="32407"/>
                  <a:pt x="452370" y="32407"/>
                </a:cubicBezTo>
                <a:cubicBezTo>
                  <a:pt x="447275" y="32407"/>
                  <a:pt x="442985" y="33738"/>
                  <a:pt x="439499" y="36399"/>
                </a:cubicBezTo>
                <a:cubicBezTo>
                  <a:pt x="436013" y="39060"/>
                  <a:pt x="433715" y="42748"/>
                  <a:pt x="432604" y="47462"/>
                </a:cubicBezTo>
                <a:close/>
                <a:moveTo>
                  <a:pt x="537773" y="29190"/>
                </a:moveTo>
                <a:cubicBezTo>
                  <a:pt x="539650" y="29190"/>
                  <a:pt x="541019" y="29518"/>
                  <a:pt x="541881" y="30174"/>
                </a:cubicBezTo>
                <a:cubicBezTo>
                  <a:pt x="542743" y="30830"/>
                  <a:pt x="543174" y="31871"/>
                  <a:pt x="543174" y="33298"/>
                </a:cubicBezTo>
                <a:cubicBezTo>
                  <a:pt x="543174" y="34648"/>
                  <a:pt x="542772" y="35661"/>
                  <a:pt x="541967" y="36336"/>
                </a:cubicBezTo>
                <a:cubicBezTo>
                  <a:pt x="541163" y="37011"/>
                  <a:pt x="539956" y="37349"/>
                  <a:pt x="538347" y="37349"/>
                </a:cubicBezTo>
                <a:lnTo>
                  <a:pt x="515076" y="37349"/>
                </a:lnTo>
                <a:lnTo>
                  <a:pt x="515076" y="56541"/>
                </a:lnTo>
                <a:cubicBezTo>
                  <a:pt x="515076" y="62823"/>
                  <a:pt x="515890" y="66960"/>
                  <a:pt x="517518" y="68952"/>
                </a:cubicBezTo>
                <a:cubicBezTo>
                  <a:pt x="519146" y="70944"/>
                  <a:pt x="521933" y="71940"/>
                  <a:pt x="525878" y="71940"/>
                </a:cubicBezTo>
                <a:cubicBezTo>
                  <a:pt x="529364" y="71940"/>
                  <a:pt x="533540" y="70925"/>
                  <a:pt x="538405" y="68895"/>
                </a:cubicBezTo>
                <a:cubicBezTo>
                  <a:pt x="543270" y="66864"/>
                  <a:pt x="546277" y="65849"/>
                  <a:pt x="547426" y="65849"/>
                </a:cubicBezTo>
                <a:cubicBezTo>
                  <a:pt x="548499" y="65849"/>
                  <a:pt x="549408" y="66232"/>
                  <a:pt x="550155" y="66998"/>
                </a:cubicBezTo>
                <a:cubicBezTo>
                  <a:pt x="550902" y="67765"/>
                  <a:pt x="551276" y="68703"/>
                  <a:pt x="551276" y="69814"/>
                </a:cubicBezTo>
                <a:cubicBezTo>
                  <a:pt x="551276" y="71078"/>
                  <a:pt x="550807" y="72176"/>
                  <a:pt x="549868" y="73109"/>
                </a:cubicBezTo>
                <a:cubicBezTo>
                  <a:pt x="548930" y="74042"/>
                  <a:pt x="547330" y="74945"/>
                  <a:pt x="545070" y="75820"/>
                </a:cubicBezTo>
                <a:cubicBezTo>
                  <a:pt x="541316" y="77304"/>
                  <a:pt x="537936" y="78388"/>
                  <a:pt x="534928" y="79072"/>
                </a:cubicBezTo>
                <a:cubicBezTo>
                  <a:pt x="531921" y="79757"/>
                  <a:pt x="529096" y="80099"/>
                  <a:pt x="526453" y="80099"/>
                </a:cubicBezTo>
                <a:cubicBezTo>
                  <a:pt x="521971" y="80099"/>
                  <a:pt x="518208" y="79382"/>
                  <a:pt x="515162" y="77948"/>
                </a:cubicBezTo>
                <a:cubicBezTo>
                  <a:pt x="512117" y="76513"/>
                  <a:pt x="509847" y="74380"/>
                  <a:pt x="508353" y="71549"/>
                </a:cubicBezTo>
                <a:cubicBezTo>
                  <a:pt x="507587" y="70210"/>
                  <a:pt x="507041" y="68623"/>
                  <a:pt x="506716" y="66787"/>
                </a:cubicBezTo>
                <a:cubicBezTo>
                  <a:pt x="506390" y="64950"/>
                  <a:pt x="506227" y="62119"/>
                  <a:pt x="506227" y="58293"/>
                </a:cubicBezTo>
                <a:lnTo>
                  <a:pt x="506227" y="56516"/>
                </a:lnTo>
                <a:lnTo>
                  <a:pt x="506227" y="37349"/>
                </a:lnTo>
                <a:lnTo>
                  <a:pt x="496459" y="37349"/>
                </a:lnTo>
                <a:cubicBezTo>
                  <a:pt x="494850" y="37349"/>
                  <a:pt x="493682" y="37031"/>
                  <a:pt x="492954" y="36396"/>
                </a:cubicBezTo>
                <a:cubicBezTo>
                  <a:pt x="492226" y="35759"/>
                  <a:pt x="491862" y="34726"/>
                  <a:pt x="491862" y="33298"/>
                </a:cubicBezTo>
                <a:cubicBezTo>
                  <a:pt x="491862" y="31717"/>
                  <a:pt x="492360" y="30637"/>
                  <a:pt x="493356" y="30059"/>
                </a:cubicBezTo>
                <a:cubicBezTo>
                  <a:pt x="494352" y="29479"/>
                  <a:pt x="496478" y="29190"/>
                  <a:pt x="499734" y="29190"/>
                </a:cubicBezTo>
                <a:lnTo>
                  <a:pt x="506227" y="29190"/>
                </a:lnTo>
                <a:lnTo>
                  <a:pt x="506227" y="17410"/>
                </a:lnTo>
                <a:lnTo>
                  <a:pt x="506227" y="14365"/>
                </a:lnTo>
                <a:cubicBezTo>
                  <a:pt x="506227" y="12718"/>
                  <a:pt x="506581" y="11502"/>
                  <a:pt x="507290" y="10716"/>
                </a:cubicBezTo>
                <a:cubicBezTo>
                  <a:pt x="507999" y="9931"/>
                  <a:pt x="509100" y="9538"/>
                  <a:pt x="510594" y="9538"/>
                </a:cubicBezTo>
                <a:cubicBezTo>
                  <a:pt x="512280" y="9538"/>
                  <a:pt x="513448" y="10017"/>
                  <a:pt x="514099" y="10975"/>
                </a:cubicBezTo>
                <a:cubicBezTo>
                  <a:pt x="514750" y="11933"/>
                  <a:pt x="515076" y="14116"/>
                  <a:pt x="515076" y="17525"/>
                </a:cubicBezTo>
                <a:lnTo>
                  <a:pt x="515076" y="29190"/>
                </a:lnTo>
                <a:lnTo>
                  <a:pt x="537773" y="29190"/>
                </a:lnTo>
                <a:close/>
                <a:moveTo>
                  <a:pt x="587147" y="9423"/>
                </a:moveTo>
                <a:cubicBezTo>
                  <a:pt x="587147" y="5286"/>
                  <a:pt x="587521" y="2681"/>
                  <a:pt x="588268" y="1609"/>
                </a:cubicBezTo>
                <a:cubicBezTo>
                  <a:pt x="589015" y="536"/>
                  <a:pt x="590614" y="0"/>
                  <a:pt x="593066" y="0"/>
                </a:cubicBezTo>
                <a:cubicBezTo>
                  <a:pt x="595441" y="0"/>
                  <a:pt x="597011" y="450"/>
                  <a:pt x="597778" y="1350"/>
                </a:cubicBezTo>
                <a:cubicBezTo>
                  <a:pt x="598544" y="2251"/>
                  <a:pt x="598927" y="4386"/>
                  <a:pt x="598927" y="7757"/>
                </a:cubicBezTo>
                <a:cubicBezTo>
                  <a:pt x="598927" y="11051"/>
                  <a:pt x="598572" y="13091"/>
                  <a:pt x="597864" y="13877"/>
                </a:cubicBezTo>
                <a:cubicBezTo>
                  <a:pt x="597155" y="14662"/>
                  <a:pt x="595556" y="15055"/>
                  <a:pt x="593066" y="15055"/>
                </a:cubicBezTo>
                <a:cubicBezTo>
                  <a:pt x="590614" y="15055"/>
                  <a:pt x="589015" y="14691"/>
                  <a:pt x="588268" y="13963"/>
                </a:cubicBezTo>
                <a:cubicBezTo>
                  <a:pt x="587521" y="13235"/>
                  <a:pt x="587147" y="11722"/>
                  <a:pt x="587147" y="9423"/>
                </a:cubicBezTo>
                <a:moveTo>
                  <a:pt x="597778" y="70906"/>
                </a:moveTo>
                <a:lnTo>
                  <a:pt x="616222" y="70906"/>
                </a:lnTo>
                <a:cubicBezTo>
                  <a:pt x="617716" y="70906"/>
                  <a:pt x="618818" y="71224"/>
                  <a:pt x="619526" y="71861"/>
                </a:cubicBezTo>
                <a:cubicBezTo>
                  <a:pt x="620235" y="72497"/>
                  <a:pt x="620589" y="73509"/>
                  <a:pt x="620589" y="74899"/>
                </a:cubicBezTo>
                <a:cubicBezTo>
                  <a:pt x="620589" y="76481"/>
                  <a:pt x="620254" y="77571"/>
                  <a:pt x="619584" y="78169"/>
                </a:cubicBezTo>
                <a:cubicBezTo>
                  <a:pt x="618913" y="78766"/>
                  <a:pt x="617678" y="79065"/>
                  <a:pt x="615877" y="79065"/>
                </a:cubicBezTo>
                <a:lnTo>
                  <a:pt x="571288" y="79065"/>
                </a:lnTo>
                <a:cubicBezTo>
                  <a:pt x="569756" y="79065"/>
                  <a:pt x="568607" y="78718"/>
                  <a:pt x="567841" y="78024"/>
                </a:cubicBezTo>
                <a:cubicBezTo>
                  <a:pt x="567075" y="77329"/>
                  <a:pt x="566692" y="76288"/>
                  <a:pt x="566692" y="74899"/>
                </a:cubicBezTo>
                <a:cubicBezTo>
                  <a:pt x="566692" y="73549"/>
                  <a:pt x="567094" y="72546"/>
                  <a:pt x="567898" y="71890"/>
                </a:cubicBezTo>
                <a:cubicBezTo>
                  <a:pt x="568703" y="71234"/>
                  <a:pt x="569909" y="70906"/>
                  <a:pt x="571518" y="70906"/>
                </a:cubicBezTo>
                <a:lnTo>
                  <a:pt x="589044" y="70906"/>
                </a:lnTo>
                <a:lnTo>
                  <a:pt x="589044" y="34131"/>
                </a:lnTo>
                <a:lnTo>
                  <a:pt x="577839" y="34131"/>
                </a:lnTo>
                <a:cubicBezTo>
                  <a:pt x="576268" y="34131"/>
                  <a:pt x="575071" y="33777"/>
                  <a:pt x="574248" y="33068"/>
                </a:cubicBezTo>
                <a:cubicBezTo>
                  <a:pt x="573424" y="32360"/>
                  <a:pt x="573012" y="31335"/>
                  <a:pt x="573012" y="29994"/>
                </a:cubicBezTo>
                <a:cubicBezTo>
                  <a:pt x="573012" y="28653"/>
                  <a:pt x="573395" y="27648"/>
                  <a:pt x="574161" y="26978"/>
                </a:cubicBezTo>
                <a:cubicBezTo>
                  <a:pt x="574928" y="26307"/>
                  <a:pt x="576077" y="25972"/>
                  <a:pt x="577609" y="25972"/>
                </a:cubicBezTo>
                <a:lnTo>
                  <a:pt x="594445" y="25972"/>
                </a:lnTo>
                <a:cubicBezTo>
                  <a:pt x="595479" y="25972"/>
                  <a:pt x="596293" y="26183"/>
                  <a:pt x="596887" y="26604"/>
                </a:cubicBezTo>
                <a:cubicBezTo>
                  <a:pt x="597481" y="27024"/>
                  <a:pt x="597778" y="27598"/>
                  <a:pt x="597778" y="28324"/>
                </a:cubicBezTo>
                <a:lnTo>
                  <a:pt x="597778" y="70906"/>
                </a:lnTo>
                <a:close/>
                <a:moveTo>
                  <a:pt x="680078" y="29450"/>
                </a:moveTo>
                <a:lnTo>
                  <a:pt x="680078" y="29220"/>
                </a:lnTo>
                <a:cubicBezTo>
                  <a:pt x="680078" y="27945"/>
                  <a:pt x="680442" y="27009"/>
                  <a:pt x="681169" y="26410"/>
                </a:cubicBezTo>
                <a:cubicBezTo>
                  <a:pt x="681897" y="25812"/>
                  <a:pt x="683027" y="25512"/>
                  <a:pt x="684560" y="25512"/>
                </a:cubicBezTo>
                <a:cubicBezTo>
                  <a:pt x="686130" y="25512"/>
                  <a:pt x="687212" y="25973"/>
                  <a:pt x="687806" y="26895"/>
                </a:cubicBezTo>
                <a:cubicBezTo>
                  <a:pt x="688400" y="27817"/>
                  <a:pt x="688697" y="29718"/>
                  <a:pt x="688697" y="32598"/>
                </a:cubicBezTo>
                <a:lnTo>
                  <a:pt x="688697" y="43314"/>
                </a:lnTo>
                <a:cubicBezTo>
                  <a:pt x="688697" y="44735"/>
                  <a:pt x="688333" y="45801"/>
                  <a:pt x="687605" y="46512"/>
                </a:cubicBezTo>
                <a:cubicBezTo>
                  <a:pt x="686877" y="47222"/>
                  <a:pt x="685785" y="47577"/>
                  <a:pt x="684330" y="47577"/>
                </a:cubicBezTo>
                <a:cubicBezTo>
                  <a:pt x="683296" y="47577"/>
                  <a:pt x="682405" y="47280"/>
                  <a:pt x="681658" y="46686"/>
                </a:cubicBezTo>
                <a:cubicBezTo>
                  <a:pt x="680911" y="46093"/>
                  <a:pt x="680001" y="44857"/>
                  <a:pt x="678929" y="42980"/>
                </a:cubicBezTo>
                <a:cubicBezTo>
                  <a:pt x="677090" y="39877"/>
                  <a:pt x="674858" y="37531"/>
                  <a:pt x="672234" y="35941"/>
                </a:cubicBezTo>
                <a:cubicBezTo>
                  <a:pt x="669610" y="34352"/>
                  <a:pt x="666594" y="33557"/>
                  <a:pt x="663184" y="33557"/>
                </a:cubicBezTo>
                <a:cubicBezTo>
                  <a:pt x="657209" y="33557"/>
                  <a:pt x="652353" y="35319"/>
                  <a:pt x="648618" y="38843"/>
                </a:cubicBezTo>
                <a:cubicBezTo>
                  <a:pt x="644883" y="42367"/>
                  <a:pt x="643016" y="46926"/>
                  <a:pt x="643016" y="52519"/>
                </a:cubicBezTo>
                <a:cubicBezTo>
                  <a:pt x="643016" y="58226"/>
                  <a:pt x="644807" y="62890"/>
                  <a:pt x="648389" y="66510"/>
                </a:cubicBezTo>
                <a:cubicBezTo>
                  <a:pt x="651970" y="70130"/>
                  <a:pt x="656577" y="71940"/>
                  <a:pt x="662208" y="71940"/>
                </a:cubicBezTo>
                <a:cubicBezTo>
                  <a:pt x="664774" y="71940"/>
                  <a:pt x="667216" y="71586"/>
                  <a:pt x="669534" y="70877"/>
                </a:cubicBezTo>
                <a:cubicBezTo>
                  <a:pt x="671851" y="70168"/>
                  <a:pt x="674044" y="69105"/>
                  <a:pt x="676113" y="67688"/>
                </a:cubicBezTo>
                <a:cubicBezTo>
                  <a:pt x="676841" y="67228"/>
                  <a:pt x="677818" y="66520"/>
                  <a:pt x="679043" y="65562"/>
                </a:cubicBezTo>
                <a:cubicBezTo>
                  <a:pt x="681533" y="63532"/>
                  <a:pt x="683487" y="62517"/>
                  <a:pt x="684904" y="62517"/>
                </a:cubicBezTo>
                <a:cubicBezTo>
                  <a:pt x="686092" y="62517"/>
                  <a:pt x="687059" y="62890"/>
                  <a:pt x="687806" y="63637"/>
                </a:cubicBezTo>
                <a:cubicBezTo>
                  <a:pt x="688553" y="64384"/>
                  <a:pt x="688927" y="65351"/>
                  <a:pt x="688927" y="66539"/>
                </a:cubicBezTo>
                <a:cubicBezTo>
                  <a:pt x="688927" y="69565"/>
                  <a:pt x="686063" y="72658"/>
                  <a:pt x="680336" y="75819"/>
                </a:cubicBezTo>
                <a:cubicBezTo>
                  <a:pt x="674609" y="78979"/>
                  <a:pt x="668528" y="80559"/>
                  <a:pt x="662093" y="80559"/>
                </a:cubicBezTo>
                <a:cubicBezTo>
                  <a:pt x="653780" y="80559"/>
                  <a:pt x="646856" y="77894"/>
                  <a:pt x="641321" y="72565"/>
                </a:cubicBezTo>
                <a:cubicBezTo>
                  <a:pt x="635786" y="67234"/>
                  <a:pt x="633018" y="60581"/>
                  <a:pt x="633018" y="52605"/>
                </a:cubicBezTo>
                <a:cubicBezTo>
                  <a:pt x="633018" y="44629"/>
                  <a:pt x="635776" y="37966"/>
                  <a:pt x="641292" y="32618"/>
                </a:cubicBezTo>
                <a:cubicBezTo>
                  <a:pt x="646808" y="27268"/>
                  <a:pt x="653704" y="24593"/>
                  <a:pt x="661978" y="24593"/>
                </a:cubicBezTo>
                <a:cubicBezTo>
                  <a:pt x="664889" y="24593"/>
                  <a:pt x="667810" y="24989"/>
                  <a:pt x="670740" y="25780"/>
                </a:cubicBezTo>
                <a:cubicBezTo>
                  <a:pt x="673671" y="26570"/>
                  <a:pt x="676783" y="27793"/>
                  <a:pt x="680078" y="29450"/>
                </a:cubicBezTo>
                <a:close/>
                <a:moveTo>
                  <a:pt x="745886" y="53725"/>
                </a:moveTo>
                <a:cubicBezTo>
                  <a:pt x="743779" y="53036"/>
                  <a:pt x="741739" y="52528"/>
                  <a:pt x="739767" y="52202"/>
                </a:cubicBezTo>
                <a:cubicBezTo>
                  <a:pt x="737794" y="51877"/>
                  <a:pt x="735831" y="51714"/>
                  <a:pt x="733877" y="51714"/>
                </a:cubicBezTo>
                <a:cubicBezTo>
                  <a:pt x="727978" y="51714"/>
                  <a:pt x="723323" y="52710"/>
                  <a:pt x="719914" y="54702"/>
                </a:cubicBezTo>
                <a:cubicBezTo>
                  <a:pt x="716505" y="56694"/>
                  <a:pt x="714800" y="59375"/>
                  <a:pt x="714800" y="62746"/>
                </a:cubicBezTo>
                <a:cubicBezTo>
                  <a:pt x="714800" y="65351"/>
                  <a:pt x="715863" y="67496"/>
                  <a:pt x="717989" y="69182"/>
                </a:cubicBezTo>
                <a:cubicBezTo>
                  <a:pt x="720115" y="70867"/>
                  <a:pt x="722825" y="71710"/>
                  <a:pt x="726120" y="71710"/>
                </a:cubicBezTo>
                <a:cubicBezTo>
                  <a:pt x="730985" y="71710"/>
                  <a:pt x="735495" y="70437"/>
                  <a:pt x="739652" y="67889"/>
                </a:cubicBezTo>
                <a:cubicBezTo>
                  <a:pt x="743808" y="65342"/>
                  <a:pt x="745886" y="62689"/>
                  <a:pt x="745886" y="59931"/>
                </a:cubicBezTo>
                <a:lnTo>
                  <a:pt x="745886" y="53725"/>
                </a:lnTo>
                <a:moveTo>
                  <a:pt x="746346" y="71825"/>
                </a:moveTo>
                <a:cubicBezTo>
                  <a:pt x="743205" y="74660"/>
                  <a:pt x="739786" y="76824"/>
                  <a:pt x="736089" y="78318"/>
                </a:cubicBezTo>
                <a:cubicBezTo>
                  <a:pt x="732393" y="79812"/>
                  <a:pt x="728591" y="80559"/>
                  <a:pt x="724683" y="80559"/>
                </a:cubicBezTo>
                <a:cubicBezTo>
                  <a:pt x="718976" y="80559"/>
                  <a:pt x="714369" y="78967"/>
                  <a:pt x="710864" y="75783"/>
                </a:cubicBezTo>
                <a:cubicBezTo>
                  <a:pt x="707359" y="72598"/>
                  <a:pt x="705607" y="68455"/>
                  <a:pt x="705607" y="63352"/>
                </a:cubicBezTo>
                <a:cubicBezTo>
                  <a:pt x="705607" y="57290"/>
                  <a:pt x="707934" y="52590"/>
                  <a:pt x="712588" y="49252"/>
                </a:cubicBezTo>
                <a:cubicBezTo>
                  <a:pt x="717242" y="45914"/>
                  <a:pt x="723783" y="44244"/>
                  <a:pt x="732211" y="44244"/>
                </a:cubicBezTo>
                <a:cubicBezTo>
                  <a:pt x="734432" y="44244"/>
                  <a:pt x="736673" y="44388"/>
                  <a:pt x="738933" y="44675"/>
                </a:cubicBezTo>
                <a:cubicBezTo>
                  <a:pt x="741193" y="44963"/>
                  <a:pt x="743511" y="45413"/>
                  <a:pt x="745886" y="46026"/>
                </a:cubicBezTo>
                <a:lnTo>
                  <a:pt x="745886" y="45623"/>
                </a:lnTo>
                <a:cubicBezTo>
                  <a:pt x="745886" y="41235"/>
                  <a:pt x="744833" y="37992"/>
                  <a:pt x="742726" y="35896"/>
                </a:cubicBezTo>
                <a:cubicBezTo>
                  <a:pt x="740619" y="33800"/>
                  <a:pt x="737344" y="32752"/>
                  <a:pt x="732900" y="32752"/>
                </a:cubicBezTo>
                <a:cubicBezTo>
                  <a:pt x="729912" y="32752"/>
                  <a:pt x="726579" y="33557"/>
                  <a:pt x="722902" y="35166"/>
                </a:cubicBezTo>
                <a:cubicBezTo>
                  <a:pt x="719225" y="36774"/>
                  <a:pt x="716792" y="37579"/>
                  <a:pt x="715605" y="37579"/>
                </a:cubicBezTo>
                <a:cubicBezTo>
                  <a:pt x="714494" y="37579"/>
                  <a:pt x="713574" y="37129"/>
                  <a:pt x="712846" y="36229"/>
                </a:cubicBezTo>
                <a:cubicBezTo>
                  <a:pt x="712119" y="35328"/>
                  <a:pt x="711755" y="34170"/>
                  <a:pt x="711755" y="32752"/>
                </a:cubicBezTo>
                <a:cubicBezTo>
                  <a:pt x="711755" y="30477"/>
                  <a:pt x="713871" y="28548"/>
                  <a:pt x="718104" y="26967"/>
                </a:cubicBezTo>
                <a:cubicBezTo>
                  <a:pt x="722337" y="25384"/>
                  <a:pt x="727748" y="24593"/>
                  <a:pt x="734337" y="24593"/>
                </a:cubicBezTo>
                <a:cubicBezTo>
                  <a:pt x="741079" y="24593"/>
                  <a:pt x="746173" y="26310"/>
                  <a:pt x="749621" y="29743"/>
                </a:cubicBezTo>
                <a:cubicBezTo>
                  <a:pt x="753069" y="33175"/>
                  <a:pt x="754792" y="38247"/>
                  <a:pt x="754792" y="44959"/>
                </a:cubicBezTo>
                <a:lnTo>
                  <a:pt x="754792" y="71021"/>
                </a:lnTo>
                <a:lnTo>
                  <a:pt x="757608" y="71021"/>
                </a:lnTo>
                <a:cubicBezTo>
                  <a:pt x="760328" y="71021"/>
                  <a:pt x="762147" y="71306"/>
                  <a:pt x="763067" y="71877"/>
                </a:cubicBezTo>
                <a:cubicBezTo>
                  <a:pt x="763986" y="72447"/>
                  <a:pt x="764446" y="73474"/>
                  <a:pt x="764446" y="74957"/>
                </a:cubicBezTo>
                <a:cubicBezTo>
                  <a:pt x="764446" y="76326"/>
                  <a:pt x="764063" y="77353"/>
                  <a:pt x="763296" y="78038"/>
                </a:cubicBezTo>
                <a:cubicBezTo>
                  <a:pt x="762530" y="78723"/>
                  <a:pt x="761381" y="79065"/>
                  <a:pt x="759849" y="79065"/>
                </a:cubicBezTo>
                <a:lnTo>
                  <a:pt x="750828" y="79065"/>
                </a:lnTo>
                <a:cubicBezTo>
                  <a:pt x="749755" y="79065"/>
                  <a:pt x="748874" y="78742"/>
                  <a:pt x="748184" y="78097"/>
                </a:cubicBezTo>
                <a:cubicBezTo>
                  <a:pt x="747495" y="77451"/>
                  <a:pt x="747035" y="76519"/>
                  <a:pt x="746805" y="75303"/>
                </a:cubicBezTo>
                <a:lnTo>
                  <a:pt x="746346" y="71825"/>
                </a:lnTo>
                <a:close/>
                <a:moveTo>
                  <a:pt x="799629" y="12067"/>
                </a:moveTo>
                <a:lnTo>
                  <a:pt x="789860" y="12067"/>
                </a:lnTo>
                <a:cubicBezTo>
                  <a:pt x="786145" y="12067"/>
                  <a:pt x="783817" y="11774"/>
                  <a:pt x="782879" y="11189"/>
                </a:cubicBezTo>
                <a:cubicBezTo>
                  <a:pt x="781940" y="10603"/>
                  <a:pt x="781471" y="9536"/>
                  <a:pt x="781471" y="7987"/>
                </a:cubicBezTo>
                <a:cubicBezTo>
                  <a:pt x="781471" y="6627"/>
                  <a:pt x="781864" y="5607"/>
                  <a:pt x="782649" y="4927"/>
                </a:cubicBezTo>
                <a:cubicBezTo>
                  <a:pt x="783434" y="4247"/>
                  <a:pt x="784574" y="3907"/>
                  <a:pt x="786068" y="3907"/>
                </a:cubicBezTo>
                <a:lnTo>
                  <a:pt x="805030" y="3907"/>
                </a:lnTo>
                <a:cubicBezTo>
                  <a:pt x="806064" y="3907"/>
                  <a:pt x="806869" y="4118"/>
                  <a:pt x="807443" y="4539"/>
                </a:cubicBezTo>
                <a:cubicBezTo>
                  <a:pt x="808018" y="4960"/>
                  <a:pt x="808305" y="5533"/>
                  <a:pt x="808305" y="6260"/>
                </a:cubicBezTo>
                <a:lnTo>
                  <a:pt x="808305" y="70906"/>
                </a:lnTo>
                <a:lnTo>
                  <a:pt x="826348" y="70906"/>
                </a:lnTo>
                <a:cubicBezTo>
                  <a:pt x="827803" y="70906"/>
                  <a:pt x="828866" y="71224"/>
                  <a:pt x="829537" y="71861"/>
                </a:cubicBezTo>
                <a:cubicBezTo>
                  <a:pt x="830207" y="72497"/>
                  <a:pt x="830542" y="73509"/>
                  <a:pt x="830542" y="74899"/>
                </a:cubicBezTo>
                <a:cubicBezTo>
                  <a:pt x="830542" y="76481"/>
                  <a:pt x="830217" y="77571"/>
                  <a:pt x="829565" y="78169"/>
                </a:cubicBezTo>
                <a:cubicBezTo>
                  <a:pt x="828914" y="78766"/>
                  <a:pt x="827688" y="79065"/>
                  <a:pt x="825888" y="79065"/>
                </a:cubicBezTo>
                <a:lnTo>
                  <a:pt x="783482" y="79065"/>
                </a:lnTo>
                <a:cubicBezTo>
                  <a:pt x="781988" y="79065"/>
                  <a:pt x="780849" y="78718"/>
                  <a:pt x="780063" y="78024"/>
                </a:cubicBezTo>
                <a:cubicBezTo>
                  <a:pt x="779278" y="77329"/>
                  <a:pt x="778885" y="76288"/>
                  <a:pt x="778885" y="74899"/>
                </a:cubicBezTo>
                <a:cubicBezTo>
                  <a:pt x="778885" y="73549"/>
                  <a:pt x="779288" y="72546"/>
                  <a:pt x="780092" y="71890"/>
                </a:cubicBezTo>
                <a:cubicBezTo>
                  <a:pt x="780897" y="71234"/>
                  <a:pt x="782103" y="70906"/>
                  <a:pt x="783712" y="70906"/>
                </a:cubicBezTo>
                <a:lnTo>
                  <a:pt x="799629" y="70906"/>
                </a:lnTo>
                <a:lnTo>
                  <a:pt x="799629" y="12067"/>
                </a:lnTo>
                <a:close/>
                <a:moveTo>
                  <a:pt x="942566" y="34476"/>
                </a:moveTo>
                <a:cubicBezTo>
                  <a:pt x="937548" y="34476"/>
                  <a:pt x="933449" y="36025"/>
                  <a:pt x="930269" y="39123"/>
                </a:cubicBezTo>
                <a:cubicBezTo>
                  <a:pt x="927090" y="42220"/>
                  <a:pt x="925500" y="46235"/>
                  <a:pt x="925500" y="51168"/>
                </a:cubicBezTo>
                <a:cubicBezTo>
                  <a:pt x="925500" y="56025"/>
                  <a:pt x="927090" y="60012"/>
                  <a:pt x="930269" y="63129"/>
                </a:cubicBezTo>
                <a:cubicBezTo>
                  <a:pt x="933449" y="66245"/>
                  <a:pt x="937548" y="67803"/>
                  <a:pt x="942566" y="67803"/>
                </a:cubicBezTo>
                <a:cubicBezTo>
                  <a:pt x="947546" y="67803"/>
                  <a:pt x="951635" y="66245"/>
                  <a:pt x="954833" y="63129"/>
                </a:cubicBezTo>
                <a:cubicBezTo>
                  <a:pt x="958032" y="60012"/>
                  <a:pt x="959631" y="56025"/>
                  <a:pt x="959631" y="51168"/>
                </a:cubicBezTo>
                <a:cubicBezTo>
                  <a:pt x="959631" y="46312"/>
                  <a:pt x="958032" y="42316"/>
                  <a:pt x="954833" y="39181"/>
                </a:cubicBezTo>
                <a:cubicBezTo>
                  <a:pt x="951635" y="36044"/>
                  <a:pt x="947546" y="34476"/>
                  <a:pt x="942566" y="34476"/>
                </a:cubicBezTo>
                <a:moveTo>
                  <a:pt x="967503" y="76056"/>
                </a:moveTo>
                <a:cubicBezTo>
                  <a:pt x="967503" y="81423"/>
                  <a:pt x="967235" y="85228"/>
                  <a:pt x="966699" y="87470"/>
                </a:cubicBezTo>
                <a:cubicBezTo>
                  <a:pt x="966163" y="89714"/>
                  <a:pt x="965243" y="91679"/>
                  <a:pt x="963941" y="93365"/>
                </a:cubicBezTo>
                <a:cubicBezTo>
                  <a:pt x="961796" y="96203"/>
                  <a:pt x="958789" y="98359"/>
                  <a:pt x="954920" y="99835"/>
                </a:cubicBezTo>
                <a:cubicBezTo>
                  <a:pt x="951051" y="101311"/>
                  <a:pt x="946492" y="102049"/>
                  <a:pt x="941244" y="102049"/>
                </a:cubicBezTo>
                <a:cubicBezTo>
                  <a:pt x="936877" y="102049"/>
                  <a:pt x="933688" y="101625"/>
                  <a:pt x="931677" y="100776"/>
                </a:cubicBezTo>
                <a:cubicBezTo>
                  <a:pt x="929666" y="99928"/>
                  <a:pt x="928660" y="98579"/>
                  <a:pt x="928660" y="96729"/>
                </a:cubicBezTo>
                <a:cubicBezTo>
                  <a:pt x="928660" y="95534"/>
                  <a:pt x="929149" y="94484"/>
                  <a:pt x="930126" y="93579"/>
                </a:cubicBezTo>
                <a:cubicBezTo>
                  <a:pt x="931102" y="92675"/>
                  <a:pt x="932261" y="92223"/>
                  <a:pt x="933602" y="92223"/>
                </a:cubicBezTo>
                <a:cubicBezTo>
                  <a:pt x="934636" y="92223"/>
                  <a:pt x="936226" y="92367"/>
                  <a:pt x="938371" y="92654"/>
                </a:cubicBezTo>
                <a:cubicBezTo>
                  <a:pt x="940516" y="92942"/>
                  <a:pt x="942144" y="93085"/>
                  <a:pt x="943255" y="93085"/>
                </a:cubicBezTo>
                <a:cubicBezTo>
                  <a:pt x="948925" y="93085"/>
                  <a:pt x="952947" y="91780"/>
                  <a:pt x="955322" y="89169"/>
                </a:cubicBezTo>
                <a:cubicBezTo>
                  <a:pt x="957697" y="86558"/>
                  <a:pt x="958884" y="82085"/>
                  <a:pt x="958884" y="75749"/>
                </a:cubicBezTo>
                <a:lnTo>
                  <a:pt x="958884" y="68780"/>
                </a:lnTo>
                <a:cubicBezTo>
                  <a:pt x="956548" y="71500"/>
                  <a:pt x="953962" y="73491"/>
                  <a:pt x="951127" y="74756"/>
                </a:cubicBezTo>
                <a:cubicBezTo>
                  <a:pt x="948293" y="76020"/>
                  <a:pt x="945036" y="76652"/>
                  <a:pt x="941359" y="76652"/>
                </a:cubicBezTo>
                <a:cubicBezTo>
                  <a:pt x="934196" y="76652"/>
                  <a:pt x="928268" y="74270"/>
                  <a:pt x="923575" y="69507"/>
                </a:cubicBezTo>
                <a:cubicBezTo>
                  <a:pt x="918883" y="64743"/>
                  <a:pt x="916536" y="58706"/>
                  <a:pt x="916536" y="51398"/>
                </a:cubicBezTo>
                <a:cubicBezTo>
                  <a:pt x="916536" y="44052"/>
                  <a:pt x="918950" y="37958"/>
                  <a:pt x="923776" y="33119"/>
                </a:cubicBezTo>
                <a:cubicBezTo>
                  <a:pt x="928603" y="28278"/>
                  <a:pt x="934579" y="25857"/>
                  <a:pt x="941704" y="25857"/>
                </a:cubicBezTo>
                <a:cubicBezTo>
                  <a:pt x="944653" y="25857"/>
                  <a:pt x="947536" y="26403"/>
                  <a:pt x="950352" y="27495"/>
                </a:cubicBezTo>
                <a:cubicBezTo>
                  <a:pt x="953167" y="28586"/>
                  <a:pt x="956011" y="30243"/>
                  <a:pt x="958884" y="32465"/>
                </a:cubicBezTo>
                <a:lnTo>
                  <a:pt x="958884" y="28328"/>
                </a:lnTo>
                <a:cubicBezTo>
                  <a:pt x="958884" y="27523"/>
                  <a:pt x="959143" y="26930"/>
                  <a:pt x="959660" y="26547"/>
                </a:cubicBezTo>
                <a:cubicBezTo>
                  <a:pt x="960177" y="26163"/>
                  <a:pt x="960991" y="25972"/>
                  <a:pt x="962102" y="25972"/>
                </a:cubicBezTo>
                <a:lnTo>
                  <a:pt x="970779" y="25972"/>
                </a:lnTo>
                <a:cubicBezTo>
                  <a:pt x="972311" y="25972"/>
                  <a:pt x="973460" y="26307"/>
                  <a:pt x="974226" y="26978"/>
                </a:cubicBezTo>
                <a:cubicBezTo>
                  <a:pt x="974992" y="27648"/>
                  <a:pt x="975375" y="28653"/>
                  <a:pt x="975375" y="29994"/>
                </a:cubicBezTo>
                <a:cubicBezTo>
                  <a:pt x="975375" y="31526"/>
                  <a:pt x="974897" y="32599"/>
                  <a:pt x="973939" y="33212"/>
                </a:cubicBezTo>
                <a:cubicBezTo>
                  <a:pt x="972981" y="33825"/>
                  <a:pt x="971181" y="34131"/>
                  <a:pt x="968538" y="34131"/>
                </a:cubicBezTo>
                <a:lnTo>
                  <a:pt x="967503" y="34131"/>
                </a:lnTo>
                <a:lnTo>
                  <a:pt x="967503" y="76056"/>
                </a:lnTo>
                <a:close/>
                <a:moveTo>
                  <a:pt x="1014522" y="72400"/>
                </a:moveTo>
                <a:cubicBezTo>
                  <a:pt x="1020421" y="72400"/>
                  <a:pt x="1025258" y="70538"/>
                  <a:pt x="1029031" y="66814"/>
                </a:cubicBezTo>
                <a:cubicBezTo>
                  <a:pt x="1032804" y="63089"/>
                  <a:pt x="1034691" y="58344"/>
                  <a:pt x="1034691" y="52576"/>
                </a:cubicBezTo>
                <a:cubicBezTo>
                  <a:pt x="1034691" y="46808"/>
                  <a:pt x="1032795" y="42043"/>
                  <a:pt x="1029002" y="38281"/>
                </a:cubicBezTo>
                <a:cubicBezTo>
                  <a:pt x="1025210" y="34519"/>
                  <a:pt x="1020383" y="32637"/>
                  <a:pt x="1014522" y="32637"/>
                </a:cubicBezTo>
                <a:cubicBezTo>
                  <a:pt x="1008661" y="32637"/>
                  <a:pt x="1003844" y="34519"/>
                  <a:pt x="1000071" y="38281"/>
                </a:cubicBezTo>
                <a:cubicBezTo>
                  <a:pt x="996298" y="42043"/>
                  <a:pt x="994411" y="46808"/>
                  <a:pt x="994411" y="52576"/>
                </a:cubicBezTo>
                <a:cubicBezTo>
                  <a:pt x="994411" y="58382"/>
                  <a:pt x="996288" y="63137"/>
                  <a:pt x="1000042" y="66842"/>
                </a:cubicBezTo>
                <a:cubicBezTo>
                  <a:pt x="1003796" y="70547"/>
                  <a:pt x="1008623" y="72400"/>
                  <a:pt x="1014522" y="72400"/>
                </a:cubicBezTo>
                <a:moveTo>
                  <a:pt x="1044689" y="52605"/>
                </a:moveTo>
                <a:cubicBezTo>
                  <a:pt x="1044689" y="60811"/>
                  <a:pt x="1041892" y="67522"/>
                  <a:pt x="1036300" y="72737"/>
                </a:cubicBezTo>
                <a:cubicBezTo>
                  <a:pt x="1030707" y="77952"/>
                  <a:pt x="1023448" y="80559"/>
                  <a:pt x="1014522" y="80559"/>
                </a:cubicBezTo>
                <a:cubicBezTo>
                  <a:pt x="1005635" y="80559"/>
                  <a:pt x="998395" y="77952"/>
                  <a:pt x="992802" y="72737"/>
                </a:cubicBezTo>
                <a:cubicBezTo>
                  <a:pt x="987210" y="67522"/>
                  <a:pt x="984413" y="60811"/>
                  <a:pt x="984413" y="52605"/>
                </a:cubicBezTo>
                <a:cubicBezTo>
                  <a:pt x="984413" y="44399"/>
                  <a:pt x="987210" y="37698"/>
                  <a:pt x="992802" y="32503"/>
                </a:cubicBezTo>
                <a:cubicBezTo>
                  <a:pt x="998395" y="27306"/>
                  <a:pt x="1005635" y="24708"/>
                  <a:pt x="1014522" y="24708"/>
                </a:cubicBezTo>
                <a:cubicBezTo>
                  <a:pt x="1023409" y="24708"/>
                  <a:pt x="1030659" y="27316"/>
                  <a:pt x="1036271" y="32531"/>
                </a:cubicBezTo>
                <a:cubicBezTo>
                  <a:pt x="1041883" y="37746"/>
                  <a:pt x="1044689" y="44437"/>
                  <a:pt x="1044689" y="52605"/>
                </a:cubicBezTo>
                <a:close/>
                <a:moveTo>
                  <a:pt x="1097627" y="53725"/>
                </a:moveTo>
                <a:cubicBezTo>
                  <a:pt x="1095520" y="53036"/>
                  <a:pt x="1093480" y="52528"/>
                  <a:pt x="1091507" y="52202"/>
                </a:cubicBezTo>
                <a:cubicBezTo>
                  <a:pt x="1089534" y="51877"/>
                  <a:pt x="1087571" y="51714"/>
                  <a:pt x="1085617" y="51714"/>
                </a:cubicBezTo>
                <a:cubicBezTo>
                  <a:pt x="1079718" y="51714"/>
                  <a:pt x="1075064" y="52710"/>
                  <a:pt x="1071655" y="54702"/>
                </a:cubicBezTo>
                <a:cubicBezTo>
                  <a:pt x="1068245" y="56694"/>
                  <a:pt x="1066541" y="59375"/>
                  <a:pt x="1066541" y="62746"/>
                </a:cubicBezTo>
                <a:cubicBezTo>
                  <a:pt x="1066541" y="65351"/>
                  <a:pt x="1067604" y="67496"/>
                  <a:pt x="1069730" y="69182"/>
                </a:cubicBezTo>
                <a:cubicBezTo>
                  <a:pt x="1071856" y="70867"/>
                  <a:pt x="1074566" y="71710"/>
                  <a:pt x="1077860" y="71710"/>
                </a:cubicBezTo>
                <a:cubicBezTo>
                  <a:pt x="1082725" y="71710"/>
                  <a:pt x="1087236" y="70437"/>
                  <a:pt x="1091392" y="67889"/>
                </a:cubicBezTo>
                <a:cubicBezTo>
                  <a:pt x="1095548" y="65342"/>
                  <a:pt x="1097627" y="62689"/>
                  <a:pt x="1097627" y="59931"/>
                </a:cubicBezTo>
                <a:lnTo>
                  <a:pt x="1097627" y="53725"/>
                </a:lnTo>
                <a:moveTo>
                  <a:pt x="1098086" y="71825"/>
                </a:moveTo>
                <a:cubicBezTo>
                  <a:pt x="1094945" y="74660"/>
                  <a:pt x="1091526" y="76824"/>
                  <a:pt x="1087830" y="78318"/>
                </a:cubicBezTo>
                <a:cubicBezTo>
                  <a:pt x="1084133" y="79812"/>
                  <a:pt x="1080331" y="80559"/>
                  <a:pt x="1076424" y="80559"/>
                </a:cubicBezTo>
                <a:cubicBezTo>
                  <a:pt x="1070716" y="80559"/>
                  <a:pt x="1066110" y="78967"/>
                  <a:pt x="1062605" y="75783"/>
                </a:cubicBezTo>
                <a:cubicBezTo>
                  <a:pt x="1059100" y="72598"/>
                  <a:pt x="1057347" y="68455"/>
                  <a:pt x="1057347" y="63352"/>
                </a:cubicBezTo>
                <a:cubicBezTo>
                  <a:pt x="1057347" y="57290"/>
                  <a:pt x="1059674" y="52590"/>
                  <a:pt x="1064328" y="49252"/>
                </a:cubicBezTo>
                <a:cubicBezTo>
                  <a:pt x="1068983" y="45914"/>
                  <a:pt x="1075524" y="44244"/>
                  <a:pt x="1083951" y="44244"/>
                </a:cubicBezTo>
                <a:cubicBezTo>
                  <a:pt x="1086173" y="44244"/>
                  <a:pt x="1088414" y="44388"/>
                  <a:pt x="1090674" y="44675"/>
                </a:cubicBezTo>
                <a:cubicBezTo>
                  <a:pt x="1092934" y="44963"/>
                  <a:pt x="1095252" y="45413"/>
                  <a:pt x="1097627" y="46026"/>
                </a:cubicBezTo>
                <a:lnTo>
                  <a:pt x="1097627" y="45623"/>
                </a:lnTo>
                <a:cubicBezTo>
                  <a:pt x="1097627" y="41235"/>
                  <a:pt x="1096573" y="37992"/>
                  <a:pt x="1094466" y="35896"/>
                </a:cubicBezTo>
                <a:cubicBezTo>
                  <a:pt x="1092359" y="33800"/>
                  <a:pt x="1089084" y="32752"/>
                  <a:pt x="1084641" y="32752"/>
                </a:cubicBezTo>
                <a:cubicBezTo>
                  <a:pt x="1081653" y="32752"/>
                  <a:pt x="1078320" y="33557"/>
                  <a:pt x="1074643" y="35166"/>
                </a:cubicBezTo>
                <a:cubicBezTo>
                  <a:pt x="1070965" y="36774"/>
                  <a:pt x="1068533" y="37579"/>
                  <a:pt x="1067345" y="37579"/>
                </a:cubicBezTo>
                <a:cubicBezTo>
                  <a:pt x="1066234" y="37579"/>
                  <a:pt x="1065315" y="37129"/>
                  <a:pt x="1064587" y="36229"/>
                </a:cubicBezTo>
                <a:cubicBezTo>
                  <a:pt x="1063859" y="35328"/>
                  <a:pt x="1063495" y="34170"/>
                  <a:pt x="1063495" y="32752"/>
                </a:cubicBezTo>
                <a:cubicBezTo>
                  <a:pt x="1063495" y="30477"/>
                  <a:pt x="1065612" y="28548"/>
                  <a:pt x="1069845" y="26967"/>
                </a:cubicBezTo>
                <a:cubicBezTo>
                  <a:pt x="1074078" y="25384"/>
                  <a:pt x="1079488" y="24593"/>
                  <a:pt x="1086077" y="24593"/>
                </a:cubicBezTo>
                <a:cubicBezTo>
                  <a:pt x="1092819" y="24593"/>
                  <a:pt x="1097914" y="26310"/>
                  <a:pt x="1101361" y="29743"/>
                </a:cubicBezTo>
                <a:cubicBezTo>
                  <a:pt x="1104809" y="33175"/>
                  <a:pt x="1106533" y="38247"/>
                  <a:pt x="1106533" y="44959"/>
                </a:cubicBezTo>
                <a:lnTo>
                  <a:pt x="1106533" y="71021"/>
                </a:lnTo>
                <a:lnTo>
                  <a:pt x="1109348" y="71021"/>
                </a:lnTo>
                <a:cubicBezTo>
                  <a:pt x="1112068" y="71021"/>
                  <a:pt x="1113888" y="71306"/>
                  <a:pt x="1114807" y="71877"/>
                </a:cubicBezTo>
                <a:cubicBezTo>
                  <a:pt x="1115727" y="72447"/>
                  <a:pt x="1116186" y="73474"/>
                  <a:pt x="1116186" y="74957"/>
                </a:cubicBezTo>
                <a:cubicBezTo>
                  <a:pt x="1116186" y="76326"/>
                  <a:pt x="1115803" y="77353"/>
                  <a:pt x="1115037" y="78038"/>
                </a:cubicBezTo>
                <a:cubicBezTo>
                  <a:pt x="1114271" y="78723"/>
                  <a:pt x="1113122" y="79065"/>
                  <a:pt x="1111589" y="79065"/>
                </a:cubicBezTo>
                <a:lnTo>
                  <a:pt x="1102568" y="79065"/>
                </a:lnTo>
                <a:cubicBezTo>
                  <a:pt x="1101496" y="79065"/>
                  <a:pt x="1100615" y="78742"/>
                  <a:pt x="1099925" y="78097"/>
                </a:cubicBezTo>
                <a:cubicBezTo>
                  <a:pt x="1099235" y="77451"/>
                  <a:pt x="1098776" y="76519"/>
                  <a:pt x="1098546" y="75303"/>
                </a:cubicBezTo>
                <a:lnTo>
                  <a:pt x="1098086" y="71825"/>
                </a:lnTo>
                <a:close/>
                <a:moveTo>
                  <a:pt x="1151369" y="12067"/>
                </a:moveTo>
                <a:lnTo>
                  <a:pt x="1141601" y="12067"/>
                </a:lnTo>
                <a:cubicBezTo>
                  <a:pt x="1137885" y="12067"/>
                  <a:pt x="1135558" y="11774"/>
                  <a:pt x="1134619" y="11189"/>
                </a:cubicBezTo>
                <a:cubicBezTo>
                  <a:pt x="1133681" y="10603"/>
                  <a:pt x="1133211" y="9536"/>
                  <a:pt x="1133211" y="7987"/>
                </a:cubicBezTo>
                <a:cubicBezTo>
                  <a:pt x="1133211" y="6627"/>
                  <a:pt x="1133604" y="5607"/>
                  <a:pt x="1134389" y="4927"/>
                </a:cubicBezTo>
                <a:cubicBezTo>
                  <a:pt x="1135175" y="4247"/>
                  <a:pt x="1136314" y="3907"/>
                  <a:pt x="1137808" y="3907"/>
                </a:cubicBezTo>
                <a:lnTo>
                  <a:pt x="1156770" y="3907"/>
                </a:lnTo>
                <a:cubicBezTo>
                  <a:pt x="1157804" y="3907"/>
                  <a:pt x="1158609" y="4118"/>
                  <a:pt x="1159183" y="4539"/>
                </a:cubicBezTo>
                <a:cubicBezTo>
                  <a:pt x="1159758" y="4960"/>
                  <a:pt x="1160045" y="5533"/>
                  <a:pt x="1160045" y="6260"/>
                </a:cubicBezTo>
                <a:lnTo>
                  <a:pt x="1160045" y="70906"/>
                </a:lnTo>
                <a:lnTo>
                  <a:pt x="1178088" y="70906"/>
                </a:lnTo>
                <a:cubicBezTo>
                  <a:pt x="1179543" y="70906"/>
                  <a:pt x="1180606" y="71224"/>
                  <a:pt x="1181277" y="71861"/>
                </a:cubicBezTo>
                <a:cubicBezTo>
                  <a:pt x="1181947" y="72497"/>
                  <a:pt x="1182282" y="73509"/>
                  <a:pt x="1182282" y="74899"/>
                </a:cubicBezTo>
                <a:cubicBezTo>
                  <a:pt x="1182282" y="76481"/>
                  <a:pt x="1181957" y="77571"/>
                  <a:pt x="1181306" y="78169"/>
                </a:cubicBezTo>
                <a:cubicBezTo>
                  <a:pt x="1180654" y="78766"/>
                  <a:pt x="1179429" y="79065"/>
                  <a:pt x="1177628" y="79065"/>
                </a:cubicBezTo>
                <a:lnTo>
                  <a:pt x="1135223" y="79065"/>
                </a:lnTo>
                <a:cubicBezTo>
                  <a:pt x="1133729" y="79065"/>
                  <a:pt x="1132589" y="78718"/>
                  <a:pt x="1131804" y="78024"/>
                </a:cubicBezTo>
                <a:cubicBezTo>
                  <a:pt x="1131018" y="77329"/>
                  <a:pt x="1130626" y="76288"/>
                  <a:pt x="1130626" y="74899"/>
                </a:cubicBezTo>
                <a:cubicBezTo>
                  <a:pt x="1130626" y="73549"/>
                  <a:pt x="1131028" y="72546"/>
                  <a:pt x="1131832" y="71890"/>
                </a:cubicBezTo>
                <a:cubicBezTo>
                  <a:pt x="1132637" y="71234"/>
                  <a:pt x="1133844" y="70906"/>
                  <a:pt x="1135452" y="70906"/>
                </a:cubicBezTo>
                <a:lnTo>
                  <a:pt x="1151369" y="70906"/>
                </a:lnTo>
                <a:lnTo>
                  <a:pt x="1151369" y="12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Hypotheticalbelief">
            <a:extLst xmlns:a="http://schemas.openxmlformats.org/drawingml/2006/main">
              <a:ext uri="{FF2B5EF4-FFF2-40B4-BE49-F238E27FC236}">
                <a16:creationId xmlns:a16="http://schemas.microsoft.com/office/drawing/2014/main" id="{C399D793-C634-4ED9-B536-FD121E0F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716" y="4539308"/>
            <a:ext cx="1322863" cy="102049"/>
          </a:xfrm>
          <a:custGeom xmlns:a="http://schemas.openxmlformats.org/drawingml/2006/main">
            <a:pathLst>
              <a:path w="1322863" h="102049">
                <a:moveTo>
                  <a:pt x="15916" y="70906"/>
                </a:moveTo>
                <a:lnTo>
                  <a:pt x="19766" y="70906"/>
                </a:lnTo>
                <a:cubicBezTo>
                  <a:pt x="22026" y="70906"/>
                  <a:pt x="23616" y="71215"/>
                  <a:pt x="24535" y="71832"/>
                </a:cubicBezTo>
                <a:cubicBezTo>
                  <a:pt x="25455" y="72449"/>
                  <a:pt x="25915" y="73471"/>
                  <a:pt x="25915" y="74899"/>
                </a:cubicBezTo>
                <a:cubicBezTo>
                  <a:pt x="25915" y="76481"/>
                  <a:pt x="25512" y="77571"/>
                  <a:pt x="24708" y="78169"/>
                </a:cubicBezTo>
                <a:cubicBezTo>
                  <a:pt x="23903" y="78766"/>
                  <a:pt x="22141" y="79065"/>
                  <a:pt x="19422" y="79065"/>
                </a:cubicBezTo>
                <a:lnTo>
                  <a:pt x="6838" y="79065"/>
                </a:lnTo>
                <a:lnTo>
                  <a:pt x="4252" y="79065"/>
                </a:lnTo>
                <a:cubicBezTo>
                  <a:pt x="2835" y="79065"/>
                  <a:pt x="1772" y="78718"/>
                  <a:pt x="1063" y="78024"/>
                </a:cubicBezTo>
                <a:cubicBezTo>
                  <a:pt x="354" y="77329"/>
                  <a:pt x="0" y="76288"/>
                  <a:pt x="0" y="74899"/>
                </a:cubicBezTo>
                <a:cubicBezTo>
                  <a:pt x="0" y="73395"/>
                  <a:pt x="412" y="72353"/>
                  <a:pt x="1235" y="71775"/>
                </a:cubicBezTo>
                <a:cubicBezTo>
                  <a:pt x="2059" y="71195"/>
                  <a:pt x="3620" y="70906"/>
                  <a:pt x="5918" y="70906"/>
                </a:cubicBezTo>
                <a:lnTo>
                  <a:pt x="6953" y="70906"/>
                </a:lnTo>
                <a:lnTo>
                  <a:pt x="6953" y="19077"/>
                </a:lnTo>
                <a:lnTo>
                  <a:pt x="6033" y="19077"/>
                </a:lnTo>
                <a:cubicBezTo>
                  <a:pt x="3735" y="19077"/>
                  <a:pt x="2155" y="18774"/>
                  <a:pt x="1293" y="18170"/>
                </a:cubicBezTo>
                <a:cubicBezTo>
                  <a:pt x="431" y="17565"/>
                  <a:pt x="0" y="16508"/>
                  <a:pt x="0" y="14997"/>
                </a:cubicBezTo>
                <a:cubicBezTo>
                  <a:pt x="0" y="13599"/>
                  <a:pt x="354" y="12569"/>
                  <a:pt x="1063" y="11909"/>
                </a:cubicBezTo>
                <a:cubicBezTo>
                  <a:pt x="1772" y="11248"/>
                  <a:pt x="2873" y="10917"/>
                  <a:pt x="4367" y="10917"/>
                </a:cubicBezTo>
                <a:lnTo>
                  <a:pt x="6838" y="10917"/>
                </a:lnTo>
                <a:lnTo>
                  <a:pt x="18847" y="10917"/>
                </a:lnTo>
                <a:cubicBezTo>
                  <a:pt x="21911" y="10917"/>
                  <a:pt x="23856" y="11210"/>
                  <a:pt x="24679" y="11795"/>
                </a:cubicBezTo>
                <a:cubicBezTo>
                  <a:pt x="25503" y="12381"/>
                  <a:pt x="25915" y="13448"/>
                  <a:pt x="25915" y="14997"/>
                </a:cubicBezTo>
                <a:cubicBezTo>
                  <a:pt x="25915" y="16508"/>
                  <a:pt x="25397" y="17565"/>
                  <a:pt x="24363" y="18170"/>
                </a:cubicBezTo>
                <a:cubicBezTo>
                  <a:pt x="23329" y="18774"/>
                  <a:pt x="21375" y="19077"/>
                  <a:pt x="18502" y="19077"/>
                </a:cubicBezTo>
                <a:lnTo>
                  <a:pt x="15916" y="19077"/>
                </a:lnTo>
                <a:lnTo>
                  <a:pt x="15916" y="39188"/>
                </a:lnTo>
                <a:lnTo>
                  <a:pt x="43440" y="39188"/>
                </a:lnTo>
                <a:lnTo>
                  <a:pt x="43440" y="19077"/>
                </a:lnTo>
                <a:lnTo>
                  <a:pt x="39533" y="19077"/>
                </a:lnTo>
                <a:cubicBezTo>
                  <a:pt x="37349" y="19077"/>
                  <a:pt x="35788" y="18756"/>
                  <a:pt x="34850" y="18114"/>
                </a:cubicBezTo>
                <a:cubicBezTo>
                  <a:pt x="33911" y="17471"/>
                  <a:pt x="33442" y="16432"/>
                  <a:pt x="33442" y="14997"/>
                </a:cubicBezTo>
                <a:cubicBezTo>
                  <a:pt x="33442" y="13448"/>
                  <a:pt x="33873" y="12381"/>
                  <a:pt x="34735" y="11795"/>
                </a:cubicBezTo>
                <a:cubicBezTo>
                  <a:pt x="35597" y="11210"/>
                  <a:pt x="37713" y="10917"/>
                  <a:pt x="41084" y="10917"/>
                </a:cubicBezTo>
                <a:lnTo>
                  <a:pt x="52519" y="10917"/>
                </a:lnTo>
                <a:lnTo>
                  <a:pt x="55104" y="10917"/>
                </a:lnTo>
                <a:cubicBezTo>
                  <a:pt x="56483" y="10917"/>
                  <a:pt x="57527" y="11257"/>
                  <a:pt x="58236" y="11937"/>
                </a:cubicBezTo>
                <a:cubicBezTo>
                  <a:pt x="58944" y="12617"/>
                  <a:pt x="59299" y="13637"/>
                  <a:pt x="59299" y="14997"/>
                </a:cubicBezTo>
                <a:cubicBezTo>
                  <a:pt x="59299" y="16471"/>
                  <a:pt x="58897" y="17519"/>
                  <a:pt x="58092" y="18143"/>
                </a:cubicBezTo>
                <a:cubicBezTo>
                  <a:pt x="57288" y="18766"/>
                  <a:pt x="55851" y="19077"/>
                  <a:pt x="53783" y="19077"/>
                </a:cubicBezTo>
                <a:lnTo>
                  <a:pt x="52404" y="19077"/>
                </a:lnTo>
                <a:lnTo>
                  <a:pt x="52404" y="70906"/>
                </a:lnTo>
                <a:lnTo>
                  <a:pt x="53323" y="70906"/>
                </a:lnTo>
                <a:cubicBezTo>
                  <a:pt x="55621" y="70906"/>
                  <a:pt x="57192" y="71205"/>
                  <a:pt x="58035" y="71804"/>
                </a:cubicBezTo>
                <a:cubicBezTo>
                  <a:pt x="58877" y="72401"/>
                  <a:pt x="59299" y="73433"/>
                  <a:pt x="59299" y="74899"/>
                </a:cubicBezTo>
                <a:cubicBezTo>
                  <a:pt x="59299" y="76481"/>
                  <a:pt x="58897" y="77571"/>
                  <a:pt x="58092" y="78169"/>
                </a:cubicBezTo>
                <a:cubicBezTo>
                  <a:pt x="57288" y="78766"/>
                  <a:pt x="55430" y="79065"/>
                  <a:pt x="52519" y="79065"/>
                </a:cubicBezTo>
                <a:lnTo>
                  <a:pt x="40624" y="79065"/>
                </a:lnTo>
                <a:cubicBezTo>
                  <a:pt x="37521" y="79065"/>
                  <a:pt x="35549" y="78766"/>
                  <a:pt x="34706" y="78169"/>
                </a:cubicBezTo>
                <a:cubicBezTo>
                  <a:pt x="33863" y="77571"/>
                  <a:pt x="33442" y="76481"/>
                  <a:pt x="33442" y="74899"/>
                </a:cubicBezTo>
                <a:cubicBezTo>
                  <a:pt x="33442" y="73395"/>
                  <a:pt x="33940" y="72353"/>
                  <a:pt x="34936" y="71775"/>
                </a:cubicBezTo>
                <a:cubicBezTo>
                  <a:pt x="35932" y="71195"/>
                  <a:pt x="37828" y="70906"/>
                  <a:pt x="40624" y="70906"/>
                </a:cubicBezTo>
                <a:lnTo>
                  <a:pt x="43440" y="70906"/>
                </a:lnTo>
                <a:lnTo>
                  <a:pt x="43440" y="47117"/>
                </a:lnTo>
                <a:lnTo>
                  <a:pt x="15916" y="47117"/>
                </a:lnTo>
                <a:lnTo>
                  <a:pt x="15916" y="70906"/>
                </a:lnTo>
                <a:close/>
                <a:moveTo>
                  <a:pt x="95688" y="93890"/>
                </a:moveTo>
                <a:lnTo>
                  <a:pt x="98159" y="93890"/>
                </a:lnTo>
                <a:cubicBezTo>
                  <a:pt x="100955" y="93890"/>
                  <a:pt x="102851" y="94184"/>
                  <a:pt x="103847" y="94773"/>
                </a:cubicBezTo>
                <a:cubicBezTo>
                  <a:pt x="104843" y="95363"/>
                  <a:pt x="105341" y="96438"/>
                  <a:pt x="105341" y="97998"/>
                </a:cubicBezTo>
                <a:cubicBezTo>
                  <a:pt x="105341" y="99329"/>
                  <a:pt x="104948" y="100337"/>
                  <a:pt x="104163" y="101022"/>
                </a:cubicBezTo>
                <a:cubicBezTo>
                  <a:pt x="103378" y="101707"/>
                  <a:pt x="102238" y="102049"/>
                  <a:pt x="100744" y="102049"/>
                </a:cubicBezTo>
                <a:lnTo>
                  <a:pt x="74255" y="102049"/>
                </a:lnTo>
                <a:cubicBezTo>
                  <a:pt x="72455" y="102049"/>
                  <a:pt x="71200" y="101744"/>
                  <a:pt x="70492" y="101135"/>
                </a:cubicBezTo>
                <a:cubicBezTo>
                  <a:pt x="69783" y="100527"/>
                  <a:pt x="69429" y="99481"/>
                  <a:pt x="69429" y="97998"/>
                </a:cubicBezTo>
                <a:cubicBezTo>
                  <a:pt x="69429" y="96629"/>
                  <a:pt x="69802" y="95602"/>
                  <a:pt x="70549" y="94917"/>
                </a:cubicBezTo>
                <a:cubicBezTo>
                  <a:pt x="71296" y="94232"/>
                  <a:pt x="72416" y="93890"/>
                  <a:pt x="73910" y="93890"/>
                </a:cubicBezTo>
                <a:lnTo>
                  <a:pt x="86379" y="93890"/>
                </a:lnTo>
                <a:lnTo>
                  <a:pt x="95688" y="75524"/>
                </a:lnTo>
                <a:lnTo>
                  <a:pt x="74600" y="34131"/>
                </a:lnTo>
                <a:cubicBezTo>
                  <a:pt x="72072" y="34131"/>
                  <a:pt x="70338" y="33825"/>
                  <a:pt x="69400" y="33212"/>
                </a:cubicBezTo>
                <a:cubicBezTo>
                  <a:pt x="68461" y="32599"/>
                  <a:pt x="67992" y="31526"/>
                  <a:pt x="67992" y="29994"/>
                </a:cubicBezTo>
                <a:cubicBezTo>
                  <a:pt x="67992" y="28653"/>
                  <a:pt x="68375" y="27648"/>
                  <a:pt x="69141" y="26978"/>
                </a:cubicBezTo>
                <a:cubicBezTo>
                  <a:pt x="69907" y="26307"/>
                  <a:pt x="71057" y="25972"/>
                  <a:pt x="72589" y="25972"/>
                </a:cubicBezTo>
                <a:lnTo>
                  <a:pt x="88620" y="25972"/>
                </a:lnTo>
                <a:cubicBezTo>
                  <a:pt x="90765" y="25972"/>
                  <a:pt x="92202" y="26269"/>
                  <a:pt x="92930" y="26863"/>
                </a:cubicBezTo>
                <a:cubicBezTo>
                  <a:pt x="93658" y="27456"/>
                  <a:pt x="94021" y="28500"/>
                  <a:pt x="94021" y="29994"/>
                </a:cubicBezTo>
                <a:cubicBezTo>
                  <a:pt x="94021" y="31526"/>
                  <a:pt x="93543" y="32599"/>
                  <a:pt x="92585" y="33212"/>
                </a:cubicBezTo>
                <a:cubicBezTo>
                  <a:pt x="91627" y="33825"/>
                  <a:pt x="89865" y="34131"/>
                  <a:pt x="87299" y="34131"/>
                </a:cubicBezTo>
                <a:lnTo>
                  <a:pt x="85173" y="34131"/>
                </a:lnTo>
                <a:lnTo>
                  <a:pt x="100744" y="65822"/>
                </a:lnTo>
                <a:lnTo>
                  <a:pt x="116603" y="34131"/>
                </a:lnTo>
                <a:lnTo>
                  <a:pt x="114362" y="34131"/>
                </a:lnTo>
                <a:cubicBezTo>
                  <a:pt x="111719" y="34131"/>
                  <a:pt x="109900" y="33825"/>
                  <a:pt x="108904" y="33212"/>
                </a:cubicBezTo>
                <a:cubicBezTo>
                  <a:pt x="107908" y="32599"/>
                  <a:pt x="107410" y="31526"/>
                  <a:pt x="107410" y="29994"/>
                </a:cubicBezTo>
                <a:cubicBezTo>
                  <a:pt x="107410" y="28500"/>
                  <a:pt x="107774" y="27456"/>
                  <a:pt x="108501" y="26863"/>
                </a:cubicBezTo>
                <a:cubicBezTo>
                  <a:pt x="109229" y="26269"/>
                  <a:pt x="110685" y="25972"/>
                  <a:pt x="112868" y="25972"/>
                </a:cubicBezTo>
                <a:lnTo>
                  <a:pt x="127061" y="25972"/>
                </a:lnTo>
                <a:cubicBezTo>
                  <a:pt x="128632" y="25972"/>
                  <a:pt x="129790" y="26307"/>
                  <a:pt x="130537" y="26978"/>
                </a:cubicBezTo>
                <a:cubicBezTo>
                  <a:pt x="131284" y="27648"/>
                  <a:pt x="131658" y="28653"/>
                  <a:pt x="131658" y="29994"/>
                </a:cubicBezTo>
                <a:cubicBezTo>
                  <a:pt x="131658" y="31450"/>
                  <a:pt x="131236" y="32484"/>
                  <a:pt x="130394" y="33097"/>
                </a:cubicBezTo>
                <a:cubicBezTo>
                  <a:pt x="129551" y="33710"/>
                  <a:pt x="128057" y="34055"/>
                  <a:pt x="125912" y="34131"/>
                </a:cubicBezTo>
                <a:lnTo>
                  <a:pt x="95688" y="93890"/>
                </a:lnTo>
                <a:close/>
                <a:moveTo>
                  <a:pt x="155521" y="93890"/>
                </a:moveTo>
                <a:lnTo>
                  <a:pt x="169311" y="93890"/>
                </a:lnTo>
                <a:cubicBezTo>
                  <a:pt x="170767" y="93890"/>
                  <a:pt x="171859" y="94232"/>
                  <a:pt x="172587" y="94917"/>
                </a:cubicBezTo>
                <a:cubicBezTo>
                  <a:pt x="173314" y="95602"/>
                  <a:pt x="173678" y="96629"/>
                  <a:pt x="173678" y="97998"/>
                </a:cubicBezTo>
                <a:cubicBezTo>
                  <a:pt x="173678" y="99481"/>
                  <a:pt x="173324" y="100527"/>
                  <a:pt x="172615" y="101135"/>
                </a:cubicBezTo>
                <a:cubicBezTo>
                  <a:pt x="171907" y="101744"/>
                  <a:pt x="170652" y="102049"/>
                  <a:pt x="168852" y="102049"/>
                </a:cubicBezTo>
                <a:lnTo>
                  <a:pt x="143512" y="102049"/>
                </a:lnTo>
                <a:cubicBezTo>
                  <a:pt x="141979" y="102049"/>
                  <a:pt x="140821" y="101707"/>
                  <a:pt x="140035" y="101022"/>
                </a:cubicBezTo>
                <a:cubicBezTo>
                  <a:pt x="139250" y="100337"/>
                  <a:pt x="138857" y="99329"/>
                  <a:pt x="138857" y="97998"/>
                </a:cubicBezTo>
                <a:cubicBezTo>
                  <a:pt x="138857" y="96477"/>
                  <a:pt x="139346" y="95411"/>
                  <a:pt x="140323" y="94802"/>
                </a:cubicBezTo>
                <a:cubicBezTo>
                  <a:pt x="141299" y="94194"/>
                  <a:pt x="143109" y="93890"/>
                  <a:pt x="145753" y="93890"/>
                </a:cubicBezTo>
                <a:lnTo>
                  <a:pt x="146844" y="93890"/>
                </a:lnTo>
                <a:lnTo>
                  <a:pt x="146844" y="34131"/>
                </a:lnTo>
                <a:lnTo>
                  <a:pt x="145753" y="34131"/>
                </a:lnTo>
                <a:cubicBezTo>
                  <a:pt x="143109" y="34131"/>
                  <a:pt x="141299" y="33825"/>
                  <a:pt x="140323" y="33212"/>
                </a:cubicBezTo>
                <a:cubicBezTo>
                  <a:pt x="139346" y="32599"/>
                  <a:pt x="138857" y="31526"/>
                  <a:pt x="138857" y="29994"/>
                </a:cubicBezTo>
                <a:cubicBezTo>
                  <a:pt x="138857" y="28653"/>
                  <a:pt x="139250" y="27648"/>
                  <a:pt x="140035" y="26978"/>
                </a:cubicBezTo>
                <a:cubicBezTo>
                  <a:pt x="140821" y="26307"/>
                  <a:pt x="141979" y="25972"/>
                  <a:pt x="143512" y="25972"/>
                </a:cubicBezTo>
                <a:lnTo>
                  <a:pt x="152246" y="25972"/>
                </a:lnTo>
                <a:cubicBezTo>
                  <a:pt x="153395" y="25972"/>
                  <a:pt x="154228" y="26163"/>
                  <a:pt x="154745" y="26547"/>
                </a:cubicBezTo>
                <a:cubicBezTo>
                  <a:pt x="155262" y="26930"/>
                  <a:pt x="155521" y="27523"/>
                  <a:pt x="155521" y="28328"/>
                </a:cubicBezTo>
                <a:lnTo>
                  <a:pt x="155521" y="33901"/>
                </a:lnTo>
                <a:cubicBezTo>
                  <a:pt x="158126" y="31220"/>
                  <a:pt x="161008" y="29209"/>
                  <a:pt x="164169" y="27868"/>
                </a:cubicBezTo>
                <a:cubicBezTo>
                  <a:pt x="167329" y="26527"/>
                  <a:pt x="170729" y="25857"/>
                  <a:pt x="174368" y="25857"/>
                </a:cubicBezTo>
                <a:cubicBezTo>
                  <a:pt x="182067" y="25857"/>
                  <a:pt x="188503" y="28462"/>
                  <a:pt x="193674" y="33672"/>
                </a:cubicBezTo>
                <a:cubicBezTo>
                  <a:pt x="198846" y="38881"/>
                  <a:pt x="201431" y="45413"/>
                  <a:pt x="201431" y="53266"/>
                </a:cubicBezTo>
                <a:cubicBezTo>
                  <a:pt x="201431" y="60812"/>
                  <a:pt x="198980" y="67018"/>
                  <a:pt x="194077" y="71883"/>
                </a:cubicBezTo>
                <a:cubicBezTo>
                  <a:pt x="189173" y="76748"/>
                  <a:pt x="182910" y="79180"/>
                  <a:pt x="175287" y="79180"/>
                </a:cubicBezTo>
                <a:cubicBezTo>
                  <a:pt x="171227" y="79180"/>
                  <a:pt x="167492" y="78462"/>
                  <a:pt x="164082" y="77025"/>
                </a:cubicBezTo>
                <a:cubicBezTo>
                  <a:pt x="160673" y="75589"/>
                  <a:pt x="157819" y="73530"/>
                  <a:pt x="155521" y="70848"/>
                </a:cubicBezTo>
                <a:lnTo>
                  <a:pt x="155521" y="93890"/>
                </a:lnTo>
                <a:moveTo>
                  <a:pt x="173333" y="70676"/>
                </a:moveTo>
                <a:cubicBezTo>
                  <a:pt x="178658" y="70676"/>
                  <a:pt x="183025" y="69003"/>
                  <a:pt x="186434" y="65657"/>
                </a:cubicBezTo>
                <a:cubicBezTo>
                  <a:pt x="189844" y="62310"/>
                  <a:pt x="191548" y="57978"/>
                  <a:pt x="191548" y="52662"/>
                </a:cubicBezTo>
                <a:cubicBezTo>
                  <a:pt x="191548" y="47461"/>
                  <a:pt x="189834" y="43168"/>
                  <a:pt x="186406" y="39784"/>
                </a:cubicBezTo>
                <a:cubicBezTo>
                  <a:pt x="182977" y="36399"/>
                  <a:pt x="178620" y="34706"/>
                  <a:pt x="173333" y="34706"/>
                </a:cubicBezTo>
                <a:cubicBezTo>
                  <a:pt x="168047" y="34706"/>
                  <a:pt x="163719" y="36389"/>
                  <a:pt x="160348" y="39755"/>
                </a:cubicBezTo>
                <a:cubicBezTo>
                  <a:pt x="156977" y="43120"/>
                  <a:pt x="155291" y="47423"/>
                  <a:pt x="155291" y="52662"/>
                </a:cubicBezTo>
                <a:cubicBezTo>
                  <a:pt x="155291" y="57940"/>
                  <a:pt x="156967" y="62262"/>
                  <a:pt x="160319" y="65628"/>
                </a:cubicBezTo>
                <a:cubicBezTo>
                  <a:pt x="163671" y="68993"/>
                  <a:pt x="168009" y="70676"/>
                  <a:pt x="173333" y="70676"/>
                </a:cubicBezTo>
                <a:close/>
                <a:moveTo>
                  <a:pt x="240694" y="72400"/>
                </a:moveTo>
                <a:cubicBezTo>
                  <a:pt x="246593" y="72400"/>
                  <a:pt x="251429" y="70538"/>
                  <a:pt x="255202" y="66814"/>
                </a:cubicBezTo>
                <a:cubicBezTo>
                  <a:pt x="258975" y="63089"/>
                  <a:pt x="260862" y="58344"/>
                  <a:pt x="260862" y="52576"/>
                </a:cubicBezTo>
                <a:cubicBezTo>
                  <a:pt x="260862" y="46808"/>
                  <a:pt x="258966" y="42043"/>
                  <a:pt x="255173" y="38281"/>
                </a:cubicBezTo>
                <a:cubicBezTo>
                  <a:pt x="251381" y="34519"/>
                  <a:pt x="246554" y="32637"/>
                  <a:pt x="240694" y="32637"/>
                </a:cubicBezTo>
                <a:cubicBezTo>
                  <a:pt x="234833" y="32637"/>
                  <a:pt x="230015" y="34519"/>
                  <a:pt x="226242" y="38281"/>
                </a:cubicBezTo>
                <a:cubicBezTo>
                  <a:pt x="222469" y="42043"/>
                  <a:pt x="220582" y="46808"/>
                  <a:pt x="220582" y="52576"/>
                </a:cubicBezTo>
                <a:cubicBezTo>
                  <a:pt x="220582" y="58382"/>
                  <a:pt x="222459" y="63137"/>
                  <a:pt x="226214" y="66842"/>
                </a:cubicBezTo>
                <a:cubicBezTo>
                  <a:pt x="229968" y="70547"/>
                  <a:pt x="234794" y="72400"/>
                  <a:pt x="240694" y="72400"/>
                </a:cubicBezTo>
                <a:moveTo>
                  <a:pt x="270860" y="52605"/>
                </a:moveTo>
                <a:cubicBezTo>
                  <a:pt x="270860" y="60811"/>
                  <a:pt x="268064" y="67522"/>
                  <a:pt x="262471" y="72737"/>
                </a:cubicBezTo>
                <a:cubicBezTo>
                  <a:pt x="256878" y="77952"/>
                  <a:pt x="249619" y="80559"/>
                  <a:pt x="240694" y="80559"/>
                </a:cubicBezTo>
                <a:cubicBezTo>
                  <a:pt x="231806" y="80559"/>
                  <a:pt x="224566" y="77952"/>
                  <a:pt x="218974" y="72737"/>
                </a:cubicBezTo>
                <a:cubicBezTo>
                  <a:pt x="213381" y="67522"/>
                  <a:pt x="210584" y="60811"/>
                  <a:pt x="210584" y="52605"/>
                </a:cubicBezTo>
                <a:cubicBezTo>
                  <a:pt x="210584" y="44399"/>
                  <a:pt x="213381" y="37698"/>
                  <a:pt x="218974" y="32503"/>
                </a:cubicBezTo>
                <a:cubicBezTo>
                  <a:pt x="224566" y="27306"/>
                  <a:pt x="231806" y="24708"/>
                  <a:pt x="240694" y="24708"/>
                </a:cubicBezTo>
                <a:cubicBezTo>
                  <a:pt x="249581" y="24708"/>
                  <a:pt x="256830" y="27316"/>
                  <a:pt x="262442" y="32531"/>
                </a:cubicBezTo>
                <a:cubicBezTo>
                  <a:pt x="268054" y="37746"/>
                  <a:pt x="270860" y="44437"/>
                  <a:pt x="270860" y="52605"/>
                </a:cubicBezTo>
                <a:close/>
                <a:moveTo>
                  <a:pt x="326729" y="29190"/>
                </a:moveTo>
                <a:cubicBezTo>
                  <a:pt x="328606" y="29190"/>
                  <a:pt x="329975" y="29518"/>
                  <a:pt x="330837" y="30174"/>
                </a:cubicBezTo>
                <a:cubicBezTo>
                  <a:pt x="331699" y="30830"/>
                  <a:pt x="332130" y="31871"/>
                  <a:pt x="332130" y="33298"/>
                </a:cubicBezTo>
                <a:cubicBezTo>
                  <a:pt x="332130" y="34648"/>
                  <a:pt x="331728" y="35661"/>
                  <a:pt x="330923" y="36336"/>
                </a:cubicBezTo>
                <a:cubicBezTo>
                  <a:pt x="330119" y="37011"/>
                  <a:pt x="328912" y="37349"/>
                  <a:pt x="327303" y="37349"/>
                </a:cubicBezTo>
                <a:lnTo>
                  <a:pt x="304032" y="37349"/>
                </a:lnTo>
                <a:lnTo>
                  <a:pt x="304032" y="56541"/>
                </a:lnTo>
                <a:cubicBezTo>
                  <a:pt x="304032" y="62823"/>
                  <a:pt x="304846" y="66960"/>
                  <a:pt x="306474" y="68952"/>
                </a:cubicBezTo>
                <a:cubicBezTo>
                  <a:pt x="308102" y="70944"/>
                  <a:pt x="310889" y="71940"/>
                  <a:pt x="314834" y="71940"/>
                </a:cubicBezTo>
                <a:cubicBezTo>
                  <a:pt x="318320" y="71940"/>
                  <a:pt x="322496" y="70925"/>
                  <a:pt x="327361" y="68895"/>
                </a:cubicBezTo>
                <a:cubicBezTo>
                  <a:pt x="332226" y="66864"/>
                  <a:pt x="335233" y="65849"/>
                  <a:pt x="336382" y="65849"/>
                </a:cubicBezTo>
                <a:cubicBezTo>
                  <a:pt x="337454" y="65849"/>
                  <a:pt x="338364" y="66232"/>
                  <a:pt x="339111" y="66998"/>
                </a:cubicBezTo>
                <a:cubicBezTo>
                  <a:pt x="339858" y="67765"/>
                  <a:pt x="340232" y="68703"/>
                  <a:pt x="340232" y="69814"/>
                </a:cubicBezTo>
                <a:cubicBezTo>
                  <a:pt x="340232" y="71078"/>
                  <a:pt x="339762" y="72176"/>
                  <a:pt x="338824" y="73109"/>
                </a:cubicBezTo>
                <a:cubicBezTo>
                  <a:pt x="337885" y="74042"/>
                  <a:pt x="336286" y="74945"/>
                  <a:pt x="334026" y="75820"/>
                </a:cubicBezTo>
                <a:cubicBezTo>
                  <a:pt x="330272" y="77304"/>
                  <a:pt x="326891" y="78388"/>
                  <a:pt x="323884" y="79072"/>
                </a:cubicBezTo>
                <a:cubicBezTo>
                  <a:pt x="320877" y="79757"/>
                  <a:pt x="318052" y="80099"/>
                  <a:pt x="315409" y="80099"/>
                </a:cubicBezTo>
                <a:cubicBezTo>
                  <a:pt x="310927" y="80099"/>
                  <a:pt x="307163" y="79382"/>
                  <a:pt x="304118" y="77948"/>
                </a:cubicBezTo>
                <a:cubicBezTo>
                  <a:pt x="301073" y="76513"/>
                  <a:pt x="298803" y="74380"/>
                  <a:pt x="297309" y="71549"/>
                </a:cubicBezTo>
                <a:cubicBezTo>
                  <a:pt x="296543" y="70210"/>
                  <a:pt x="295997" y="68623"/>
                  <a:pt x="295671" y="66787"/>
                </a:cubicBezTo>
                <a:cubicBezTo>
                  <a:pt x="295346" y="64950"/>
                  <a:pt x="295183" y="62119"/>
                  <a:pt x="295183" y="58293"/>
                </a:cubicBezTo>
                <a:lnTo>
                  <a:pt x="295183" y="56516"/>
                </a:lnTo>
                <a:lnTo>
                  <a:pt x="295183" y="37349"/>
                </a:lnTo>
                <a:lnTo>
                  <a:pt x="285415" y="37349"/>
                </a:lnTo>
                <a:cubicBezTo>
                  <a:pt x="283806" y="37349"/>
                  <a:pt x="282638" y="37031"/>
                  <a:pt x="281910" y="36396"/>
                </a:cubicBezTo>
                <a:cubicBezTo>
                  <a:pt x="281182" y="35759"/>
                  <a:pt x="280818" y="34726"/>
                  <a:pt x="280818" y="33298"/>
                </a:cubicBezTo>
                <a:cubicBezTo>
                  <a:pt x="280818" y="31717"/>
                  <a:pt x="281316" y="30637"/>
                  <a:pt x="282312" y="30059"/>
                </a:cubicBezTo>
                <a:cubicBezTo>
                  <a:pt x="283308" y="29479"/>
                  <a:pt x="285434" y="29190"/>
                  <a:pt x="288690" y="29190"/>
                </a:cubicBezTo>
                <a:lnTo>
                  <a:pt x="295183" y="29190"/>
                </a:lnTo>
                <a:lnTo>
                  <a:pt x="295183" y="17410"/>
                </a:lnTo>
                <a:lnTo>
                  <a:pt x="295183" y="14365"/>
                </a:lnTo>
                <a:cubicBezTo>
                  <a:pt x="295183" y="12718"/>
                  <a:pt x="295537" y="11502"/>
                  <a:pt x="296246" y="10716"/>
                </a:cubicBezTo>
                <a:cubicBezTo>
                  <a:pt x="296955" y="9931"/>
                  <a:pt x="298056" y="9538"/>
                  <a:pt x="299550" y="9538"/>
                </a:cubicBezTo>
                <a:cubicBezTo>
                  <a:pt x="301235" y="9538"/>
                  <a:pt x="302404" y="10017"/>
                  <a:pt x="303055" y="10975"/>
                </a:cubicBezTo>
                <a:cubicBezTo>
                  <a:pt x="303706" y="11933"/>
                  <a:pt x="304032" y="14116"/>
                  <a:pt x="304032" y="17525"/>
                </a:cubicBezTo>
                <a:lnTo>
                  <a:pt x="304032" y="29190"/>
                </a:lnTo>
                <a:lnTo>
                  <a:pt x="326729" y="29190"/>
                </a:lnTo>
                <a:close/>
                <a:moveTo>
                  <a:pt x="359785" y="70906"/>
                </a:moveTo>
                <a:lnTo>
                  <a:pt x="359785" y="12067"/>
                </a:lnTo>
                <a:lnTo>
                  <a:pt x="358693" y="12067"/>
                </a:lnTo>
                <a:cubicBezTo>
                  <a:pt x="356088" y="12067"/>
                  <a:pt x="354297" y="11764"/>
                  <a:pt x="353320" y="11160"/>
                </a:cubicBezTo>
                <a:cubicBezTo>
                  <a:pt x="352344" y="10555"/>
                  <a:pt x="351855" y="9498"/>
                  <a:pt x="351855" y="7987"/>
                </a:cubicBezTo>
                <a:cubicBezTo>
                  <a:pt x="351855" y="6627"/>
                  <a:pt x="352248" y="5607"/>
                  <a:pt x="353033" y="4927"/>
                </a:cubicBezTo>
                <a:cubicBezTo>
                  <a:pt x="353818" y="4247"/>
                  <a:pt x="354958" y="3907"/>
                  <a:pt x="356452" y="3907"/>
                </a:cubicBezTo>
                <a:lnTo>
                  <a:pt x="365186" y="3907"/>
                </a:lnTo>
                <a:cubicBezTo>
                  <a:pt x="366220" y="3907"/>
                  <a:pt x="367025" y="4118"/>
                  <a:pt x="367599" y="4539"/>
                </a:cubicBezTo>
                <a:cubicBezTo>
                  <a:pt x="368174" y="4961"/>
                  <a:pt x="368461" y="5535"/>
                  <a:pt x="368461" y="6263"/>
                </a:cubicBezTo>
                <a:lnTo>
                  <a:pt x="368461" y="32285"/>
                </a:lnTo>
                <a:cubicBezTo>
                  <a:pt x="371258" y="29664"/>
                  <a:pt x="374025" y="27726"/>
                  <a:pt x="376764" y="26473"/>
                </a:cubicBezTo>
                <a:cubicBezTo>
                  <a:pt x="379503" y="25220"/>
                  <a:pt x="382347" y="24593"/>
                  <a:pt x="385297" y="24593"/>
                </a:cubicBezTo>
                <a:cubicBezTo>
                  <a:pt x="391081" y="24593"/>
                  <a:pt x="395630" y="26392"/>
                  <a:pt x="398944" y="29989"/>
                </a:cubicBezTo>
                <a:cubicBezTo>
                  <a:pt x="402257" y="33585"/>
                  <a:pt x="403914" y="38558"/>
                  <a:pt x="403914" y="44909"/>
                </a:cubicBezTo>
                <a:lnTo>
                  <a:pt x="403914" y="70906"/>
                </a:lnTo>
                <a:lnTo>
                  <a:pt x="406615" y="70906"/>
                </a:lnTo>
                <a:cubicBezTo>
                  <a:pt x="408530" y="70906"/>
                  <a:pt x="409909" y="71224"/>
                  <a:pt x="410752" y="71861"/>
                </a:cubicBezTo>
                <a:cubicBezTo>
                  <a:pt x="411595" y="72497"/>
                  <a:pt x="412016" y="73509"/>
                  <a:pt x="412016" y="74899"/>
                </a:cubicBezTo>
                <a:cubicBezTo>
                  <a:pt x="412016" y="76288"/>
                  <a:pt x="411633" y="77329"/>
                  <a:pt x="410867" y="78024"/>
                </a:cubicBezTo>
                <a:cubicBezTo>
                  <a:pt x="410101" y="78718"/>
                  <a:pt x="408951" y="79065"/>
                  <a:pt x="407419" y="79065"/>
                </a:cubicBezTo>
                <a:lnTo>
                  <a:pt x="392135" y="79065"/>
                </a:lnTo>
                <a:cubicBezTo>
                  <a:pt x="390334" y="79065"/>
                  <a:pt x="389118" y="78766"/>
                  <a:pt x="388486" y="78169"/>
                </a:cubicBezTo>
                <a:cubicBezTo>
                  <a:pt x="387854" y="77571"/>
                  <a:pt x="387538" y="76481"/>
                  <a:pt x="387538" y="74899"/>
                </a:cubicBezTo>
                <a:cubicBezTo>
                  <a:pt x="387538" y="73356"/>
                  <a:pt x="387931" y="72305"/>
                  <a:pt x="388716" y="71746"/>
                </a:cubicBezTo>
                <a:cubicBezTo>
                  <a:pt x="389501" y="71186"/>
                  <a:pt x="390985" y="70906"/>
                  <a:pt x="393169" y="70906"/>
                </a:cubicBezTo>
                <a:lnTo>
                  <a:pt x="395180" y="70906"/>
                </a:lnTo>
                <a:lnTo>
                  <a:pt x="395180" y="47076"/>
                </a:lnTo>
                <a:cubicBezTo>
                  <a:pt x="395180" y="42607"/>
                  <a:pt x="394165" y="39199"/>
                  <a:pt x="392135" y="36850"/>
                </a:cubicBezTo>
                <a:cubicBezTo>
                  <a:pt x="390104" y="34501"/>
                  <a:pt x="387155" y="33327"/>
                  <a:pt x="383286" y="33327"/>
                </a:cubicBezTo>
                <a:cubicBezTo>
                  <a:pt x="379340" y="33327"/>
                  <a:pt x="375883" y="34645"/>
                  <a:pt x="372914" y="37281"/>
                </a:cubicBezTo>
                <a:cubicBezTo>
                  <a:pt x="369946" y="39916"/>
                  <a:pt x="368461" y="43181"/>
                  <a:pt x="368461" y="47076"/>
                </a:cubicBezTo>
                <a:lnTo>
                  <a:pt x="368461" y="70906"/>
                </a:lnTo>
                <a:lnTo>
                  <a:pt x="370472" y="70906"/>
                </a:lnTo>
                <a:cubicBezTo>
                  <a:pt x="372771" y="70906"/>
                  <a:pt x="374322" y="71195"/>
                  <a:pt x="375127" y="71775"/>
                </a:cubicBezTo>
                <a:cubicBezTo>
                  <a:pt x="375931" y="72353"/>
                  <a:pt x="376333" y="73395"/>
                  <a:pt x="376333" y="74899"/>
                </a:cubicBezTo>
                <a:cubicBezTo>
                  <a:pt x="376333" y="76481"/>
                  <a:pt x="376017" y="77571"/>
                  <a:pt x="375385" y="78169"/>
                </a:cubicBezTo>
                <a:cubicBezTo>
                  <a:pt x="374753" y="78766"/>
                  <a:pt x="373537" y="79065"/>
                  <a:pt x="371736" y="79065"/>
                </a:cubicBezTo>
                <a:lnTo>
                  <a:pt x="356452" y="79065"/>
                </a:lnTo>
                <a:cubicBezTo>
                  <a:pt x="354958" y="79065"/>
                  <a:pt x="353838" y="78718"/>
                  <a:pt x="353091" y="78024"/>
                </a:cubicBezTo>
                <a:cubicBezTo>
                  <a:pt x="352344" y="77329"/>
                  <a:pt x="351970" y="76288"/>
                  <a:pt x="351970" y="74899"/>
                </a:cubicBezTo>
                <a:cubicBezTo>
                  <a:pt x="351970" y="73356"/>
                  <a:pt x="352420" y="72305"/>
                  <a:pt x="353320" y="71746"/>
                </a:cubicBezTo>
                <a:cubicBezTo>
                  <a:pt x="354221" y="71186"/>
                  <a:pt x="355973" y="70906"/>
                  <a:pt x="358578" y="70906"/>
                </a:cubicBezTo>
                <a:lnTo>
                  <a:pt x="359785" y="70906"/>
                </a:lnTo>
                <a:close/>
                <a:moveTo>
                  <a:pt x="432317" y="55047"/>
                </a:moveTo>
                <a:cubicBezTo>
                  <a:pt x="432623" y="60581"/>
                  <a:pt x="434491" y="64857"/>
                  <a:pt x="437919" y="67875"/>
                </a:cubicBezTo>
                <a:cubicBezTo>
                  <a:pt x="441347" y="70891"/>
                  <a:pt x="446030" y="72400"/>
                  <a:pt x="451968" y="72400"/>
                </a:cubicBezTo>
                <a:cubicBezTo>
                  <a:pt x="456450" y="72400"/>
                  <a:pt x="461334" y="71203"/>
                  <a:pt x="466620" y="68808"/>
                </a:cubicBezTo>
                <a:cubicBezTo>
                  <a:pt x="471907" y="66414"/>
                  <a:pt x="475105" y="65217"/>
                  <a:pt x="476216" y="65217"/>
                </a:cubicBezTo>
                <a:cubicBezTo>
                  <a:pt x="477365" y="65217"/>
                  <a:pt x="478323" y="65581"/>
                  <a:pt x="479089" y="66309"/>
                </a:cubicBezTo>
                <a:cubicBezTo>
                  <a:pt x="479855" y="67037"/>
                  <a:pt x="480238" y="67937"/>
                  <a:pt x="480238" y="69010"/>
                </a:cubicBezTo>
                <a:cubicBezTo>
                  <a:pt x="480238" y="70120"/>
                  <a:pt x="479836" y="71136"/>
                  <a:pt x="479032" y="72055"/>
                </a:cubicBezTo>
                <a:cubicBezTo>
                  <a:pt x="478227" y="72974"/>
                  <a:pt x="476944" y="73875"/>
                  <a:pt x="475182" y="74756"/>
                </a:cubicBezTo>
                <a:cubicBezTo>
                  <a:pt x="471351" y="76633"/>
                  <a:pt x="467396" y="78069"/>
                  <a:pt x="463316" y="79065"/>
                </a:cubicBezTo>
                <a:cubicBezTo>
                  <a:pt x="459237" y="80061"/>
                  <a:pt x="455186" y="80559"/>
                  <a:pt x="451164" y="80559"/>
                </a:cubicBezTo>
                <a:cubicBezTo>
                  <a:pt x="442430" y="80559"/>
                  <a:pt x="435439" y="78038"/>
                  <a:pt x="430191" y="72996"/>
                </a:cubicBezTo>
                <a:cubicBezTo>
                  <a:pt x="424943" y="67953"/>
                  <a:pt x="422319" y="61270"/>
                  <a:pt x="422319" y="52949"/>
                </a:cubicBezTo>
                <a:cubicBezTo>
                  <a:pt x="422319" y="44475"/>
                  <a:pt x="425096" y="37612"/>
                  <a:pt x="430650" y="32359"/>
                </a:cubicBezTo>
                <a:cubicBezTo>
                  <a:pt x="436205" y="27105"/>
                  <a:pt x="443445" y="24478"/>
                  <a:pt x="452370" y="24478"/>
                </a:cubicBezTo>
                <a:cubicBezTo>
                  <a:pt x="460453" y="24478"/>
                  <a:pt x="467157" y="26930"/>
                  <a:pt x="472481" y="31833"/>
                </a:cubicBezTo>
                <a:cubicBezTo>
                  <a:pt x="477806" y="36736"/>
                  <a:pt x="480468" y="42674"/>
                  <a:pt x="480468" y="49646"/>
                </a:cubicBezTo>
                <a:cubicBezTo>
                  <a:pt x="480468" y="51791"/>
                  <a:pt x="480018" y="53227"/>
                  <a:pt x="479118" y="53955"/>
                </a:cubicBezTo>
                <a:cubicBezTo>
                  <a:pt x="478218" y="54683"/>
                  <a:pt x="475776" y="55047"/>
                  <a:pt x="471792" y="55047"/>
                </a:cubicBezTo>
                <a:lnTo>
                  <a:pt x="470930" y="55047"/>
                </a:lnTo>
                <a:lnTo>
                  <a:pt x="432317" y="55047"/>
                </a:lnTo>
                <a:moveTo>
                  <a:pt x="432604" y="47462"/>
                </a:moveTo>
                <a:lnTo>
                  <a:pt x="470010" y="47462"/>
                </a:lnTo>
                <a:cubicBezTo>
                  <a:pt x="469436" y="42938"/>
                  <a:pt x="467530" y="39299"/>
                  <a:pt x="464293" y="36543"/>
                </a:cubicBezTo>
                <a:cubicBezTo>
                  <a:pt x="461056" y="33786"/>
                  <a:pt x="457082" y="32407"/>
                  <a:pt x="452370" y="32407"/>
                </a:cubicBezTo>
                <a:cubicBezTo>
                  <a:pt x="447275" y="32407"/>
                  <a:pt x="442985" y="33738"/>
                  <a:pt x="439499" y="36399"/>
                </a:cubicBezTo>
                <a:cubicBezTo>
                  <a:pt x="436013" y="39060"/>
                  <a:pt x="433715" y="42748"/>
                  <a:pt x="432604" y="47462"/>
                </a:cubicBezTo>
                <a:close/>
                <a:moveTo>
                  <a:pt x="537773" y="29190"/>
                </a:moveTo>
                <a:cubicBezTo>
                  <a:pt x="539650" y="29190"/>
                  <a:pt x="541019" y="29518"/>
                  <a:pt x="541881" y="30174"/>
                </a:cubicBezTo>
                <a:cubicBezTo>
                  <a:pt x="542743" y="30830"/>
                  <a:pt x="543174" y="31871"/>
                  <a:pt x="543174" y="33298"/>
                </a:cubicBezTo>
                <a:cubicBezTo>
                  <a:pt x="543174" y="34648"/>
                  <a:pt x="542772" y="35661"/>
                  <a:pt x="541967" y="36336"/>
                </a:cubicBezTo>
                <a:cubicBezTo>
                  <a:pt x="541163" y="37011"/>
                  <a:pt x="539956" y="37349"/>
                  <a:pt x="538347" y="37349"/>
                </a:cubicBezTo>
                <a:lnTo>
                  <a:pt x="515076" y="37349"/>
                </a:lnTo>
                <a:lnTo>
                  <a:pt x="515076" y="56541"/>
                </a:lnTo>
                <a:cubicBezTo>
                  <a:pt x="515076" y="62823"/>
                  <a:pt x="515890" y="66960"/>
                  <a:pt x="517518" y="68952"/>
                </a:cubicBezTo>
                <a:cubicBezTo>
                  <a:pt x="519146" y="70944"/>
                  <a:pt x="521933" y="71940"/>
                  <a:pt x="525878" y="71940"/>
                </a:cubicBezTo>
                <a:cubicBezTo>
                  <a:pt x="529364" y="71940"/>
                  <a:pt x="533540" y="70925"/>
                  <a:pt x="538405" y="68895"/>
                </a:cubicBezTo>
                <a:cubicBezTo>
                  <a:pt x="543270" y="66864"/>
                  <a:pt x="546277" y="65849"/>
                  <a:pt x="547426" y="65849"/>
                </a:cubicBezTo>
                <a:cubicBezTo>
                  <a:pt x="548499" y="65849"/>
                  <a:pt x="549408" y="66232"/>
                  <a:pt x="550155" y="66998"/>
                </a:cubicBezTo>
                <a:cubicBezTo>
                  <a:pt x="550902" y="67765"/>
                  <a:pt x="551276" y="68703"/>
                  <a:pt x="551276" y="69814"/>
                </a:cubicBezTo>
                <a:cubicBezTo>
                  <a:pt x="551276" y="71078"/>
                  <a:pt x="550807" y="72176"/>
                  <a:pt x="549868" y="73109"/>
                </a:cubicBezTo>
                <a:cubicBezTo>
                  <a:pt x="548930" y="74042"/>
                  <a:pt x="547330" y="74945"/>
                  <a:pt x="545070" y="75820"/>
                </a:cubicBezTo>
                <a:cubicBezTo>
                  <a:pt x="541316" y="77304"/>
                  <a:pt x="537936" y="78388"/>
                  <a:pt x="534928" y="79072"/>
                </a:cubicBezTo>
                <a:cubicBezTo>
                  <a:pt x="531921" y="79757"/>
                  <a:pt x="529096" y="80099"/>
                  <a:pt x="526453" y="80099"/>
                </a:cubicBezTo>
                <a:cubicBezTo>
                  <a:pt x="521971" y="80099"/>
                  <a:pt x="518208" y="79382"/>
                  <a:pt x="515162" y="77948"/>
                </a:cubicBezTo>
                <a:cubicBezTo>
                  <a:pt x="512117" y="76513"/>
                  <a:pt x="509847" y="74380"/>
                  <a:pt x="508353" y="71549"/>
                </a:cubicBezTo>
                <a:cubicBezTo>
                  <a:pt x="507587" y="70210"/>
                  <a:pt x="507041" y="68623"/>
                  <a:pt x="506716" y="66787"/>
                </a:cubicBezTo>
                <a:cubicBezTo>
                  <a:pt x="506390" y="64950"/>
                  <a:pt x="506227" y="62119"/>
                  <a:pt x="506227" y="58293"/>
                </a:cubicBezTo>
                <a:lnTo>
                  <a:pt x="506227" y="56516"/>
                </a:lnTo>
                <a:lnTo>
                  <a:pt x="506227" y="37349"/>
                </a:lnTo>
                <a:lnTo>
                  <a:pt x="496459" y="37349"/>
                </a:lnTo>
                <a:cubicBezTo>
                  <a:pt x="494850" y="37349"/>
                  <a:pt x="493682" y="37031"/>
                  <a:pt x="492954" y="36396"/>
                </a:cubicBezTo>
                <a:cubicBezTo>
                  <a:pt x="492226" y="35759"/>
                  <a:pt x="491862" y="34726"/>
                  <a:pt x="491862" y="33298"/>
                </a:cubicBezTo>
                <a:cubicBezTo>
                  <a:pt x="491862" y="31717"/>
                  <a:pt x="492360" y="30637"/>
                  <a:pt x="493356" y="30059"/>
                </a:cubicBezTo>
                <a:cubicBezTo>
                  <a:pt x="494352" y="29479"/>
                  <a:pt x="496478" y="29190"/>
                  <a:pt x="499734" y="29190"/>
                </a:cubicBezTo>
                <a:lnTo>
                  <a:pt x="506227" y="29190"/>
                </a:lnTo>
                <a:lnTo>
                  <a:pt x="506227" y="17410"/>
                </a:lnTo>
                <a:lnTo>
                  <a:pt x="506227" y="14365"/>
                </a:lnTo>
                <a:cubicBezTo>
                  <a:pt x="506227" y="12718"/>
                  <a:pt x="506581" y="11502"/>
                  <a:pt x="507290" y="10716"/>
                </a:cubicBezTo>
                <a:cubicBezTo>
                  <a:pt x="507999" y="9931"/>
                  <a:pt x="509100" y="9538"/>
                  <a:pt x="510594" y="9538"/>
                </a:cubicBezTo>
                <a:cubicBezTo>
                  <a:pt x="512280" y="9538"/>
                  <a:pt x="513448" y="10017"/>
                  <a:pt x="514099" y="10975"/>
                </a:cubicBezTo>
                <a:cubicBezTo>
                  <a:pt x="514750" y="11933"/>
                  <a:pt x="515076" y="14116"/>
                  <a:pt x="515076" y="17525"/>
                </a:cubicBezTo>
                <a:lnTo>
                  <a:pt x="515076" y="29190"/>
                </a:lnTo>
                <a:lnTo>
                  <a:pt x="537773" y="29190"/>
                </a:lnTo>
                <a:close/>
                <a:moveTo>
                  <a:pt x="587147" y="9423"/>
                </a:moveTo>
                <a:cubicBezTo>
                  <a:pt x="587147" y="5286"/>
                  <a:pt x="587521" y="2681"/>
                  <a:pt x="588268" y="1609"/>
                </a:cubicBezTo>
                <a:cubicBezTo>
                  <a:pt x="589015" y="536"/>
                  <a:pt x="590614" y="0"/>
                  <a:pt x="593066" y="0"/>
                </a:cubicBezTo>
                <a:cubicBezTo>
                  <a:pt x="595441" y="0"/>
                  <a:pt x="597011" y="450"/>
                  <a:pt x="597778" y="1350"/>
                </a:cubicBezTo>
                <a:cubicBezTo>
                  <a:pt x="598544" y="2251"/>
                  <a:pt x="598927" y="4386"/>
                  <a:pt x="598927" y="7757"/>
                </a:cubicBezTo>
                <a:cubicBezTo>
                  <a:pt x="598927" y="11051"/>
                  <a:pt x="598572" y="13091"/>
                  <a:pt x="597864" y="13877"/>
                </a:cubicBezTo>
                <a:cubicBezTo>
                  <a:pt x="597155" y="14662"/>
                  <a:pt x="595556" y="15055"/>
                  <a:pt x="593066" y="15055"/>
                </a:cubicBezTo>
                <a:cubicBezTo>
                  <a:pt x="590614" y="15055"/>
                  <a:pt x="589015" y="14691"/>
                  <a:pt x="588268" y="13963"/>
                </a:cubicBezTo>
                <a:cubicBezTo>
                  <a:pt x="587521" y="13235"/>
                  <a:pt x="587147" y="11722"/>
                  <a:pt x="587147" y="9423"/>
                </a:cubicBezTo>
                <a:moveTo>
                  <a:pt x="597778" y="70906"/>
                </a:moveTo>
                <a:lnTo>
                  <a:pt x="616222" y="70906"/>
                </a:lnTo>
                <a:cubicBezTo>
                  <a:pt x="617716" y="70906"/>
                  <a:pt x="618818" y="71224"/>
                  <a:pt x="619526" y="71861"/>
                </a:cubicBezTo>
                <a:cubicBezTo>
                  <a:pt x="620235" y="72497"/>
                  <a:pt x="620589" y="73509"/>
                  <a:pt x="620589" y="74899"/>
                </a:cubicBezTo>
                <a:cubicBezTo>
                  <a:pt x="620589" y="76481"/>
                  <a:pt x="620254" y="77571"/>
                  <a:pt x="619584" y="78169"/>
                </a:cubicBezTo>
                <a:cubicBezTo>
                  <a:pt x="618913" y="78766"/>
                  <a:pt x="617678" y="79065"/>
                  <a:pt x="615877" y="79065"/>
                </a:cubicBezTo>
                <a:lnTo>
                  <a:pt x="571288" y="79065"/>
                </a:lnTo>
                <a:cubicBezTo>
                  <a:pt x="569756" y="79065"/>
                  <a:pt x="568607" y="78718"/>
                  <a:pt x="567841" y="78024"/>
                </a:cubicBezTo>
                <a:cubicBezTo>
                  <a:pt x="567075" y="77329"/>
                  <a:pt x="566692" y="76288"/>
                  <a:pt x="566692" y="74899"/>
                </a:cubicBezTo>
                <a:cubicBezTo>
                  <a:pt x="566692" y="73549"/>
                  <a:pt x="567094" y="72546"/>
                  <a:pt x="567898" y="71890"/>
                </a:cubicBezTo>
                <a:cubicBezTo>
                  <a:pt x="568703" y="71234"/>
                  <a:pt x="569909" y="70906"/>
                  <a:pt x="571518" y="70906"/>
                </a:cubicBezTo>
                <a:lnTo>
                  <a:pt x="589044" y="70906"/>
                </a:lnTo>
                <a:lnTo>
                  <a:pt x="589044" y="34131"/>
                </a:lnTo>
                <a:lnTo>
                  <a:pt x="577839" y="34131"/>
                </a:lnTo>
                <a:cubicBezTo>
                  <a:pt x="576268" y="34131"/>
                  <a:pt x="575071" y="33777"/>
                  <a:pt x="574248" y="33068"/>
                </a:cubicBezTo>
                <a:cubicBezTo>
                  <a:pt x="573424" y="32360"/>
                  <a:pt x="573012" y="31335"/>
                  <a:pt x="573012" y="29994"/>
                </a:cubicBezTo>
                <a:cubicBezTo>
                  <a:pt x="573012" y="28653"/>
                  <a:pt x="573395" y="27648"/>
                  <a:pt x="574161" y="26978"/>
                </a:cubicBezTo>
                <a:cubicBezTo>
                  <a:pt x="574928" y="26307"/>
                  <a:pt x="576077" y="25972"/>
                  <a:pt x="577609" y="25972"/>
                </a:cubicBezTo>
                <a:lnTo>
                  <a:pt x="594445" y="25972"/>
                </a:lnTo>
                <a:cubicBezTo>
                  <a:pt x="595479" y="25972"/>
                  <a:pt x="596293" y="26183"/>
                  <a:pt x="596887" y="26604"/>
                </a:cubicBezTo>
                <a:cubicBezTo>
                  <a:pt x="597481" y="27024"/>
                  <a:pt x="597778" y="27598"/>
                  <a:pt x="597778" y="28324"/>
                </a:cubicBezTo>
                <a:lnTo>
                  <a:pt x="597778" y="70906"/>
                </a:lnTo>
                <a:close/>
                <a:moveTo>
                  <a:pt x="680078" y="29450"/>
                </a:moveTo>
                <a:lnTo>
                  <a:pt x="680078" y="29220"/>
                </a:lnTo>
                <a:cubicBezTo>
                  <a:pt x="680078" y="27945"/>
                  <a:pt x="680442" y="27009"/>
                  <a:pt x="681169" y="26410"/>
                </a:cubicBezTo>
                <a:cubicBezTo>
                  <a:pt x="681897" y="25812"/>
                  <a:pt x="683027" y="25512"/>
                  <a:pt x="684560" y="25512"/>
                </a:cubicBezTo>
                <a:cubicBezTo>
                  <a:pt x="686130" y="25512"/>
                  <a:pt x="687212" y="25973"/>
                  <a:pt x="687806" y="26895"/>
                </a:cubicBezTo>
                <a:cubicBezTo>
                  <a:pt x="688400" y="27817"/>
                  <a:pt x="688697" y="29718"/>
                  <a:pt x="688697" y="32598"/>
                </a:cubicBezTo>
                <a:lnTo>
                  <a:pt x="688697" y="43314"/>
                </a:lnTo>
                <a:cubicBezTo>
                  <a:pt x="688697" y="44735"/>
                  <a:pt x="688333" y="45801"/>
                  <a:pt x="687605" y="46512"/>
                </a:cubicBezTo>
                <a:cubicBezTo>
                  <a:pt x="686877" y="47222"/>
                  <a:pt x="685785" y="47577"/>
                  <a:pt x="684330" y="47577"/>
                </a:cubicBezTo>
                <a:cubicBezTo>
                  <a:pt x="683296" y="47577"/>
                  <a:pt x="682405" y="47280"/>
                  <a:pt x="681658" y="46686"/>
                </a:cubicBezTo>
                <a:cubicBezTo>
                  <a:pt x="680911" y="46093"/>
                  <a:pt x="680001" y="44857"/>
                  <a:pt x="678929" y="42980"/>
                </a:cubicBezTo>
                <a:cubicBezTo>
                  <a:pt x="677090" y="39877"/>
                  <a:pt x="674858" y="37531"/>
                  <a:pt x="672234" y="35941"/>
                </a:cubicBezTo>
                <a:cubicBezTo>
                  <a:pt x="669610" y="34352"/>
                  <a:pt x="666594" y="33557"/>
                  <a:pt x="663184" y="33557"/>
                </a:cubicBezTo>
                <a:cubicBezTo>
                  <a:pt x="657209" y="33557"/>
                  <a:pt x="652353" y="35319"/>
                  <a:pt x="648618" y="38843"/>
                </a:cubicBezTo>
                <a:cubicBezTo>
                  <a:pt x="644883" y="42367"/>
                  <a:pt x="643016" y="46926"/>
                  <a:pt x="643016" y="52519"/>
                </a:cubicBezTo>
                <a:cubicBezTo>
                  <a:pt x="643016" y="58226"/>
                  <a:pt x="644807" y="62890"/>
                  <a:pt x="648389" y="66510"/>
                </a:cubicBezTo>
                <a:cubicBezTo>
                  <a:pt x="651970" y="70130"/>
                  <a:pt x="656577" y="71940"/>
                  <a:pt x="662208" y="71940"/>
                </a:cubicBezTo>
                <a:cubicBezTo>
                  <a:pt x="664774" y="71940"/>
                  <a:pt x="667216" y="71586"/>
                  <a:pt x="669534" y="70877"/>
                </a:cubicBezTo>
                <a:cubicBezTo>
                  <a:pt x="671851" y="70168"/>
                  <a:pt x="674044" y="69105"/>
                  <a:pt x="676113" y="67688"/>
                </a:cubicBezTo>
                <a:cubicBezTo>
                  <a:pt x="676841" y="67228"/>
                  <a:pt x="677818" y="66520"/>
                  <a:pt x="679043" y="65562"/>
                </a:cubicBezTo>
                <a:cubicBezTo>
                  <a:pt x="681533" y="63532"/>
                  <a:pt x="683487" y="62517"/>
                  <a:pt x="684904" y="62517"/>
                </a:cubicBezTo>
                <a:cubicBezTo>
                  <a:pt x="686092" y="62517"/>
                  <a:pt x="687059" y="62890"/>
                  <a:pt x="687806" y="63637"/>
                </a:cubicBezTo>
                <a:cubicBezTo>
                  <a:pt x="688553" y="64384"/>
                  <a:pt x="688927" y="65351"/>
                  <a:pt x="688927" y="66539"/>
                </a:cubicBezTo>
                <a:cubicBezTo>
                  <a:pt x="688927" y="69565"/>
                  <a:pt x="686063" y="72658"/>
                  <a:pt x="680336" y="75819"/>
                </a:cubicBezTo>
                <a:cubicBezTo>
                  <a:pt x="674609" y="78979"/>
                  <a:pt x="668528" y="80559"/>
                  <a:pt x="662093" y="80559"/>
                </a:cubicBezTo>
                <a:cubicBezTo>
                  <a:pt x="653780" y="80559"/>
                  <a:pt x="646856" y="77894"/>
                  <a:pt x="641321" y="72565"/>
                </a:cubicBezTo>
                <a:cubicBezTo>
                  <a:pt x="635786" y="67234"/>
                  <a:pt x="633018" y="60581"/>
                  <a:pt x="633018" y="52605"/>
                </a:cubicBezTo>
                <a:cubicBezTo>
                  <a:pt x="633018" y="44629"/>
                  <a:pt x="635776" y="37966"/>
                  <a:pt x="641292" y="32618"/>
                </a:cubicBezTo>
                <a:cubicBezTo>
                  <a:pt x="646808" y="27268"/>
                  <a:pt x="653704" y="24593"/>
                  <a:pt x="661978" y="24593"/>
                </a:cubicBezTo>
                <a:cubicBezTo>
                  <a:pt x="664889" y="24593"/>
                  <a:pt x="667810" y="24989"/>
                  <a:pt x="670740" y="25780"/>
                </a:cubicBezTo>
                <a:cubicBezTo>
                  <a:pt x="673671" y="26570"/>
                  <a:pt x="676783" y="27793"/>
                  <a:pt x="680078" y="29450"/>
                </a:cubicBezTo>
                <a:close/>
                <a:moveTo>
                  <a:pt x="745886" y="53725"/>
                </a:moveTo>
                <a:cubicBezTo>
                  <a:pt x="743779" y="53036"/>
                  <a:pt x="741739" y="52528"/>
                  <a:pt x="739767" y="52202"/>
                </a:cubicBezTo>
                <a:cubicBezTo>
                  <a:pt x="737794" y="51877"/>
                  <a:pt x="735831" y="51714"/>
                  <a:pt x="733877" y="51714"/>
                </a:cubicBezTo>
                <a:cubicBezTo>
                  <a:pt x="727978" y="51714"/>
                  <a:pt x="723323" y="52710"/>
                  <a:pt x="719914" y="54702"/>
                </a:cubicBezTo>
                <a:cubicBezTo>
                  <a:pt x="716505" y="56694"/>
                  <a:pt x="714800" y="59375"/>
                  <a:pt x="714800" y="62746"/>
                </a:cubicBezTo>
                <a:cubicBezTo>
                  <a:pt x="714800" y="65351"/>
                  <a:pt x="715863" y="67496"/>
                  <a:pt x="717989" y="69182"/>
                </a:cubicBezTo>
                <a:cubicBezTo>
                  <a:pt x="720115" y="70867"/>
                  <a:pt x="722825" y="71710"/>
                  <a:pt x="726120" y="71710"/>
                </a:cubicBezTo>
                <a:cubicBezTo>
                  <a:pt x="730985" y="71710"/>
                  <a:pt x="735495" y="70437"/>
                  <a:pt x="739652" y="67889"/>
                </a:cubicBezTo>
                <a:cubicBezTo>
                  <a:pt x="743808" y="65342"/>
                  <a:pt x="745886" y="62689"/>
                  <a:pt x="745886" y="59931"/>
                </a:cubicBezTo>
                <a:lnTo>
                  <a:pt x="745886" y="53725"/>
                </a:lnTo>
                <a:moveTo>
                  <a:pt x="746346" y="71825"/>
                </a:moveTo>
                <a:cubicBezTo>
                  <a:pt x="743205" y="74660"/>
                  <a:pt x="739786" y="76824"/>
                  <a:pt x="736089" y="78318"/>
                </a:cubicBezTo>
                <a:cubicBezTo>
                  <a:pt x="732393" y="79812"/>
                  <a:pt x="728591" y="80559"/>
                  <a:pt x="724683" y="80559"/>
                </a:cubicBezTo>
                <a:cubicBezTo>
                  <a:pt x="718976" y="80559"/>
                  <a:pt x="714369" y="78967"/>
                  <a:pt x="710864" y="75783"/>
                </a:cubicBezTo>
                <a:cubicBezTo>
                  <a:pt x="707359" y="72598"/>
                  <a:pt x="705607" y="68455"/>
                  <a:pt x="705607" y="63352"/>
                </a:cubicBezTo>
                <a:cubicBezTo>
                  <a:pt x="705607" y="57290"/>
                  <a:pt x="707934" y="52590"/>
                  <a:pt x="712588" y="49252"/>
                </a:cubicBezTo>
                <a:cubicBezTo>
                  <a:pt x="717242" y="45914"/>
                  <a:pt x="723783" y="44244"/>
                  <a:pt x="732211" y="44244"/>
                </a:cubicBezTo>
                <a:cubicBezTo>
                  <a:pt x="734432" y="44244"/>
                  <a:pt x="736673" y="44388"/>
                  <a:pt x="738933" y="44675"/>
                </a:cubicBezTo>
                <a:cubicBezTo>
                  <a:pt x="741193" y="44963"/>
                  <a:pt x="743511" y="45413"/>
                  <a:pt x="745886" y="46026"/>
                </a:cubicBezTo>
                <a:lnTo>
                  <a:pt x="745886" y="45623"/>
                </a:lnTo>
                <a:cubicBezTo>
                  <a:pt x="745886" y="41235"/>
                  <a:pt x="744833" y="37992"/>
                  <a:pt x="742726" y="35896"/>
                </a:cubicBezTo>
                <a:cubicBezTo>
                  <a:pt x="740619" y="33800"/>
                  <a:pt x="737344" y="32752"/>
                  <a:pt x="732900" y="32752"/>
                </a:cubicBezTo>
                <a:cubicBezTo>
                  <a:pt x="729912" y="32752"/>
                  <a:pt x="726579" y="33557"/>
                  <a:pt x="722902" y="35166"/>
                </a:cubicBezTo>
                <a:cubicBezTo>
                  <a:pt x="719225" y="36774"/>
                  <a:pt x="716792" y="37579"/>
                  <a:pt x="715605" y="37579"/>
                </a:cubicBezTo>
                <a:cubicBezTo>
                  <a:pt x="714494" y="37579"/>
                  <a:pt x="713574" y="37129"/>
                  <a:pt x="712846" y="36229"/>
                </a:cubicBezTo>
                <a:cubicBezTo>
                  <a:pt x="712119" y="35328"/>
                  <a:pt x="711755" y="34170"/>
                  <a:pt x="711755" y="32752"/>
                </a:cubicBezTo>
                <a:cubicBezTo>
                  <a:pt x="711755" y="30477"/>
                  <a:pt x="713871" y="28548"/>
                  <a:pt x="718104" y="26967"/>
                </a:cubicBezTo>
                <a:cubicBezTo>
                  <a:pt x="722337" y="25384"/>
                  <a:pt x="727748" y="24593"/>
                  <a:pt x="734337" y="24593"/>
                </a:cubicBezTo>
                <a:cubicBezTo>
                  <a:pt x="741079" y="24593"/>
                  <a:pt x="746173" y="26310"/>
                  <a:pt x="749621" y="29743"/>
                </a:cubicBezTo>
                <a:cubicBezTo>
                  <a:pt x="753069" y="33175"/>
                  <a:pt x="754792" y="38247"/>
                  <a:pt x="754792" y="44959"/>
                </a:cubicBezTo>
                <a:lnTo>
                  <a:pt x="754792" y="71021"/>
                </a:lnTo>
                <a:lnTo>
                  <a:pt x="757608" y="71021"/>
                </a:lnTo>
                <a:cubicBezTo>
                  <a:pt x="760328" y="71021"/>
                  <a:pt x="762147" y="71306"/>
                  <a:pt x="763067" y="71877"/>
                </a:cubicBezTo>
                <a:cubicBezTo>
                  <a:pt x="763986" y="72447"/>
                  <a:pt x="764446" y="73474"/>
                  <a:pt x="764446" y="74957"/>
                </a:cubicBezTo>
                <a:cubicBezTo>
                  <a:pt x="764446" y="76326"/>
                  <a:pt x="764063" y="77353"/>
                  <a:pt x="763296" y="78038"/>
                </a:cubicBezTo>
                <a:cubicBezTo>
                  <a:pt x="762530" y="78723"/>
                  <a:pt x="761381" y="79065"/>
                  <a:pt x="759849" y="79065"/>
                </a:cubicBezTo>
                <a:lnTo>
                  <a:pt x="750828" y="79065"/>
                </a:lnTo>
                <a:cubicBezTo>
                  <a:pt x="749755" y="79065"/>
                  <a:pt x="748874" y="78742"/>
                  <a:pt x="748184" y="78097"/>
                </a:cubicBezTo>
                <a:cubicBezTo>
                  <a:pt x="747495" y="77451"/>
                  <a:pt x="747035" y="76519"/>
                  <a:pt x="746805" y="75303"/>
                </a:cubicBezTo>
                <a:lnTo>
                  <a:pt x="746346" y="71825"/>
                </a:lnTo>
                <a:close/>
                <a:moveTo>
                  <a:pt x="799629" y="12067"/>
                </a:moveTo>
                <a:lnTo>
                  <a:pt x="789860" y="12067"/>
                </a:lnTo>
                <a:cubicBezTo>
                  <a:pt x="786145" y="12067"/>
                  <a:pt x="783817" y="11774"/>
                  <a:pt x="782879" y="11189"/>
                </a:cubicBezTo>
                <a:cubicBezTo>
                  <a:pt x="781940" y="10603"/>
                  <a:pt x="781471" y="9536"/>
                  <a:pt x="781471" y="7987"/>
                </a:cubicBezTo>
                <a:cubicBezTo>
                  <a:pt x="781471" y="6627"/>
                  <a:pt x="781864" y="5607"/>
                  <a:pt x="782649" y="4927"/>
                </a:cubicBezTo>
                <a:cubicBezTo>
                  <a:pt x="783434" y="4247"/>
                  <a:pt x="784574" y="3907"/>
                  <a:pt x="786068" y="3907"/>
                </a:cubicBezTo>
                <a:lnTo>
                  <a:pt x="805030" y="3907"/>
                </a:lnTo>
                <a:cubicBezTo>
                  <a:pt x="806064" y="3907"/>
                  <a:pt x="806869" y="4118"/>
                  <a:pt x="807443" y="4539"/>
                </a:cubicBezTo>
                <a:cubicBezTo>
                  <a:pt x="808018" y="4960"/>
                  <a:pt x="808305" y="5533"/>
                  <a:pt x="808305" y="6260"/>
                </a:cubicBezTo>
                <a:lnTo>
                  <a:pt x="808305" y="70906"/>
                </a:lnTo>
                <a:lnTo>
                  <a:pt x="826348" y="70906"/>
                </a:lnTo>
                <a:cubicBezTo>
                  <a:pt x="827803" y="70906"/>
                  <a:pt x="828866" y="71224"/>
                  <a:pt x="829537" y="71861"/>
                </a:cubicBezTo>
                <a:cubicBezTo>
                  <a:pt x="830207" y="72497"/>
                  <a:pt x="830542" y="73509"/>
                  <a:pt x="830542" y="74899"/>
                </a:cubicBezTo>
                <a:cubicBezTo>
                  <a:pt x="830542" y="76481"/>
                  <a:pt x="830217" y="77571"/>
                  <a:pt x="829565" y="78169"/>
                </a:cubicBezTo>
                <a:cubicBezTo>
                  <a:pt x="828914" y="78766"/>
                  <a:pt x="827688" y="79065"/>
                  <a:pt x="825888" y="79065"/>
                </a:cubicBezTo>
                <a:lnTo>
                  <a:pt x="783482" y="79065"/>
                </a:lnTo>
                <a:cubicBezTo>
                  <a:pt x="781988" y="79065"/>
                  <a:pt x="780849" y="78718"/>
                  <a:pt x="780063" y="78024"/>
                </a:cubicBezTo>
                <a:cubicBezTo>
                  <a:pt x="779278" y="77329"/>
                  <a:pt x="778885" y="76288"/>
                  <a:pt x="778885" y="74899"/>
                </a:cubicBezTo>
                <a:cubicBezTo>
                  <a:pt x="778885" y="73549"/>
                  <a:pt x="779288" y="72546"/>
                  <a:pt x="780092" y="71890"/>
                </a:cubicBezTo>
                <a:cubicBezTo>
                  <a:pt x="780897" y="71234"/>
                  <a:pt x="782103" y="70906"/>
                  <a:pt x="783712" y="70906"/>
                </a:cubicBezTo>
                <a:lnTo>
                  <a:pt x="799629" y="70906"/>
                </a:lnTo>
                <a:lnTo>
                  <a:pt x="799629" y="12067"/>
                </a:lnTo>
                <a:close/>
                <a:moveTo>
                  <a:pt x="947277" y="71021"/>
                </a:moveTo>
                <a:cubicBezTo>
                  <a:pt x="952679" y="71021"/>
                  <a:pt x="957065" y="69319"/>
                  <a:pt x="960436" y="65916"/>
                </a:cubicBezTo>
                <a:cubicBezTo>
                  <a:pt x="963807" y="62511"/>
                  <a:pt x="965492" y="58093"/>
                  <a:pt x="965492" y="52662"/>
                </a:cubicBezTo>
                <a:cubicBezTo>
                  <a:pt x="965492" y="47346"/>
                  <a:pt x="963778" y="42967"/>
                  <a:pt x="960350" y="39525"/>
                </a:cubicBezTo>
                <a:cubicBezTo>
                  <a:pt x="956921" y="36083"/>
                  <a:pt x="952564" y="34361"/>
                  <a:pt x="947277" y="34361"/>
                </a:cubicBezTo>
                <a:cubicBezTo>
                  <a:pt x="941953" y="34361"/>
                  <a:pt x="937595" y="36073"/>
                  <a:pt x="934205" y="39497"/>
                </a:cubicBezTo>
                <a:cubicBezTo>
                  <a:pt x="930815" y="42919"/>
                  <a:pt x="929120" y="47308"/>
                  <a:pt x="929120" y="52662"/>
                </a:cubicBezTo>
                <a:cubicBezTo>
                  <a:pt x="929120" y="58017"/>
                  <a:pt x="930815" y="62415"/>
                  <a:pt x="934205" y="65858"/>
                </a:cubicBezTo>
                <a:cubicBezTo>
                  <a:pt x="937595" y="69300"/>
                  <a:pt x="941953" y="71021"/>
                  <a:pt x="947277" y="71021"/>
                </a:cubicBezTo>
                <a:moveTo>
                  <a:pt x="929350" y="34246"/>
                </a:moveTo>
                <a:cubicBezTo>
                  <a:pt x="931495" y="31565"/>
                  <a:pt x="934177" y="29515"/>
                  <a:pt x="937394" y="28098"/>
                </a:cubicBezTo>
                <a:cubicBezTo>
                  <a:pt x="940612" y="26681"/>
                  <a:pt x="944251" y="25972"/>
                  <a:pt x="948312" y="25972"/>
                </a:cubicBezTo>
                <a:cubicBezTo>
                  <a:pt x="956011" y="25972"/>
                  <a:pt x="962428" y="28567"/>
                  <a:pt x="967561" y="33758"/>
                </a:cubicBezTo>
                <a:cubicBezTo>
                  <a:pt x="972694" y="38948"/>
                  <a:pt x="975260" y="45374"/>
                  <a:pt x="975260" y="53036"/>
                </a:cubicBezTo>
                <a:cubicBezTo>
                  <a:pt x="975260" y="60582"/>
                  <a:pt x="972627" y="66979"/>
                  <a:pt x="967360" y="72227"/>
                </a:cubicBezTo>
                <a:cubicBezTo>
                  <a:pt x="962093" y="77475"/>
                  <a:pt x="955667" y="80099"/>
                  <a:pt x="948082" y="80099"/>
                </a:cubicBezTo>
                <a:cubicBezTo>
                  <a:pt x="944060" y="80099"/>
                  <a:pt x="940555" y="79387"/>
                  <a:pt x="937567" y="77961"/>
                </a:cubicBezTo>
                <a:cubicBezTo>
                  <a:pt x="934579" y="76534"/>
                  <a:pt x="932127" y="74375"/>
                  <a:pt x="930212" y="71484"/>
                </a:cubicBezTo>
                <a:lnTo>
                  <a:pt x="930212" y="76113"/>
                </a:lnTo>
                <a:cubicBezTo>
                  <a:pt x="930212" y="77156"/>
                  <a:pt x="930030" y="77909"/>
                  <a:pt x="929666" y="78372"/>
                </a:cubicBezTo>
                <a:cubicBezTo>
                  <a:pt x="929302" y="78834"/>
                  <a:pt x="928699" y="79065"/>
                  <a:pt x="927856" y="79065"/>
                </a:cubicBezTo>
                <a:lnTo>
                  <a:pt x="917341" y="79065"/>
                </a:lnTo>
                <a:cubicBezTo>
                  <a:pt x="915847" y="79065"/>
                  <a:pt x="914736" y="78718"/>
                  <a:pt x="914008" y="78024"/>
                </a:cubicBezTo>
                <a:cubicBezTo>
                  <a:pt x="913280" y="77329"/>
                  <a:pt x="912916" y="76288"/>
                  <a:pt x="912916" y="74899"/>
                </a:cubicBezTo>
                <a:cubicBezTo>
                  <a:pt x="912916" y="73356"/>
                  <a:pt x="913357" y="72305"/>
                  <a:pt x="914238" y="71746"/>
                </a:cubicBezTo>
                <a:cubicBezTo>
                  <a:pt x="915119" y="71186"/>
                  <a:pt x="916862" y="70906"/>
                  <a:pt x="919467" y="70906"/>
                </a:cubicBezTo>
                <a:lnTo>
                  <a:pt x="920673" y="70906"/>
                </a:lnTo>
                <a:lnTo>
                  <a:pt x="920673" y="12067"/>
                </a:lnTo>
                <a:lnTo>
                  <a:pt x="919582" y="12067"/>
                </a:lnTo>
                <a:cubicBezTo>
                  <a:pt x="916977" y="12067"/>
                  <a:pt x="915196" y="11764"/>
                  <a:pt x="914238" y="11160"/>
                </a:cubicBezTo>
                <a:cubicBezTo>
                  <a:pt x="913280" y="10555"/>
                  <a:pt x="912801" y="9498"/>
                  <a:pt x="912801" y="7987"/>
                </a:cubicBezTo>
                <a:cubicBezTo>
                  <a:pt x="912801" y="6627"/>
                  <a:pt x="913184" y="5607"/>
                  <a:pt x="913951" y="4927"/>
                </a:cubicBezTo>
                <a:cubicBezTo>
                  <a:pt x="914717" y="4247"/>
                  <a:pt x="915847" y="3907"/>
                  <a:pt x="917341" y="3907"/>
                </a:cubicBezTo>
                <a:lnTo>
                  <a:pt x="926075" y="3907"/>
                </a:lnTo>
                <a:cubicBezTo>
                  <a:pt x="927224" y="3907"/>
                  <a:pt x="928057" y="4099"/>
                  <a:pt x="928574" y="4482"/>
                </a:cubicBezTo>
                <a:cubicBezTo>
                  <a:pt x="929091" y="4864"/>
                  <a:pt x="929350" y="5456"/>
                  <a:pt x="929350" y="6260"/>
                </a:cubicBezTo>
                <a:lnTo>
                  <a:pt x="929350" y="34246"/>
                </a:lnTo>
                <a:close/>
                <a:moveTo>
                  <a:pt x="995101" y="55047"/>
                </a:moveTo>
                <a:cubicBezTo>
                  <a:pt x="995407" y="60581"/>
                  <a:pt x="997275" y="64857"/>
                  <a:pt x="1000703" y="67875"/>
                </a:cubicBezTo>
                <a:cubicBezTo>
                  <a:pt x="1004132" y="70891"/>
                  <a:pt x="1008815" y="72400"/>
                  <a:pt x="1014752" y="72400"/>
                </a:cubicBezTo>
                <a:cubicBezTo>
                  <a:pt x="1019234" y="72400"/>
                  <a:pt x="1024118" y="71203"/>
                  <a:pt x="1029404" y="68808"/>
                </a:cubicBezTo>
                <a:cubicBezTo>
                  <a:pt x="1034691" y="66414"/>
                  <a:pt x="1037889" y="65217"/>
                  <a:pt x="1039000" y="65217"/>
                </a:cubicBezTo>
                <a:cubicBezTo>
                  <a:pt x="1040149" y="65217"/>
                  <a:pt x="1041107" y="65581"/>
                  <a:pt x="1041873" y="66309"/>
                </a:cubicBezTo>
                <a:cubicBezTo>
                  <a:pt x="1042639" y="67037"/>
                  <a:pt x="1043022" y="67937"/>
                  <a:pt x="1043022" y="69010"/>
                </a:cubicBezTo>
                <a:cubicBezTo>
                  <a:pt x="1043022" y="70120"/>
                  <a:pt x="1042620" y="71136"/>
                  <a:pt x="1041816" y="72055"/>
                </a:cubicBezTo>
                <a:cubicBezTo>
                  <a:pt x="1041011" y="72974"/>
                  <a:pt x="1039728" y="73875"/>
                  <a:pt x="1037966" y="74756"/>
                </a:cubicBezTo>
                <a:cubicBezTo>
                  <a:pt x="1034135" y="76633"/>
                  <a:pt x="1030180" y="78069"/>
                  <a:pt x="1026100" y="79065"/>
                </a:cubicBezTo>
                <a:cubicBezTo>
                  <a:pt x="1022021" y="80061"/>
                  <a:pt x="1017970" y="80559"/>
                  <a:pt x="1013948" y="80559"/>
                </a:cubicBezTo>
                <a:cubicBezTo>
                  <a:pt x="1005214" y="80559"/>
                  <a:pt x="998223" y="78038"/>
                  <a:pt x="992975" y="72996"/>
                </a:cubicBezTo>
                <a:cubicBezTo>
                  <a:pt x="987727" y="67953"/>
                  <a:pt x="985103" y="61270"/>
                  <a:pt x="985103" y="52949"/>
                </a:cubicBezTo>
                <a:cubicBezTo>
                  <a:pt x="985103" y="44475"/>
                  <a:pt x="987880" y="37612"/>
                  <a:pt x="993434" y="32359"/>
                </a:cubicBezTo>
                <a:cubicBezTo>
                  <a:pt x="998989" y="27105"/>
                  <a:pt x="1006229" y="24478"/>
                  <a:pt x="1015154" y="24478"/>
                </a:cubicBezTo>
                <a:cubicBezTo>
                  <a:pt x="1023237" y="24478"/>
                  <a:pt x="1029941" y="26930"/>
                  <a:pt x="1035265" y="31833"/>
                </a:cubicBezTo>
                <a:cubicBezTo>
                  <a:pt x="1040590" y="36736"/>
                  <a:pt x="1043252" y="42674"/>
                  <a:pt x="1043252" y="49646"/>
                </a:cubicBezTo>
                <a:cubicBezTo>
                  <a:pt x="1043252" y="51791"/>
                  <a:pt x="1042802" y="53227"/>
                  <a:pt x="1041902" y="53955"/>
                </a:cubicBezTo>
                <a:cubicBezTo>
                  <a:pt x="1041002" y="54683"/>
                  <a:pt x="1038560" y="55047"/>
                  <a:pt x="1034576" y="55047"/>
                </a:cubicBezTo>
                <a:lnTo>
                  <a:pt x="1033714" y="55047"/>
                </a:lnTo>
                <a:lnTo>
                  <a:pt x="995101" y="55047"/>
                </a:lnTo>
                <a:moveTo>
                  <a:pt x="995388" y="47462"/>
                </a:moveTo>
                <a:lnTo>
                  <a:pt x="1032795" y="47462"/>
                </a:lnTo>
                <a:cubicBezTo>
                  <a:pt x="1032220" y="42938"/>
                  <a:pt x="1030314" y="39299"/>
                  <a:pt x="1027077" y="36543"/>
                </a:cubicBezTo>
                <a:cubicBezTo>
                  <a:pt x="1023840" y="33786"/>
                  <a:pt x="1019866" y="32407"/>
                  <a:pt x="1015154" y="32407"/>
                </a:cubicBezTo>
                <a:cubicBezTo>
                  <a:pt x="1010059" y="32407"/>
                  <a:pt x="1005769" y="33738"/>
                  <a:pt x="1002283" y="36399"/>
                </a:cubicBezTo>
                <a:cubicBezTo>
                  <a:pt x="998797" y="39060"/>
                  <a:pt x="996499" y="42748"/>
                  <a:pt x="995388" y="47462"/>
                </a:cubicBezTo>
                <a:close/>
                <a:moveTo>
                  <a:pt x="1081021" y="12067"/>
                </a:moveTo>
                <a:lnTo>
                  <a:pt x="1071252" y="12067"/>
                </a:lnTo>
                <a:cubicBezTo>
                  <a:pt x="1067537" y="12067"/>
                  <a:pt x="1065210" y="11774"/>
                  <a:pt x="1064271" y="11189"/>
                </a:cubicBezTo>
                <a:cubicBezTo>
                  <a:pt x="1063332" y="10603"/>
                  <a:pt x="1062863" y="9536"/>
                  <a:pt x="1062863" y="7987"/>
                </a:cubicBezTo>
                <a:cubicBezTo>
                  <a:pt x="1062863" y="6627"/>
                  <a:pt x="1063256" y="5607"/>
                  <a:pt x="1064041" y="4927"/>
                </a:cubicBezTo>
                <a:cubicBezTo>
                  <a:pt x="1064826" y="4247"/>
                  <a:pt x="1065966" y="3907"/>
                  <a:pt x="1067460" y="3907"/>
                </a:cubicBezTo>
                <a:lnTo>
                  <a:pt x="1086422" y="3907"/>
                </a:lnTo>
                <a:cubicBezTo>
                  <a:pt x="1087456" y="3907"/>
                  <a:pt x="1088261" y="4118"/>
                  <a:pt x="1088835" y="4539"/>
                </a:cubicBezTo>
                <a:cubicBezTo>
                  <a:pt x="1089410" y="4960"/>
                  <a:pt x="1089697" y="5533"/>
                  <a:pt x="1089697" y="6260"/>
                </a:cubicBezTo>
                <a:lnTo>
                  <a:pt x="1089697" y="70906"/>
                </a:lnTo>
                <a:lnTo>
                  <a:pt x="1107740" y="70906"/>
                </a:lnTo>
                <a:cubicBezTo>
                  <a:pt x="1109195" y="70906"/>
                  <a:pt x="1110258" y="71224"/>
                  <a:pt x="1110929" y="71861"/>
                </a:cubicBezTo>
                <a:cubicBezTo>
                  <a:pt x="1111599" y="72497"/>
                  <a:pt x="1111934" y="73509"/>
                  <a:pt x="1111934" y="74899"/>
                </a:cubicBezTo>
                <a:cubicBezTo>
                  <a:pt x="1111934" y="76481"/>
                  <a:pt x="1111609" y="77571"/>
                  <a:pt x="1110957" y="78169"/>
                </a:cubicBezTo>
                <a:cubicBezTo>
                  <a:pt x="1110306" y="78766"/>
                  <a:pt x="1109080" y="79065"/>
                  <a:pt x="1107280" y="79065"/>
                </a:cubicBezTo>
                <a:lnTo>
                  <a:pt x="1064874" y="79065"/>
                </a:lnTo>
                <a:cubicBezTo>
                  <a:pt x="1063380" y="79065"/>
                  <a:pt x="1062241" y="78718"/>
                  <a:pt x="1061455" y="78024"/>
                </a:cubicBezTo>
                <a:cubicBezTo>
                  <a:pt x="1060670" y="77329"/>
                  <a:pt x="1060278" y="76288"/>
                  <a:pt x="1060278" y="74899"/>
                </a:cubicBezTo>
                <a:cubicBezTo>
                  <a:pt x="1060278" y="73549"/>
                  <a:pt x="1060680" y="72546"/>
                  <a:pt x="1061484" y="71890"/>
                </a:cubicBezTo>
                <a:cubicBezTo>
                  <a:pt x="1062289" y="71234"/>
                  <a:pt x="1063495" y="70906"/>
                  <a:pt x="1065104" y="70906"/>
                </a:cubicBezTo>
                <a:lnTo>
                  <a:pt x="1081021" y="70906"/>
                </a:lnTo>
                <a:lnTo>
                  <a:pt x="1081021" y="12067"/>
                </a:lnTo>
                <a:close/>
                <a:moveTo>
                  <a:pt x="1149932" y="9423"/>
                </a:moveTo>
                <a:cubicBezTo>
                  <a:pt x="1149932" y="5286"/>
                  <a:pt x="1150306" y="2681"/>
                  <a:pt x="1151053" y="1609"/>
                </a:cubicBezTo>
                <a:cubicBezTo>
                  <a:pt x="1151800" y="536"/>
                  <a:pt x="1153399" y="0"/>
                  <a:pt x="1155851" y="0"/>
                </a:cubicBezTo>
                <a:cubicBezTo>
                  <a:pt x="1158226" y="0"/>
                  <a:pt x="1159796" y="450"/>
                  <a:pt x="1160562" y="1350"/>
                </a:cubicBezTo>
                <a:cubicBezTo>
                  <a:pt x="1161329" y="2251"/>
                  <a:pt x="1161712" y="4386"/>
                  <a:pt x="1161712" y="7757"/>
                </a:cubicBezTo>
                <a:cubicBezTo>
                  <a:pt x="1161712" y="11051"/>
                  <a:pt x="1161357" y="13091"/>
                  <a:pt x="1160649" y="13877"/>
                </a:cubicBezTo>
                <a:cubicBezTo>
                  <a:pt x="1159940" y="14662"/>
                  <a:pt x="1158341" y="15055"/>
                  <a:pt x="1155851" y="15055"/>
                </a:cubicBezTo>
                <a:cubicBezTo>
                  <a:pt x="1153399" y="15055"/>
                  <a:pt x="1151800" y="14691"/>
                  <a:pt x="1151053" y="13963"/>
                </a:cubicBezTo>
                <a:cubicBezTo>
                  <a:pt x="1150306" y="13235"/>
                  <a:pt x="1149932" y="11722"/>
                  <a:pt x="1149932" y="9423"/>
                </a:cubicBezTo>
                <a:moveTo>
                  <a:pt x="1160562" y="70906"/>
                </a:moveTo>
                <a:lnTo>
                  <a:pt x="1179007" y="70906"/>
                </a:lnTo>
                <a:cubicBezTo>
                  <a:pt x="1180501" y="70906"/>
                  <a:pt x="1181602" y="71224"/>
                  <a:pt x="1182311" y="71861"/>
                </a:cubicBezTo>
                <a:cubicBezTo>
                  <a:pt x="1183020" y="72497"/>
                  <a:pt x="1183374" y="73509"/>
                  <a:pt x="1183374" y="74899"/>
                </a:cubicBezTo>
                <a:cubicBezTo>
                  <a:pt x="1183374" y="76481"/>
                  <a:pt x="1183039" y="77571"/>
                  <a:pt x="1182369" y="78169"/>
                </a:cubicBezTo>
                <a:cubicBezTo>
                  <a:pt x="1181698" y="78766"/>
                  <a:pt x="1180463" y="79065"/>
                  <a:pt x="1178662" y="79065"/>
                </a:cubicBezTo>
                <a:lnTo>
                  <a:pt x="1134073" y="79065"/>
                </a:lnTo>
                <a:cubicBezTo>
                  <a:pt x="1132541" y="79065"/>
                  <a:pt x="1131392" y="78718"/>
                  <a:pt x="1130626" y="78024"/>
                </a:cubicBezTo>
                <a:cubicBezTo>
                  <a:pt x="1129860" y="77329"/>
                  <a:pt x="1129477" y="76288"/>
                  <a:pt x="1129477" y="74899"/>
                </a:cubicBezTo>
                <a:cubicBezTo>
                  <a:pt x="1129477" y="73549"/>
                  <a:pt x="1129879" y="72546"/>
                  <a:pt x="1130683" y="71890"/>
                </a:cubicBezTo>
                <a:cubicBezTo>
                  <a:pt x="1131488" y="71234"/>
                  <a:pt x="1132694" y="70906"/>
                  <a:pt x="1134303" y="70906"/>
                </a:cubicBezTo>
                <a:lnTo>
                  <a:pt x="1151829" y="70906"/>
                </a:lnTo>
                <a:lnTo>
                  <a:pt x="1151829" y="34131"/>
                </a:lnTo>
                <a:lnTo>
                  <a:pt x="1140624" y="34131"/>
                </a:lnTo>
                <a:cubicBezTo>
                  <a:pt x="1139053" y="34131"/>
                  <a:pt x="1137856" y="33777"/>
                  <a:pt x="1137033" y="33068"/>
                </a:cubicBezTo>
                <a:cubicBezTo>
                  <a:pt x="1136209" y="32360"/>
                  <a:pt x="1135797" y="31335"/>
                  <a:pt x="1135797" y="29994"/>
                </a:cubicBezTo>
                <a:cubicBezTo>
                  <a:pt x="1135797" y="28653"/>
                  <a:pt x="1136180" y="27648"/>
                  <a:pt x="1136946" y="26978"/>
                </a:cubicBezTo>
                <a:cubicBezTo>
                  <a:pt x="1137712" y="26307"/>
                  <a:pt x="1138862" y="25972"/>
                  <a:pt x="1140394" y="25972"/>
                </a:cubicBezTo>
                <a:lnTo>
                  <a:pt x="1157230" y="25972"/>
                </a:lnTo>
                <a:cubicBezTo>
                  <a:pt x="1158264" y="25972"/>
                  <a:pt x="1159078" y="26183"/>
                  <a:pt x="1159672" y="26604"/>
                </a:cubicBezTo>
                <a:cubicBezTo>
                  <a:pt x="1160266" y="27024"/>
                  <a:pt x="1160562" y="27598"/>
                  <a:pt x="1160562" y="28324"/>
                </a:cubicBezTo>
                <a:lnTo>
                  <a:pt x="1160562" y="70906"/>
                </a:lnTo>
                <a:close/>
                <a:moveTo>
                  <a:pt x="1206145" y="55047"/>
                </a:moveTo>
                <a:cubicBezTo>
                  <a:pt x="1206452" y="60581"/>
                  <a:pt x="1208319" y="64857"/>
                  <a:pt x="1211747" y="67875"/>
                </a:cubicBezTo>
                <a:cubicBezTo>
                  <a:pt x="1215176" y="70891"/>
                  <a:pt x="1219859" y="72400"/>
                  <a:pt x="1225796" y="72400"/>
                </a:cubicBezTo>
                <a:cubicBezTo>
                  <a:pt x="1230278" y="72400"/>
                  <a:pt x="1235162" y="71203"/>
                  <a:pt x="1240449" y="68808"/>
                </a:cubicBezTo>
                <a:cubicBezTo>
                  <a:pt x="1245735" y="66414"/>
                  <a:pt x="1248934" y="65217"/>
                  <a:pt x="1250045" y="65217"/>
                </a:cubicBezTo>
                <a:cubicBezTo>
                  <a:pt x="1251194" y="65217"/>
                  <a:pt x="1252151" y="65581"/>
                  <a:pt x="1252918" y="66309"/>
                </a:cubicBezTo>
                <a:cubicBezTo>
                  <a:pt x="1253684" y="67037"/>
                  <a:pt x="1254067" y="67937"/>
                  <a:pt x="1254067" y="69010"/>
                </a:cubicBezTo>
                <a:cubicBezTo>
                  <a:pt x="1254067" y="70120"/>
                  <a:pt x="1253665" y="71136"/>
                  <a:pt x="1252860" y="72055"/>
                </a:cubicBezTo>
                <a:cubicBezTo>
                  <a:pt x="1252056" y="72974"/>
                  <a:pt x="1250772" y="73875"/>
                  <a:pt x="1249010" y="74756"/>
                </a:cubicBezTo>
                <a:cubicBezTo>
                  <a:pt x="1245180" y="76633"/>
                  <a:pt x="1241224" y="78069"/>
                  <a:pt x="1237145" y="79065"/>
                </a:cubicBezTo>
                <a:cubicBezTo>
                  <a:pt x="1233065" y="80061"/>
                  <a:pt x="1229014" y="80559"/>
                  <a:pt x="1224992" y="80559"/>
                </a:cubicBezTo>
                <a:cubicBezTo>
                  <a:pt x="1216258" y="80559"/>
                  <a:pt x="1209267" y="78038"/>
                  <a:pt x="1204019" y="72996"/>
                </a:cubicBezTo>
                <a:cubicBezTo>
                  <a:pt x="1198771" y="67953"/>
                  <a:pt x="1196147" y="61270"/>
                  <a:pt x="1196147" y="52949"/>
                </a:cubicBezTo>
                <a:cubicBezTo>
                  <a:pt x="1196147" y="44475"/>
                  <a:pt x="1198924" y="37612"/>
                  <a:pt x="1204479" y="32359"/>
                </a:cubicBezTo>
                <a:cubicBezTo>
                  <a:pt x="1210033" y="27105"/>
                  <a:pt x="1217273" y="24478"/>
                  <a:pt x="1226199" y="24478"/>
                </a:cubicBezTo>
                <a:cubicBezTo>
                  <a:pt x="1234281" y="24478"/>
                  <a:pt x="1240985" y="26930"/>
                  <a:pt x="1246310" y="31833"/>
                </a:cubicBezTo>
                <a:cubicBezTo>
                  <a:pt x="1251634" y="36736"/>
                  <a:pt x="1254297" y="42674"/>
                  <a:pt x="1254297" y="49646"/>
                </a:cubicBezTo>
                <a:cubicBezTo>
                  <a:pt x="1254297" y="51791"/>
                  <a:pt x="1253847" y="53227"/>
                  <a:pt x="1252946" y="53955"/>
                </a:cubicBezTo>
                <a:cubicBezTo>
                  <a:pt x="1252046" y="54683"/>
                  <a:pt x="1249604" y="55047"/>
                  <a:pt x="1245620" y="55047"/>
                </a:cubicBezTo>
                <a:lnTo>
                  <a:pt x="1244758" y="55047"/>
                </a:lnTo>
                <a:lnTo>
                  <a:pt x="1206145" y="55047"/>
                </a:lnTo>
                <a:moveTo>
                  <a:pt x="1206432" y="47462"/>
                </a:moveTo>
                <a:lnTo>
                  <a:pt x="1243839" y="47462"/>
                </a:lnTo>
                <a:cubicBezTo>
                  <a:pt x="1243264" y="42938"/>
                  <a:pt x="1241359" y="39299"/>
                  <a:pt x="1238122" y="36543"/>
                </a:cubicBezTo>
                <a:cubicBezTo>
                  <a:pt x="1234885" y="33786"/>
                  <a:pt x="1230910" y="32407"/>
                  <a:pt x="1226199" y="32407"/>
                </a:cubicBezTo>
                <a:cubicBezTo>
                  <a:pt x="1221104" y="32407"/>
                  <a:pt x="1216814" y="33738"/>
                  <a:pt x="1213328" y="36399"/>
                </a:cubicBezTo>
                <a:cubicBezTo>
                  <a:pt x="1209842" y="39060"/>
                  <a:pt x="1207543" y="42748"/>
                  <a:pt x="1206432" y="47462"/>
                </a:cubicBezTo>
                <a:close/>
                <a:moveTo>
                  <a:pt x="1313612" y="70906"/>
                </a:moveTo>
                <a:cubicBezTo>
                  <a:pt x="1315183" y="70906"/>
                  <a:pt x="1316380" y="71248"/>
                  <a:pt x="1317203" y="71933"/>
                </a:cubicBezTo>
                <a:cubicBezTo>
                  <a:pt x="1318027" y="72618"/>
                  <a:pt x="1318439" y="73626"/>
                  <a:pt x="1318439" y="74957"/>
                </a:cubicBezTo>
                <a:cubicBezTo>
                  <a:pt x="1318439" y="76326"/>
                  <a:pt x="1318046" y="77353"/>
                  <a:pt x="1317261" y="78038"/>
                </a:cubicBezTo>
                <a:cubicBezTo>
                  <a:pt x="1316476" y="78723"/>
                  <a:pt x="1315336" y="79065"/>
                  <a:pt x="1313842" y="79065"/>
                </a:cubicBezTo>
                <a:lnTo>
                  <a:pt x="1276263" y="79065"/>
                </a:lnTo>
                <a:cubicBezTo>
                  <a:pt x="1274693" y="79065"/>
                  <a:pt x="1273496" y="78723"/>
                  <a:pt x="1272672" y="78038"/>
                </a:cubicBezTo>
                <a:cubicBezTo>
                  <a:pt x="1271848" y="77353"/>
                  <a:pt x="1271437" y="76326"/>
                  <a:pt x="1271437" y="74957"/>
                </a:cubicBezTo>
                <a:cubicBezTo>
                  <a:pt x="1271437" y="73626"/>
                  <a:pt x="1271829" y="72618"/>
                  <a:pt x="1272614" y="71933"/>
                </a:cubicBezTo>
                <a:cubicBezTo>
                  <a:pt x="1273400" y="71248"/>
                  <a:pt x="1274539" y="70906"/>
                  <a:pt x="1276033" y="70906"/>
                </a:cubicBezTo>
                <a:lnTo>
                  <a:pt x="1285802" y="70906"/>
                </a:lnTo>
                <a:lnTo>
                  <a:pt x="1285802" y="35740"/>
                </a:lnTo>
                <a:lnTo>
                  <a:pt x="1276378" y="35740"/>
                </a:lnTo>
                <a:cubicBezTo>
                  <a:pt x="1274808" y="35740"/>
                  <a:pt x="1273591" y="35374"/>
                  <a:pt x="1272729" y="34641"/>
                </a:cubicBezTo>
                <a:cubicBezTo>
                  <a:pt x="1271867" y="33909"/>
                  <a:pt x="1271437" y="32867"/>
                  <a:pt x="1271437" y="31517"/>
                </a:cubicBezTo>
                <a:cubicBezTo>
                  <a:pt x="1271437" y="30128"/>
                  <a:pt x="1271839" y="29087"/>
                  <a:pt x="1272643" y="28392"/>
                </a:cubicBezTo>
                <a:cubicBezTo>
                  <a:pt x="1273448" y="27698"/>
                  <a:pt x="1274616" y="27351"/>
                  <a:pt x="1276148" y="27351"/>
                </a:cubicBezTo>
                <a:lnTo>
                  <a:pt x="1285227" y="27351"/>
                </a:lnTo>
                <a:lnTo>
                  <a:pt x="1285227" y="23444"/>
                </a:lnTo>
                <a:cubicBezTo>
                  <a:pt x="1285227" y="16510"/>
                  <a:pt x="1287200" y="11482"/>
                  <a:pt x="1291145" y="8360"/>
                </a:cubicBezTo>
                <a:cubicBezTo>
                  <a:pt x="1295091" y="5238"/>
                  <a:pt x="1301469" y="3677"/>
                  <a:pt x="1310280" y="3677"/>
                </a:cubicBezTo>
                <a:cubicBezTo>
                  <a:pt x="1314570" y="3677"/>
                  <a:pt x="1317740" y="4156"/>
                  <a:pt x="1319789" y="5114"/>
                </a:cubicBezTo>
                <a:cubicBezTo>
                  <a:pt x="1321839" y="6072"/>
                  <a:pt x="1322863" y="7566"/>
                  <a:pt x="1322863" y="9596"/>
                </a:cubicBezTo>
                <a:cubicBezTo>
                  <a:pt x="1322863" y="10783"/>
                  <a:pt x="1322423" y="11760"/>
                  <a:pt x="1321542" y="12526"/>
                </a:cubicBezTo>
                <a:cubicBezTo>
                  <a:pt x="1320661" y="13292"/>
                  <a:pt x="1319531" y="13675"/>
                  <a:pt x="1318152" y="13675"/>
                </a:cubicBezTo>
                <a:cubicBezTo>
                  <a:pt x="1317462" y="13675"/>
                  <a:pt x="1315805" y="13446"/>
                  <a:pt x="1313181" y="12986"/>
                </a:cubicBezTo>
                <a:cubicBezTo>
                  <a:pt x="1310557" y="12526"/>
                  <a:pt x="1308307" y="12296"/>
                  <a:pt x="1306430" y="12296"/>
                </a:cubicBezTo>
                <a:cubicBezTo>
                  <a:pt x="1302101" y="12296"/>
                  <a:pt x="1298998" y="13206"/>
                  <a:pt x="1297121" y="15026"/>
                </a:cubicBezTo>
                <a:cubicBezTo>
                  <a:pt x="1295244" y="16845"/>
                  <a:pt x="1294306" y="19862"/>
                  <a:pt x="1294306" y="24076"/>
                </a:cubicBezTo>
                <a:lnTo>
                  <a:pt x="1294306" y="27351"/>
                </a:lnTo>
                <a:lnTo>
                  <a:pt x="1314647" y="27351"/>
                </a:lnTo>
                <a:cubicBezTo>
                  <a:pt x="1316217" y="27351"/>
                  <a:pt x="1317414" y="27698"/>
                  <a:pt x="1318238" y="28392"/>
                </a:cubicBezTo>
                <a:cubicBezTo>
                  <a:pt x="1319061" y="29087"/>
                  <a:pt x="1319473" y="30128"/>
                  <a:pt x="1319473" y="31517"/>
                </a:cubicBezTo>
                <a:cubicBezTo>
                  <a:pt x="1319473" y="32828"/>
                  <a:pt x="1319052" y="33860"/>
                  <a:pt x="1318209" y="34613"/>
                </a:cubicBezTo>
                <a:cubicBezTo>
                  <a:pt x="1317366" y="35364"/>
                  <a:pt x="1316217" y="35740"/>
                  <a:pt x="1314761" y="35740"/>
                </a:cubicBezTo>
                <a:lnTo>
                  <a:pt x="1294880" y="35740"/>
                </a:lnTo>
                <a:lnTo>
                  <a:pt x="1294880" y="70906"/>
                </a:lnTo>
                <a:lnTo>
                  <a:pt x="1313612" y="709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EE084-5306-40BE-AF23-D7B3308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051" y="2724434"/>
            <a:ext cx="878090" cy="760426"/>
          </a:xfrm>
          <a:custGeom xmlns:a="http://schemas.openxmlformats.org/drawingml/2006/main">
            <a:pathLst>
              <a:path w="878090" h="760426">
                <a:moveTo>
                  <a:pt x="847829" y="72601"/>
                </a:moveTo>
                <a:lnTo>
                  <a:pt x="878090" y="0"/>
                </a:lnTo>
                <a:lnTo>
                  <a:pt x="801852" y="19352"/>
                </a:lnTo>
                <a:lnTo>
                  <a:pt x="817178" y="37102"/>
                </a:lnTo>
                <a:lnTo>
                  <a:pt x="0" y="742677"/>
                </a:lnTo>
                <a:lnTo>
                  <a:pt x="15326" y="760426"/>
                </a:lnTo>
                <a:lnTo>
                  <a:pt x="832504" y="54851"/>
                </a:lnTo>
                <a:lnTo>
                  <a:pt x="847829" y="72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26485-0468-4B0B-8568-24BCC91A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76" y="3438195"/>
            <a:ext cx="870465" cy="70350"/>
          </a:xfrm>
          <a:custGeom xmlns:a="http://schemas.openxmlformats.org/drawingml/2006/main">
            <a:pathLst>
              <a:path w="870465" h="70350">
                <a:moveTo>
                  <a:pt x="800230" y="70350"/>
                </a:moveTo>
                <a:lnTo>
                  <a:pt x="870465" y="34945"/>
                </a:lnTo>
                <a:lnTo>
                  <a:pt x="799999" y="0"/>
                </a:lnTo>
                <a:lnTo>
                  <a:pt x="800076" y="23450"/>
                </a:lnTo>
                <a:lnTo>
                  <a:pt x="0" y="26068"/>
                </a:lnTo>
                <a:lnTo>
                  <a:pt x="77" y="49518"/>
                </a:lnTo>
                <a:lnTo>
                  <a:pt x="800153" y="46901"/>
                </a:lnTo>
                <a:lnTo>
                  <a:pt x="800230" y="70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BE58D-DBCB-4E99-ADDA-969C64B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010" y="3466007"/>
            <a:ext cx="884345" cy="773001"/>
          </a:xfrm>
          <a:custGeom xmlns:a="http://schemas.openxmlformats.org/drawingml/2006/main">
            <a:pathLst>
              <a:path w="884345" h="773001">
                <a:moveTo>
                  <a:pt x="15409" y="0"/>
                </a:moveTo>
                <a:lnTo>
                  <a:pt x="0" y="17677"/>
                </a:lnTo>
                <a:lnTo>
                  <a:pt x="823608" y="735613"/>
                </a:lnTo>
                <a:lnTo>
                  <a:pt x="808200" y="753290"/>
                </a:lnTo>
                <a:lnTo>
                  <a:pt x="884345" y="773001"/>
                </a:lnTo>
                <a:lnTo>
                  <a:pt x="854427" y="700258"/>
                </a:lnTo>
                <a:lnTo>
                  <a:pt x="839018" y="717935"/>
                </a:lnTo>
                <a:lnTo>
                  <a:pt x="1540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2760B-515C-44C4-ADA2-2D78AB29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151" y="2685997"/>
            <a:ext cx="1237253" cy="70351"/>
          </a:xfrm>
          <a:custGeom xmlns:a="http://schemas.openxmlformats.org/drawingml/2006/main">
            <a:pathLst>
              <a:path w="1237253" h="70351">
                <a:moveTo>
                  <a:pt x="1166977" y="70351"/>
                </a:moveTo>
                <a:lnTo>
                  <a:pt x="1237253" y="35025"/>
                </a:lnTo>
                <a:lnTo>
                  <a:pt x="1166828" y="0"/>
                </a:lnTo>
                <a:lnTo>
                  <a:pt x="1166878" y="23450"/>
                </a:lnTo>
                <a:lnTo>
                  <a:pt x="0" y="25931"/>
                </a:lnTo>
                <a:lnTo>
                  <a:pt x="50" y="49381"/>
                </a:lnTo>
                <a:lnTo>
                  <a:pt x="1166927" y="46901"/>
                </a:lnTo>
                <a:lnTo>
                  <a:pt x="1166977" y="70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F2664-224F-49C5-88D0-540346FF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150" y="3434710"/>
            <a:ext cx="1252791" cy="70351"/>
          </a:xfrm>
          <a:custGeom xmlns:a="http://schemas.openxmlformats.org/drawingml/2006/main">
            <a:pathLst>
              <a:path w="1252791" h="70351">
                <a:moveTo>
                  <a:pt x="1182518" y="70351"/>
                </a:moveTo>
                <a:lnTo>
                  <a:pt x="1252791" y="35020"/>
                </a:lnTo>
                <a:lnTo>
                  <a:pt x="1182362" y="0"/>
                </a:lnTo>
                <a:lnTo>
                  <a:pt x="1182414" y="23451"/>
                </a:lnTo>
                <a:lnTo>
                  <a:pt x="0" y="26067"/>
                </a:lnTo>
                <a:lnTo>
                  <a:pt x="52" y="49517"/>
                </a:lnTo>
                <a:lnTo>
                  <a:pt x="1182466" y="46900"/>
                </a:lnTo>
                <a:lnTo>
                  <a:pt x="1182518" y="70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574B89-BB28-4EA6-9102-8744EE1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949" y="4198904"/>
            <a:ext cx="1251188" cy="70351"/>
          </a:xfrm>
          <a:custGeom xmlns:a="http://schemas.openxmlformats.org/drawingml/2006/main">
            <a:pathLst>
              <a:path w="1251188" h="70351">
                <a:moveTo>
                  <a:pt x="1180984" y="70351"/>
                </a:moveTo>
                <a:lnTo>
                  <a:pt x="1251188" y="34882"/>
                </a:lnTo>
                <a:lnTo>
                  <a:pt x="1180691" y="0"/>
                </a:lnTo>
                <a:lnTo>
                  <a:pt x="1180789" y="23450"/>
                </a:lnTo>
                <a:lnTo>
                  <a:pt x="0" y="28371"/>
                </a:lnTo>
                <a:lnTo>
                  <a:pt x="98" y="51822"/>
                </a:lnTo>
                <a:lnTo>
                  <a:pt x="1180886" y="46900"/>
                </a:lnTo>
                <a:lnTo>
                  <a:pt x="1180984" y="70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InitialState">
            <a:extLst xmlns:a="http://schemas.openxmlformats.org/drawingml/2006/main">
              <a:ext uri="{FF2B5EF4-FFF2-40B4-BE49-F238E27FC236}">
                <a16:creationId xmlns:a16="http://schemas.microsoft.com/office/drawing/2014/main" id="{10502A8E-46A8-4112-81BA-4818897E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380" y="2525018"/>
            <a:ext cx="677283" cy="104784"/>
          </a:xfrm>
          <a:custGeom xmlns:a="http://schemas.openxmlformats.org/drawingml/2006/main">
            <a:pathLst>
              <a:path w="677283" h="104784">
                <a:moveTo>
                  <a:pt x="0" y="103056"/>
                </a:moveTo>
                <a:lnTo>
                  <a:pt x="0" y="1728"/>
                </a:lnTo>
                <a:lnTo>
                  <a:pt x="13409" y="1728"/>
                </a:lnTo>
                <a:lnTo>
                  <a:pt x="13409" y="103056"/>
                </a:lnTo>
                <a:lnTo>
                  <a:pt x="0" y="103056"/>
                </a:lnTo>
                <a:close/>
                <a:moveTo>
                  <a:pt x="35213" y="103056"/>
                </a:moveTo>
                <a:lnTo>
                  <a:pt x="35213" y="29652"/>
                </a:lnTo>
                <a:lnTo>
                  <a:pt x="46410" y="29652"/>
                </a:lnTo>
                <a:lnTo>
                  <a:pt x="46410" y="40089"/>
                </a:lnTo>
                <a:cubicBezTo>
                  <a:pt x="51801" y="32025"/>
                  <a:pt x="59589" y="27993"/>
                  <a:pt x="69772" y="27993"/>
                </a:cubicBezTo>
                <a:cubicBezTo>
                  <a:pt x="74196" y="27993"/>
                  <a:pt x="78262" y="28788"/>
                  <a:pt x="81972" y="30378"/>
                </a:cubicBezTo>
                <a:cubicBezTo>
                  <a:pt x="85681" y="31967"/>
                  <a:pt x="88457" y="34052"/>
                  <a:pt x="90300" y="36633"/>
                </a:cubicBezTo>
                <a:cubicBezTo>
                  <a:pt x="92144" y="39213"/>
                  <a:pt x="93434" y="42278"/>
                  <a:pt x="94171" y="45826"/>
                </a:cubicBezTo>
                <a:cubicBezTo>
                  <a:pt x="94632" y="48130"/>
                  <a:pt x="94862" y="52162"/>
                  <a:pt x="94862" y="57921"/>
                </a:cubicBezTo>
                <a:lnTo>
                  <a:pt x="94862" y="103056"/>
                </a:lnTo>
                <a:lnTo>
                  <a:pt x="82421" y="103056"/>
                </a:lnTo>
                <a:lnTo>
                  <a:pt x="82421" y="58405"/>
                </a:lnTo>
                <a:cubicBezTo>
                  <a:pt x="82421" y="53337"/>
                  <a:pt x="81937" y="49547"/>
                  <a:pt x="80969" y="47035"/>
                </a:cubicBezTo>
                <a:cubicBezTo>
                  <a:pt x="80002" y="44524"/>
                  <a:pt x="78285" y="42520"/>
                  <a:pt x="75820" y="41022"/>
                </a:cubicBezTo>
                <a:cubicBezTo>
                  <a:pt x="73355" y="39524"/>
                  <a:pt x="70463" y="38776"/>
                  <a:pt x="67146" y="38776"/>
                </a:cubicBezTo>
                <a:cubicBezTo>
                  <a:pt x="61847" y="38776"/>
                  <a:pt x="57273" y="40457"/>
                  <a:pt x="53426" y="43821"/>
                </a:cubicBezTo>
                <a:cubicBezTo>
                  <a:pt x="49578" y="47185"/>
                  <a:pt x="47654" y="53567"/>
                  <a:pt x="47654" y="62967"/>
                </a:cubicBezTo>
                <a:lnTo>
                  <a:pt x="47654" y="103056"/>
                </a:lnTo>
                <a:lnTo>
                  <a:pt x="35213" y="103056"/>
                </a:lnTo>
                <a:close/>
                <a:moveTo>
                  <a:pt x="113434" y="16036"/>
                </a:moveTo>
                <a:lnTo>
                  <a:pt x="113434" y="1728"/>
                </a:lnTo>
                <a:lnTo>
                  <a:pt x="125876" y="1728"/>
                </a:lnTo>
                <a:lnTo>
                  <a:pt x="125876" y="16036"/>
                </a:lnTo>
                <a:lnTo>
                  <a:pt x="113434" y="16036"/>
                </a:lnTo>
                <a:moveTo>
                  <a:pt x="113434" y="103056"/>
                </a:moveTo>
                <a:lnTo>
                  <a:pt x="113434" y="29652"/>
                </a:lnTo>
                <a:lnTo>
                  <a:pt x="125876" y="29652"/>
                </a:lnTo>
                <a:lnTo>
                  <a:pt x="125876" y="103056"/>
                </a:lnTo>
                <a:lnTo>
                  <a:pt x="113434" y="103056"/>
                </a:lnTo>
                <a:close/>
                <a:moveTo>
                  <a:pt x="171827" y="91928"/>
                </a:moveTo>
                <a:lnTo>
                  <a:pt x="173624" y="102918"/>
                </a:lnTo>
                <a:cubicBezTo>
                  <a:pt x="170122" y="103655"/>
                  <a:pt x="166988" y="104024"/>
                  <a:pt x="164224" y="104024"/>
                </a:cubicBezTo>
                <a:cubicBezTo>
                  <a:pt x="159708" y="104024"/>
                  <a:pt x="156206" y="103309"/>
                  <a:pt x="153718" y="101881"/>
                </a:cubicBezTo>
                <a:cubicBezTo>
                  <a:pt x="151229" y="100452"/>
                  <a:pt x="149478" y="98575"/>
                  <a:pt x="148465" y="96248"/>
                </a:cubicBezTo>
                <a:cubicBezTo>
                  <a:pt x="147451" y="93921"/>
                  <a:pt x="146944" y="89025"/>
                  <a:pt x="146944" y="81560"/>
                </a:cubicBezTo>
                <a:lnTo>
                  <a:pt x="146944" y="39329"/>
                </a:lnTo>
                <a:lnTo>
                  <a:pt x="137820" y="39329"/>
                </a:lnTo>
                <a:lnTo>
                  <a:pt x="137820" y="29652"/>
                </a:lnTo>
                <a:lnTo>
                  <a:pt x="146944" y="29652"/>
                </a:lnTo>
                <a:lnTo>
                  <a:pt x="146944" y="11474"/>
                </a:lnTo>
                <a:lnTo>
                  <a:pt x="159316" y="4009"/>
                </a:lnTo>
                <a:lnTo>
                  <a:pt x="159316" y="29652"/>
                </a:lnTo>
                <a:lnTo>
                  <a:pt x="171827" y="29652"/>
                </a:lnTo>
                <a:lnTo>
                  <a:pt x="171827" y="39329"/>
                </a:lnTo>
                <a:lnTo>
                  <a:pt x="159316" y="39329"/>
                </a:lnTo>
                <a:lnTo>
                  <a:pt x="159316" y="82251"/>
                </a:lnTo>
                <a:cubicBezTo>
                  <a:pt x="159316" y="85799"/>
                  <a:pt x="159535" y="88080"/>
                  <a:pt x="159973" y="89094"/>
                </a:cubicBezTo>
                <a:cubicBezTo>
                  <a:pt x="160411" y="90108"/>
                  <a:pt x="161125" y="90914"/>
                  <a:pt x="162116" y="91513"/>
                </a:cubicBezTo>
                <a:cubicBezTo>
                  <a:pt x="163106" y="92112"/>
                  <a:pt x="164523" y="92412"/>
                  <a:pt x="166366" y="92412"/>
                </a:cubicBezTo>
                <a:cubicBezTo>
                  <a:pt x="167749" y="92412"/>
                  <a:pt x="169569" y="92250"/>
                  <a:pt x="171827" y="91928"/>
                </a:cubicBezTo>
                <a:close/>
                <a:moveTo>
                  <a:pt x="183816" y="16036"/>
                </a:moveTo>
                <a:lnTo>
                  <a:pt x="183816" y="1728"/>
                </a:lnTo>
                <a:lnTo>
                  <a:pt x="196257" y="1728"/>
                </a:lnTo>
                <a:lnTo>
                  <a:pt x="196257" y="16036"/>
                </a:lnTo>
                <a:lnTo>
                  <a:pt x="183816" y="16036"/>
                </a:lnTo>
                <a:moveTo>
                  <a:pt x="183816" y="103056"/>
                </a:moveTo>
                <a:lnTo>
                  <a:pt x="183816" y="29652"/>
                </a:lnTo>
                <a:lnTo>
                  <a:pt x="196257" y="29652"/>
                </a:lnTo>
                <a:lnTo>
                  <a:pt x="196257" y="103056"/>
                </a:lnTo>
                <a:lnTo>
                  <a:pt x="183816" y="103056"/>
                </a:lnTo>
                <a:close/>
                <a:moveTo>
                  <a:pt x="262943" y="94001"/>
                </a:moveTo>
                <a:cubicBezTo>
                  <a:pt x="258335" y="97918"/>
                  <a:pt x="253900" y="100683"/>
                  <a:pt x="249638" y="102296"/>
                </a:cubicBezTo>
                <a:cubicBezTo>
                  <a:pt x="245376" y="103908"/>
                  <a:pt x="240802" y="104715"/>
                  <a:pt x="235918" y="104715"/>
                </a:cubicBezTo>
                <a:cubicBezTo>
                  <a:pt x="227854" y="104715"/>
                  <a:pt x="221656" y="102745"/>
                  <a:pt x="217325" y="98805"/>
                </a:cubicBezTo>
                <a:cubicBezTo>
                  <a:pt x="212994" y="94865"/>
                  <a:pt x="210828" y="89831"/>
                  <a:pt x="210828" y="83703"/>
                </a:cubicBezTo>
                <a:cubicBezTo>
                  <a:pt x="210828" y="80109"/>
                  <a:pt x="211646" y="76825"/>
                  <a:pt x="213282" y="73853"/>
                </a:cubicBezTo>
                <a:cubicBezTo>
                  <a:pt x="214917" y="70881"/>
                  <a:pt x="217060" y="68497"/>
                  <a:pt x="219710" y="66700"/>
                </a:cubicBezTo>
                <a:cubicBezTo>
                  <a:pt x="222359" y="64902"/>
                  <a:pt x="225343" y="63543"/>
                  <a:pt x="228661" y="62622"/>
                </a:cubicBezTo>
                <a:cubicBezTo>
                  <a:pt x="231103" y="61976"/>
                  <a:pt x="234789" y="61354"/>
                  <a:pt x="239720" y="60755"/>
                </a:cubicBezTo>
                <a:cubicBezTo>
                  <a:pt x="249765" y="59557"/>
                  <a:pt x="257160" y="58129"/>
                  <a:pt x="261907" y="56470"/>
                </a:cubicBezTo>
                <a:cubicBezTo>
                  <a:pt x="261953" y="54765"/>
                  <a:pt x="261976" y="53682"/>
                  <a:pt x="261976" y="53221"/>
                </a:cubicBezTo>
                <a:cubicBezTo>
                  <a:pt x="261976" y="48153"/>
                  <a:pt x="260801" y="44582"/>
                  <a:pt x="258451" y="42508"/>
                </a:cubicBezTo>
                <a:cubicBezTo>
                  <a:pt x="255271" y="39697"/>
                  <a:pt x="250548" y="38292"/>
                  <a:pt x="244281" y="38292"/>
                </a:cubicBezTo>
                <a:cubicBezTo>
                  <a:pt x="238429" y="38292"/>
                  <a:pt x="234109" y="39317"/>
                  <a:pt x="231322" y="41368"/>
                </a:cubicBezTo>
                <a:cubicBezTo>
                  <a:pt x="228534" y="43418"/>
                  <a:pt x="226472" y="47047"/>
                  <a:pt x="225135" y="52254"/>
                </a:cubicBezTo>
                <a:lnTo>
                  <a:pt x="212971" y="50595"/>
                </a:lnTo>
                <a:cubicBezTo>
                  <a:pt x="214076" y="45388"/>
                  <a:pt x="215897" y="41183"/>
                  <a:pt x="218431" y="37981"/>
                </a:cubicBezTo>
                <a:cubicBezTo>
                  <a:pt x="220965" y="34778"/>
                  <a:pt x="224629" y="32313"/>
                  <a:pt x="229421" y="30585"/>
                </a:cubicBezTo>
                <a:cubicBezTo>
                  <a:pt x="234213" y="28857"/>
                  <a:pt x="239766" y="27993"/>
                  <a:pt x="246078" y="27993"/>
                </a:cubicBezTo>
                <a:cubicBezTo>
                  <a:pt x="252345" y="27993"/>
                  <a:pt x="257437" y="28730"/>
                  <a:pt x="261354" y="30205"/>
                </a:cubicBezTo>
                <a:cubicBezTo>
                  <a:pt x="265270" y="31679"/>
                  <a:pt x="268150" y="33534"/>
                  <a:pt x="269993" y="35769"/>
                </a:cubicBezTo>
                <a:cubicBezTo>
                  <a:pt x="271837" y="38004"/>
                  <a:pt x="273127" y="40826"/>
                  <a:pt x="273864" y="44236"/>
                </a:cubicBezTo>
                <a:cubicBezTo>
                  <a:pt x="274279" y="46356"/>
                  <a:pt x="274486" y="50180"/>
                  <a:pt x="274486" y="55710"/>
                </a:cubicBezTo>
                <a:lnTo>
                  <a:pt x="274486" y="72298"/>
                </a:lnTo>
                <a:cubicBezTo>
                  <a:pt x="274486" y="83864"/>
                  <a:pt x="274751" y="91179"/>
                  <a:pt x="275281" y="94243"/>
                </a:cubicBezTo>
                <a:cubicBezTo>
                  <a:pt x="275811" y="97308"/>
                  <a:pt x="276859" y="100245"/>
                  <a:pt x="278426" y="103056"/>
                </a:cubicBezTo>
                <a:lnTo>
                  <a:pt x="265432" y="103056"/>
                </a:lnTo>
                <a:cubicBezTo>
                  <a:pt x="264141" y="100476"/>
                  <a:pt x="263312" y="97457"/>
                  <a:pt x="262943" y="94001"/>
                </a:cubicBezTo>
                <a:moveTo>
                  <a:pt x="261907" y="66216"/>
                </a:moveTo>
                <a:cubicBezTo>
                  <a:pt x="257391" y="68059"/>
                  <a:pt x="250617" y="69626"/>
                  <a:pt x="241586" y="70916"/>
                </a:cubicBezTo>
                <a:cubicBezTo>
                  <a:pt x="236471" y="71653"/>
                  <a:pt x="232854" y="72482"/>
                  <a:pt x="230734" y="73404"/>
                </a:cubicBezTo>
                <a:cubicBezTo>
                  <a:pt x="228614" y="74326"/>
                  <a:pt x="226979" y="75673"/>
                  <a:pt x="225827" y="77447"/>
                </a:cubicBezTo>
                <a:cubicBezTo>
                  <a:pt x="224675" y="79222"/>
                  <a:pt x="224099" y="81191"/>
                  <a:pt x="224099" y="83357"/>
                </a:cubicBezTo>
                <a:cubicBezTo>
                  <a:pt x="224099" y="86675"/>
                  <a:pt x="225354" y="89440"/>
                  <a:pt x="227866" y="91651"/>
                </a:cubicBezTo>
                <a:cubicBezTo>
                  <a:pt x="230377" y="93863"/>
                  <a:pt x="234052" y="94969"/>
                  <a:pt x="238890" y="94969"/>
                </a:cubicBezTo>
                <a:cubicBezTo>
                  <a:pt x="243682" y="94969"/>
                  <a:pt x="247945" y="93921"/>
                  <a:pt x="251677" y="91824"/>
                </a:cubicBezTo>
                <a:cubicBezTo>
                  <a:pt x="255409" y="89728"/>
                  <a:pt x="258151" y="86859"/>
                  <a:pt x="259902" y="83219"/>
                </a:cubicBezTo>
                <a:cubicBezTo>
                  <a:pt x="261238" y="80408"/>
                  <a:pt x="261907" y="76261"/>
                  <a:pt x="261907" y="70778"/>
                </a:cubicBezTo>
                <a:lnTo>
                  <a:pt x="261907" y="66216"/>
                </a:lnTo>
                <a:close/>
                <a:moveTo>
                  <a:pt x="292920" y="103056"/>
                </a:moveTo>
                <a:lnTo>
                  <a:pt x="292920" y="1728"/>
                </a:lnTo>
                <a:lnTo>
                  <a:pt x="305362" y="1728"/>
                </a:lnTo>
                <a:lnTo>
                  <a:pt x="305362" y="103056"/>
                </a:lnTo>
                <a:lnTo>
                  <a:pt x="292920" y="103056"/>
                </a:lnTo>
                <a:close/>
                <a:moveTo>
                  <a:pt x="360605" y="70501"/>
                </a:moveTo>
                <a:lnTo>
                  <a:pt x="373254" y="69395"/>
                </a:lnTo>
                <a:cubicBezTo>
                  <a:pt x="373853" y="74464"/>
                  <a:pt x="375247" y="78622"/>
                  <a:pt x="377436" y="81871"/>
                </a:cubicBezTo>
                <a:cubicBezTo>
                  <a:pt x="379625" y="85120"/>
                  <a:pt x="383023" y="87746"/>
                  <a:pt x="387631" y="89751"/>
                </a:cubicBezTo>
                <a:cubicBezTo>
                  <a:pt x="392239" y="91755"/>
                  <a:pt x="397423" y="92757"/>
                  <a:pt x="403183" y="92757"/>
                </a:cubicBezTo>
                <a:cubicBezTo>
                  <a:pt x="408297" y="92757"/>
                  <a:pt x="412813" y="91997"/>
                  <a:pt x="416730" y="90476"/>
                </a:cubicBezTo>
                <a:cubicBezTo>
                  <a:pt x="420647" y="88956"/>
                  <a:pt x="423561" y="86871"/>
                  <a:pt x="425473" y="84221"/>
                </a:cubicBezTo>
                <a:cubicBezTo>
                  <a:pt x="427386" y="81572"/>
                  <a:pt x="428342" y="78680"/>
                  <a:pt x="428342" y="75547"/>
                </a:cubicBezTo>
                <a:cubicBezTo>
                  <a:pt x="428342" y="72367"/>
                  <a:pt x="427420" y="69591"/>
                  <a:pt x="425577" y="67218"/>
                </a:cubicBezTo>
                <a:cubicBezTo>
                  <a:pt x="423734" y="64845"/>
                  <a:pt x="420693" y="62852"/>
                  <a:pt x="416453" y="61239"/>
                </a:cubicBezTo>
                <a:cubicBezTo>
                  <a:pt x="413735" y="60179"/>
                  <a:pt x="407721" y="58532"/>
                  <a:pt x="398413" y="56297"/>
                </a:cubicBezTo>
                <a:cubicBezTo>
                  <a:pt x="389105" y="54062"/>
                  <a:pt x="382585" y="51954"/>
                  <a:pt x="378853" y="49973"/>
                </a:cubicBezTo>
                <a:cubicBezTo>
                  <a:pt x="374014" y="47438"/>
                  <a:pt x="370409" y="44294"/>
                  <a:pt x="368036" y="40538"/>
                </a:cubicBezTo>
                <a:cubicBezTo>
                  <a:pt x="365663" y="36783"/>
                  <a:pt x="364476" y="32578"/>
                  <a:pt x="364476" y="27924"/>
                </a:cubicBezTo>
                <a:cubicBezTo>
                  <a:pt x="364476" y="22809"/>
                  <a:pt x="365928" y="18028"/>
                  <a:pt x="368831" y="13582"/>
                </a:cubicBezTo>
                <a:cubicBezTo>
                  <a:pt x="371734" y="9135"/>
                  <a:pt x="375973" y="5760"/>
                  <a:pt x="381548" y="3456"/>
                </a:cubicBezTo>
                <a:cubicBezTo>
                  <a:pt x="387124" y="1152"/>
                  <a:pt x="393322" y="0"/>
                  <a:pt x="400141" y="0"/>
                </a:cubicBezTo>
                <a:cubicBezTo>
                  <a:pt x="407652" y="0"/>
                  <a:pt x="414276" y="1210"/>
                  <a:pt x="420013" y="3629"/>
                </a:cubicBezTo>
                <a:cubicBezTo>
                  <a:pt x="425750" y="6048"/>
                  <a:pt x="430162" y="9607"/>
                  <a:pt x="433249" y="14308"/>
                </a:cubicBezTo>
                <a:cubicBezTo>
                  <a:pt x="436336" y="19008"/>
                  <a:pt x="437995" y="24330"/>
                  <a:pt x="438226" y="30274"/>
                </a:cubicBezTo>
                <a:lnTo>
                  <a:pt x="425370" y="31242"/>
                </a:lnTo>
                <a:cubicBezTo>
                  <a:pt x="424678" y="24837"/>
                  <a:pt x="422340" y="19998"/>
                  <a:pt x="418354" y="16727"/>
                </a:cubicBezTo>
                <a:cubicBezTo>
                  <a:pt x="414368" y="13455"/>
                  <a:pt x="408482" y="11819"/>
                  <a:pt x="400694" y="11819"/>
                </a:cubicBezTo>
                <a:cubicBezTo>
                  <a:pt x="392584" y="11819"/>
                  <a:pt x="386675" y="13305"/>
                  <a:pt x="382965" y="16277"/>
                </a:cubicBezTo>
                <a:cubicBezTo>
                  <a:pt x="379256" y="19250"/>
                  <a:pt x="377401" y="22832"/>
                  <a:pt x="377401" y="27025"/>
                </a:cubicBezTo>
                <a:cubicBezTo>
                  <a:pt x="377401" y="30666"/>
                  <a:pt x="378715" y="33661"/>
                  <a:pt x="381341" y="36011"/>
                </a:cubicBezTo>
                <a:cubicBezTo>
                  <a:pt x="383921" y="38361"/>
                  <a:pt x="390661" y="40768"/>
                  <a:pt x="401558" y="43234"/>
                </a:cubicBezTo>
                <a:cubicBezTo>
                  <a:pt x="412456" y="45699"/>
                  <a:pt x="419932" y="47853"/>
                  <a:pt x="423987" y="49696"/>
                </a:cubicBezTo>
                <a:cubicBezTo>
                  <a:pt x="429885" y="52415"/>
                  <a:pt x="434240" y="55859"/>
                  <a:pt x="437051" y="60030"/>
                </a:cubicBezTo>
                <a:cubicBezTo>
                  <a:pt x="439862" y="64200"/>
                  <a:pt x="441267" y="69003"/>
                  <a:pt x="441267" y="74441"/>
                </a:cubicBezTo>
                <a:cubicBezTo>
                  <a:pt x="441267" y="79832"/>
                  <a:pt x="439723" y="84912"/>
                  <a:pt x="436636" y="89681"/>
                </a:cubicBezTo>
                <a:cubicBezTo>
                  <a:pt x="433549" y="94451"/>
                  <a:pt x="429114" y="98160"/>
                  <a:pt x="423331" y="100810"/>
                </a:cubicBezTo>
                <a:cubicBezTo>
                  <a:pt x="417548" y="103459"/>
                  <a:pt x="411039" y="104784"/>
                  <a:pt x="403805" y="104784"/>
                </a:cubicBezTo>
                <a:cubicBezTo>
                  <a:pt x="394635" y="104784"/>
                  <a:pt x="386951" y="103448"/>
                  <a:pt x="380754" y="100775"/>
                </a:cubicBezTo>
                <a:cubicBezTo>
                  <a:pt x="374556" y="98102"/>
                  <a:pt x="369695" y="94082"/>
                  <a:pt x="366170" y="88714"/>
                </a:cubicBezTo>
                <a:cubicBezTo>
                  <a:pt x="362644" y="83346"/>
                  <a:pt x="360790" y="77275"/>
                  <a:pt x="360605" y="70501"/>
                </a:cubicBezTo>
                <a:close/>
                <a:moveTo>
                  <a:pt x="484607" y="91928"/>
                </a:moveTo>
                <a:lnTo>
                  <a:pt x="486404" y="102918"/>
                </a:lnTo>
                <a:cubicBezTo>
                  <a:pt x="482902" y="103655"/>
                  <a:pt x="479769" y="104024"/>
                  <a:pt x="477004" y="104024"/>
                </a:cubicBezTo>
                <a:cubicBezTo>
                  <a:pt x="472488" y="104024"/>
                  <a:pt x="468986" y="103309"/>
                  <a:pt x="466498" y="101881"/>
                </a:cubicBezTo>
                <a:cubicBezTo>
                  <a:pt x="464010" y="100452"/>
                  <a:pt x="462259" y="98575"/>
                  <a:pt x="461245" y="96248"/>
                </a:cubicBezTo>
                <a:cubicBezTo>
                  <a:pt x="460231" y="93921"/>
                  <a:pt x="459724" y="89025"/>
                  <a:pt x="459724" y="81560"/>
                </a:cubicBezTo>
                <a:lnTo>
                  <a:pt x="459724" y="39329"/>
                </a:lnTo>
                <a:lnTo>
                  <a:pt x="450601" y="39329"/>
                </a:lnTo>
                <a:lnTo>
                  <a:pt x="450601" y="29652"/>
                </a:lnTo>
                <a:lnTo>
                  <a:pt x="459724" y="29652"/>
                </a:lnTo>
                <a:lnTo>
                  <a:pt x="459724" y="11474"/>
                </a:lnTo>
                <a:lnTo>
                  <a:pt x="472096" y="4009"/>
                </a:lnTo>
                <a:lnTo>
                  <a:pt x="472096" y="29652"/>
                </a:lnTo>
                <a:lnTo>
                  <a:pt x="484607" y="29652"/>
                </a:lnTo>
                <a:lnTo>
                  <a:pt x="484607" y="39329"/>
                </a:lnTo>
                <a:lnTo>
                  <a:pt x="472096" y="39329"/>
                </a:lnTo>
                <a:lnTo>
                  <a:pt x="472096" y="82251"/>
                </a:lnTo>
                <a:cubicBezTo>
                  <a:pt x="472096" y="85799"/>
                  <a:pt x="472315" y="88080"/>
                  <a:pt x="472753" y="89094"/>
                </a:cubicBezTo>
                <a:cubicBezTo>
                  <a:pt x="473191" y="90108"/>
                  <a:pt x="473905" y="90914"/>
                  <a:pt x="474896" y="91513"/>
                </a:cubicBezTo>
                <a:cubicBezTo>
                  <a:pt x="475886" y="92112"/>
                  <a:pt x="477303" y="92412"/>
                  <a:pt x="479147" y="92412"/>
                </a:cubicBezTo>
                <a:cubicBezTo>
                  <a:pt x="480529" y="92412"/>
                  <a:pt x="482349" y="92250"/>
                  <a:pt x="484607" y="91928"/>
                </a:cubicBezTo>
                <a:close/>
                <a:moveTo>
                  <a:pt x="544425" y="94001"/>
                </a:moveTo>
                <a:cubicBezTo>
                  <a:pt x="539818" y="97918"/>
                  <a:pt x="535382" y="100683"/>
                  <a:pt x="531120" y="102296"/>
                </a:cubicBezTo>
                <a:cubicBezTo>
                  <a:pt x="526858" y="103908"/>
                  <a:pt x="522284" y="104715"/>
                  <a:pt x="517400" y="104715"/>
                </a:cubicBezTo>
                <a:cubicBezTo>
                  <a:pt x="509336" y="104715"/>
                  <a:pt x="503139" y="102745"/>
                  <a:pt x="498807" y="98805"/>
                </a:cubicBezTo>
                <a:cubicBezTo>
                  <a:pt x="494476" y="94865"/>
                  <a:pt x="492310" y="89831"/>
                  <a:pt x="492310" y="83703"/>
                </a:cubicBezTo>
                <a:cubicBezTo>
                  <a:pt x="492310" y="80109"/>
                  <a:pt x="493128" y="76825"/>
                  <a:pt x="494764" y="73853"/>
                </a:cubicBezTo>
                <a:cubicBezTo>
                  <a:pt x="496399" y="70881"/>
                  <a:pt x="498542" y="68497"/>
                  <a:pt x="501192" y="66700"/>
                </a:cubicBezTo>
                <a:cubicBezTo>
                  <a:pt x="503841" y="64902"/>
                  <a:pt x="506825" y="63543"/>
                  <a:pt x="510143" y="62622"/>
                </a:cubicBezTo>
                <a:cubicBezTo>
                  <a:pt x="512585" y="61976"/>
                  <a:pt x="516271" y="61354"/>
                  <a:pt x="521202" y="60755"/>
                </a:cubicBezTo>
                <a:cubicBezTo>
                  <a:pt x="531247" y="59557"/>
                  <a:pt x="538642" y="58129"/>
                  <a:pt x="543389" y="56470"/>
                </a:cubicBezTo>
                <a:cubicBezTo>
                  <a:pt x="543435" y="54765"/>
                  <a:pt x="543458" y="53682"/>
                  <a:pt x="543458" y="53221"/>
                </a:cubicBezTo>
                <a:cubicBezTo>
                  <a:pt x="543458" y="48153"/>
                  <a:pt x="542283" y="44582"/>
                  <a:pt x="539933" y="42508"/>
                </a:cubicBezTo>
                <a:cubicBezTo>
                  <a:pt x="536753" y="39697"/>
                  <a:pt x="532030" y="38292"/>
                  <a:pt x="525763" y="38292"/>
                </a:cubicBezTo>
                <a:cubicBezTo>
                  <a:pt x="519911" y="38292"/>
                  <a:pt x="515591" y="39317"/>
                  <a:pt x="512804" y="41368"/>
                </a:cubicBezTo>
                <a:cubicBezTo>
                  <a:pt x="510016" y="43418"/>
                  <a:pt x="507954" y="47047"/>
                  <a:pt x="506618" y="52254"/>
                </a:cubicBezTo>
                <a:lnTo>
                  <a:pt x="494453" y="50595"/>
                </a:lnTo>
                <a:cubicBezTo>
                  <a:pt x="495559" y="45388"/>
                  <a:pt x="497379" y="41183"/>
                  <a:pt x="499913" y="37981"/>
                </a:cubicBezTo>
                <a:cubicBezTo>
                  <a:pt x="502447" y="34778"/>
                  <a:pt x="506111" y="32313"/>
                  <a:pt x="510903" y="30585"/>
                </a:cubicBezTo>
                <a:cubicBezTo>
                  <a:pt x="515695" y="28857"/>
                  <a:pt x="521248" y="27993"/>
                  <a:pt x="527560" y="27993"/>
                </a:cubicBezTo>
                <a:cubicBezTo>
                  <a:pt x="533827" y="27993"/>
                  <a:pt x="538919" y="28730"/>
                  <a:pt x="542836" y="30205"/>
                </a:cubicBezTo>
                <a:cubicBezTo>
                  <a:pt x="546752" y="31679"/>
                  <a:pt x="549632" y="33534"/>
                  <a:pt x="551476" y="35769"/>
                </a:cubicBezTo>
                <a:cubicBezTo>
                  <a:pt x="553319" y="38004"/>
                  <a:pt x="554609" y="40826"/>
                  <a:pt x="555346" y="44236"/>
                </a:cubicBezTo>
                <a:cubicBezTo>
                  <a:pt x="555761" y="46356"/>
                  <a:pt x="555968" y="50180"/>
                  <a:pt x="555968" y="55710"/>
                </a:cubicBezTo>
                <a:lnTo>
                  <a:pt x="555968" y="72298"/>
                </a:lnTo>
                <a:cubicBezTo>
                  <a:pt x="555968" y="83864"/>
                  <a:pt x="556233" y="91179"/>
                  <a:pt x="556763" y="94243"/>
                </a:cubicBezTo>
                <a:cubicBezTo>
                  <a:pt x="557293" y="97308"/>
                  <a:pt x="558341" y="100245"/>
                  <a:pt x="559908" y="103056"/>
                </a:cubicBezTo>
                <a:lnTo>
                  <a:pt x="546914" y="103056"/>
                </a:lnTo>
                <a:cubicBezTo>
                  <a:pt x="545623" y="100476"/>
                  <a:pt x="544794" y="97457"/>
                  <a:pt x="544425" y="94001"/>
                </a:cubicBezTo>
                <a:moveTo>
                  <a:pt x="543389" y="66216"/>
                </a:moveTo>
                <a:cubicBezTo>
                  <a:pt x="538873" y="68059"/>
                  <a:pt x="532099" y="69626"/>
                  <a:pt x="523068" y="70916"/>
                </a:cubicBezTo>
                <a:cubicBezTo>
                  <a:pt x="517953" y="71653"/>
                  <a:pt x="514336" y="72482"/>
                  <a:pt x="512216" y="73404"/>
                </a:cubicBezTo>
                <a:cubicBezTo>
                  <a:pt x="510096" y="74326"/>
                  <a:pt x="508461" y="75673"/>
                  <a:pt x="507309" y="77447"/>
                </a:cubicBezTo>
                <a:cubicBezTo>
                  <a:pt x="506157" y="79222"/>
                  <a:pt x="505581" y="81191"/>
                  <a:pt x="505581" y="83357"/>
                </a:cubicBezTo>
                <a:cubicBezTo>
                  <a:pt x="505581" y="86675"/>
                  <a:pt x="506836" y="89440"/>
                  <a:pt x="509348" y="91651"/>
                </a:cubicBezTo>
                <a:cubicBezTo>
                  <a:pt x="511859" y="93863"/>
                  <a:pt x="515534" y="94969"/>
                  <a:pt x="520372" y="94969"/>
                </a:cubicBezTo>
                <a:cubicBezTo>
                  <a:pt x="525164" y="94969"/>
                  <a:pt x="529427" y="93921"/>
                  <a:pt x="533159" y="91824"/>
                </a:cubicBezTo>
                <a:cubicBezTo>
                  <a:pt x="536891" y="89728"/>
                  <a:pt x="539633" y="86859"/>
                  <a:pt x="541384" y="83219"/>
                </a:cubicBezTo>
                <a:cubicBezTo>
                  <a:pt x="542720" y="80408"/>
                  <a:pt x="543389" y="76261"/>
                  <a:pt x="543389" y="70778"/>
                </a:cubicBezTo>
                <a:lnTo>
                  <a:pt x="543389" y="66216"/>
                </a:lnTo>
                <a:close/>
                <a:moveTo>
                  <a:pt x="601842" y="91928"/>
                </a:moveTo>
                <a:lnTo>
                  <a:pt x="603640" y="102918"/>
                </a:lnTo>
                <a:cubicBezTo>
                  <a:pt x="600138" y="103655"/>
                  <a:pt x="597004" y="104024"/>
                  <a:pt x="594239" y="104024"/>
                </a:cubicBezTo>
                <a:cubicBezTo>
                  <a:pt x="589724" y="104024"/>
                  <a:pt x="586222" y="103309"/>
                  <a:pt x="583733" y="101881"/>
                </a:cubicBezTo>
                <a:cubicBezTo>
                  <a:pt x="581245" y="100452"/>
                  <a:pt x="579494" y="98575"/>
                  <a:pt x="578480" y="96248"/>
                </a:cubicBezTo>
                <a:cubicBezTo>
                  <a:pt x="577467" y="93921"/>
                  <a:pt x="576960" y="89025"/>
                  <a:pt x="576960" y="81560"/>
                </a:cubicBezTo>
                <a:lnTo>
                  <a:pt x="576960" y="39329"/>
                </a:lnTo>
                <a:lnTo>
                  <a:pt x="567836" y="39329"/>
                </a:lnTo>
                <a:lnTo>
                  <a:pt x="567836" y="29652"/>
                </a:lnTo>
                <a:lnTo>
                  <a:pt x="576960" y="29652"/>
                </a:lnTo>
                <a:lnTo>
                  <a:pt x="576960" y="11474"/>
                </a:lnTo>
                <a:lnTo>
                  <a:pt x="589332" y="4009"/>
                </a:lnTo>
                <a:lnTo>
                  <a:pt x="589332" y="29652"/>
                </a:lnTo>
                <a:lnTo>
                  <a:pt x="601842" y="29652"/>
                </a:lnTo>
                <a:lnTo>
                  <a:pt x="601842" y="39329"/>
                </a:lnTo>
                <a:lnTo>
                  <a:pt x="589332" y="39329"/>
                </a:lnTo>
                <a:lnTo>
                  <a:pt x="589332" y="82251"/>
                </a:lnTo>
                <a:cubicBezTo>
                  <a:pt x="589332" y="85799"/>
                  <a:pt x="589551" y="88080"/>
                  <a:pt x="589989" y="89094"/>
                </a:cubicBezTo>
                <a:cubicBezTo>
                  <a:pt x="590426" y="90108"/>
                  <a:pt x="591141" y="90914"/>
                  <a:pt x="592131" y="91513"/>
                </a:cubicBezTo>
                <a:cubicBezTo>
                  <a:pt x="593122" y="92112"/>
                  <a:pt x="594539" y="92412"/>
                  <a:pt x="596382" y="92412"/>
                </a:cubicBezTo>
                <a:cubicBezTo>
                  <a:pt x="597764" y="92412"/>
                  <a:pt x="599585" y="92250"/>
                  <a:pt x="601842" y="91928"/>
                </a:cubicBezTo>
                <a:close/>
                <a:moveTo>
                  <a:pt x="664012" y="79417"/>
                </a:moveTo>
                <a:lnTo>
                  <a:pt x="676868" y="81007"/>
                </a:lnTo>
                <a:cubicBezTo>
                  <a:pt x="674840" y="88518"/>
                  <a:pt x="671085" y="94347"/>
                  <a:pt x="665602" y="98494"/>
                </a:cubicBezTo>
                <a:cubicBezTo>
                  <a:pt x="660118" y="102641"/>
                  <a:pt x="653114" y="104715"/>
                  <a:pt x="644589" y="104715"/>
                </a:cubicBezTo>
                <a:cubicBezTo>
                  <a:pt x="633853" y="104715"/>
                  <a:pt x="625340" y="101409"/>
                  <a:pt x="619050" y="94796"/>
                </a:cubicBezTo>
                <a:cubicBezTo>
                  <a:pt x="612760" y="88184"/>
                  <a:pt x="609615" y="78910"/>
                  <a:pt x="609615" y="66976"/>
                </a:cubicBezTo>
                <a:cubicBezTo>
                  <a:pt x="609615" y="54627"/>
                  <a:pt x="612795" y="45042"/>
                  <a:pt x="619154" y="38223"/>
                </a:cubicBezTo>
                <a:cubicBezTo>
                  <a:pt x="625513" y="31403"/>
                  <a:pt x="633761" y="27993"/>
                  <a:pt x="643898" y="27993"/>
                </a:cubicBezTo>
                <a:cubicBezTo>
                  <a:pt x="653713" y="27993"/>
                  <a:pt x="661731" y="31334"/>
                  <a:pt x="667952" y="38015"/>
                </a:cubicBezTo>
                <a:cubicBezTo>
                  <a:pt x="674172" y="44697"/>
                  <a:pt x="677283" y="54097"/>
                  <a:pt x="677283" y="66216"/>
                </a:cubicBezTo>
                <a:cubicBezTo>
                  <a:pt x="677283" y="66953"/>
                  <a:pt x="677260" y="68059"/>
                  <a:pt x="677213" y="69533"/>
                </a:cubicBezTo>
                <a:lnTo>
                  <a:pt x="622472" y="69533"/>
                </a:lnTo>
                <a:cubicBezTo>
                  <a:pt x="622932" y="77597"/>
                  <a:pt x="625213" y="83772"/>
                  <a:pt x="629314" y="88057"/>
                </a:cubicBezTo>
                <a:cubicBezTo>
                  <a:pt x="633415" y="92343"/>
                  <a:pt x="638530" y="94485"/>
                  <a:pt x="644659" y="94485"/>
                </a:cubicBezTo>
                <a:cubicBezTo>
                  <a:pt x="649220" y="94485"/>
                  <a:pt x="653114" y="93287"/>
                  <a:pt x="656340" y="90891"/>
                </a:cubicBezTo>
                <a:cubicBezTo>
                  <a:pt x="659565" y="88495"/>
                  <a:pt x="662123" y="84670"/>
                  <a:pt x="664012" y="79417"/>
                </a:cubicBezTo>
                <a:moveTo>
                  <a:pt x="623163" y="59304"/>
                </a:moveTo>
                <a:lnTo>
                  <a:pt x="664150" y="59304"/>
                </a:lnTo>
                <a:cubicBezTo>
                  <a:pt x="663597" y="53129"/>
                  <a:pt x="662030" y="48498"/>
                  <a:pt x="659450" y="45411"/>
                </a:cubicBezTo>
                <a:cubicBezTo>
                  <a:pt x="655487" y="40619"/>
                  <a:pt x="650349" y="38223"/>
                  <a:pt x="644037" y="38223"/>
                </a:cubicBezTo>
                <a:cubicBezTo>
                  <a:pt x="638323" y="38223"/>
                  <a:pt x="633519" y="40135"/>
                  <a:pt x="629625" y="43959"/>
                </a:cubicBezTo>
                <a:cubicBezTo>
                  <a:pt x="625732" y="47784"/>
                  <a:pt x="623577" y="52899"/>
                  <a:pt x="623163" y="593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Actions">
            <a:extLst xmlns:a="http://schemas.openxmlformats.org/drawingml/2006/main">
              <a:ext uri="{FF2B5EF4-FFF2-40B4-BE49-F238E27FC236}">
                <a16:creationId xmlns:a16="http://schemas.microsoft.com/office/drawing/2014/main" id="{C4B69270-608B-4F2D-A2D6-E957F539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223" y="3278865"/>
            <a:ext cx="456386" cy="102987"/>
          </a:xfrm>
          <a:custGeom xmlns:a="http://schemas.openxmlformats.org/drawingml/2006/main">
            <a:pathLst>
              <a:path w="456386" h="102987">
                <a:moveTo>
                  <a:pt x="0" y="101328"/>
                </a:moveTo>
                <a:lnTo>
                  <a:pt x="38914" y="0"/>
                </a:lnTo>
                <a:lnTo>
                  <a:pt x="53360" y="0"/>
                </a:lnTo>
                <a:lnTo>
                  <a:pt x="94831" y="101328"/>
                </a:lnTo>
                <a:lnTo>
                  <a:pt x="79556" y="101328"/>
                </a:lnTo>
                <a:lnTo>
                  <a:pt x="67736" y="70639"/>
                </a:lnTo>
                <a:lnTo>
                  <a:pt x="25367" y="70639"/>
                </a:lnTo>
                <a:lnTo>
                  <a:pt x="14238" y="101328"/>
                </a:lnTo>
                <a:lnTo>
                  <a:pt x="0" y="101328"/>
                </a:lnTo>
                <a:moveTo>
                  <a:pt x="29237" y="59719"/>
                </a:moveTo>
                <a:lnTo>
                  <a:pt x="63589" y="59719"/>
                </a:lnTo>
                <a:lnTo>
                  <a:pt x="53014" y="31656"/>
                </a:lnTo>
                <a:cubicBezTo>
                  <a:pt x="49788" y="23132"/>
                  <a:pt x="47392" y="16128"/>
                  <a:pt x="45826" y="10644"/>
                </a:cubicBezTo>
                <a:cubicBezTo>
                  <a:pt x="44535" y="17141"/>
                  <a:pt x="42715" y="23593"/>
                  <a:pt x="40365" y="29997"/>
                </a:cubicBezTo>
                <a:lnTo>
                  <a:pt x="29237" y="59719"/>
                </a:lnTo>
                <a:close/>
                <a:moveTo>
                  <a:pt x="151246" y="74441"/>
                </a:moveTo>
                <a:lnTo>
                  <a:pt x="163480" y="76031"/>
                </a:lnTo>
                <a:cubicBezTo>
                  <a:pt x="162144" y="84463"/>
                  <a:pt x="158722" y="91064"/>
                  <a:pt x="153216" y="95833"/>
                </a:cubicBezTo>
                <a:cubicBezTo>
                  <a:pt x="147709" y="100602"/>
                  <a:pt x="140947" y="102987"/>
                  <a:pt x="132929" y="102987"/>
                </a:cubicBezTo>
                <a:cubicBezTo>
                  <a:pt x="122884" y="102987"/>
                  <a:pt x="114809" y="99704"/>
                  <a:pt x="108703" y="93137"/>
                </a:cubicBezTo>
                <a:cubicBezTo>
                  <a:pt x="102598" y="86571"/>
                  <a:pt x="99545" y="77159"/>
                  <a:pt x="99545" y="64902"/>
                </a:cubicBezTo>
                <a:cubicBezTo>
                  <a:pt x="99545" y="56977"/>
                  <a:pt x="100858" y="50042"/>
                  <a:pt x="103485" y="44098"/>
                </a:cubicBezTo>
                <a:cubicBezTo>
                  <a:pt x="106111" y="38154"/>
                  <a:pt x="110109" y="33695"/>
                  <a:pt x="115477" y="30723"/>
                </a:cubicBezTo>
                <a:cubicBezTo>
                  <a:pt x="120845" y="27751"/>
                  <a:pt x="126686" y="26265"/>
                  <a:pt x="132999" y="26265"/>
                </a:cubicBezTo>
                <a:cubicBezTo>
                  <a:pt x="140970" y="26265"/>
                  <a:pt x="147490" y="28281"/>
                  <a:pt x="152559" y="32313"/>
                </a:cubicBezTo>
                <a:cubicBezTo>
                  <a:pt x="157628" y="36345"/>
                  <a:pt x="160876" y="42070"/>
                  <a:pt x="162305" y="49489"/>
                </a:cubicBezTo>
                <a:lnTo>
                  <a:pt x="150209" y="51355"/>
                </a:lnTo>
                <a:cubicBezTo>
                  <a:pt x="149057" y="46425"/>
                  <a:pt x="147018" y="42715"/>
                  <a:pt x="144092" y="40227"/>
                </a:cubicBezTo>
                <a:cubicBezTo>
                  <a:pt x="141166" y="37739"/>
                  <a:pt x="137630" y="36495"/>
                  <a:pt x="133482" y="36495"/>
                </a:cubicBezTo>
                <a:cubicBezTo>
                  <a:pt x="127216" y="36495"/>
                  <a:pt x="122124" y="38741"/>
                  <a:pt x="118207" y="43234"/>
                </a:cubicBezTo>
                <a:cubicBezTo>
                  <a:pt x="114290" y="47726"/>
                  <a:pt x="112332" y="54834"/>
                  <a:pt x="112332" y="64557"/>
                </a:cubicBezTo>
                <a:cubicBezTo>
                  <a:pt x="112332" y="74418"/>
                  <a:pt x="114221" y="81583"/>
                  <a:pt x="118000" y="86053"/>
                </a:cubicBezTo>
                <a:cubicBezTo>
                  <a:pt x="121778" y="90522"/>
                  <a:pt x="126709" y="92757"/>
                  <a:pt x="132791" y="92757"/>
                </a:cubicBezTo>
                <a:cubicBezTo>
                  <a:pt x="137676" y="92757"/>
                  <a:pt x="141754" y="91260"/>
                  <a:pt x="145025" y="88265"/>
                </a:cubicBezTo>
                <a:cubicBezTo>
                  <a:pt x="148297" y="85269"/>
                  <a:pt x="150370" y="80661"/>
                  <a:pt x="151246" y="74441"/>
                </a:cubicBezTo>
                <a:close/>
                <a:moveTo>
                  <a:pt x="200821" y="90200"/>
                </a:moveTo>
                <a:lnTo>
                  <a:pt x="202618" y="101190"/>
                </a:lnTo>
                <a:cubicBezTo>
                  <a:pt x="199116" y="101927"/>
                  <a:pt x="195983" y="102296"/>
                  <a:pt x="193218" y="102296"/>
                </a:cubicBezTo>
                <a:cubicBezTo>
                  <a:pt x="188702" y="102296"/>
                  <a:pt x="185200" y="101581"/>
                  <a:pt x="182712" y="100153"/>
                </a:cubicBezTo>
                <a:cubicBezTo>
                  <a:pt x="180223" y="98724"/>
                  <a:pt x="178472" y="96847"/>
                  <a:pt x="177459" y="94520"/>
                </a:cubicBezTo>
                <a:cubicBezTo>
                  <a:pt x="176445" y="92193"/>
                  <a:pt x="175938" y="87297"/>
                  <a:pt x="175938" y="79832"/>
                </a:cubicBezTo>
                <a:lnTo>
                  <a:pt x="175938" y="37601"/>
                </a:lnTo>
                <a:lnTo>
                  <a:pt x="166814" y="37601"/>
                </a:lnTo>
                <a:lnTo>
                  <a:pt x="166814" y="27924"/>
                </a:lnTo>
                <a:lnTo>
                  <a:pt x="175938" y="27924"/>
                </a:lnTo>
                <a:lnTo>
                  <a:pt x="175938" y="9746"/>
                </a:lnTo>
                <a:lnTo>
                  <a:pt x="188310" y="2281"/>
                </a:lnTo>
                <a:lnTo>
                  <a:pt x="188310" y="27924"/>
                </a:lnTo>
                <a:lnTo>
                  <a:pt x="200821" y="27924"/>
                </a:lnTo>
                <a:lnTo>
                  <a:pt x="200821" y="37601"/>
                </a:lnTo>
                <a:lnTo>
                  <a:pt x="188310" y="37601"/>
                </a:lnTo>
                <a:lnTo>
                  <a:pt x="188310" y="80523"/>
                </a:lnTo>
                <a:cubicBezTo>
                  <a:pt x="188310" y="84071"/>
                  <a:pt x="188529" y="86352"/>
                  <a:pt x="188967" y="87366"/>
                </a:cubicBezTo>
                <a:cubicBezTo>
                  <a:pt x="189405" y="88380"/>
                  <a:pt x="190119" y="89186"/>
                  <a:pt x="191110" y="89785"/>
                </a:cubicBezTo>
                <a:cubicBezTo>
                  <a:pt x="192100" y="90384"/>
                  <a:pt x="193517" y="90684"/>
                  <a:pt x="195360" y="90684"/>
                </a:cubicBezTo>
                <a:cubicBezTo>
                  <a:pt x="196743" y="90684"/>
                  <a:pt x="198563" y="90522"/>
                  <a:pt x="200821" y="90200"/>
                </a:cubicBezTo>
                <a:close/>
                <a:moveTo>
                  <a:pt x="212753" y="14308"/>
                </a:moveTo>
                <a:lnTo>
                  <a:pt x="212753" y="0"/>
                </a:lnTo>
                <a:lnTo>
                  <a:pt x="225195" y="0"/>
                </a:lnTo>
                <a:lnTo>
                  <a:pt x="225195" y="14308"/>
                </a:lnTo>
                <a:lnTo>
                  <a:pt x="212753" y="14308"/>
                </a:lnTo>
                <a:moveTo>
                  <a:pt x="212753" y="101328"/>
                </a:moveTo>
                <a:lnTo>
                  <a:pt x="212753" y="27924"/>
                </a:lnTo>
                <a:lnTo>
                  <a:pt x="225195" y="27924"/>
                </a:lnTo>
                <a:lnTo>
                  <a:pt x="225195" y="101328"/>
                </a:lnTo>
                <a:lnTo>
                  <a:pt x="212753" y="101328"/>
                </a:lnTo>
                <a:close/>
                <a:moveTo>
                  <a:pt x="239294" y="64626"/>
                </a:moveTo>
                <a:cubicBezTo>
                  <a:pt x="239294" y="51033"/>
                  <a:pt x="243073" y="40964"/>
                  <a:pt x="250630" y="34421"/>
                </a:cubicBezTo>
                <a:cubicBezTo>
                  <a:pt x="256943" y="28984"/>
                  <a:pt x="264638" y="26265"/>
                  <a:pt x="273716" y="26265"/>
                </a:cubicBezTo>
                <a:cubicBezTo>
                  <a:pt x="283807" y="26265"/>
                  <a:pt x="292055" y="29571"/>
                  <a:pt x="298460" y="36184"/>
                </a:cubicBezTo>
                <a:cubicBezTo>
                  <a:pt x="304865" y="42796"/>
                  <a:pt x="308068" y="51931"/>
                  <a:pt x="308068" y="63589"/>
                </a:cubicBezTo>
                <a:cubicBezTo>
                  <a:pt x="308068" y="73035"/>
                  <a:pt x="306651" y="80466"/>
                  <a:pt x="303817" y="85880"/>
                </a:cubicBezTo>
                <a:cubicBezTo>
                  <a:pt x="300983" y="91294"/>
                  <a:pt x="296859" y="95499"/>
                  <a:pt x="291444" y="98494"/>
                </a:cubicBezTo>
                <a:cubicBezTo>
                  <a:pt x="286030" y="101489"/>
                  <a:pt x="280121" y="102987"/>
                  <a:pt x="273716" y="102987"/>
                </a:cubicBezTo>
                <a:cubicBezTo>
                  <a:pt x="263440" y="102987"/>
                  <a:pt x="255134" y="99692"/>
                  <a:pt x="248798" y="93103"/>
                </a:cubicBezTo>
                <a:cubicBezTo>
                  <a:pt x="242462" y="86514"/>
                  <a:pt x="239294" y="77021"/>
                  <a:pt x="239294" y="64626"/>
                </a:cubicBezTo>
                <a:moveTo>
                  <a:pt x="252081" y="64626"/>
                </a:moveTo>
                <a:cubicBezTo>
                  <a:pt x="252081" y="74026"/>
                  <a:pt x="254132" y="81065"/>
                  <a:pt x="258233" y="85742"/>
                </a:cubicBezTo>
                <a:cubicBezTo>
                  <a:pt x="262334" y="90419"/>
                  <a:pt x="267495" y="92757"/>
                  <a:pt x="273716" y="92757"/>
                </a:cubicBezTo>
                <a:cubicBezTo>
                  <a:pt x="279890" y="92757"/>
                  <a:pt x="285028" y="90407"/>
                  <a:pt x="289129" y="85707"/>
                </a:cubicBezTo>
                <a:cubicBezTo>
                  <a:pt x="293230" y="81007"/>
                  <a:pt x="295281" y="73842"/>
                  <a:pt x="295281" y="64211"/>
                </a:cubicBezTo>
                <a:cubicBezTo>
                  <a:pt x="295281" y="55134"/>
                  <a:pt x="293219" y="48256"/>
                  <a:pt x="289094" y="43579"/>
                </a:cubicBezTo>
                <a:cubicBezTo>
                  <a:pt x="284970" y="38902"/>
                  <a:pt x="279844" y="36564"/>
                  <a:pt x="273716" y="36564"/>
                </a:cubicBezTo>
                <a:cubicBezTo>
                  <a:pt x="267495" y="36564"/>
                  <a:pt x="262334" y="38891"/>
                  <a:pt x="258233" y="43545"/>
                </a:cubicBezTo>
                <a:cubicBezTo>
                  <a:pt x="254132" y="48199"/>
                  <a:pt x="252081" y="55226"/>
                  <a:pt x="252081" y="64626"/>
                </a:cubicBezTo>
                <a:close/>
                <a:moveTo>
                  <a:pt x="322163" y="101328"/>
                </a:moveTo>
                <a:lnTo>
                  <a:pt x="322163" y="27924"/>
                </a:lnTo>
                <a:lnTo>
                  <a:pt x="333360" y="27924"/>
                </a:lnTo>
                <a:lnTo>
                  <a:pt x="333360" y="38361"/>
                </a:lnTo>
                <a:cubicBezTo>
                  <a:pt x="338751" y="30297"/>
                  <a:pt x="346539" y="26265"/>
                  <a:pt x="356722" y="26265"/>
                </a:cubicBezTo>
                <a:cubicBezTo>
                  <a:pt x="361146" y="26265"/>
                  <a:pt x="365212" y="27060"/>
                  <a:pt x="368922" y="28650"/>
                </a:cubicBezTo>
                <a:cubicBezTo>
                  <a:pt x="372631" y="30239"/>
                  <a:pt x="375407" y="32324"/>
                  <a:pt x="377250" y="34905"/>
                </a:cubicBezTo>
                <a:cubicBezTo>
                  <a:pt x="379094" y="37485"/>
                  <a:pt x="380384" y="40550"/>
                  <a:pt x="381121" y="44098"/>
                </a:cubicBezTo>
                <a:cubicBezTo>
                  <a:pt x="381582" y="46402"/>
                  <a:pt x="381812" y="50434"/>
                  <a:pt x="381812" y="56193"/>
                </a:cubicBezTo>
                <a:lnTo>
                  <a:pt x="381812" y="101328"/>
                </a:lnTo>
                <a:lnTo>
                  <a:pt x="369371" y="101328"/>
                </a:lnTo>
                <a:lnTo>
                  <a:pt x="369371" y="56677"/>
                </a:lnTo>
                <a:cubicBezTo>
                  <a:pt x="369371" y="51609"/>
                  <a:pt x="368887" y="47819"/>
                  <a:pt x="367919" y="45307"/>
                </a:cubicBezTo>
                <a:cubicBezTo>
                  <a:pt x="366952" y="42796"/>
                  <a:pt x="365235" y="40792"/>
                  <a:pt x="362770" y="39294"/>
                </a:cubicBezTo>
                <a:cubicBezTo>
                  <a:pt x="360305" y="37796"/>
                  <a:pt x="357413" y="37048"/>
                  <a:pt x="354096" y="37048"/>
                </a:cubicBezTo>
                <a:cubicBezTo>
                  <a:pt x="348797" y="37048"/>
                  <a:pt x="344223" y="38729"/>
                  <a:pt x="340376" y="42093"/>
                </a:cubicBezTo>
                <a:cubicBezTo>
                  <a:pt x="336528" y="45457"/>
                  <a:pt x="334604" y="51839"/>
                  <a:pt x="334604" y="61239"/>
                </a:cubicBezTo>
                <a:lnTo>
                  <a:pt x="334604" y="101328"/>
                </a:lnTo>
                <a:lnTo>
                  <a:pt x="322163" y="101328"/>
                </a:lnTo>
                <a:close/>
                <a:moveTo>
                  <a:pt x="395424" y="79417"/>
                </a:moveTo>
                <a:lnTo>
                  <a:pt x="407727" y="77482"/>
                </a:lnTo>
                <a:cubicBezTo>
                  <a:pt x="408418" y="82412"/>
                  <a:pt x="410342" y="86191"/>
                  <a:pt x="413498" y="88817"/>
                </a:cubicBezTo>
                <a:cubicBezTo>
                  <a:pt x="416654" y="91444"/>
                  <a:pt x="421067" y="92757"/>
                  <a:pt x="426734" y="92757"/>
                </a:cubicBezTo>
                <a:cubicBezTo>
                  <a:pt x="432448" y="92757"/>
                  <a:pt x="436687" y="91594"/>
                  <a:pt x="439452" y="89267"/>
                </a:cubicBezTo>
                <a:cubicBezTo>
                  <a:pt x="442217" y="86940"/>
                  <a:pt x="443599" y="84210"/>
                  <a:pt x="443599" y="81076"/>
                </a:cubicBezTo>
                <a:cubicBezTo>
                  <a:pt x="443599" y="78265"/>
                  <a:pt x="442378" y="76054"/>
                  <a:pt x="439936" y="74441"/>
                </a:cubicBezTo>
                <a:cubicBezTo>
                  <a:pt x="438231" y="73335"/>
                  <a:pt x="433992" y="71929"/>
                  <a:pt x="427218" y="70225"/>
                </a:cubicBezTo>
                <a:cubicBezTo>
                  <a:pt x="418094" y="67921"/>
                  <a:pt x="411770" y="65928"/>
                  <a:pt x="408245" y="64246"/>
                </a:cubicBezTo>
                <a:cubicBezTo>
                  <a:pt x="404720" y="62564"/>
                  <a:pt x="402047" y="60237"/>
                  <a:pt x="400227" y="57265"/>
                </a:cubicBezTo>
                <a:cubicBezTo>
                  <a:pt x="398407" y="54293"/>
                  <a:pt x="397497" y="51010"/>
                  <a:pt x="397497" y="47415"/>
                </a:cubicBezTo>
                <a:cubicBezTo>
                  <a:pt x="397497" y="44144"/>
                  <a:pt x="398246" y="41114"/>
                  <a:pt x="399743" y="38326"/>
                </a:cubicBezTo>
                <a:cubicBezTo>
                  <a:pt x="401241" y="35539"/>
                  <a:pt x="403280" y="33223"/>
                  <a:pt x="405860" y="31380"/>
                </a:cubicBezTo>
                <a:cubicBezTo>
                  <a:pt x="407796" y="29951"/>
                  <a:pt x="410434" y="28742"/>
                  <a:pt x="413775" y="27751"/>
                </a:cubicBezTo>
                <a:cubicBezTo>
                  <a:pt x="417115" y="26760"/>
                  <a:pt x="420698" y="26265"/>
                  <a:pt x="424523" y="26265"/>
                </a:cubicBezTo>
                <a:cubicBezTo>
                  <a:pt x="430282" y="26265"/>
                  <a:pt x="435340" y="27095"/>
                  <a:pt x="439694" y="28753"/>
                </a:cubicBezTo>
                <a:cubicBezTo>
                  <a:pt x="444049" y="30412"/>
                  <a:pt x="447263" y="32659"/>
                  <a:pt x="449336" y="35492"/>
                </a:cubicBezTo>
                <a:cubicBezTo>
                  <a:pt x="451410" y="38326"/>
                  <a:pt x="452838" y="42116"/>
                  <a:pt x="453621" y="46862"/>
                </a:cubicBezTo>
                <a:lnTo>
                  <a:pt x="441457" y="48521"/>
                </a:lnTo>
                <a:cubicBezTo>
                  <a:pt x="440904" y="44743"/>
                  <a:pt x="439302" y="41794"/>
                  <a:pt x="436653" y="39674"/>
                </a:cubicBezTo>
                <a:cubicBezTo>
                  <a:pt x="434003" y="37554"/>
                  <a:pt x="430259" y="36495"/>
                  <a:pt x="425421" y="36495"/>
                </a:cubicBezTo>
                <a:cubicBezTo>
                  <a:pt x="419707" y="36495"/>
                  <a:pt x="415629" y="37439"/>
                  <a:pt x="413187" y="39329"/>
                </a:cubicBezTo>
                <a:cubicBezTo>
                  <a:pt x="410745" y="41218"/>
                  <a:pt x="409524" y="43430"/>
                  <a:pt x="409524" y="45964"/>
                </a:cubicBezTo>
                <a:cubicBezTo>
                  <a:pt x="409524" y="47577"/>
                  <a:pt x="410031" y="49028"/>
                  <a:pt x="411044" y="50318"/>
                </a:cubicBezTo>
                <a:cubicBezTo>
                  <a:pt x="412058" y="51655"/>
                  <a:pt x="413648" y="52761"/>
                  <a:pt x="415814" y="53636"/>
                </a:cubicBezTo>
                <a:cubicBezTo>
                  <a:pt x="417058" y="54097"/>
                  <a:pt x="420721" y="55157"/>
                  <a:pt x="426803" y="56816"/>
                </a:cubicBezTo>
                <a:cubicBezTo>
                  <a:pt x="435605" y="59166"/>
                  <a:pt x="441745" y="61089"/>
                  <a:pt x="445224" y="62587"/>
                </a:cubicBezTo>
                <a:cubicBezTo>
                  <a:pt x="448703" y="64085"/>
                  <a:pt x="451433" y="66262"/>
                  <a:pt x="453414" y="69119"/>
                </a:cubicBezTo>
                <a:cubicBezTo>
                  <a:pt x="455396" y="71976"/>
                  <a:pt x="456386" y="75524"/>
                  <a:pt x="456386" y="79763"/>
                </a:cubicBezTo>
                <a:cubicBezTo>
                  <a:pt x="456386" y="83910"/>
                  <a:pt x="455177" y="87815"/>
                  <a:pt x="452757" y="91479"/>
                </a:cubicBezTo>
                <a:cubicBezTo>
                  <a:pt x="450338" y="95142"/>
                  <a:pt x="446848" y="97976"/>
                  <a:pt x="442286" y="99980"/>
                </a:cubicBezTo>
                <a:cubicBezTo>
                  <a:pt x="437724" y="101985"/>
                  <a:pt x="432563" y="102987"/>
                  <a:pt x="426803" y="102987"/>
                </a:cubicBezTo>
                <a:cubicBezTo>
                  <a:pt x="417265" y="102987"/>
                  <a:pt x="409996" y="101005"/>
                  <a:pt x="404996" y="97043"/>
                </a:cubicBezTo>
                <a:cubicBezTo>
                  <a:pt x="399997" y="93080"/>
                  <a:pt x="396806" y="87205"/>
                  <a:pt x="395424" y="794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Hypotheses">
            <a:extLst xmlns:a="http://schemas.openxmlformats.org/drawingml/2006/main">
              <a:ext uri="{FF2B5EF4-FFF2-40B4-BE49-F238E27FC236}">
                <a16:creationId xmlns:a16="http://schemas.microsoft.com/office/drawing/2014/main" id="{C2C03C6A-7845-4D0A-83E1-DAF6529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22" y="4041215"/>
            <a:ext cx="725958" cy="131118"/>
          </a:xfrm>
          <a:custGeom xmlns:a="http://schemas.openxmlformats.org/drawingml/2006/main">
            <a:pathLst>
              <a:path w="725958" h="131118">
                <a:moveTo>
                  <a:pt x="0" y="101328"/>
                </a:moveTo>
                <a:lnTo>
                  <a:pt x="0" y="0"/>
                </a:lnTo>
                <a:lnTo>
                  <a:pt x="13409" y="0"/>
                </a:lnTo>
                <a:lnTo>
                  <a:pt x="13409" y="41609"/>
                </a:lnTo>
                <a:lnTo>
                  <a:pt x="66077" y="41609"/>
                </a:lnTo>
                <a:lnTo>
                  <a:pt x="66077" y="0"/>
                </a:lnTo>
                <a:lnTo>
                  <a:pt x="79486" y="0"/>
                </a:lnTo>
                <a:lnTo>
                  <a:pt x="79486" y="101328"/>
                </a:lnTo>
                <a:lnTo>
                  <a:pt x="66077" y="101328"/>
                </a:lnTo>
                <a:lnTo>
                  <a:pt x="66077" y="53567"/>
                </a:lnTo>
                <a:lnTo>
                  <a:pt x="13409" y="53567"/>
                </a:lnTo>
                <a:lnTo>
                  <a:pt x="13409" y="101328"/>
                </a:lnTo>
                <a:lnTo>
                  <a:pt x="0" y="101328"/>
                </a:lnTo>
                <a:close/>
                <a:moveTo>
                  <a:pt x="99065" y="129598"/>
                </a:moveTo>
                <a:lnTo>
                  <a:pt x="97683" y="117916"/>
                </a:lnTo>
                <a:cubicBezTo>
                  <a:pt x="100401" y="118654"/>
                  <a:pt x="102774" y="119022"/>
                  <a:pt x="104802" y="119022"/>
                </a:cubicBezTo>
                <a:cubicBezTo>
                  <a:pt x="107567" y="119022"/>
                  <a:pt x="109778" y="118562"/>
                  <a:pt x="111437" y="117640"/>
                </a:cubicBezTo>
                <a:cubicBezTo>
                  <a:pt x="113096" y="116718"/>
                  <a:pt x="114455" y="115428"/>
                  <a:pt x="115515" y="113769"/>
                </a:cubicBezTo>
                <a:cubicBezTo>
                  <a:pt x="116299" y="112525"/>
                  <a:pt x="117566" y="109438"/>
                  <a:pt x="119317" y="104507"/>
                </a:cubicBezTo>
                <a:cubicBezTo>
                  <a:pt x="119547" y="103816"/>
                  <a:pt x="119916" y="102802"/>
                  <a:pt x="120423" y="101466"/>
                </a:cubicBezTo>
                <a:lnTo>
                  <a:pt x="92568" y="27924"/>
                </a:lnTo>
                <a:lnTo>
                  <a:pt x="105977" y="27924"/>
                </a:lnTo>
                <a:lnTo>
                  <a:pt x="121252" y="70432"/>
                </a:lnTo>
                <a:cubicBezTo>
                  <a:pt x="123234" y="75823"/>
                  <a:pt x="125008" y="81491"/>
                  <a:pt x="126574" y="87435"/>
                </a:cubicBezTo>
                <a:cubicBezTo>
                  <a:pt x="128003" y="81721"/>
                  <a:pt x="129708" y="76146"/>
                  <a:pt x="131689" y="70708"/>
                </a:cubicBezTo>
                <a:lnTo>
                  <a:pt x="147379" y="27924"/>
                </a:lnTo>
                <a:lnTo>
                  <a:pt x="159820" y="27924"/>
                </a:lnTo>
                <a:lnTo>
                  <a:pt x="131896" y="102572"/>
                </a:lnTo>
                <a:cubicBezTo>
                  <a:pt x="128901" y="110636"/>
                  <a:pt x="126574" y="116188"/>
                  <a:pt x="124915" y="119230"/>
                </a:cubicBezTo>
                <a:cubicBezTo>
                  <a:pt x="122704" y="123331"/>
                  <a:pt x="120169" y="126337"/>
                  <a:pt x="117312" y="128250"/>
                </a:cubicBezTo>
                <a:cubicBezTo>
                  <a:pt x="114455" y="130162"/>
                  <a:pt x="111046" y="131118"/>
                  <a:pt x="107083" y="131118"/>
                </a:cubicBezTo>
                <a:cubicBezTo>
                  <a:pt x="104687" y="131118"/>
                  <a:pt x="102014" y="130611"/>
                  <a:pt x="99065" y="129598"/>
                </a:cubicBezTo>
                <a:close/>
                <a:moveTo>
                  <a:pt x="169957" y="129459"/>
                </a:moveTo>
                <a:lnTo>
                  <a:pt x="169957" y="27924"/>
                </a:lnTo>
                <a:lnTo>
                  <a:pt x="181292" y="27924"/>
                </a:lnTo>
                <a:lnTo>
                  <a:pt x="181292" y="37462"/>
                </a:lnTo>
                <a:cubicBezTo>
                  <a:pt x="183965" y="33730"/>
                  <a:pt x="186983" y="30931"/>
                  <a:pt x="190347" y="29064"/>
                </a:cubicBezTo>
                <a:cubicBezTo>
                  <a:pt x="193711" y="27198"/>
                  <a:pt x="197789" y="26265"/>
                  <a:pt x="202581" y="26265"/>
                </a:cubicBezTo>
                <a:cubicBezTo>
                  <a:pt x="208848" y="26265"/>
                  <a:pt x="214377" y="27878"/>
                  <a:pt x="219169" y="31103"/>
                </a:cubicBezTo>
                <a:cubicBezTo>
                  <a:pt x="223961" y="34329"/>
                  <a:pt x="227579" y="38879"/>
                  <a:pt x="230021" y="44754"/>
                </a:cubicBezTo>
                <a:cubicBezTo>
                  <a:pt x="232463" y="50629"/>
                  <a:pt x="233684" y="57069"/>
                  <a:pt x="233684" y="64073"/>
                </a:cubicBezTo>
                <a:cubicBezTo>
                  <a:pt x="233684" y="71584"/>
                  <a:pt x="232336" y="78346"/>
                  <a:pt x="229641" y="84359"/>
                </a:cubicBezTo>
                <a:cubicBezTo>
                  <a:pt x="226945" y="90373"/>
                  <a:pt x="223028" y="94981"/>
                  <a:pt x="217891" y="98183"/>
                </a:cubicBezTo>
                <a:cubicBezTo>
                  <a:pt x="212753" y="101386"/>
                  <a:pt x="207350" y="102987"/>
                  <a:pt x="201682" y="102987"/>
                </a:cubicBezTo>
                <a:cubicBezTo>
                  <a:pt x="197535" y="102987"/>
                  <a:pt x="193814" y="102111"/>
                  <a:pt x="190520" y="100360"/>
                </a:cubicBezTo>
                <a:cubicBezTo>
                  <a:pt x="187225" y="98609"/>
                  <a:pt x="184518" y="96398"/>
                  <a:pt x="182398" y="93725"/>
                </a:cubicBezTo>
                <a:lnTo>
                  <a:pt x="182398" y="129459"/>
                </a:lnTo>
                <a:lnTo>
                  <a:pt x="169957" y="129459"/>
                </a:lnTo>
                <a:moveTo>
                  <a:pt x="181223" y="65041"/>
                </a:moveTo>
                <a:cubicBezTo>
                  <a:pt x="181223" y="74487"/>
                  <a:pt x="183135" y="81468"/>
                  <a:pt x="186960" y="85984"/>
                </a:cubicBezTo>
                <a:cubicBezTo>
                  <a:pt x="190785" y="90499"/>
                  <a:pt x="195415" y="92757"/>
                  <a:pt x="200853" y="92757"/>
                </a:cubicBezTo>
                <a:cubicBezTo>
                  <a:pt x="206382" y="92757"/>
                  <a:pt x="211117" y="90419"/>
                  <a:pt x="215057" y="85742"/>
                </a:cubicBezTo>
                <a:cubicBezTo>
                  <a:pt x="218996" y="81065"/>
                  <a:pt x="220966" y="73819"/>
                  <a:pt x="220966" y="64004"/>
                </a:cubicBezTo>
                <a:cubicBezTo>
                  <a:pt x="220966" y="54650"/>
                  <a:pt x="219043" y="47646"/>
                  <a:pt x="215195" y="42992"/>
                </a:cubicBezTo>
                <a:cubicBezTo>
                  <a:pt x="211347" y="38338"/>
                  <a:pt x="206751" y="36011"/>
                  <a:pt x="201406" y="36011"/>
                </a:cubicBezTo>
                <a:cubicBezTo>
                  <a:pt x="196107" y="36011"/>
                  <a:pt x="191418" y="38488"/>
                  <a:pt x="187340" y="43441"/>
                </a:cubicBezTo>
                <a:cubicBezTo>
                  <a:pt x="183262" y="48395"/>
                  <a:pt x="181223" y="55594"/>
                  <a:pt x="181223" y="65041"/>
                </a:cubicBezTo>
                <a:close/>
                <a:moveTo>
                  <a:pt x="243450" y="64626"/>
                </a:moveTo>
                <a:cubicBezTo>
                  <a:pt x="243450" y="51033"/>
                  <a:pt x="247228" y="40964"/>
                  <a:pt x="254785" y="34421"/>
                </a:cubicBezTo>
                <a:cubicBezTo>
                  <a:pt x="261098" y="28984"/>
                  <a:pt x="268793" y="26265"/>
                  <a:pt x="277871" y="26265"/>
                </a:cubicBezTo>
                <a:cubicBezTo>
                  <a:pt x="287962" y="26265"/>
                  <a:pt x="296210" y="29571"/>
                  <a:pt x="302615" y="36184"/>
                </a:cubicBezTo>
                <a:cubicBezTo>
                  <a:pt x="309020" y="42796"/>
                  <a:pt x="312223" y="51931"/>
                  <a:pt x="312223" y="63589"/>
                </a:cubicBezTo>
                <a:cubicBezTo>
                  <a:pt x="312223" y="73035"/>
                  <a:pt x="310806" y="80466"/>
                  <a:pt x="307972" y="85880"/>
                </a:cubicBezTo>
                <a:cubicBezTo>
                  <a:pt x="305138" y="91294"/>
                  <a:pt x="301014" y="95499"/>
                  <a:pt x="295600" y="98494"/>
                </a:cubicBezTo>
                <a:cubicBezTo>
                  <a:pt x="290186" y="101489"/>
                  <a:pt x="284276" y="102987"/>
                  <a:pt x="277871" y="102987"/>
                </a:cubicBezTo>
                <a:cubicBezTo>
                  <a:pt x="267595" y="102987"/>
                  <a:pt x="259290" y="99692"/>
                  <a:pt x="252954" y="93103"/>
                </a:cubicBezTo>
                <a:cubicBezTo>
                  <a:pt x="246618" y="86514"/>
                  <a:pt x="243450" y="77021"/>
                  <a:pt x="243450" y="64626"/>
                </a:cubicBezTo>
                <a:moveTo>
                  <a:pt x="256237" y="64626"/>
                </a:moveTo>
                <a:cubicBezTo>
                  <a:pt x="256237" y="74026"/>
                  <a:pt x="258287" y="81065"/>
                  <a:pt x="262388" y="85742"/>
                </a:cubicBezTo>
                <a:cubicBezTo>
                  <a:pt x="266489" y="90419"/>
                  <a:pt x="271650" y="92757"/>
                  <a:pt x="277871" y="92757"/>
                </a:cubicBezTo>
                <a:cubicBezTo>
                  <a:pt x="284046" y="92757"/>
                  <a:pt x="289183" y="90407"/>
                  <a:pt x="293284" y="85707"/>
                </a:cubicBezTo>
                <a:cubicBezTo>
                  <a:pt x="297385" y="81007"/>
                  <a:pt x="299436" y="73842"/>
                  <a:pt x="299436" y="64211"/>
                </a:cubicBezTo>
                <a:cubicBezTo>
                  <a:pt x="299436" y="55134"/>
                  <a:pt x="297374" y="48256"/>
                  <a:pt x="293250" y="43579"/>
                </a:cubicBezTo>
                <a:cubicBezTo>
                  <a:pt x="289126" y="38902"/>
                  <a:pt x="283999" y="36564"/>
                  <a:pt x="277871" y="36564"/>
                </a:cubicBezTo>
                <a:cubicBezTo>
                  <a:pt x="271650" y="36564"/>
                  <a:pt x="266489" y="38891"/>
                  <a:pt x="262388" y="43545"/>
                </a:cubicBezTo>
                <a:cubicBezTo>
                  <a:pt x="258287" y="48199"/>
                  <a:pt x="256237" y="55226"/>
                  <a:pt x="256237" y="64626"/>
                </a:cubicBezTo>
                <a:close/>
                <a:moveTo>
                  <a:pt x="353369" y="90200"/>
                </a:moveTo>
                <a:lnTo>
                  <a:pt x="355166" y="101190"/>
                </a:lnTo>
                <a:cubicBezTo>
                  <a:pt x="351664" y="101927"/>
                  <a:pt x="348530" y="102296"/>
                  <a:pt x="345766" y="102296"/>
                </a:cubicBezTo>
                <a:cubicBezTo>
                  <a:pt x="341250" y="102296"/>
                  <a:pt x="337748" y="101581"/>
                  <a:pt x="335260" y="100153"/>
                </a:cubicBezTo>
                <a:cubicBezTo>
                  <a:pt x="332771" y="98724"/>
                  <a:pt x="331020" y="96847"/>
                  <a:pt x="330007" y="94520"/>
                </a:cubicBezTo>
                <a:cubicBezTo>
                  <a:pt x="328993" y="92193"/>
                  <a:pt x="328486" y="87297"/>
                  <a:pt x="328486" y="79832"/>
                </a:cubicBezTo>
                <a:lnTo>
                  <a:pt x="328486" y="37601"/>
                </a:lnTo>
                <a:lnTo>
                  <a:pt x="319362" y="37601"/>
                </a:lnTo>
                <a:lnTo>
                  <a:pt x="319362" y="27924"/>
                </a:lnTo>
                <a:lnTo>
                  <a:pt x="328486" y="27924"/>
                </a:lnTo>
                <a:lnTo>
                  <a:pt x="328486" y="9746"/>
                </a:lnTo>
                <a:lnTo>
                  <a:pt x="340858" y="2281"/>
                </a:lnTo>
                <a:lnTo>
                  <a:pt x="340858" y="27924"/>
                </a:lnTo>
                <a:lnTo>
                  <a:pt x="353369" y="27924"/>
                </a:lnTo>
                <a:lnTo>
                  <a:pt x="353369" y="37601"/>
                </a:lnTo>
                <a:lnTo>
                  <a:pt x="340858" y="37601"/>
                </a:lnTo>
                <a:lnTo>
                  <a:pt x="340858" y="80523"/>
                </a:lnTo>
                <a:cubicBezTo>
                  <a:pt x="340858" y="84071"/>
                  <a:pt x="341077" y="86352"/>
                  <a:pt x="341515" y="87366"/>
                </a:cubicBezTo>
                <a:cubicBezTo>
                  <a:pt x="341953" y="88380"/>
                  <a:pt x="342667" y="89186"/>
                  <a:pt x="343658" y="89785"/>
                </a:cubicBezTo>
                <a:cubicBezTo>
                  <a:pt x="344648" y="90384"/>
                  <a:pt x="346065" y="90684"/>
                  <a:pt x="347908" y="90684"/>
                </a:cubicBezTo>
                <a:cubicBezTo>
                  <a:pt x="349291" y="90684"/>
                  <a:pt x="351111" y="90522"/>
                  <a:pt x="353369" y="90200"/>
                </a:cubicBezTo>
                <a:close/>
                <a:moveTo>
                  <a:pt x="365260" y="101328"/>
                </a:moveTo>
                <a:lnTo>
                  <a:pt x="365260" y="0"/>
                </a:lnTo>
                <a:lnTo>
                  <a:pt x="377701" y="0"/>
                </a:lnTo>
                <a:lnTo>
                  <a:pt x="377701" y="36356"/>
                </a:lnTo>
                <a:cubicBezTo>
                  <a:pt x="383507" y="29629"/>
                  <a:pt x="390834" y="26265"/>
                  <a:pt x="399681" y="26265"/>
                </a:cubicBezTo>
                <a:cubicBezTo>
                  <a:pt x="405118" y="26265"/>
                  <a:pt x="409842" y="27336"/>
                  <a:pt x="413850" y="29479"/>
                </a:cubicBezTo>
                <a:cubicBezTo>
                  <a:pt x="417859" y="31622"/>
                  <a:pt x="420728" y="34582"/>
                  <a:pt x="422456" y="38361"/>
                </a:cubicBezTo>
                <a:cubicBezTo>
                  <a:pt x="424184" y="42139"/>
                  <a:pt x="425048" y="47623"/>
                  <a:pt x="425048" y="54811"/>
                </a:cubicBezTo>
                <a:lnTo>
                  <a:pt x="425048" y="101328"/>
                </a:lnTo>
                <a:lnTo>
                  <a:pt x="412606" y="101328"/>
                </a:lnTo>
                <a:lnTo>
                  <a:pt x="412606" y="54811"/>
                </a:lnTo>
                <a:cubicBezTo>
                  <a:pt x="412606" y="48590"/>
                  <a:pt x="411259" y="44063"/>
                  <a:pt x="408563" y="41229"/>
                </a:cubicBezTo>
                <a:cubicBezTo>
                  <a:pt x="405867" y="38395"/>
                  <a:pt x="402054" y="36978"/>
                  <a:pt x="397124" y="36978"/>
                </a:cubicBezTo>
                <a:cubicBezTo>
                  <a:pt x="393437" y="36978"/>
                  <a:pt x="389970" y="37935"/>
                  <a:pt x="386721" y="39847"/>
                </a:cubicBezTo>
                <a:cubicBezTo>
                  <a:pt x="383473" y="41759"/>
                  <a:pt x="381157" y="44351"/>
                  <a:pt x="379775" y="47623"/>
                </a:cubicBezTo>
                <a:cubicBezTo>
                  <a:pt x="378393" y="50894"/>
                  <a:pt x="377701" y="55410"/>
                  <a:pt x="377701" y="61170"/>
                </a:cubicBezTo>
                <a:lnTo>
                  <a:pt x="377701" y="101328"/>
                </a:lnTo>
                <a:lnTo>
                  <a:pt x="365260" y="101328"/>
                </a:lnTo>
                <a:close/>
                <a:moveTo>
                  <a:pt x="493634" y="77689"/>
                </a:moveTo>
                <a:lnTo>
                  <a:pt x="506490" y="79279"/>
                </a:lnTo>
                <a:cubicBezTo>
                  <a:pt x="504462" y="86790"/>
                  <a:pt x="500707" y="92619"/>
                  <a:pt x="495223" y="96766"/>
                </a:cubicBezTo>
                <a:cubicBezTo>
                  <a:pt x="489740" y="100913"/>
                  <a:pt x="482736" y="102987"/>
                  <a:pt x="474211" y="102987"/>
                </a:cubicBezTo>
                <a:cubicBezTo>
                  <a:pt x="463475" y="102987"/>
                  <a:pt x="454962" y="99681"/>
                  <a:pt x="448672" y="93068"/>
                </a:cubicBezTo>
                <a:cubicBezTo>
                  <a:pt x="442382" y="86456"/>
                  <a:pt x="439237" y="77183"/>
                  <a:pt x="439237" y="65248"/>
                </a:cubicBezTo>
                <a:cubicBezTo>
                  <a:pt x="439237" y="52899"/>
                  <a:pt x="442417" y="43314"/>
                  <a:pt x="448776" y="36495"/>
                </a:cubicBezTo>
                <a:cubicBezTo>
                  <a:pt x="455135" y="29675"/>
                  <a:pt x="463383" y="26265"/>
                  <a:pt x="473520" y="26265"/>
                </a:cubicBezTo>
                <a:cubicBezTo>
                  <a:pt x="483335" y="26265"/>
                  <a:pt x="491353" y="29606"/>
                  <a:pt x="497573" y="36287"/>
                </a:cubicBezTo>
                <a:cubicBezTo>
                  <a:pt x="503794" y="42969"/>
                  <a:pt x="506904" y="52369"/>
                  <a:pt x="506904" y="64488"/>
                </a:cubicBezTo>
                <a:cubicBezTo>
                  <a:pt x="506904" y="65225"/>
                  <a:pt x="506881" y="66331"/>
                  <a:pt x="506835" y="67805"/>
                </a:cubicBezTo>
                <a:lnTo>
                  <a:pt x="452093" y="67805"/>
                </a:lnTo>
                <a:cubicBezTo>
                  <a:pt x="452554" y="75869"/>
                  <a:pt x="454835" y="82044"/>
                  <a:pt x="458936" y="86329"/>
                </a:cubicBezTo>
                <a:cubicBezTo>
                  <a:pt x="463037" y="90615"/>
                  <a:pt x="468152" y="92757"/>
                  <a:pt x="474280" y="92757"/>
                </a:cubicBezTo>
                <a:cubicBezTo>
                  <a:pt x="478842" y="92757"/>
                  <a:pt x="482736" y="91559"/>
                  <a:pt x="485961" y="89163"/>
                </a:cubicBezTo>
                <a:cubicBezTo>
                  <a:pt x="489187" y="86767"/>
                  <a:pt x="491744" y="82942"/>
                  <a:pt x="493634" y="77689"/>
                </a:cubicBezTo>
                <a:moveTo>
                  <a:pt x="452785" y="57576"/>
                </a:moveTo>
                <a:lnTo>
                  <a:pt x="493772" y="57576"/>
                </a:lnTo>
                <a:cubicBezTo>
                  <a:pt x="493219" y="51401"/>
                  <a:pt x="491652" y="46770"/>
                  <a:pt x="489072" y="43683"/>
                </a:cubicBezTo>
                <a:cubicBezTo>
                  <a:pt x="485109" y="38891"/>
                  <a:pt x="479971" y="36495"/>
                  <a:pt x="473658" y="36495"/>
                </a:cubicBezTo>
                <a:cubicBezTo>
                  <a:pt x="467945" y="36495"/>
                  <a:pt x="463141" y="38407"/>
                  <a:pt x="459247" y="42232"/>
                </a:cubicBezTo>
                <a:cubicBezTo>
                  <a:pt x="455353" y="46056"/>
                  <a:pt x="453199" y="51171"/>
                  <a:pt x="452785" y="57576"/>
                </a:cubicBezTo>
                <a:close/>
                <a:moveTo>
                  <a:pt x="516532" y="79417"/>
                </a:moveTo>
                <a:lnTo>
                  <a:pt x="528835" y="77482"/>
                </a:lnTo>
                <a:cubicBezTo>
                  <a:pt x="529526" y="82412"/>
                  <a:pt x="531450" y="86191"/>
                  <a:pt x="534607" y="88817"/>
                </a:cubicBezTo>
                <a:cubicBezTo>
                  <a:pt x="537763" y="91444"/>
                  <a:pt x="542175" y="92757"/>
                  <a:pt x="547843" y="92757"/>
                </a:cubicBezTo>
                <a:cubicBezTo>
                  <a:pt x="553557" y="92757"/>
                  <a:pt x="557796" y="91594"/>
                  <a:pt x="560561" y="89267"/>
                </a:cubicBezTo>
                <a:cubicBezTo>
                  <a:pt x="563325" y="86940"/>
                  <a:pt x="564708" y="84210"/>
                  <a:pt x="564708" y="81076"/>
                </a:cubicBezTo>
                <a:cubicBezTo>
                  <a:pt x="564708" y="78265"/>
                  <a:pt x="563487" y="76054"/>
                  <a:pt x="561045" y="74441"/>
                </a:cubicBezTo>
                <a:cubicBezTo>
                  <a:pt x="559340" y="73335"/>
                  <a:pt x="555100" y="71929"/>
                  <a:pt x="548327" y="70225"/>
                </a:cubicBezTo>
                <a:cubicBezTo>
                  <a:pt x="539203" y="67921"/>
                  <a:pt x="532879" y="65928"/>
                  <a:pt x="529354" y="64246"/>
                </a:cubicBezTo>
                <a:cubicBezTo>
                  <a:pt x="525829" y="62564"/>
                  <a:pt x="523156" y="60237"/>
                  <a:pt x="521336" y="57265"/>
                </a:cubicBezTo>
                <a:cubicBezTo>
                  <a:pt x="519516" y="54293"/>
                  <a:pt x="518606" y="51010"/>
                  <a:pt x="518606" y="47415"/>
                </a:cubicBezTo>
                <a:cubicBezTo>
                  <a:pt x="518606" y="44144"/>
                  <a:pt x="519355" y="41114"/>
                  <a:pt x="520852" y="38326"/>
                </a:cubicBezTo>
                <a:cubicBezTo>
                  <a:pt x="522350" y="35539"/>
                  <a:pt x="524389" y="33223"/>
                  <a:pt x="526969" y="31380"/>
                </a:cubicBezTo>
                <a:cubicBezTo>
                  <a:pt x="528904" y="29951"/>
                  <a:pt x="531542" y="28742"/>
                  <a:pt x="534883" y="27751"/>
                </a:cubicBezTo>
                <a:cubicBezTo>
                  <a:pt x="538224" y="26760"/>
                  <a:pt x="541807" y="26265"/>
                  <a:pt x="545631" y="26265"/>
                </a:cubicBezTo>
                <a:cubicBezTo>
                  <a:pt x="551391" y="26265"/>
                  <a:pt x="556448" y="27095"/>
                  <a:pt x="560803" y="28753"/>
                </a:cubicBezTo>
                <a:cubicBezTo>
                  <a:pt x="565157" y="30412"/>
                  <a:pt x="568371" y="32659"/>
                  <a:pt x="570445" y="35492"/>
                </a:cubicBezTo>
                <a:cubicBezTo>
                  <a:pt x="572518" y="38326"/>
                  <a:pt x="573947" y="42116"/>
                  <a:pt x="574730" y="46862"/>
                </a:cubicBezTo>
                <a:lnTo>
                  <a:pt x="562565" y="48521"/>
                </a:lnTo>
                <a:cubicBezTo>
                  <a:pt x="562012" y="44743"/>
                  <a:pt x="560411" y="41794"/>
                  <a:pt x="557761" y="39674"/>
                </a:cubicBezTo>
                <a:cubicBezTo>
                  <a:pt x="555112" y="37554"/>
                  <a:pt x="551368" y="36495"/>
                  <a:pt x="546530" y="36495"/>
                </a:cubicBezTo>
                <a:cubicBezTo>
                  <a:pt x="540816" y="36495"/>
                  <a:pt x="536738" y="37439"/>
                  <a:pt x="534296" y="39329"/>
                </a:cubicBezTo>
                <a:cubicBezTo>
                  <a:pt x="531853" y="41218"/>
                  <a:pt x="530632" y="43430"/>
                  <a:pt x="530632" y="45964"/>
                </a:cubicBezTo>
                <a:cubicBezTo>
                  <a:pt x="530632" y="47577"/>
                  <a:pt x="531139" y="49028"/>
                  <a:pt x="532153" y="50318"/>
                </a:cubicBezTo>
                <a:cubicBezTo>
                  <a:pt x="533167" y="51655"/>
                  <a:pt x="534756" y="52761"/>
                  <a:pt x="536922" y="53636"/>
                </a:cubicBezTo>
                <a:cubicBezTo>
                  <a:pt x="538166" y="54097"/>
                  <a:pt x="541830" y="55157"/>
                  <a:pt x="547912" y="56816"/>
                </a:cubicBezTo>
                <a:cubicBezTo>
                  <a:pt x="556713" y="59166"/>
                  <a:pt x="562853" y="61089"/>
                  <a:pt x="566332" y="62587"/>
                </a:cubicBezTo>
                <a:cubicBezTo>
                  <a:pt x="569811" y="64085"/>
                  <a:pt x="572541" y="66262"/>
                  <a:pt x="574523" y="69119"/>
                </a:cubicBezTo>
                <a:cubicBezTo>
                  <a:pt x="576504" y="71976"/>
                  <a:pt x="577495" y="75524"/>
                  <a:pt x="577495" y="79763"/>
                </a:cubicBezTo>
                <a:cubicBezTo>
                  <a:pt x="577495" y="83910"/>
                  <a:pt x="576285" y="87815"/>
                  <a:pt x="573866" y="91479"/>
                </a:cubicBezTo>
                <a:cubicBezTo>
                  <a:pt x="571447" y="95142"/>
                  <a:pt x="567956" y="97976"/>
                  <a:pt x="563395" y="99980"/>
                </a:cubicBezTo>
                <a:cubicBezTo>
                  <a:pt x="558833" y="101985"/>
                  <a:pt x="553672" y="102987"/>
                  <a:pt x="547912" y="102987"/>
                </a:cubicBezTo>
                <a:cubicBezTo>
                  <a:pt x="538374" y="102987"/>
                  <a:pt x="531105" y="101005"/>
                  <a:pt x="526105" y="97043"/>
                </a:cubicBezTo>
                <a:cubicBezTo>
                  <a:pt x="521106" y="93080"/>
                  <a:pt x="517915" y="87205"/>
                  <a:pt x="516532" y="79417"/>
                </a:cubicBezTo>
                <a:close/>
                <a:moveTo>
                  <a:pt x="642096" y="77689"/>
                </a:moveTo>
                <a:lnTo>
                  <a:pt x="654953" y="79279"/>
                </a:lnTo>
                <a:cubicBezTo>
                  <a:pt x="652925" y="86790"/>
                  <a:pt x="649170" y="92619"/>
                  <a:pt x="643686" y="96766"/>
                </a:cubicBezTo>
                <a:cubicBezTo>
                  <a:pt x="638203" y="100913"/>
                  <a:pt x="631199" y="102987"/>
                  <a:pt x="622674" y="102987"/>
                </a:cubicBezTo>
                <a:cubicBezTo>
                  <a:pt x="611938" y="102987"/>
                  <a:pt x="603425" y="99681"/>
                  <a:pt x="597135" y="93068"/>
                </a:cubicBezTo>
                <a:cubicBezTo>
                  <a:pt x="590845" y="86456"/>
                  <a:pt x="587700" y="77183"/>
                  <a:pt x="587700" y="65248"/>
                </a:cubicBezTo>
                <a:cubicBezTo>
                  <a:pt x="587700" y="52899"/>
                  <a:pt x="590880" y="43314"/>
                  <a:pt x="597238" y="36495"/>
                </a:cubicBezTo>
                <a:cubicBezTo>
                  <a:pt x="603597" y="29675"/>
                  <a:pt x="611846" y="26265"/>
                  <a:pt x="621983" y="26265"/>
                </a:cubicBezTo>
                <a:cubicBezTo>
                  <a:pt x="631798" y="26265"/>
                  <a:pt x="639816" y="29606"/>
                  <a:pt x="646036" y="36287"/>
                </a:cubicBezTo>
                <a:cubicBezTo>
                  <a:pt x="652257" y="42969"/>
                  <a:pt x="655367" y="52369"/>
                  <a:pt x="655367" y="64488"/>
                </a:cubicBezTo>
                <a:cubicBezTo>
                  <a:pt x="655367" y="65225"/>
                  <a:pt x="655344" y="66331"/>
                  <a:pt x="655298" y="67805"/>
                </a:cubicBezTo>
                <a:lnTo>
                  <a:pt x="600556" y="67805"/>
                </a:lnTo>
                <a:cubicBezTo>
                  <a:pt x="601017" y="75869"/>
                  <a:pt x="603298" y="82044"/>
                  <a:pt x="607399" y="86329"/>
                </a:cubicBezTo>
                <a:cubicBezTo>
                  <a:pt x="611500" y="90615"/>
                  <a:pt x="616615" y="92757"/>
                  <a:pt x="622743" y="92757"/>
                </a:cubicBezTo>
                <a:cubicBezTo>
                  <a:pt x="627305" y="92757"/>
                  <a:pt x="631199" y="91559"/>
                  <a:pt x="634424" y="89163"/>
                </a:cubicBezTo>
                <a:cubicBezTo>
                  <a:pt x="637650" y="86767"/>
                  <a:pt x="640207" y="82942"/>
                  <a:pt x="642096" y="77689"/>
                </a:cubicBezTo>
                <a:moveTo>
                  <a:pt x="601247" y="57576"/>
                </a:moveTo>
                <a:lnTo>
                  <a:pt x="642235" y="57576"/>
                </a:lnTo>
                <a:cubicBezTo>
                  <a:pt x="641682" y="51401"/>
                  <a:pt x="640115" y="46770"/>
                  <a:pt x="637535" y="43683"/>
                </a:cubicBezTo>
                <a:cubicBezTo>
                  <a:pt x="633572" y="38891"/>
                  <a:pt x="628434" y="36495"/>
                  <a:pt x="622121" y="36495"/>
                </a:cubicBezTo>
                <a:cubicBezTo>
                  <a:pt x="616407" y="36495"/>
                  <a:pt x="611604" y="38407"/>
                  <a:pt x="607710" y="42232"/>
                </a:cubicBezTo>
                <a:cubicBezTo>
                  <a:pt x="603816" y="46056"/>
                  <a:pt x="601662" y="51171"/>
                  <a:pt x="601247" y="57576"/>
                </a:cubicBezTo>
                <a:close/>
                <a:moveTo>
                  <a:pt x="664995" y="79417"/>
                </a:moveTo>
                <a:lnTo>
                  <a:pt x="677298" y="77482"/>
                </a:lnTo>
                <a:cubicBezTo>
                  <a:pt x="677989" y="82412"/>
                  <a:pt x="679913" y="86191"/>
                  <a:pt x="683070" y="88817"/>
                </a:cubicBezTo>
                <a:cubicBezTo>
                  <a:pt x="686226" y="91444"/>
                  <a:pt x="690638" y="92757"/>
                  <a:pt x="696306" y="92757"/>
                </a:cubicBezTo>
                <a:cubicBezTo>
                  <a:pt x="702020" y="92757"/>
                  <a:pt x="706259" y="91594"/>
                  <a:pt x="709024" y="89267"/>
                </a:cubicBezTo>
                <a:cubicBezTo>
                  <a:pt x="711788" y="86940"/>
                  <a:pt x="713171" y="84210"/>
                  <a:pt x="713171" y="81076"/>
                </a:cubicBezTo>
                <a:cubicBezTo>
                  <a:pt x="713171" y="78265"/>
                  <a:pt x="711950" y="76054"/>
                  <a:pt x="709507" y="74441"/>
                </a:cubicBezTo>
                <a:cubicBezTo>
                  <a:pt x="707802" y="73335"/>
                  <a:pt x="703563" y="71929"/>
                  <a:pt x="696790" y="70225"/>
                </a:cubicBezTo>
                <a:cubicBezTo>
                  <a:pt x="687666" y="67921"/>
                  <a:pt x="681342" y="65928"/>
                  <a:pt x="677817" y="64246"/>
                </a:cubicBezTo>
                <a:cubicBezTo>
                  <a:pt x="674291" y="62564"/>
                  <a:pt x="671619" y="60237"/>
                  <a:pt x="669799" y="57265"/>
                </a:cubicBezTo>
                <a:cubicBezTo>
                  <a:pt x="667979" y="54293"/>
                  <a:pt x="667069" y="51010"/>
                  <a:pt x="667069" y="47415"/>
                </a:cubicBezTo>
                <a:cubicBezTo>
                  <a:pt x="667069" y="44144"/>
                  <a:pt x="667817" y="41114"/>
                  <a:pt x="669315" y="38326"/>
                </a:cubicBezTo>
                <a:cubicBezTo>
                  <a:pt x="670812" y="35539"/>
                  <a:pt x="672851" y="33223"/>
                  <a:pt x="675432" y="31380"/>
                </a:cubicBezTo>
                <a:cubicBezTo>
                  <a:pt x="677367" y="29951"/>
                  <a:pt x="680005" y="28742"/>
                  <a:pt x="683346" y="27751"/>
                </a:cubicBezTo>
                <a:cubicBezTo>
                  <a:pt x="686687" y="26760"/>
                  <a:pt x="690269" y="26265"/>
                  <a:pt x="694094" y="26265"/>
                </a:cubicBezTo>
                <a:cubicBezTo>
                  <a:pt x="699854" y="26265"/>
                  <a:pt x="704911" y="27095"/>
                  <a:pt x="709266" y="28753"/>
                </a:cubicBezTo>
                <a:cubicBezTo>
                  <a:pt x="713620" y="30412"/>
                  <a:pt x="716834" y="32659"/>
                  <a:pt x="718908" y="35492"/>
                </a:cubicBezTo>
                <a:cubicBezTo>
                  <a:pt x="720981" y="38326"/>
                  <a:pt x="722410" y="42116"/>
                  <a:pt x="723193" y="46862"/>
                </a:cubicBezTo>
                <a:lnTo>
                  <a:pt x="711028" y="48521"/>
                </a:lnTo>
                <a:cubicBezTo>
                  <a:pt x="710475" y="44743"/>
                  <a:pt x="708874" y="41794"/>
                  <a:pt x="706224" y="39674"/>
                </a:cubicBezTo>
                <a:cubicBezTo>
                  <a:pt x="703575" y="37554"/>
                  <a:pt x="699831" y="36495"/>
                  <a:pt x="694993" y="36495"/>
                </a:cubicBezTo>
                <a:cubicBezTo>
                  <a:pt x="689279" y="36495"/>
                  <a:pt x="685201" y="37439"/>
                  <a:pt x="682758" y="39329"/>
                </a:cubicBezTo>
                <a:cubicBezTo>
                  <a:pt x="680316" y="41218"/>
                  <a:pt x="679095" y="43430"/>
                  <a:pt x="679095" y="45964"/>
                </a:cubicBezTo>
                <a:cubicBezTo>
                  <a:pt x="679095" y="47577"/>
                  <a:pt x="679602" y="49028"/>
                  <a:pt x="680616" y="50318"/>
                </a:cubicBezTo>
                <a:cubicBezTo>
                  <a:pt x="681630" y="51655"/>
                  <a:pt x="683219" y="52761"/>
                  <a:pt x="685385" y="53636"/>
                </a:cubicBezTo>
                <a:cubicBezTo>
                  <a:pt x="686629" y="54097"/>
                  <a:pt x="690292" y="55157"/>
                  <a:pt x="696375" y="56816"/>
                </a:cubicBezTo>
                <a:cubicBezTo>
                  <a:pt x="705176" y="59166"/>
                  <a:pt x="711316" y="61089"/>
                  <a:pt x="714795" y="62587"/>
                </a:cubicBezTo>
                <a:cubicBezTo>
                  <a:pt x="718274" y="64085"/>
                  <a:pt x="721004" y="66262"/>
                  <a:pt x="722986" y="69119"/>
                </a:cubicBezTo>
                <a:cubicBezTo>
                  <a:pt x="724967" y="71976"/>
                  <a:pt x="725958" y="75524"/>
                  <a:pt x="725958" y="79763"/>
                </a:cubicBezTo>
                <a:cubicBezTo>
                  <a:pt x="725958" y="83910"/>
                  <a:pt x="724748" y="87815"/>
                  <a:pt x="722329" y="91479"/>
                </a:cubicBezTo>
                <a:cubicBezTo>
                  <a:pt x="719910" y="95142"/>
                  <a:pt x="716419" y="97976"/>
                  <a:pt x="711857" y="99980"/>
                </a:cubicBezTo>
                <a:cubicBezTo>
                  <a:pt x="707296" y="101985"/>
                  <a:pt x="702135" y="102987"/>
                  <a:pt x="696375" y="102987"/>
                </a:cubicBezTo>
                <a:cubicBezTo>
                  <a:pt x="686837" y="102987"/>
                  <a:pt x="679568" y="101005"/>
                  <a:pt x="674568" y="97043"/>
                </a:cubicBezTo>
                <a:cubicBezTo>
                  <a:pt x="669568" y="93080"/>
                  <a:pt x="666377" y="87205"/>
                  <a:pt x="664995" y="794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GPT-4forT">
            <a:extLst xmlns:a="http://schemas.openxmlformats.org/drawingml/2006/main">
              <a:ext uri="{FF2B5EF4-FFF2-40B4-BE49-F238E27FC236}">
                <a16:creationId xmlns:a16="http://schemas.microsoft.com/office/drawing/2014/main" id="{7F987915-F682-4C7C-8606-34F1EDA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988" y="2240024"/>
            <a:ext cx="884172" cy="127508"/>
          </a:xfrm>
          <a:custGeom xmlns:a="http://schemas.openxmlformats.org/drawingml/2006/main">
            <a:pathLst>
              <a:path w="884172" h="127508">
                <a:moveTo>
                  <a:pt x="61820" y="77043"/>
                </a:moveTo>
                <a:lnTo>
                  <a:pt x="61820" y="62577"/>
                </a:lnTo>
                <a:lnTo>
                  <a:pt x="114051" y="62492"/>
                </a:lnTo>
                <a:lnTo>
                  <a:pt x="114051" y="108247"/>
                </a:lnTo>
                <a:cubicBezTo>
                  <a:pt x="106032" y="114640"/>
                  <a:pt x="97762" y="119448"/>
                  <a:pt x="89239" y="122672"/>
                </a:cubicBezTo>
                <a:cubicBezTo>
                  <a:pt x="80716" y="125896"/>
                  <a:pt x="71969" y="127508"/>
                  <a:pt x="62997" y="127508"/>
                </a:cubicBezTo>
                <a:cubicBezTo>
                  <a:pt x="50885" y="127508"/>
                  <a:pt x="39881" y="124915"/>
                  <a:pt x="29985" y="119728"/>
                </a:cubicBezTo>
                <a:cubicBezTo>
                  <a:pt x="20088" y="114541"/>
                  <a:pt x="12616" y="107042"/>
                  <a:pt x="7570" y="97229"/>
                </a:cubicBezTo>
                <a:cubicBezTo>
                  <a:pt x="2523" y="87417"/>
                  <a:pt x="0" y="76454"/>
                  <a:pt x="0" y="64343"/>
                </a:cubicBezTo>
                <a:cubicBezTo>
                  <a:pt x="0" y="52343"/>
                  <a:pt x="2509" y="41143"/>
                  <a:pt x="7528" y="30742"/>
                </a:cubicBezTo>
                <a:cubicBezTo>
                  <a:pt x="12546" y="20340"/>
                  <a:pt x="19765" y="12616"/>
                  <a:pt x="29186" y="7570"/>
                </a:cubicBezTo>
                <a:cubicBezTo>
                  <a:pt x="38606" y="2523"/>
                  <a:pt x="49456" y="0"/>
                  <a:pt x="61735" y="0"/>
                </a:cubicBezTo>
                <a:cubicBezTo>
                  <a:pt x="70651" y="0"/>
                  <a:pt x="78711" y="1444"/>
                  <a:pt x="85917" y="4332"/>
                </a:cubicBezTo>
                <a:cubicBezTo>
                  <a:pt x="93122" y="7219"/>
                  <a:pt x="98771" y="11242"/>
                  <a:pt x="102864" y="16401"/>
                </a:cubicBezTo>
                <a:cubicBezTo>
                  <a:pt x="106958" y="21560"/>
                  <a:pt x="110070" y="28288"/>
                  <a:pt x="112200" y="36587"/>
                </a:cubicBezTo>
                <a:lnTo>
                  <a:pt x="97481" y="40624"/>
                </a:lnTo>
                <a:cubicBezTo>
                  <a:pt x="95631" y="34344"/>
                  <a:pt x="93332" y="29410"/>
                  <a:pt x="90585" y="25821"/>
                </a:cubicBezTo>
                <a:cubicBezTo>
                  <a:pt x="87837" y="22233"/>
                  <a:pt x="83912" y="19359"/>
                  <a:pt x="78809" y="17200"/>
                </a:cubicBezTo>
                <a:cubicBezTo>
                  <a:pt x="73707" y="15041"/>
                  <a:pt x="68044" y="13962"/>
                  <a:pt x="61820" y="13962"/>
                </a:cubicBezTo>
                <a:cubicBezTo>
                  <a:pt x="54362" y="13962"/>
                  <a:pt x="47914" y="15097"/>
                  <a:pt x="42475" y="17368"/>
                </a:cubicBezTo>
                <a:cubicBezTo>
                  <a:pt x="37036" y="19639"/>
                  <a:pt x="32648" y="22625"/>
                  <a:pt x="29312" y="26326"/>
                </a:cubicBezTo>
                <a:cubicBezTo>
                  <a:pt x="25975" y="30027"/>
                  <a:pt x="23382" y="34092"/>
                  <a:pt x="21532" y="38522"/>
                </a:cubicBezTo>
                <a:cubicBezTo>
                  <a:pt x="18392" y="46147"/>
                  <a:pt x="16822" y="54418"/>
                  <a:pt x="16822" y="63334"/>
                </a:cubicBezTo>
                <a:cubicBezTo>
                  <a:pt x="16822" y="74324"/>
                  <a:pt x="18714" y="83520"/>
                  <a:pt x="22499" y="90921"/>
                </a:cubicBezTo>
                <a:cubicBezTo>
                  <a:pt x="26284" y="98323"/>
                  <a:pt x="31793" y="103818"/>
                  <a:pt x="39026" y="107406"/>
                </a:cubicBezTo>
                <a:cubicBezTo>
                  <a:pt x="46260" y="110995"/>
                  <a:pt x="53941" y="112789"/>
                  <a:pt x="62072" y="112789"/>
                </a:cubicBezTo>
                <a:cubicBezTo>
                  <a:pt x="69137" y="112789"/>
                  <a:pt x="76034" y="111429"/>
                  <a:pt x="82763" y="108710"/>
                </a:cubicBezTo>
                <a:cubicBezTo>
                  <a:pt x="89491" y="105990"/>
                  <a:pt x="94594" y="103089"/>
                  <a:pt x="98070" y="100005"/>
                </a:cubicBezTo>
                <a:lnTo>
                  <a:pt x="98070" y="77043"/>
                </a:lnTo>
                <a:lnTo>
                  <a:pt x="61820" y="77043"/>
                </a:lnTo>
                <a:close/>
                <a:moveTo>
                  <a:pt x="137979" y="125405"/>
                </a:moveTo>
                <a:lnTo>
                  <a:pt x="137979" y="2103"/>
                </a:lnTo>
                <a:lnTo>
                  <a:pt x="184491" y="2103"/>
                </a:lnTo>
                <a:cubicBezTo>
                  <a:pt x="192678" y="2103"/>
                  <a:pt x="198930" y="2495"/>
                  <a:pt x="203247" y="3280"/>
                </a:cubicBezTo>
                <a:cubicBezTo>
                  <a:pt x="209303" y="4290"/>
                  <a:pt x="214378" y="6210"/>
                  <a:pt x="218471" y="9042"/>
                </a:cubicBezTo>
                <a:cubicBezTo>
                  <a:pt x="222564" y="11873"/>
                  <a:pt x="225859" y="15840"/>
                  <a:pt x="228354" y="20943"/>
                </a:cubicBezTo>
                <a:cubicBezTo>
                  <a:pt x="230849" y="26046"/>
                  <a:pt x="232097" y="31653"/>
                  <a:pt x="232097" y="37765"/>
                </a:cubicBezTo>
                <a:cubicBezTo>
                  <a:pt x="232097" y="48250"/>
                  <a:pt x="228760" y="57124"/>
                  <a:pt x="222088" y="64385"/>
                </a:cubicBezTo>
                <a:cubicBezTo>
                  <a:pt x="215415" y="71646"/>
                  <a:pt x="203360" y="75277"/>
                  <a:pt x="185921" y="75277"/>
                </a:cubicBezTo>
                <a:lnTo>
                  <a:pt x="154296" y="75277"/>
                </a:lnTo>
                <a:lnTo>
                  <a:pt x="154296" y="125405"/>
                </a:lnTo>
                <a:lnTo>
                  <a:pt x="137979" y="125405"/>
                </a:lnTo>
                <a:moveTo>
                  <a:pt x="154296" y="60726"/>
                </a:moveTo>
                <a:lnTo>
                  <a:pt x="186174" y="60726"/>
                </a:lnTo>
                <a:cubicBezTo>
                  <a:pt x="196715" y="60726"/>
                  <a:pt x="204201" y="58764"/>
                  <a:pt x="208630" y="54839"/>
                </a:cubicBezTo>
                <a:cubicBezTo>
                  <a:pt x="213060" y="50914"/>
                  <a:pt x="215275" y="45390"/>
                  <a:pt x="215275" y="38269"/>
                </a:cubicBezTo>
                <a:cubicBezTo>
                  <a:pt x="215275" y="33111"/>
                  <a:pt x="213971" y="28695"/>
                  <a:pt x="211364" y="25022"/>
                </a:cubicBezTo>
                <a:cubicBezTo>
                  <a:pt x="208757" y="21349"/>
                  <a:pt x="205322" y="18924"/>
                  <a:pt x="201061" y="17747"/>
                </a:cubicBezTo>
                <a:cubicBezTo>
                  <a:pt x="198313" y="17018"/>
                  <a:pt x="193239" y="16653"/>
                  <a:pt x="185837" y="16653"/>
                </a:cubicBezTo>
                <a:lnTo>
                  <a:pt x="154296" y="16653"/>
                </a:lnTo>
                <a:lnTo>
                  <a:pt x="154296" y="60726"/>
                </a:lnTo>
                <a:close/>
                <a:moveTo>
                  <a:pt x="283746" y="125405"/>
                </a:moveTo>
                <a:lnTo>
                  <a:pt x="283746" y="16653"/>
                </a:lnTo>
                <a:lnTo>
                  <a:pt x="243121" y="16653"/>
                </a:lnTo>
                <a:lnTo>
                  <a:pt x="243121" y="2103"/>
                </a:lnTo>
                <a:lnTo>
                  <a:pt x="340855" y="2103"/>
                </a:lnTo>
                <a:lnTo>
                  <a:pt x="340855" y="16653"/>
                </a:lnTo>
                <a:lnTo>
                  <a:pt x="300063" y="16653"/>
                </a:lnTo>
                <a:lnTo>
                  <a:pt x="300063" y="125405"/>
                </a:lnTo>
                <a:lnTo>
                  <a:pt x="283746" y="125405"/>
                </a:lnTo>
                <a:close/>
                <a:moveTo>
                  <a:pt x="340512" y="88398"/>
                </a:moveTo>
                <a:lnTo>
                  <a:pt x="340512" y="73174"/>
                </a:lnTo>
                <a:lnTo>
                  <a:pt x="387024" y="73174"/>
                </a:lnTo>
                <a:lnTo>
                  <a:pt x="387024" y="88398"/>
                </a:lnTo>
                <a:lnTo>
                  <a:pt x="340512" y="88398"/>
                </a:lnTo>
                <a:close/>
                <a:moveTo>
                  <a:pt x="448373" y="125405"/>
                </a:moveTo>
                <a:lnTo>
                  <a:pt x="448373" y="95883"/>
                </a:lnTo>
                <a:lnTo>
                  <a:pt x="394880" y="95883"/>
                </a:lnTo>
                <a:lnTo>
                  <a:pt x="394880" y="82006"/>
                </a:lnTo>
                <a:lnTo>
                  <a:pt x="451149" y="2103"/>
                </a:lnTo>
                <a:lnTo>
                  <a:pt x="463513" y="2103"/>
                </a:lnTo>
                <a:lnTo>
                  <a:pt x="463513" y="82006"/>
                </a:lnTo>
                <a:lnTo>
                  <a:pt x="480166" y="82006"/>
                </a:lnTo>
                <a:lnTo>
                  <a:pt x="480166" y="95883"/>
                </a:lnTo>
                <a:lnTo>
                  <a:pt x="463513" y="95883"/>
                </a:lnTo>
                <a:lnTo>
                  <a:pt x="463513" y="125405"/>
                </a:lnTo>
                <a:lnTo>
                  <a:pt x="448373" y="125405"/>
                </a:lnTo>
                <a:moveTo>
                  <a:pt x="448373" y="82006"/>
                </a:moveTo>
                <a:lnTo>
                  <a:pt x="448373" y="26410"/>
                </a:lnTo>
                <a:lnTo>
                  <a:pt x="409768" y="82006"/>
                </a:lnTo>
                <a:lnTo>
                  <a:pt x="448373" y="82006"/>
                </a:lnTo>
                <a:close/>
                <a:moveTo>
                  <a:pt x="551290" y="125405"/>
                </a:moveTo>
                <a:lnTo>
                  <a:pt x="551290" y="47858"/>
                </a:lnTo>
                <a:lnTo>
                  <a:pt x="537917" y="47858"/>
                </a:lnTo>
                <a:lnTo>
                  <a:pt x="537917" y="36082"/>
                </a:lnTo>
                <a:lnTo>
                  <a:pt x="551290" y="36082"/>
                </a:lnTo>
                <a:lnTo>
                  <a:pt x="551290" y="26578"/>
                </a:lnTo>
                <a:cubicBezTo>
                  <a:pt x="551290" y="20578"/>
                  <a:pt x="551823" y="16121"/>
                  <a:pt x="552888" y="13205"/>
                </a:cubicBezTo>
                <a:cubicBezTo>
                  <a:pt x="554346" y="9280"/>
                  <a:pt x="556911" y="6098"/>
                  <a:pt x="560584" y="3659"/>
                </a:cubicBezTo>
                <a:cubicBezTo>
                  <a:pt x="564257" y="1220"/>
                  <a:pt x="569401" y="0"/>
                  <a:pt x="576018" y="0"/>
                </a:cubicBezTo>
                <a:cubicBezTo>
                  <a:pt x="580279" y="0"/>
                  <a:pt x="584989" y="505"/>
                  <a:pt x="590148" y="1514"/>
                </a:cubicBezTo>
                <a:lnTo>
                  <a:pt x="587877" y="14719"/>
                </a:lnTo>
                <a:cubicBezTo>
                  <a:pt x="584737" y="14158"/>
                  <a:pt x="581765" y="13878"/>
                  <a:pt x="578962" y="13878"/>
                </a:cubicBezTo>
                <a:cubicBezTo>
                  <a:pt x="574364" y="13878"/>
                  <a:pt x="571111" y="14859"/>
                  <a:pt x="569205" y="16822"/>
                </a:cubicBezTo>
                <a:cubicBezTo>
                  <a:pt x="567299" y="18784"/>
                  <a:pt x="566345" y="22457"/>
                  <a:pt x="566345" y="27840"/>
                </a:cubicBezTo>
                <a:lnTo>
                  <a:pt x="566345" y="36082"/>
                </a:lnTo>
                <a:lnTo>
                  <a:pt x="583756" y="36082"/>
                </a:lnTo>
                <a:lnTo>
                  <a:pt x="583756" y="47858"/>
                </a:lnTo>
                <a:lnTo>
                  <a:pt x="566345" y="47858"/>
                </a:lnTo>
                <a:lnTo>
                  <a:pt x="566345" y="125405"/>
                </a:lnTo>
                <a:lnTo>
                  <a:pt x="551290" y="125405"/>
                </a:lnTo>
                <a:close/>
                <a:moveTo>
                  <a:pt x="589907" y="80744"/>
                </a:moveTo>
                <a:cubicBezTo>
                  <a:pt x="589907" y="64203"/>
                  <a:pt x="594505" y="51951"/>
                  <a:pt x="603701" y="43989"/>
                </a:cubicBezTo>
                <a:cubicBezTo>
                  <a:pt x="611383" y="37372"/>
                  <a:pt x="620747" y="34064"/>
                  <a:pt x="631793" y="34064"/>
                </a:cubicBezTo>
                <a:cubicBezTo>
                  <a:pt x="644073" y="34064"/>
                  <a:pt x="654110" y="38087"/>
                  <a:pt x="661904" y="46133"/>
                </a:cubicBezTo>
                <a:cubicBezTo>
                  <a:pt x="669698" y="54180"/>
                  <a:pt x="673595" y="65296"/>
                  <a:pt x="673595" y="79482"/>
                </a:cubicBezTo>
                <a:cubicBezTo>
                  <a:pt x="673595" y="90977"/>
                  <a:pt x="671871" y="100019"/>
                  <a:pt x="668423" y="106607"/>
                </a:cubicBezTo>
                <a:cubicBezTo>
                  <a:pt x="664974" y="113196"/>
                  <a:pt x="659956" y="118312"/>
                  <a:pt x="653367" y="121957"/>
                </a:cubicBezTo>
                <a:cubicBezTo>
                  <a:pt x="646779" y="125602"/>
                  <a:pt x="639587" y="127424"/>
                  <a:pt x="631793" y="127424"/>
                </a:cubicBezTo>
                <a:cubicBezTo>
                  <a:pt x="619289" y="127424"/>
                  <a:pt x="609182" y="123415"/>
                  <a:pt x="601472" y="115397"/>
                </a:cubicBezTo>
                <a:cubicBezTo>
                  <a:pt x="593762" y="107378"/>
                  <a:pt x="589907" y="95827"/>
                  <a:pt x="589907" y="80744"/>
                </a:cubicBezTo>
                <a:moveTo>
                  <a:pt x="605467" y="80744"/>
                </a:moveTo>
                <a:cubicBezTo>
                  <a:pt x="605467" y="92183"/>
                  <a:pt x="607963" y="100748"/>
                  <a:pt x="612953" y="106439"/>
                </a:cubicBezTo>
                <a:cubicBezTo>
                  <a:pt x="617944" y="112130"/>
                  <a:pt x="624224" y="114976"/>
                  <a:pt x="631793" y="114976"/>
                </a:cubicBezTo>
                <a:cubicBezTo>
                  <a:pt x="639307" y="114976"/>
                  <a:pt x="645559" y="112116"/>
                  <a:pt x="650549" y="106397"/>
                </a:cubicBezTo>
                <a:cubicBezTo>
                  <a:pt x="655540" y="100678"/>
                  <a:pt x="658035" y="91958"/>
                  <a:pt x="658035" y="80239"/>
                </a:cubicBezTo>
                <a:cubicBezTo>
                  <a:pt x="658035" y="69193"/>
                  <a:pt x="655526" y="60824"/>
                  <a:pt x="650507" y="55133"/>
                </a:cubicBezTo>
                <a:cubicBezTo>
                  <a:pt x="645489" y="49442"/>
                  <a:pt x="639251" y="46596"/>
                  <a:pt x="631793" y="46596"/>
                </a:cubicBezTo>
                <a:cubicBezTo>
                  <a:pt x="624224" y="46596"/>
                  <a:pt x="617944" y="49428"/>
                  <a:pt x="612953" y="55091"/>
                </a:cubicBezTo>
                <a:cubicBezTo>
                  <a:pt x="607963" y="60754"/>
                  <a:pt x="605467" y="69305"/>
                  <a:pt x="605467" y="80744"/>
                </a:cubicBezTo>
                <a:close/>
                <a:moveTo>
                  <a:pt x="691130" y="125405"/>
                </a:moveTo>
                <a:lnTo>
                  <a:pt x="691130" y="36082"/>
                </a:lnTo>
                <a:lnTo>
                  <a:pt x="704756" y="36082"/>
                </a:lnTo>
                <a:lnTo>
                  <a:pt x="704756" y="49624"/>
                </a:lnTo>
                <a:cubicBezTo>
                  <a:pt x="708232" y="43288"/>
                  <a:pt x="711443" y="39110"/>
                  <a:pt x="714386" y="37092"/>
                </a:cubicBezTo>
                <a:cubicBezTo>
                  <a:pt x="717330" y="35073"/>
                  <a:pt x="720568" y="34064"/>
                  <a:pt x="724101" y="34064"/>
                </a:cubicBezTo>
                <a:cubicBezTo>
                  <a:pt x="729203" y="34064"/>
                  <a:pt x="734390" y="35690"/>
                  <a:pt x="739661" y="38942"/>
                </a:cubicBezTo>
                <a:lnTo>
                  <a:pt x="734446" y="52988"/>
                </a:lnTo>
                <a:cubicBezTo>
                  <a:pt x="730745" y="50801"/>
                  <a:pt x="727045" y="49708"/>
                  <a:pt x="723344" y="49708"/>
                </a:cubicBezTo>
                <a:cubicBezTo>
                  <a:pt x="720036" y="49708"/>
                  <a:pt x="717064" y="50703"/>
                  <a:pt x="714428" y="52694"/>
                </a:cubicBezTo>
                <a:cubicBezTo>
                  <a:pt x="711793" y="54684"/>
                  <a:pt x="709915" y="57446"/>
                  <a:pt x="708793" y="60978"/>
                </a:cubicBezTo>
                <a:cubicBezTo>
                  <a:pt x="707111" y="66361"/>
                  <a:pt x="706270" y="72249"/>
                  <a:pt x="706270" y="78641"/>
                </a:cubicBezTo>
                <a:lnTo>
                  <a:pt x="706270" y="125405"/>
                </a:lnTo>
                <a:lnTo>
                  <a:pt x="691130" y="125405"/>
                </a:lnTo>
                <a:close/>
                <a:moveTo>
                  <a:pt x="827062" y="125405"/>
                </a:moveTo>
                <a:lnTo>
                  <a:pt x="827062" y="16653"/>
                </a:lnTo>
                <a:lnTo>
                  <a:pt x="786438" y="16653"/>
                </a:lnTo>
                <a:lnTo>
                  <a:pt x="786438" y="2103"/>
                </a:lnTo>
                <a:lnTo>
                  <a:pt x="884172" y="2103"/>
                </a:lnTo>
                <a:lnTo>
                  <a:pt x="884172" y="16653"/>
                </a:lnTo>
                <a:lnTo>
                  <a:pt x="843379" y="16653"/>
                </a:lnTo>
                <a:lnTo>
                  <a:pt x="843379" y="125405"/>
                </a:lnTo>
                <a:lnTo>
                  <a:pt x="827062" y="1254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extParsing">
            <a:extLst xmlns:a="http://schemas.openxmlformats.org/drawingml/2006/main">
              <a:ext uri="{FF2B5EF4-FFF2-40B4-BE49-F238E27FC236}">
                <a16:creationId xmlns:a16="http://schemas.microsoft.com/office/drawing/2014/main" id="{B3F89FBE-9EFF-4BAE-8C09-87699C51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51" y="2242127"/>
            <a:ext cx="842947" cy="159553"/>
          </a:xfrm>
          <a:custGeom xmlns:a="http://schemas.openxmlformats.org/drawingml/2006/main">
            <a:pathLst>
              <a:path w="842947" h="159553">
                <a:moveTo>
                  <a:pt x="66193" y="94538"/>
                </a:moveTo>
                <a:lnTo>
                  <a:pt x="81837" y="96472"/>
                </a:lnTo>
                <a:cubicBezTo>
                  <a:pt x="79370" y="105612"/>
                  <a:pt x="74800" y="112705"/>
                  <a:pt x="68128" y="117752"/>
                </a:cubicBezTo>
                <a:cubicBezTo>
                  <a:pt x="61455" y="122798"/>
                  <a:pt x="52932" y="125321"/>
                  <a:pt x="42559" y="125321"/>
                </a:cubicBezTo>
                <a:cubicBezTo>
                  <a:pt x="29494" y="125321"/>
                  <a:pt x="19135" y="121298"/>
                  <a:pt x="11481" y="113252"/>
                </a:cubicBezTo>
                <a:cubicBezTo>
                  <a:pt x="3827" y="105205"/>
                  <a:pt x="0" y="93921"/>
                  <a:pt x="0" y="79398"/>
                </a:cubicBezTo>
                <a:cubicBezTo>
                  <a:pt x="0" y="64371"/>
                  <a:pt x="3869" y="52708"/>
                  <a:pt x="11607" y="44409"/>
                </a:cubicBezTo>
                <a:cubicBezTo>
                  <a:pt x="19345" y="36110"/>
                  <a:pt x="29382" y="31961"/>
                  <a:pt x="41718" y="31961"/>
                </a:cubicBezTo>
                <a:cubicBezTo>
                  <a:pt x="53661" y="31961"/>
                  <a:pt x="63418" y="36026"/>
                  <a:pt x="70987" y="44157"/>
                </a:cubicBezTo>
                <a:cubicBezTo>
                  <a:pt x="78557" y="52287"/>
                  <a:pt x="82342" y="63726"/>
                  <a:pt x="82342" y="78473"/>
                </a:cubicBezTo>
                <a:cubicBezTo>
                  <a:pt x="82342" y="79370"/>
                  <a:pt x="82314" y="80716"/>
                  <a:pt x="82258" y="82510"/>
                </a:cubicBezTo>
                <a:lnTo>
                  <a:pt x="15644" y="82510"/>
                </a:lnTo>
                <a:cubicBezTo>
                  <a:pt x="16205" y="92323"/>
                  <a:pt x="18980" y="99837"/>
                  <a:pt x="23971" y="105051"/>
                </a:cubicBezTo>
                <a:cubicBezTo>
                  <a:pt x="28961" y="110266"/>
                  <a:pt x="35185" y="112873"/>
                  <a:pt x="42643" y="112873"/>
                </a:cubicBezTo>
                <a:cubicBezTo>
                  <a:pt x="48194" y="112873"/>
                  <a:pt x="52932" y="111415"/>
                  <a:pt x="56857" y="108500"/>
                </a:cubicBezTo>
                <a:cubicBezTo>
                  <a:pt x="60782" y="105584"/>
                  <a:pt x="63894" y="100930"/>
                  <a:pt x="66193" y="94538"/>
                </a:cubicBezTo>
                <a:moveTo>
                  <a:pt x="16485" y="70062"/>
                </a:moveTo>
                <a:lnTo>
                  <a:pt x="66361" y="70062"/>
                </a:lnTo>
                <a:cubicBezTo>
                  <a:pt x="65689" y="62549"/>
                  <a:pt x="63782" y="56913"/>
                  <a:pt x="60642" y="53156"/>
                </a:cubicBezTo>
                <a:cubicBezTo>
                  <a:pt x="55820" y="47325"/>
                  <a:pt x="49568" y="44409"/>
                  <a:pt x="41886" y="44409"/>
                </a:cubicBezTo>
                <a:cubicBezTo>
                  <a:pt x="34933" y="44409"/>
                  <a:pt x="29087" y="46736"/>
                  <a:pt x="24349" y="51390"/>
                </a:cubicBezTo>
                <a:cubicBezTo>
                  <a:pt x="19611" y="56044"/>
                  <a:pt x="16990" y="62268"/>
                  <a:pt x="16485" y="70062"/>
                </a:cubicBezTo>
                <a:close/>
                <a:moveTo>
                  <a:pt x="90709" y="123303"/>
                </a:moveTo>
                <a:lnTo>
                  <a:pt x="123343" y="76875"/>
                </a:lnTo>
                <a:lnTo>
                  <a:pt x="93149" y="33980"/>
                </a:lnTo>
                <a:lnTo>
                  <a:pt x="112073" y="33980"/>
                </a:lnTo>
                <a:lnTo>
                  <a:pt x="125783" y="54923"/>
                </a:lnTo>
                <a:cubicBezTo>
                  <a:pt x="128362" y="58904"/>
                  <a:pt x="130437" y="62240"/>
                  <a:pt x="132007" y="64932"/>
                </a:cubicBezTo>
                <a:cubicBezTo>
                  <a:pt x="134474" y="61231"/>
                  <a:pt x="136745" y="57951"/>
                  <a:pt x="138819" y="55091"/>
                </a:cubicBezTo>
                <a:lnTo>
                  <a:pt x="153875" y="33980"/>
                </a:lnTo>
                <a:lnTo>
                  <a:pt x="171958" y="33980"/>
                </a:lnTo>
                <a:lnTo>
                  <a:pt x="141090" y="76034"/>
                </a:lnTo>
                <a:lnTo>
                  <a:pt x="174313" y="123303"/>
                </a:lnTo>
                <a:lnTo>
                  <a:pt x="155725" y="123303"/>
                </a:lnTo>
                <a:lnTo>
                  <a:pt x="137390" y="95547"/>
                </a:lnTo>
                <a:lnTo>
                  <a:pt x="132511" y="88061"/>
                </a:lnTo>
                <a:lnTo>
                  <a:pt x="109045" y="123303"/>
                </a:lnTo>
                <a:lnTo>
                  <a:pt x="90709" y="123303"/>
                </a:lnTo>
                <a:close/>
                <a:moveTo>
                  <a:pt x="219794" y="109761"/>
                </a:moveTo>
                <a:lnTo>
                  <a:pt x="221981" y="123134"/>
                </a:lnTo>
                <a:cubicBezTo>
                  <a:pt x="217720" y="124032"/>
                  <a:pt x="213907" y="124480"/>
                  <a:pt x="210542" y="124480"/>
                </a:cubicBezTo>
                <a:cubicBezTo>
                  <a:pt x="205047" y="124480"/>
                  <a:pt x="200786" y="123611"/>
                  <a:pt x="197758" y="121873"/>
                </a:cubicBezTo>
                <a:cubicBezTo>
                  <a:pt x="194730" y="120135"/>
                  <a:pt x="192599" y="117850"/>
                  <a:pt x="191366" y="115018"/>
                </a:cubicBezTo>
                <a:cubicBezTo>
                  <a:pt x="190132" y="112186"/>
                  <a:pt x="189515" y="106229"/>
                  <a:pt x="189515" y="97145"/>
                </a:cubicBezTo>
                <a:lnTo>
                  <a:pt x="189515" y="45755"/>
                </a:lnTo>
                <a:lnTo>
                  <a:pt x="178413" y="45755"/>
                </a:lnTo>
                <a:lnTo>
                  <a:pt x="178413" y="33980"/>
                </a:lnTo>
                <a:lnTo>
                  <a:pt x="189515" y="33980"/>
                </a:lnTo>
                <a:lnTo>
                  <a:pt x="189515" y="11859"/>
                </a:lnTo>
                <a:lnTo>
                  <a:pt x="204571" y="2776"/>
                </a:lnTo>
                <a:lnTo>
                  <a:pt x="204571" y="33980"/>
                </a:lnTo>
                <a:lnTo>
                  <a:pt x="219794" y="33980"/>
                </a:lnTo>
                <a:lnTo>
                  <a:pt x="219794" y="45755"/>
                </a:lnTo>
                <a:lnTo>
                  <a:pt x="204571" y="45755"/>
                </a:lnTo>
                <a:lnTo>
                  <a:pt x="204571" y="97986"/>
                </a:lnTo>
                <a:cubicBezTo>
                  <a:pt x="204571" y="102304"/>
                  <a:pt x="204837" y="105079"/>
                  <a:pt x="205370" y="106313"/>
                </a:cubicBezTo>
                <a:cubicBezTo>
                  <a:pt x="205902" y="107546"/>
                  <a:pt x="206772" y="108528"/>
                  <a:pt x="207977" y="109257"/>
                </a:cubicBezTo>
                <a:cubicBezTo>
                  <a:pt x="209183" y="109986"/>
                  <a:pt x="210907" y="110350"/>
                  <a:pt x="213150" y="110350"/>
                </a:cubicBezTo>
                <a:cubicBezTo>
                  <a:pt x="214832" y="110350"/>
                  <a:pt x="217047" y="110154"/>
                  <a:pt x="219794" y="109761"/>
                </a:cubicBezTo>
                <a:close/>
                <a:moveTo>
                  <a:pt x="284413" y="123303"/>
                </a:moveTo>
                <a:lnTo>
                  <a:pt x="284413" y="0"/>
                </a:lnTo>
                <a:lnTo>
                  <a:pt x="330925" y="0"/>
                </a:lnTo>
                <a:cubicBezTo>
                  <a:pt x="339111" y="0"/>
                  <a:pt x="345363" y="392"/>
                  <a:pt x="349681" y="1178"/>
                </a:cubicBezTo>
                <a:cubicBezTo>
                  <a:pt x="355737" y="2187"/>
                  <a:pt x="360811" y="4107"/>
                  <a:pt x="364904" y="6939"/>
                </a:cubicBezTo>
                <a:cubicBezTo>
                  <a:pt x="368998" y="9771"/>
                  <a:pt x="372292" y="13738"/>
                  <a:pt x="374787" y="18840"/>
                </a:cubicBezTo>
                <a:cubicBezTo>
                  <a:pt x="377282" y="23943"/>
                  <a:pt x="378530" y="29550"/>
                  <a:pt x="378530" y="35662"/>
                </a:cubicBezTo>
                <a:cubicBezTo>
                  <a:pt x="378530" y="46147"/>
                  <a:pt x="375194" y="55021"/>
                  <a:pt x="368521" y="62282"/>
                </a:cubicBezTo>
                <a:cubicBezTo>
                  <a:pt x="361848" y="69544"/>
                  <a:pt x="349793" y="73174"/>
                  <a:pt x="332355" y="73174"/>
                </a:cubicBezTo>
                <a:lnTo>
                  <a:pt x="300730" y="73174"/>
                </a:lnTo>
                <a:lnTo>
                  <a:pt x="300730" y="123303"/>
                </a:lnTo>
                <a:lnTo>
                  <a:pt x="284413" y="123303"/>
                </a:lnTo>
                <a:moveTo>
                  <a:pt x="300730" y="58623"/>
                </a:moveTo>
                <a:lnTo>
                  <a:pt x="332607" y="58623"/>
                </a:lnTo>
                <a:cubicBezTo>
                  <a:pt x="343148" y="58623"/>
                  <a:pt x="350634" y="56661"/>
                  <a:pt x="355064" y="52736"/>
                </a:cubicBezTo>
                <a:cubicBezTo>
                  <a:pt x="359493" y="48811"/>
                  <a:pt x="361708" y="43288"/>
                  <a:pt x="361708" y="36167"/>
                </a:cubicBezTo>
                <a:cubicBezTo>
                  <a:pt x="361708" y="31008"/>
                  <a:pt x="360405" y="26592"/>
                  <a:pt x="357797" y="22919"/>
                </a:cubicBezTo>
                <a:cubicBezTo>
                  <a:pt x="355190" y="19247"/>
                  <a:pt x="351755" y="16822"/>
                  <a:pt x="347494" y="15644"/>
                </a:cubicBezTo>
                <a:cubicBezTo>
                  <a:pt x="344746" y="14915"/>
                  <a:pt x="339672" y="14551"/>
                  <a:pt x="332270" y="14551"/>
                </a:cubicBezTo>
                <a:lnTo>
                  <a:pt x="300730" y="14551"/>
                </a:lnTo>
                <a:lnTo>
                  <a:pt x="300730" y="58623"/>
                </a:lnTo>
                <a:close/>
                <a:moveTo>
                  <a:pt x="455125" y="112285"/>
                </a:moveTo>
                <a:cubicBezTo>
                  <a:pt x="449518" y="117051"/>
                  <a:pt x="444121" y="120415"/>
                  <a:pt x="438934" y="122378"/>
                </a:cubicBezTo>
                <a:cubicBezTo>
                  <a:pt x="433747" y="124340"/>
                  <a:pt x="428182" y="125321"/>
                  <a:pt x="422238" y="125321"/>
                </a:cubicBezTo>
                <a:cubicBezTo>
                  <a:pt x="412426" y="125321"/>
                  <a:pt x="404884" y="122924"/>
                  <a:pt x="399613" y="118130"/>
                </a:cubicBezTo>
                <a:cubicBezTo>
                  <a:pt x="394343" y="113336"/>
                  <a:pt x="391707" y="107210"/>
                  <a:pt x="391707" y="99752"/>
                </a:cubicBezTo>
                <a:cubicBezTo>
                  <a:pt x="391707" y="95379"/>
                  <a:pt x="392702" y="91384"/>
                  <a:pt x="394693" y="87767"/>
                </a:cubicBezTo>
                <a:cubicBezTo>
                  <a:pt x="396684" y="84150"/>
                  <a:pt x="399291" y="81249"/>
                  <a:pt x="402515" y="79062"/>
                </a:cubicBezTo>
                <a:cubicBezTo>
                  <a:pt x="405739" y="76875"/>
                  <a:pt x="409370" y="75221"/>
                  <a:pt x="413407" y="74099"/>
                </a:cubicBezTo>
                <a:cubicBezTo>
                  <a:pt x="416379" y="73314"/>
                  <a:pt x="420865" y="72557"/>
                  <a:pt x="426864" y="71828"/>
                </a:cubicBezTo>
                <a:cubicBezTo>
                  <a:pt x="439088" y="70371"/>
                  <a:pt x="448088" y="68632"/>
                  <a:pt x="453863" y="66614"/>
                </a:cubicBezTo>
                <a:cubicBezTo>
                  <a:pt x="453919" y="64539"/>
                  <a:pt x="453947" y="63221"/>
                  <a:pt x="453947" y="62661"/>
                </a:cubicBezTo>
                <a:cubicBezTo>
                  <a:pt x="453947" y="56493"/>
                  <a:pt x="452517" y="52147"/>
                  <a:pt x="449658" y="49624"/>
                </a:cubicBezTo>
                <a:cubicBezTo>
                  <a:pt x="445789" y="46203"/>
                  <a:pt x="440041" y="44493"/>
                  <a:pt x="432416" y="44493"/>
                </a:cubicBezTo>
                <a:cubicBezTo>
                  <a:pt x="425294" y="44493"/>
                  <a:pt x="420038" y="45741"/>
                  <a:pt x="416645" y="48236"/>
                </a:cubicBezTo>
                <a:cubicBezTo>
                  <a:pt x="413253" y="50731"/>
                  <a:pt x="410744" y="55147"/>
                  <a:pt x="409118" y="61483"/>
                </a:cubicBezTo>
                <a:lnTo>
                  <a:pt x="394315" y="59465"/>
                </a:lnTo>
                <a:cubicBezTo>
                  <a:pt x="395660" y="53128"/>
                  <a:pt x="397875" y="48012"/>
                  <a:pt x="400959" y="44115"/>
                </a:cubicBezTo>
                <a:cubicBezTo>
                  <a:pt x="404043" y="40218"/>
                  <a:pt x="408501" y="37218"/>
                  <a:pt x="414332" y="35115"/>
                </a:cubicBezTo>
                <a:cubicBezTo>
                  <a:pt x="420164" y="33012"/>
                  <a:pt x="426920" y="31961"/>
                  <a:pt x="434602" y="31961"/>
                </a:cubicBezTo>
                <a:cubicBezTo>
                  <a:pt x="442228" y="31961"/>
                  <a:pt x="448424" y="32858"/>
                  <a:pt x="453190" y="34653"/>
                </a:cubicBezTo>
                <a:cubicBezTo>
                  <a:pt x="457956" y="36447"/>
                  <a:pt x="461461" y="38704"/>
                  <a:pt x="463704" y="41423"/>
                </a:cubicBezTo>
                <a:cubicBezTo>
                  <a:pt x="465947" y="44143"/>
                  <a:pt x="467517" y="47577"/>
                  <a:pt x="468414" y="51727"/>
                </a:cubicBezTo>
                <a:cubicBezTo>
                  <a:pt x="468919" y="54306"/>
                  <a:pt x="469171" y="58960"/>
                  <a:pt x="469171" y="65689"/>
                </a:cubicBezTo>
                <a:lnTo>
                  <a:pt x="469171" y="85875"/>
                </a:lnTo>
                <a:cubicBezTo>
                  <a:pt x="469171" y="99949"/>
                  <a:pt x="469493" y="108850"/>
                  <a:pt x="470138" y="112579"/>
                </a:cubicBezTo>
                <a:cubicBezTo>
                  <a:pt x="470783" y="116308"/>
                  <a:pt x="472059" y="119882"/>
                  <a:pt x="473965" y="123303"/>
                </a:cubicBezTo>
                <a:lnTo>
                  <a:pt x="458153" y="123303"/>
                </a:lnTo>
                <a:cubicBezTo>
                  <a:pt x="456583" y="120163"/>
                  <a:pt x="455573" y="116490"/>
                  <a:pt x="455125" y="112285"/>
                </a:cubicBezTo>
                <a:moveTo>
                  <a:pt x="453863" y="78473"/>
                </a:moveTo>
                <a:cubicBezTo>
                  <a:pt x="448368" y="80716"/>
                  <a:pt x="440125" y="82622"/>
                  <a:pt x="429135" y="84192"/>
                </a:cubicBezTo>
                <a:cubicBezTo>
                  <a:pt x="422911" y="85090"/>
                  <a:pt x="418510" y="86099"/>
                  <a:pt x="415930" y="87220"/>
                </a:cubicBezTo>
                <a:cubicBezTo>
                  <a:pt x="413351" y="88342"/>
                  <a:pt x="411360" y="89982"/>
                  <a:pt x="409959" y="92141"/>
                </a:cubicBezTo>
                <a:cubicBezTo>
                  <a:pt x="408557" y="94299"/>
                  <a:pt x="407856" y="96696"/>
                  <a:pt x="407856" y="99332"/>
                </a:cubicBezTo>
                <a:cubicBezTo>
                  <a:pt x="407856" y="103369"/>
                  <a:pt x="409384" y="106733"/>
                  <a:pt x="412440" y="109425"/>
                </a:cubicBezTo>
                <a:cubicBezTo>
                  <a:pt x="415496" y="112116"/>
                  <a:pt x="419968" y="113462"/>
                  <a:pt x="425855" y="113462"/>
                </a:cubicBezTo>
                <a:cubicBezTo>
                  <a:pt x="431687" y="113462"/>
                  <a:pt x="436873" y="112186"/>
                  <a:pt x="441415" y="109635"/>
                </a:cubicBezTo>
                <a:cubicBezTo>
                  <a:pt x="445957" y="107084"/>
                  <a:pt x="449293" y="103593"/>
                  <a:pt x="451424" y="99164"/>
                </a:cubicBezTo>
                <a:cubicBezTo>
                  <a:pt x="453050" y="95743"/>
                  <a:pt x="453863" y="90697"/>
                  <a:pt x="453863" y="84024"/>
                </a:cubicBezTo>
                <a:lnTo>
                  <a:pt x="453863" y="78473"/>
                </a:lnTo>
                <a:close/>
                <a:moveTo>
                  <a:pt x="492426" y="123303"/>
                </a:moveTo>
                <a:lnTo>
                  <a:pt x="492426" y="33980"/>
                </a:lnTo>
                <a:lnTo>
                  <a:pt x="506051" y="33980"/>
                </a:lnTo>
                <a:lnTo>
                  <a:pt x="506051" y="47521"/>
                </a:lnTo>
                <a:cubicBezTo>
                  <a:pt x="509528" y="41185"/>
                  <a:pt x="512738" y="37008"/>
                  <a:pt x="515681" y="34989"/>
                </a:cubicBezTo>
                <a:cubicBezTo>
                  <a:pt x="518625" y="32970"/>
                  <a:pt x="521863" y="31961"/>
                  <a:pt x="525396" y="31961"/>
                </a:cubicBezTo>
                <a:cubicBezTo>
                  <a:pt x="530499" y="31961"/>
                  <a:pt x="535685" y="33587"/>
                  <a:pt x="540956" y="36839"/>
                </a:cubicBezTo>
                <a:lnTo>
                  <a:pt x="535741" y="50885"/>
                </a:lnTo>
                <a:cubicBezTo>
                  <a:pt x="532040" y="48699"/>
                  <a:pt x="528340" y="47605"/>
                  <a:pt x="524639" y="47605"/>
                </a:cubicBezTo>
                <a:cubicBezTo>
                  <a:pt x="521331" y="47605"/>
                  <a:pt x="518359" y="48601"/>
                  <a:pt x="515723" y="50591"/>
                </a:cubicBezTo>
                <a:cubicBezTo>
                  <a:pt x="513088" y="52582"/>
                  <a:pt x="511210" y="55343"/>
                  <a:pt x="510088" y="58876"/>
                </a:cubicBezTo>
                <a:cubicBezTo>
                  <a:pt x="508406" y="64259"/>
                  <a:pt x="507565" y="70146"/>
                  <a:pt x="507565" y="76539"/>
                </a:cubicBezTo>
                <a:lnTo>
                  <a:pt x="507565" y="123303"/>
                </a:lnTo>
                <a:lnTo>
                  <a:pt x="492426" y="123303"/>
                </a:lnTo>
                <a:close/>
                <a:moveTo>
                  <a:pt x="544226" y="96640"/>
                </a:moveTo>
                <a:lnTo>
                  <a:pt x="559197" y="94285"/>
                </a:lnTo>
                <a:cubicBezTo>
                  <a:pt x="560038" y="100285"/>
                  <a:pt x="562379" y="104883"/>
                  <a:pt x="566220" y="108079"/>
                </a:cubicBezTo>
                <a:cubicBezTo>
                  <a:pt x="570061" y="111275"/>
                  <a:pt x="575430" y="112873"/>
                  <a:pt x="582327" y="112873"/>
                </a:cubicBezTo>
                <a:cubicBezTo>
                  <a:pt x="589280" y="112873"/>
                  <a:pt x="594438" y="111457"/>
                  <a:pt x="597803" y="108626"/>
                </a:cubicBezTo>
                <a:cubicBezTo>
                  <a:pt x="601167" y="105794"/>
                  <a:pt x="602849" y="102472"/>
                  <a:pt x="602849" y="98659"/>
                </a:cubicBezTo>
                <a:cubicBezTo>
                  <a:pt x="602849" y="95239"/>
                  <a:pt x="601363" y="92547"/>
                  <a:pt x="598391" y="90585"/>
                </a:cubicBezTo>
                <a:cubicBezTo>
                  <a:pt x="596317" y="89239"/>
                  <a:pt x="591158" y="87529"/>
                  <a:pt x="582916" y="85454"/>
                </a:cubicBezTo>
                <a:cubicBezTo>
                  <a:pt x="571813" y="82650"/>
                  <a:pt x="564117" y="80225"/>
                  <a:pt x="559828" y="78179"/>
                </a:cubicBezTo>
                <a:cubicBezTo>
                  <a:pt x="555538" y="76132"/>
                  <a:pt x="552286" y="73300"/>
                  <a:pt x="550071" y="69684"/>
                </a:cubicBezTo>
                <a:cubicBezTo>
                  <a:pt x="547856" y="66067"/>
                  <a:pt x="546749" y="62072"/>
                  <a:pt x="546749" y="57698"/>
                </a:cubicBezTo>
                <a:cubicBezTo>
                  <a:pt x="546749" y="53717"/>
                  <a:pt x="547660" y="50030"/>
                  <a:pt x="549482" y="46638"/>
                </a:cubicBezTo>
                <a:cubicBezTo>
                  <a:pt x="551305" y="43246"/>
                  <a:pt x="553786" y="40428"/>
                  <a:pt x="556926" y="38185"/>
                </a:cubicBezTo>
                <a:cubicBezTo>
                  <a:pt x="559281" y="36447"/>
                  <a:pt x="562491" y="34975"/>
                  <a:pt x="566556" y="33769"/>
                </a:cubicBezTo>
                <a:cubicBezTo>
                  <a:pt x="570622" y="32564"/>
                  <a:pt x="574981" y="31961"/>
                  <a:pt x="579635" y="31961"/>
                </a:cubicBezTo>
                <a:cubicBezTo>
                  <a:pt x="586644" y="31961"/>
                  <a:pt x="592798" y="32970"/>
                  <a:pt x="598097" y="34989"/>
                </a:cubicBezTo>
                <a:cubicBezTo>
                  <a:pt x="603396" y="37008"/>
                  <a:pt x="607307" y="39741"/>
                  <a:pt x="609830" y="43190"/>
                </a:cubicBezTo>
                <a:cubicBezTo>
                  <a:pt x="612353" y="46638"/>
                  <a:pt x="614092" y="51250"/>
                  <a:pt x="615045" y="57025"/>
                </a:cubicBezTo>
                <a:lnTo>
                  <a:pt x="600242" y="59044"/>
                </a:lnTo>
                <a:cubicBezTo>
                  <a:pt x="599569" y="54446"/>
                  <a:pt x="597620" y="50857"/>
                  <a:pt x="594396" y="48278"/>
                </a:cubicBezTo>
                <a:cubicBezTo>
                  <a:pt x="591172" y="45699"/>
                  <a:pt x="586616" y="44409"/>
                  <a:pt x="580729" y="44409"/>
                </a:cubicBezTo>
                <a:cubicBezTo>
                  <a:pt x="573776" y="44409"/>
                  <a:pt x="568813" y="45559"/>
                  <a:pt x="565842" y="47858"/>
                </a:cubicBezTo>
                <a:cubicBezTo>
                  <a:pt x="562870" y="50157"/>
                  <a:pt x="561384" y="52848"/>
                  <a:pt x="561384" y="55932"/>
                </a:cubicBezTo>
                <a:cubicBezTo>
                  <a:pt x="561384" y="57895"/>
                  <a:pt x="562001" y="59661"/>
                  <a:pt x="563234" y="61231"/>
                </a:cubicBezTo>
                <a:cubicBezTo>
                  <a:pt x="564468" y="62857"/>
                  <a:pt x="566402" y="64203"/>
                  <a:pt x="569038" y="65268"/>
                </a:cubicBezTo>
                <a:cubicBezTo>
                  <a:pt x="570552" y="65829"/>
                  <a:pt x="575009" y="67118"/>
                  <a:pt x="582411" y="69137"/>
                </a:cubicBezTo>
                <a:cubicBezTo>
                  <a:pt x="593121" y="71997"/>
                  <a:pt x="600592" y="74338"/>
                  <a:pt x="604826" y="76160"/>
                </a:cubicBezTo>
                <a:cubicBezTo>
                  <a:pt x="609059" y="77982"/>
                  <a:pt x="612381" y="80632"/>
                  <a:pt x="614793" y="84108"/>
                </a:cubicBezTo>
                <a:cubicBezTo>
                  <a:pt x="617204" y="87585"/>
                  <a:pt x="618409" y="91902"/>
                  <a:pt x="618409" y="97061"/>
                </a:cubicBezTo>
                <a:cubicBezTo>
                  <a:pt x="618409" y="102107"/>
                  <a:pt x="616937" y="106860"/>
                  <a:pt x="613994" y="111317"/>
                </a:cubicBezTo>
                <a:cubicBezTo>
                  <a:pt x="611050" y="115775"/>
                  <a:pt x="606802" y="119223"/>
                  <a:pt x="601251" y="121663"/>
                </a:cubicBezTo>
                <a:cubicBezTo>
                  <a:pt x="595700" y="124102"/>
                  <a:pt x="589420" y="125321"/>
                  <a:pt x="582411" y="125321"/>
                </a:cubicBezTo>
                <a:cubicBezTo>
                  <a:pt x="570804" y="125321"/>
                  <a:pt x="561959" y="122910"/>
                  <a:pt x="555875" y="118088"/>
                </a:cubicBezTo>
                <a:cubicBezTo>
                  <a:pt x="549791" y="113266"/>
                  <a:pt x="545908" y="106117"/>
                  <a:pt x="544226" y="96640"/>
                </a:cubicBezTo>
                <a:close/>
                <a:moveTo>
                  <a:pt x="636303" y="17410"/>
                </a:moveTo>
                <a:lnTo>
                  <a:pt x="636303" y="0"/>
                </a:lnTo>
                <a:lnTo>
                  <a:pt x="651443" y="0"/>
                </a:lnTo>
                <a:lnTo>
                  <a:pt x="651443" y="17410"/>
                </a:lnTo>
                <a:lnTo>
                  <a:pt x="636303" y="17410"/>
                </a:lnTo>
                <a:moveTo>
                  <a:pt x="636303" y="123303"/>
                </a:moveTo>
                <a:lnTo>
                  <a:pt x="636303" y="33980"/>
                </a:lnTo>
                <a:lnTo>
                  <a:pt x="651443" y="33980"/>
                </a:lnTo>
                <a:lnTo>
                  <a:pt x="651443" y="123303"/>
                </a:lnTo>
                <a:lnTo>
                  <a:pt x="636303" y="123303"/>
                </a:lnTo>
                <a:close/>
                <a:moveTo>
                  <a:pt x="674270" y="123303"/>
                </a:moveTo>
                <a:lnTo>
                  <a:pt x="674270" y="33980"/>
                </a:lnTo>
                <a:lnTo>
                  <a:pt x="687895" y="33980"/>
                </a:lnTo>
                <a:lnTo>
                  <a:pt x="687895" y="46680"/>
                </a:lnTo>
                <a:cubicBezTo>
                  <a:pt x="694456" y="36867"/>
                  <a:pt x="703932" y="31961"/>
                  <a:pt x="716324" y="31961"/>
                </a:cubicBezTo>
                <a:cubicBezTo>
                  <a:pt x="721707" y="31961"/>
                  <a:pt x="726655" y="32928"/>
                  <a:pt x="731169" y="34863"/>
                </a:cubicBezTo>
                <a:cubicBezTo>
                  <a:pt x="735683" y="36797"/>
                  <a:pt x="739061" y="39335"/>
                  <a:pt x="741304" y="42475"/>
                </a:cubicBezTo>
                <a:cubicBezTo>
                  <a:pt x="743547" y="45615"/>
                  <a:pt x="745117" y="49344"/>
                  <a:pt x="746014" y="53661"/>
                </a:cubicBezTo>
                <a:cubicBezTo>
                  <a:pt x="746575" y="56465"/>
                  <a:pt x="746855" y="61371"/>
                  <a:pt x="746855" y="68380"/>
                </a:cubicBezTo>
                <a:lnTo>
                  <a:pt x="746855" y="123303"/>
                </a:lnTo>
                <a:lnTo>
                  <a:pt x="731716" y="123303"/>
                </a:lnTo>
                <a:lnTo>
                  <a:pt x="731716" y="68969"/>
                </a:lnTo>
                <a:cubicBezTo>
                  <a:pt x="731716" y="62801"/>
                  <a:pt x="731127" y="58189"/>
                  <a:pt x="729949" y="55133"/>
                </a:cubicBezTo>
                <a:cubicBezTo>
                  <a:pt x="728772" y="52077"/>
                  <a:pt x="726683" y="49638"/>
                  <a:pt x="723683" y="47816"/>
                </a:cubicBezTo>
                <a:cubicBezTo>
                  <a:pt x="720683" y="45993"/>
                  <a:pt x="717165" y="45082"/>
                  <a:pt x="713128" y="45082"/>
                </a:cubicBezTo>
                <a:cubicBezTo>
                  <a:pt x="706679" y="45082"/>
                  <a:pt x="701114" y="47129"/>
                  <a:pt x="696432" y="51222"/>
                </a:cubicBezTo>
                <a:cubicBezTo>
                  <a:pt x="691750" y="55315"/>
                  <a:pt x="689409" y="63081"/>
                  <a:pt x="689409" y="74520"/>
                </a:cubicBezTo>
                <a:lnTo>
                  <a:pt x="689409" y="123303"/>
                </a:lnTo>
                <a:lnTo>
                  <a:pt x="674270" y="123303"/>
                </a:lnTo>
                <a:close/>
                <a:moveTo>
                  <a:pt x="767250" y="130704"/>
                </a:moveTo>
                <a:lnTo>
                  <a:pt x="781969" y="132891"/>
                </a:lnTo>
                <a:cubicBezTo>
                  <a:pt x="782586" y="137433"/>
                  <a:pt x="784296" y="140741"/>
                  <a:pt x="787100" y="142816"/>
                </a:cubicBezTo>
                <a:cubicBezTo>
                  <a:pt x="790856" y="145619"/>
                  <a:pt x="795987" y="147021"/>
                  <a:pt x="802491" y="147021"/>
                </a:cubicBezTo>
                <a:cubicBezTo>
                  <a:pt x="809500" y="147021"/>
                  <a:pt x="814911" y="145619"/>
                  <a:pt x="818724" y="142816"/>
                </a:cubicBezTo>
                <a:cubicBezTo>
                  <a:pt x="822537" y="140012"/>
                  <a:pt x="825116" y="136087"/>
                  <a:pt x="826462" y="131041"/>
                </a:cubicBezTo>
                <a:cubicBezTo>
                  <a:pt x="827247" y="127957"/>
                  <a:pt x="827612" y="121480"/>
                  <a:pt x="827556" y="111612"/>
                </a:cubicBezTo>
                <a:cubicBezTo>
                  <a:pt x="820939" y="119406"/>
                  <a:pt x="812696" y="123303"/>
                  <a:pt x="802828" y="123303"/>
                </a:cubicBezTo>
                <a:cubicBezTo>
                  <a:pt x="790548" y="123303"/>
                  <a:pt x="781044" y="118873"/>
                  <a:pt x="774315" y="110014"/>
                </a:cubicBezTo>
                <a:cubicBezTo>
                  <a:pt x="767586" y="101154"/>
                  <a:pt x="764222" y="90529"/>
                  <a:pt x="764222" y="78137"/>
                </a:cubicBezTo>
                <a:cubicBezTo>
                  <a:pt x="764222" y="69614"/>
                  <a:pt x="765764" y="61749"/>
                  <a:pt x="768848" y="54544"/>
                </a:cubicBezTo>
                <a:cubicBezTo>
                  <a:pt x="771932" y="47339"/>
                  <a:pt x="776404" y="41774"/>
                  <a:pt x="782263" y="37849"/>
                </a:cubicBezTo>
                <a:cubicBezTo>
                  <a:pt x="788123" y="33924"/>
                  <a:pt x="795006" y="31961"/>
                  <a:pt x="802912" y="31961"/>
                </a:cubicBezTo>
                <a:cubicBezTo>
                  <a:pt x="813453" y="31961"/>
                  <a:pt x="822145" y="36223"/>
                  <a:pt x="828985" y="44746"/>
                </a:cubicBezTo>
                <a:lnTo>
                  <a:pt x="828985" y="33980"/>
                </a:lnTo>
                <a:lnTo>
                  <a:pt x="842947" y="33980"/>
                </a:lnTo>
                <a:lnTo>
                  <a:pt x="842947" y="111191"/>
                </a:lnTo>
                <a:cubicBezTo>
                  <a:pt x="842947" y="125097"/>
                  <a:pt x="841532" y="134952"/>
                  <a:pt x="838700" y="140755"/>
                </a:cubicBezTo>
                <a:cubicBezTo>
                  <a:pt x="835868" y="146559"/>
                  <a:pt x="831383" y="151143"/>
                  <a:pt x="825243" y="154507"/>
                </a:cubicBezTo>
                <a:cubicBezTo>
                  <a:pt x="819103" y="157871"/>
                  <a:pt x="811547" y="159553"/>
                  <a:pt x="802575" y="159553"/>
                </a:cubicBezTo>
                <a:cubicBezTo>
                  <a:pt x="791922" y="159553"/>
                  <a:pt x="783315" y="157156"/>
                  <a:pt x="776754" y="152362"/>
                </a:cubicBezTo>
                <a:cubicBezTo>
                  <a:pt x="770194" y="147568"/>
                  <a:pt x="767026" y="140349"/>
                  <a:pt x="767250" y="130704"/>
                </a:cubicBezTo>
                <a:moveTo>
                  <a:pt x="779782" y="77043"/>
                </a:moveTo>
                <a:cubicBezTo>
                  <a:pt x="779782" y="88762"/>
                  <a:pt x="782109" y="97313"/>
                  <a:pt x="786763" y="102696"/>
                </a:cubicBezTo>
                <a:cubicBezTo>
                  <a:pt x="791417" y="108079"/>
                  <a:pt x="797249" y="110771"/>
                  <a:pt x="804258" y="110771"/>
                </a:cubicBezTo>
                <a:cubicBezTo>
                  <a:pt x="811211" y="110771"/>
                  <a:pt x="817042" y="108093"/>
                  <a:pt x="821752" y="102738"/>
                </a:cubicBezTo>
                <a:cubicBezTo>
                  <a:pt x="826462" y="97383"/>
                  <a:pt x="828817" y="88987"/>
                  <a:pt x="828817" y="77548"/>
                </a:cubicBezTo>
                <a:cubicBezTo>
                  <a:pt x="828817" y="66614"/>
                  <a:pt x="826392" y="58371"/>
                  <a:pt x="821542" y="52820"/>
                </a:cubicBezTo>
                <a:cubicBezTo>
                  <a:pt x="816692" y="47269"/>
                  <a:pt x="810846" y="44493"/>
                  <a:pt x="804005" y="44493"/>
                </a:cubicBezTo>
                <a:cubicBezTo>
                  <a:pt x="797277" y="44493"/>
                  <a:pt x="791557" y="47227"/>
                  <a:pt x="786847" y="52694"/>
                </a:cubicBezTo>
                <a:cubicBezTo>
                  <a:pt x="782137" y="58161"/>
                  <a:pt x="779782" y="66277"/>
                  <a:pt x="779782" y="770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12DF2-9E89-4197-AB42-AA698FF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407" y="1137713"/>
            <a:ext cx="341259" cy="70351"/>
          </a:xfrm>
          <a:custGeom xmlns:a="http://schemas.openxmlformats.org/drawingml/2006/main">
            <a:pathLst>
              <a:path w="341259" h="70351">
                <a:moveTo>
                  <a:pt x="38" y="23006"/>
                </a:moveTo>
                <a:lnTo>
                  <a:pt x="0" y="46457"/>
                </a:lnTo>
                <a:lnTo>
                  <a:pt x="270889" y="46901"/>
                </a:lnTo>
                <a:lnTo>
                  <a:pt x="270850" y="70351"/>
                </a:lnTo>
                <a:lnTo>
                  <a:pt x="341259" y="35291"/>
                </a:lnTo>
                <a:lnTo>
                  <a:pt x="270966" y="0"/>
                </a:lnTo>
                <a:lnTo>
                  <a:pt x="270928" y="23451"/>
                </a:lnTo>
                <a:lnTo>
                  <a:pt x="38" y="230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A4628-9E5F-4393-ADD5-59CCCBB1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42" y="795533"/>
            <a:ext cx="312226" cy="414850"/>
          </a:xfrm>
          <a:custGeom xmlns:a="http://schemas.openxmlformats.org/drawingml/2006/main">
            <a:pathLst>
              <a:path w="312226" h="414850">
                <a:moveTo>
                  <a:pt x="298532" y="77454"/>
                </a:moveTo>
                <a:lnTo>
                  <a:pt x="312226" y="0"/>
                </a:lnTo>
                <a:lnTo>
                  <a:pt x="242047" y="35516"/>
                </a:lnTo>
                <a:lnTo>
                  <a:pt x="260875" y="49495"/>
                </a:lnTo>
                <a:lnTo>
                  <a:pt x="0" y="400870"/>
                </a:lnTo>
                <a:lnTo>
                  <a:pt x="18828" y="414850"/>
                </a:lnTo>
                <a:lnTo>
                  <a:pt x="279704" y="63475"/>
                </a:lnTo>
                <a:lnTo>
                  <a:pt x="298532" y="774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B9746-E0AC-487A-AFEE-CB7FF732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598" y="1538271"/>
            <a:ext cx="1596330" cy="1227947"/>
          </a:xfrm>
          <a:custGeom xmlns:a="http://schemas.openxmlformats.org/drawingml/2006/main">
            <a:pathLst>
              <a:path w="1596330" h="1227947">
                <a:moveTo>
                  <a:pt x="0" y="0"/>
                </a:moveTo>
                <a:lnTo>
                  <a:pt x="1596330" y="0"/>
                </a:lnTo>
                <a:lnTo>
                  <a:pt x="1596330" y="1227947"/>
                </a:lnTo>
                <a:lnTo>
                  <a:pt x="0" y="1227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82B0A-02F1-440C-B5CF-4F0D6CD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598" y="1538271"/>
            <a:ext cx="1596332" cy="1227947"/>
          </a:xfrm>
          <a:custGeom xmlns:a="http://schemas.openxmlformats.org/drawingml/2006/main">
            <a:pathLst>
              <a:path w="1596332" h="1227947" fill="none">
                <a:moveTo>
                  <a:pt x="0" y="0"/>
                </a:moveTo>
                <a:lnTo>
                  <a:pt x="1596332" y="0"/>
                </a:lnTo>
                <a:lnTo>
                  <a:pt x="1596332" y="1227947"/>
                </a:lnTo>
                <a:lnTo>
                  <a:pt x="0" y="12279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817" cap="flat">
            <a:solidFill>
              <a:srgbClr val="172C51"/>
            </a:solidFill>
            <a:miter/>
          </a:ln>
        </p:spPr>
      </p:sp>
      <p:sp>
        <p:nvSpPr>
          <p:cNvPr id="65" name="Text InverseSymbolic">
            <a:extLst xmlns:a="http://schemas.openxmlformats.org/drawingml/2006/main">
              <a:ext uri="{FF2B5EF4-FFF2-40B4-BE49-F238E27FC236}">
                <a16:creationId xmlns:a16="http://schemas.microsoft.com/office/drawing/2014/main" id="{00CBBC6D-19DC-475B-9B97-00B4BF61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7663" y="1987613"/>
            <a:ext cx="1292586" cy="161656"/>
          </a:xfrm>
          <a:custGeom xmlns:a="http://schemas.openxmlformats.org/drawingml/2006/main">
            <a:pathLst>
              <a:path w="1292586" h="161656">
                <a:moveTo>
                  <a:pt x="0" y="125405"/>
                </a:moveTo>
                <a:lnTo>
                  <a:pt x="0" y="2103"/>
                </a:lnTo>
                <a:lnTo>
                  <a:pt x="16317" y="2103"/>
                </a:lnTo>
                <a:lnTo>
                  <a:pt x="16317" y="125405"/>
                </a:lnTo>
                <a:lnTo>
                  <a:pt x="0" y="125405"/>
                </a:lnTo>
                <a:close/>
                <a:moveTo>
                  <a:pt x="43159" y="125405"/>
                </a:moveTo>
                <a:lnTo>
                  <a:pt x="43159" y="36082"/>
                </a:lnTo>
                <a:lnTo>
                  <a:pt x="56784" y="36082"/>
                </a:lnTo>
                <a:lnTo>
                  <a:pt x="56784" y="48783"/>
                </a:lnTo>
                <a:cubicBezTo>
                  <a:pt x="63345" y="38970"/>
                  <a:pt x="72821" y="34064"/>
                  <a:pt x="85213" y="34064"/>
                </a:cubicBezTo>
                <a:cubicBezTo>
                  <a:pt x="90596" y="34064"/>
                  <a:pt x="95544" y="35031"/>
                  <a:pt x="100058" y="36966"/>
                </a:cubicBezTo>
                <a:cubicBezTo>
                  <a:pt x="104572" y="38900"/>
                  <a:pt x="107950" y="41437"/>
                  <a:pt x="110193" y="44577"/>
                </a:cubicBezTo>
                <a:cubicBezTo>
                  <a:pt x="112436" y="47717"/>
                  <a:pt x="114006" y="51446"/>
                  <a:pt x="114903" y="55764"/>
                </a:cubicBezTo>
                <a:cubicBezTo>
                  <a:pt x="115464" y="58567"/>
                  <a:pt x="115744" y="63474"/>
                  <a:pt x="115744" y="70483"/>
                </a:cubicBezTo>
                <a:lnTo>
                  <a:pt x="115744" y="125405"/>
                </a:lnTo>
                <a:lnTo>
                  <a:pt x="100605" y="125405"/>
                </a:lnTo>
                <a:lnTo>
                  <a:pt x="100605" y="71071"/>
                </a:lnTo>
                <a:cubicBezTo>
                  <a:pt x="100605" y="64904"/>
                  <a:pt x="100016" y="60292"/>
                  <a:pt x="98838" y="57236"/>
                </a:cubicBezTo>
                <a:cubicBezTo>
                  <a:pt x="97661" y="54180"/>
                  <a:pt x="95572" y="51741"/>
                  <a:pt x="92572" y="49918"/>
                </a:cubicBezTo>
                <a:cubicBezTo>
                  <a:pt x="89573" y="48096"/>
                  <a:pt x="86054" y="47185"/>
                  <a:pt x="82017" y="47185"/>
                </a:cubicBezTo>
                <a:cubicBezTo>
                  <a:pt x="75568" y="47185"/>
                  <a:pt x="70003" y="49231"/>
                  <a:pt x="65321" y="53325"/>
                </a:cubicBezTo>
                <a:cubicBezTo>
                  <a:pt x="60639" y="57418"/>
                  <a:pt x="58298" y="65184"/>
                  <a:pt x="58298" y="76623"/>
                </a:cubicBezTo>
                <a:lnTo>
                  <a:pt x="58298" y="125405"/>
                </a:lnTo>
                <a:lnTo>
                  <a:pt x="43159" y="125405"/>
                </a:lnTo>
                <a:close/>
                <a:moveTo>
                  <a:pt x="163727" y="125405"/>
                </a:moveTo>
                <a:lnTo>
                  <a:pt x="129747" y="36082"/>
                </a:lnTo>
                <a:lnTo>
                  <a:pt x="145728" y="36082"/>
                </a:lnTo>
                <a:lnTo>
                  <a:pt x="164904" y="89575"/>
                </a:lnTo>
                <a:cubicBezTo>
                  <a:pt x="166979" y="95351"/>
                  <a:pt x="168885" y="101350"/>
                  <a:pt x="170624" y="107574"/>
                </a:cubicBezTo>
                <a:cubicBezTo>
                  <a:pt x="171969" y="102864"/>
                  <a:pt x="173848" y="97201"/>
                  <a:pt x="176259" y="90585"/>
                </a:cubicBezTo>
                <a:lnTo>
                  <a:pt x="196108" y="36082"/>
                </a:lnTo>
                <a:lnTo>
                  <a:pt x="211668" y="36082"/>
                </a:lnTo>
                <a:lnTo>
                  <a:pt x="177857" y="125405"/>
                </a:lnTo>
                <a:lnTo>
                  <a:pt x="163727" y="125405"/>
                </a:lnTo>
                <a:close/>
                <a:moveTo>
                  <a:pt x="285999" y="96640"/>
                </a:moveTo>
                <a:lnTo>
                  <a:pt x="301643" y="98575"/>
                </a:lnTo>
                <a:cubicBezTo>
                  <a:pt x="299176" y="107715"/>
                  <a:pt x="294606" y="114808"/>
                  <a:pt x="287933" y="119854"/>
                </a:cubicBezTo>
                <a:cubicBezTo>
                  <a:pt x="281261" y="124901"/>
                  <a:pt x="272738" y="127424"/>
                  <a:pt x="262364" y="127424"/>
                </a:cubicBezTo>
                <a:cubicBezTo>
                  <a:pt x="249300" y="127424"/>
                  <a:pt x="238940" y="123401"/>
                  <a:pt x="231286" y="115354"/>
                </a:cubicBezTo>
                <a:cubicBezTo>
                  <a:pt x="223632" y="107308"/>
                  <a:pt x="219806" y="96024"/>
                  <a:pt x="219806" y="81501"/>
                </a:cubicBezTo>
                <a:cubicBezTo>
                  <a:pt x="219806" y="66474"/>
                  <a:pt x="223675" y="54811"/>
                  <a:pt x="231413" y="46512"/>
                </a:cubicBezTo>
                <a:cubicBezTo>
                  <a:pt x="239150" y="38213"/>
                  <a:pt x="249187" y="34064"/>
                  <a:pt x="261523" y="34064"/>
                </a:cubicBezTo>
                <a:cubicBezTo>
                  <a:pt x="273467" y="34064"/>
                  <a:pt x="283223" y="38129"/>
                  <a:pt x="290793" y="46260"/>
                </a:cubicBezTo>
                <a:cubicBezTo>
                  <a:pt x="298363" y="54390"/>
                  <a:pt x="302148" y="65829"/>
                  <a:pt x="302148" y="80576"/>
                </a:cubicBezTo>
                <a:cubicBezTo>
                  <a:pt x="302148" y="81473"/>
                  <a:pt x="302120" y="82819"/>
                  <a:pt x="302063" y="84613"/>
                </a:cubicBezTo>
                <a:lnTo>
                  <a:pt x="235450" y="84613"/>
                </a:lnTo>
                <a:cubicBezTo>
                  <a:pt x="236010" y="94426"/>
                  <a:pt x="238786" y="101939"/>
                  <a:pt x="243776" y="107154"/>
                </a:cubicBezTo>
                <a:cubicBezTo>
                  <a:pt x="248767" y="112369"/>
                  <a:pt x="254991" y="114976"/>
                  <a:pt x="262448" y="114976"/>
                </a:cubicBezTo>
                <a:cubicBezTo>
                  <a:pt x="268000" y="114976"/>
                  <a:pt x="272738" y="113518"/>
                  <a:pt x="276663" y="110602"/>
                </a:cubicBezTo>
                <a:cubicBezTo>
                  <a:pt x="280588" y="107687"/>
                  <a:pt x="283700" y="103033"/>
                  <a:pt x="285999" y="96640"/>
                </a:cubicBezTo>
                <a:moveTo>
                  <a:pt x="236291" y="72165"/>
                </a:moveTo>
                <a:lnTo>
                  <a:pt x="286167" y="72165"/>
                </a:lnTo>
                <a:cubicBezTo>
                  <a:pt x="285494" y="64651"/>
                  <a:pt x="283588" y="59016"/>
                  <a:pt x="280448" y="55259"/>
                </a:cubicBezTo>
                <a:cubicBezTo>
                  <a:pt x="275625" y="49428"/>
                  <a:pt x="269373" y="46512"/>
                  <a:pt x="261691" y="46512"/>
                </a:cubicBezTo>
                <a:cubicBezTo>
                  <a:pt x="254739" y="46512"/>
                  <a:pt x="248893" y="48839"/>
                  <a:pt x="244155" y="53493"/>
                </a:cubicBezTo>
                <a:cubicBezTo>
                  <a:pt x="239417" y="58147"/>
                  <a:pt x="236795" y="64371"/>
                  <a:pt x="236291" y="72165"/>
                </a:cubicBezTo>
                <a:close/>
                <a:moveTo>
                  <a:pt x="320440" y="125405"/>
                </a:moveTo>
                <a:lnTo>
                  <a:pt x="320440" y="36082"/>
                </a:lnTo>
                <a:lnTo>
                  <a:pt x="334066" y="36082"/>
                </a:lnTo>
                <a:lnTo>
                  <a:pt x="334066" y="49624"/>
                </a:lnTo>
                <a:cubicBezTo>
                  <a:pt x="337542" y="43288"/>
                  <a:pt x="340753" y="39110"/>
                  <a:pt x="343696" y="37092"/>
                </a:cubicBezTo>
                <a:cubicBezTo>
                  <a:pt x="346640" y="35073"/>
                  <a:pt x="349878" y="34064"/>
                  <a:pt x="353411" y="34064"/>
                </a:cubicBezTo>
                <a:cubicBezTo>
                  <a:pt x="358513" y="34064"/>
                  <a:pt x="363700" y="35690"/>
                  <a:pt x="368971" y="38942"/>
                </a:cubicBezTo>
                <a:lnTo>
                  <a:pt x="363756" y="52988"/>
                </a:lnTo>
                <a:cubicBezTo>
                  <a:pt x="360055" y="50801"/>
                  <a:pt x="356355" y="49708"/>
                  <a:pt x="352654" y="49708"/>
                </a:cubicBezTo>
                <a:cubicBezTo>
                  <a:pt x="349346" y="49708"/>
                  <a:pt x="346374" y="50703"/>
                  <a:pt x="343738" y="52694"/>
                </a:cubicBezTo>
                <a:cubicBezTo>
                  <a:pt x="341103" y="54684"/>
                  <a:pt x="339225" y="57446"/>
                  <a:pt x="338103" y="60978"/>
                </a:cubicBezTo>
                <a:cubicBezTo>
                  <a:pt x="336421" y="66361"/>
                  <a:pt x="335580" y="72249"/>
                  <a:pt x="335580" y="78641"/>
                </a:cubicBezTo>
                <a:lnTo>
                  <a:pt x="335580" y="125405"/>
                </a:lnTo>
                <a:lnTo>
                  <a:pt x="320440" y="125405"/>
                </a:lnTo>
                <a:close/>
                <a:moveTo>
                  <a:pt x="372240" y="98743"/>
                </a:moveTo>
                <a:lnTo>
                  <a:pt x="387211" y="96388"/>
                </a:lnTo>
                <a:cubicBezTo>
                  <a:pt x="388052" y="102388"/>
                  <a:pt x="390393" y="106986"/>
                  <a:pt x="394234" y="110182"/>
                </a:cubicBezTo>
                <a:cubicBezTo>
                  <a:pt x="398075" y="113378"/>
                  <a:pt x="403444" y="114976"/>
                  <a:pt x="410341" y="114976"/>
                </a:cubicBezTo>
                <a:cubicBezTo>
                  <a:pt x="417294" y="114976"/>
                  <a:pt x="422453" y="113560"/>
                  <a:pt x="425817" y="110729"/>
                </a:cubicBezTo>
                <a:cubicBezTo>
                  <a:pt x="429181" y="107897"/>
                  <a:pt x="430863" y="104575"/>
                  <a:pt x="430863" y="100762"/>
                </a:cubicBezTo>
                <a:cubicBezTo>
                  <a:pt x="430863" y="97341"/>
                  <a:pt x="429378" y="94650"/>
                  <a:pt x="426406" y="92687"/>
                </a:cubicBezTo>
                <a:cubicBezTo>
                  <a:pt x="424331" y="91342"/>
                  <a:pt x="419172" y="89631"/>
                  <a:pt x="410930" y="87557"/>
                </a:cubicBezTo>
                <a:cubicBezTo>
                  <a:pt x="399828" y="84753"/>
                  <a:pt x="392132" y="82328"/>
                  <a:pt x="387842" y="80281"/>
                </a:cubicBezTo>
                <a:cubicBezTo>
                  <a:pt x="383553" y="78235"/>
                  <a:pt x="380300" y="75403"/>
                  <a:pt x="378086" y="71786"/>
                </a:cubicBezTo>
                <a:cubicBezTo>
                  <a:pt x="375871" y="68170"/>
                  <a:pt x="374763" y="64175"/>
                  <a:pt x="374763" y="59801"/>
                </a:cubicBezTo>
                <a:cubicBezTo>
                  <a:pt x="374763" y="55820"/>
                  <a:pt x="375674" y="52133"/>
                  <a:pt x="377497" y="48741"/>
                </a:cubicBezTo>
                <a:cubicBezTo>
                  <a:pt x="379319" y="45348"/>
                  <a:pt x="381800" y="42531"/>
                  <a:pt x="384940" y="40288"/>
                </a:cubicBezTo>
                <a:cubicBezTo>
                  <a:pt x="387295" y="38550"/>
                  <a:pt x="390506" y="37078"/>
                  <a:pt x="394571" y="35872"/>
                </a:cubicBezTo>
                <a:cubicBezTo>
                  <a:pt x="398636" y="34667"/>
                  <a:pt x="402996" y="34064"/>
                  <a:pt x="407650" y="34064"/>
                </a:cubicBezTo>
                <a:cubicBezTo>
                  <a:pt x="414659" y="34064"/>
                  <a:pt x="420813" y="35073"/>
                  <a:pt x="426111" y="37092"/>
                </a:cubicBezTo>
                <a:cubicBezTo>
                  <a:pt x="431410" y="39110"/>
                  <a:pt x="435321" y="41844"/>
                  <a:pt x="437844" y="45292"/>
                </a:cubicBezTo>
                <a:cubicBezTo>
                  <a:pt x="440368" y="48741"/>
                  <a:pt x="442106" y="53353"/>
                  <a:pt x="443059" y="59128"/>
                </a:cubicBezTo>
                <a:lnTo>
                  <a:pt x="428256" y="61147"/>
                </a:lnTo>
                <a:cubicBezTo>
                  <a:pt x="427583" y="56549"/>
                  <a:pt x="425635" y="52960"/>
                  <a:pt x="422411" y="50381"/>
                </a:cubicBezTo>
                <a:cubicBezTo>
                  <a:pt x="419186" y="47802"/>
                  <a:pt x="414631" y="46512"/>
                  <a:pt x="408743" y="46512"/>
                </a:cubicBezTo>
                <a:cubicBezTo>
                  <a:pt x="401790" y="46512"/>
                  <a:pt x="396828" y="47661"/>
                  <a:pt x="393856" y="49960"/>
                </a:cubicBezTo>
                <a:cubicBezTo>
                  <a:pt x="390884" y="52259"/>
                  <a:pt x="389398" y="54951"/>
                  <a:pt x="389398" y="58035"/>
                </a:cubicBezTo>
                <a:cubicBezTo>
                  <a:pt x="389398" y="59997"/>
                  <a:pt x="390015" y="61764"/>
                  <a:pt x="391248" y="63334"/>
                </a:cubicBezTo>
                <a:cubicBezTo>
                  <a:pt x="392482" y="64960"/>
                  <a:pt x="394417" y="66305"/>
                  <a:pt x="397052" y="67371"/>
                </a:cubicBezTo>
                <a:cubicBezTo>
                  <a:pt x="398566" y="67931"/>
                  <a:pt x="403024" y="69221"/>
                  <a:pt x="410425" y="71240"/>
                </a:cubicBezTo>
                <a:cubicBezTo>
                  <a:pt x="421135" y="74099"/>
                  <a:pt x="428607" y="76440"/>
                  <a:pt x="432840" y="78263"/>
                </a:cubicBezTo>
                <a:cubicBezTo>
                  <a:pt x="437073" y="80085"/>
                  <a:pt x="440396" y="82735"/>
                  <a:pt x="442807" y="86211"/>
                </a:cubicBezTo>
                <a:cubicBezTo>
                  <a:pt x="445218" y="89687"/>
                  <a:pt x="446424" y="94005"/>
                  <a:pt x="446424" y="99164"/>
                </a:cubicBezTo>
                <a:cubicBezTo>
                  <a:pt x="446424" y="104210"/>
                  <a:pt x="444952" y="108962"/>
                  <a:pt x="442008" y="113420"/>
                </a:cubicBezTo>
                <a:cubicBezTo>
                  <a:pt x="439064" y="117878"/>
                  <a:pt x="434817" y="121326"/>
                  <a:pt x="429265" y="123765"/>
                </a:cubicBezTo>
                <a:cubicBezTo>
                  <a:pt x="423714" y="126204"/>
                  <a:pt x="417434" y="127424"/>
                  <a:pt x="410425" y="127424"/>
                </a:cubicBezTo>
                <a:cubicBezTo>
                  <a:pt x="398818" y="127424"/>
                  <a:pt x="389973" y="125013"/>
                  <a:pt x="383889" y="120191"/>
                </a:cubicBezTo>
                <a:cubicBezTo>
                  <a:pt x="377805" y="115369"/>
                  <a:pt x="373922" y="108219"/>
                  <a:pt x="372240" y="98743"/>
                </a:cubicBezTo>
                <a:close/>
                <a:moveTo>
                  <a:pt x="525380" y="96640"/>
                </a:moveTo>
                <a:lnTo>
                  <a:pt x="541024" y="98575"/>
                </a:lnTo>
                <a:cubicBezTo>
                  <a:pt x="538557" y="107715"/>
                  <a:pt x="533987" y="114808"/>
                  <a:pt x="527315" y="119854"/>
                </a:cubicBezTo>
                <a:cubicBezTo>
                  <a:pt x="520642" y="124901"/>
                  <a:pt x="512119" y="127424"/>
                  <a:pt x="501746" y="127424"/>
                </a:cubicBezTo>
                <a:cubicBezTo>
                  <a:pt x="488681" y="127424"/>
                  <a:pt x="478322" y="123401"/>
                  <a:pt x="470668" y="115354"/>
                </a:cubicBezTo>
                <a:cubicBezTo>
                  <a:pt x="463014" y="107308"/>
                  <a:pt x="459187" y="96024"/>
                  <a:pt x="459187" y="81501"/>
                </a:cubicBezTo>
                <a:cubicBezTo>
                  <a:pt x="459187" y="66474"/>
                  <a:pt x="463056" y="54811"/>
                  <a:pt x="470794" y="46512"/>
                </a:cubicBezTo>
                <a:cubicBezTo>
                  <a:pt x="478532" y="38213"/>
                  <a:pt x="488569" y="34064"/>
                  <a:pt x="500905" y="34064"/>
                </a:cubicBezTo>
                <a:cubicBezTo>
                  <a:pt x="512848" y="34064"/>
                  <a:pt x="522605" y="38129"/>
                  <a:pt x="530174" y="46260"/>
                </a:cubicBezTo>
                <a:cubicBezTo>
                  <a:pt x="537744" y="54390"/>
                  <a:pt x="541529" y="65829"/>
                  <a:pt x="541529" y="80576"/>
                </a:cubicBezTo>
                <a:cubicBezTo>
                  <a:pt x="541529" y="81473"/>
                  <a:pt x="541501" y="82819"/>
                  <a:pt x="541445" y="84613"/>
                </a:cubicBezTo>
                <a:lnTo>
                  <a:pt x="474831" y="84613"/>
                </a:lnTo>
                <a:cubicBezTo>
                  <a:pt x="475392" y="94426"/>
                  <a:pt x="478167" y="101939"/>
                  <a:pt x="483158" y="107154"/>
                </a:cubicBezTo>
                <a:cubicBezTo>
                  <a:pt x="488148" y="112369"/>
                  <a:pt x="494372" y="114976"/>
                  <a:pt x="501830" y="114976"/>
                </a:cubicBezTo>
                <a:cubicBezTo>
                  <a:pt x="507381" y="114976"/>
                  <a:pt x="512119" y="113518"/>
                  <a:pt x="516044" y="110602"/>
                </a:cubicBezTo>
                <a:cubicBezTo>
                  <a:pt x="519969" y="107687"/>
                  <a:pt x="523081" y="103033"/>
                  <a:pt x="525380" y="96640"/>
                </a:cubicBezTo>
                <a:moveTo>
                  <a:pt x="475672" y="72165"/>
                </a:moveTo>
                <a:lnTo>
                  <a:pt x="525548" y="72165"/>
                </a:lnTo>
                <a:cubicBezTo>
                  <a:pt x="524875" y="64651"/>
                  <a:pt x="522969" y="59016"/>
                  <a:pt x="519829" y="55259"/>
                </a:cubicBezTo>
                <a:cubicBezTo>
                  <a:pt x="515007" y="49428"/>
                  <a:pt x="508755" y="46512"/>
                  <a:pt x="501073" y="46512"/>
                </a:cubicBezTo>
                <a:cubicBezTo>
                  <a:pt x="494120" y="46512"/>
                  <a:pt x="488274" y="48839"/>
                  <a:pt x="483536" y="53493"/>
                </a:cubicBezTo>
                <a:cubicBezTo>
                  <a:pt x="478798" y="58147"/>
                  <a:pt x="476177" y="64371"/>
                  <a:pt x="475672" y="72165"/>
                </a:cubicBezTo>
                <a:close/>
                <a:moveTo>
                  <a:pt x="604242" y="85790"/>
                </a:moveTo>
                <a:lnTo>
                  <a:pt x="619634" y="84445"/>
                </a:lnTo>
                <a:cubicBezTo>
                  <a:pt x="620363" y="90613"/>
                  <a:pt x="622059" y="95673"/>
                  <a:pt x="624722" y="99626"/>
                </a:cubicBezTo>
                <a:cubicBezTo>
                  <a:pt x="627386" y="103579"/>
                  <a:pt x="631521" y="106775"/>
                  <a:pt x="637128" y="109215"/>
                </a:cubicBezTo>
                <a:cubicBezTo>
                  <a:pt x="642735" y="111654"/>
                  <a:pt x="649044" y="112873"/>
                  <a:pt x="656053" y="112873"/>
                </a:cubicBezTo>
                <a:cubicBezTo>
                  <a:pt x="662277" y="112873"/>
                  <a:pt x="667772" y="111948"/>
                  <a:pt x="672538" y="110098"/>
                </a:cubicBezTo>
                <a:cubicBezTo>
                  <a:pt x="677304" y="108247"/>
                  <a:pt x="680850" y="105710"/>
                  <a:pt x="683177" y="102486"/>
                </a:cubicBezTo>
                <a:cubicBezTo>
                  <a:pt x="685504" y="99262"/>
                  <a:pt x="686668" y="95743"/>
                  <a:pt x="686668" y="91930"/>
                </a:cubicBezTo>
                <a:cubicBezTo>
                  <a:pt x="686668" y="88061"/>
                  <a:pt x="685547" y="84683"/>
                  <a:pt x="683304" y="81795"/>
                </a:cubicBezTo>
                <a:cubicBezTo>
                  <a:pt x="681061" y="78908"/>
                  <a:pt x="677360" y="76482"/>
                  <a:pt x="672201" y="74520"/>
                </a:cubicBezTo>
                <a:cubicBezTo>
                  <a:pt x="668893" y="73230"/>
                  <a:pt x="661576" y="71226"/>
                  <a:pt x="650249" y="68506"/>
                </a:cubicBezTo>
                <a:cubicBezTo>
                  <a:pt x="638922" y="65787"/>
                  <a:pt x="630988" y="63221"/>
                  <a:pt x="626446" y="60810"/>
                </a:cubicBezTo>
                <a:cubicBezTo>
                  <a:pt x="620559" y="57726"/>
                  <a:pt x="616171" y="53899"/>
                  <a:pt x="613283" y="49330"/>
                </a:cubicBezTo>
                <a:cubicBezTo>
                  <a:pt x="610396" y="44760"/>
                  <a:pt x="608952" y="39643"/>
                  <a:pt x="608952" y="33980"/>
                </a:cubicBezTo>
                <a:cubicBezTo>
                  <a:pt x="608952" y="27756"/>
                  <a:pt x="610718" y="21938"/>
                  <a:pt x="614251" y="16527"/>
                </a:cubicBezTo>
                <a:cubicBezTo>
                  <a:pt x="617783" y="11116"/>
                  <a:pt x="622942" y="7009"/>
                  <a:pt x="629727" y="4205"/>
                </a:cubicBezTo>
                <a:cubicBezTo>
                  <a:pt x="636511" y="1402"/>
                  <a:pt x="644053" y="0"/>
                  <a:pt x="652352" y="0"/>
                </a:cubicBezTo>
                <a:cubicBezTo>
                  <a:pt x="661492" y="0"/>
                  <a:pt x="669552" y="1472"/>
                  <a:pt x="676533" y="4416"/>
                </a:cubicBezTo>
                <a:cubicBezTo>
                  <a:pt x="683514" y="7359"/>
                  <a:pt x="688883" y="11691"/>
                  <a:pt x="692640" y="17410"/>
                </a:cubicBezTo>
                <a:cubicBezTo>
                  <a:pt x="696396" y="23130"/>
                  <a:pt x="698415" y="29606"/>
                  <a:pt x="698695" y="36839"/>
                </a:cubicBezTo>
                <a:lnTo>
                  <a:pt x="683051" y="38017"/>
                </a:lnTo>
                <a:cubicBezTo>
                  <a:pt x="682210" y="30223"/>
                  <a:pt x="679365" y="24335"/>
                  <a:pt x="674514" y="20354"/>
                </a:cubicBezTo>
                <a:cubicBezTo>
                  <a:pt x="669664" y="16373"/>
                  <a:pt x="662501" y="14383"/>
                  <a:pt x="653025" y="14383"/>
                </a:cubicBezTo>
                <a:cubicBezTo>
                  <a:pt x="643156" y="14383"/>
                  <a:pt x="635965" y="16191"/>
                  <a:pt x="631451" y="19808"/>
                </a:cubicBezTo>
                <a:cubicBezTo>
                  <a:pt x="626937" y="23424"/>
                  <a:pt x="624680" y="27784"/>
                  <a:pt x="624680" y="32886"/>
                </a:cubicBezTo>
                <a:cubicBezTo>
                  <a:pt x="624680" y="37316"/>
                  <a:pt x="626278" y="40961"/>
                  <a:pt x="629474" y="43820"/>
                </a:cubicBezTo>
                <a:cubicBezTo>
                  <a:pt x="632614" y="46680"/>
                  <a:pt x="640815" y="49610"/>
                  <a:pt x="654076" y="52610"/>
                </a:cubicBezTo>
                <a:cubicBezTo>
                  <a:pt x="667337" y="55610"/>
                  <a:pt x="676435" y="58231"/>
                  <a:pt x="681369" y="60474"/>
                </a:cubicBezTo>
                <a:cubicBezTo>
                  <a:pt x="688546" y="63782"/>
                  <a:pt x="693845" y="67974"/>
                  <a:pt x="697266" y="73048"/>
                </a:cubicBezTo>
                <a:cubicBezTo>
                  <a:pt x="700686" y="78123"/>
                  <a:pt x="702396" y="83968"/>
                  <a:pt x="702396" y="90585"/>
                </a:cubicBezTo>
                <a:cubicBezTo>
                  <a:pt x="702396" y="97145"/>
                  <a:pt x="700518" y="103327"/>
                  <a:pt x="696761" y="109130"/>
                </a:cubicBezTo>
                <a:cubicBezTo>
                  <a:pt x="693004" y="114934"/>
                  <a:pt x="687607" y="119448"/>
                  <a:pt x="680570" y="122672"/>
                </a:cubicBezTo>
                <a:cubicBezTo>
                  <a:pt x="673533" y="125896"/>
                  <a:pt x="665613" y="127508"/>
                  <a:pt x="656810" y="127508"/>
                </a:cubicBezTo>
                <a:cubicBezTo>
                  <a:pt x="645651" y="127508"/>
                  <a:pt x="636301" y="125882"/>
                  <a:pt x="628759" y="122630"/>
                </a:cubicBezTo>
                <a:cubicBezTo>
                  <a:pt x="621218" y="119378"/>
                  <a:pt x="615302" y="114485"/>
                  <a:pt x="611013" y="107953"/>
                </a:cubicBezTo>
                <a:cubicBezTo>
                  <a:pt x="606723" y="101421"/>
                  <a:pt x="604466" y="94033"/>
                  <a:pt x="604242" y="85790"/>
                </a:cubicBezTo>
                <a:close/>
                <a:moveTo>
                  <a:pt x="721545" y="159806"/>
                </a:moveTo>
                <a:lnTo>
                  <a:pt x="719863" y="145591"/>
                </a:lnTo>
                <a:cubicBezTo>
                  <a:pt x="723171" y="146489"/>
                  <a:pt x="726059" y="146937"/>
                  <a:pt x="728526" y="146937"/>
                </a:cubicBezTo>
                <a:cubicBezTo>
                  <a:pt x="731890" y="146937"/>
                  <a:pt x="734582" y="146376"/>
                  <a:pt x="736600" y="145255"/>
                </a:cubicBezTo>
                <a:cubicBezTo>
                  <a:pt x="738619" y="144134"/>
                  <a:pt x="740273" y="142564"/>
                  <a:pt x="741563" y="140545"/>
                </a:cubicBezTo>
                <a:cubicBezTo>
                  <a:pt x="742516" y="139031"/>
                  <a:pt x="744058" y="135274"/>
                  <a:pt x="746189" y="129274"/>
                </a:cubicBezTo>
                <a:cubicBezTo>
                  <a:pt x="746469" y="128433"/>
                  <a:pt x="746918" y="127200"/>
                  <a:pt x="747535" y="125574"/>
                </a:cubicBezTo>
                <a:lnTo>
                  <a:pt x="713639" y="36082"/>
                </a:lnTo>
                <a:lnTo>
                  <a:pt x="729956" y="36082"/>
                </a:lnTo>
                <a:lnTo>
                  <a:pt x="748544" y="87809"/>
                </a:lnTo>
                <a:cubicBezTo>
                  <a:pt x="750955" y="94369"/>
                  <a:pt x="753114" y="101266"/>
                  <a:pt x="755020" y="108500"/>
                </a:cubicBezTo>
                <a:cubicBezTo>
                  <a:pt x="756758" y="101547"/>
                  <a:pt x="758833" y="94762"/>
                  <a:pt x="761244" y="88145"/>
                </a:cubicBezTo>
                <a:lnTo>
                  <a:pt x="780337" y="36082"/>
                </a:lnTo>
                <a:lnTo>
                  <a:pt x="795476" y="36082"/>
                </a:lnTo>
                <a:lnTo>
                  <a:pt x="761496" y="126919"/>
                </a:lnTo>
                <a:cubicBezTo>
                  <a:pt x="757852" y="136732"/>
                  <a:pt x="755020" y="143489"/>
                  <a:pt x="753002" y="147189"/>
                </a:cubicBezTo>
                <a:cubicBezTo>
                  <a:pt x="750310" y="152180"/>
                  <a:pt x="747226" y="155839"/>
                  <a:pt x="743750" y="158166"/>
                </a:cubicBezTo>
                <a:cubicBezTo>
                  <a:pt x="740273" y="160493"/>
                  <a:pt x="736124" y="161656"/>
                  <a:pt x="731302" y="161656"/>
                </a:cubicBezTo>
                <a:cubicBezTo>
                  <a:pt x="728386" y="161656"/>
                  <a:pt x="725134" y="161039"/>
                  <a:pt x="721545" y="159806"/>
                </a:cubicBezTo>
                <a:close/>
                <a:moveTo>
                  <a:pt x="808155" y="125405"/>
                </a:moveTo>
                <a:lnTo>
                  <a:pt x="808155" y="36082"/>
                </a:lnTo>
                <a:lnTo>
                  <a:pt x="821696" y="36082"/>
                </a:lnTo>
                <a:lnTo>
                  <a:pt x="821696" y="48615"/>
                </a:lnTo>
                <a:cubicBezTo>
                  <a:pt x="824500" y="44241"/>
                  <a:pt x="828229" y="40722"/>
                  <a:pt x="832883" y="38059"/>
                </a:cubicBezTo>
                <a:cubicBezTo>
                  <a:pt x="837537" y="35396"/>
                  <a:pt x="842836" y="34064"/>
                  <a:pt x="848779" y="34064"/>
                </a:cubicBezTo>
                <a:cubicBezTo>
                  <a:pt x="855396" y="34064"/>
                  <a:pt x="860821" y="35438"/>
                  <a:pt x="865054" y="38185"/>
                </a:cubicBezTo>
                <a:cubicBezTo>
                  <a:pt x="869288" y="40933"/>
                  <a:pt x="872273" y="44774"/>
                  <a:pt x="874012" y="49708"/>
                </a:cubicBezTo>
                <a:cubicBezTo>
                  <a:pt x="881077" y="39279"/>
                  <a:pt x="890273" y="34064"/>
                  <a:pt x="901599" y="34064"/>
                </a:cubicBezTo>
                <a:cubicBezTo>
                  <a:pt x="910459" y="34064"/>
                  <a:pt x="917271" y="36517"/>
                  <a:pt x="922038" y="41423"/>
                </a:cubicBezTo>
                <a:cubicBezTo>
                  <a:pt x="926804" y="46330"/>
                  <a:pt x="929187" y="53885"/>
                  <a:pt x="929187" y="64091"/>
                </a:cubicBezTo>
                <a:lnTo>
                  <a:pt x="929187" y="125405"/>
                </a:lnTo>
                <a:lnTo>
                  <a:pt x="914131" y="125405"/>
                </a:lnTo>
                <a:lnTo>
                  <a:pt x="914131" y="69137"/>
                </a:lnTo>
                <a:cubicBezTo>
                  <a:pt x="914131" y="63081"/>
                  <a:pt x="913641" y="58722"/>
                  <a:pt x="912659" y="56058"/>
                </a:cubicBezTo>
                <a:cubicBezTo>
                  <a:pt x="911678" y="53395"/>
                  <a:pt x="909898" y="51250"/>
                  <a:pt x="907319" y="49624"/>
                </a:cubicBezTo>
                <a:cubicBezTo>
                  <a:pt x="904739" y="47998"/>
                  <a:pt x="901711" y="47185"/>
                  <a:pt x="898235" y="47185"/>
                </a:cubicBezTo>
                <a:cubicBezTo>
                  <a:pt x="891955" y="47185"/>
                  <a:pt x="886740" y="49273"/>
                  <a:pt x="882591" y="53451"/>
                </a:cubicBezTo>
                <a:cubicBezTo>
                  <a:pt x="878441" y="57628"/>
                  <a:pt x="876367" y="64315"/>
                  <a:pt x="876367" y="73511"/>
                </a:cubicBezTo>
                <a:lnTo>
                  <a:pt x="876367" y="125405"/>
                </a:lnTo>
                <a:lnTo>
                  <a:pt x="861227" y="125405"/>
                </a:lnTo>
                <a:lnTo>
                  <a:pt x="861227" y="67371"/>
                </a:lnTo>
                <a:cubicBezTo>
                  <a:pt x="861227" y="60642"/>
                  <a:pt x="859994" y="55596"/>
                  <a:pt x="857527" y="52231"/>
                </a:cubicBezTo>
                <a:cubicBezTo>
                  <a:pt x="855059" y="48867"/>
                  <a:pt x="851022" y="47185"/>
                  <a:pt x="845415" y="47185"/>
                </a:cubicBezTo>
                <a:cubicBezTo>
                  <a:pt x="841153" y="47185"/>
                  <a:pt x="837214" y="48306"/>
                  <a:pt x="833598" y="50549"/>
                </a:cubicBezTo>
                <a:cubicBezTo>
                  <a:pt x="829981" y="52792"/>
                  <a:pt x="827360" y="56072"/>
                  <a:pt x="825734" y="60390"/>
                </a:cubicBezTo>
                <a:cubicBezTo>
                  <a:pt x="824107" y="64707"/>
                  <a:pt x="823294" y="70931"/>
                  <a:pt x="823294" y="79062"/>
                </a:cubicBezTo>
                <a:lnTo>
                  <a:pt x="823294" y="125405"/>
                </a:lnTo>
                <a:lnTo>
                  <a:pt x="808155" y="125405"/>
                </a:lnTo>
                <a:close/>
                <a:moveTo>
                  <a:pt x="965760" y="125405"/>
                </a:moveTo>
                <a:lnTo>
                  <a:pt x="951714" y="125405"/>
                </a:lnTo>
                <a:lnTo>
                  <a:pt x="951714" y="2103"/>
                </a:lnTo>
                <a:lnTo>
                  <a:pt x="966853" y="2103"/>
                </a:lnTo>
                <a:lnTo>
                  <a:pt x="966853" y="46091"/>
                </a:lnTo>
                <a:cubicBezTo>
                  <a:pt x="973246" y="38073"/>
                  <a:pt x="981404" y="34064"/>
                  <a:pt x="991329" y="34064"/>
                </a:cubicBezTo>
                <a:cubicBezTo>
                  <a:pt x="996824" y="34064"/>
                  <a:pt x="1002025" y="35171"/>
                  <a:pt x="1006931" y="37386"/>
                </a:cubicBezTo>
                <a:cubicBezTo>
                  <a:pt x="1011837" y="39601"/>
                  <a:pt x="1015875" y="42713"/>
                  <a:pt x="1019043" y="46722"/>
                </a:cubicBezTo>
                <a:cubicBezTo>
                  <a:pt x="1022211" y="50731"/>
                  <a:pt x="1024692" y="55568"/>
                  <a:pt x="1026486" y="61231"/>
                </a:cubicBezTo>
                <a:cubicBezTo>
                  <a:pt x="1028281" y="66894"/>
                  <a:pt x="1029178" y="72950"/>
                  <a:pt x="1029178" y="79398"/>
                </a:cubicBezTo>
                <a:cubicBezTo>
                  <a:pt x="1029178" y="94706"/>
                  <a:pt x="1025393" y="106537"/>
                  <a:pt x="1017823" y="114892"/>
                </a:cubicBezTo>
                <a:cubicBezTo>
                  <a:pt x="1010253" y="123247"/>
                  <a:pt x="1001170" y="127424"/>
                  <a:pt x="990572" y="127424"/>
                </a:cubicBezTo>
                <a:cubicBezTo>
                  <a:pt x="980030" y="127424"/>
                  <a:pt x="971760" y="123022"/>
                  <a:pt x="965760" y="114219"/>
                </a:cubicBezTo>
                <a:lnTo>
                  <a:pt x="965760" y="125405"/>
                </a:lnTo>
                <a:moveTo>
                  <a:pt x="965592" y="80071"/>
                </a:moveTo>
                <a:cubicBezTo>
                  <a:pt x="965592" y="90781"/>
                  <a:pt x="967050" y="98519"/>
                  <a:pt x="969965" y="103285"/>
                </a:cubicBezTo>
                <a:cubicBezTo>
                  <a:pt x="974732" y="111079"/>
                  <a:pt x="981180" y="114976"/>
                  <a:pt x="989310" y="114976"/>
                </a:cubicBezTo>
                <a:cubicBezTo>
                  <a:pt x="995927" y="114976"/>
                  <a:pt x="1001646" y="112102"/>
                  <a:pt x="1006468" y="106355"/>
                </a:cubicBezTo>
                <a:cubicBezTo>
                  <a:pt x="1011291" y="100608"/>
                  <a:pt x="1013702" y="92042"/>
                  <a:pt x="1013702" y="80660"/>
                </a:cubicBezTo>
                <a:cubicBezTo>
                  <a:pt x="1013702" y="68997"/>
                  <a:pt x="1011389" y="60390"/>
                  <a:pt x="1006763" y="54839"/>
                </a:cubicBezTo>
                <a:cubicBezTo>
                  <a:pt x="1002137" y="49287"/>
                  <a:pt x="996544" y="46512"/>
                  <a:pt x="989983" y="46512"/>
                </a:cubicBezTo>
                <a:cubicBezTo>
                  <a:pt x="983367" y="46512"/>
                  <a:pt x="977647" y="49386"/>
                  <a:pt x="972825" y="55133"/>
                </a:cubicBezTo>
                <a:cubicBezTo>
                  <a:pt x="968003" y="60880"/>
                  <a:pt x="965592" y="69193"/>
                  <a:pt x="965592" y="80071"/>
                </a:cubicBezTo>
                <a:close/>
                <a:moveTo>
                  <a:pt x="1041918" y="80744"/>
                </a:moveTo>
                <a:cubicBezTo>
                  <a:pt x="1041918" y="64203"/>
                  <a:pt x="1046516" y="51951"/>
                  <a:pt x="1055712" y="43989"/>
                </a:cubicBezTo>
                <a:cubicBezTo>
                  <a:pt x="1063394" y="37372"/>
                  <a:pt x="1072758" y="34064"/>
                  <a:pt x="1083804" y="34064"/>
                </a:cubicBezTo>
                <a:cubicBezTo>
                  <a:pt x="1096084" y="34064"/>
                  <a:pt x="1106121" y="38087"/>
                  <a:pt x="1113915" y="46133"/>
                </a:cubicBezTo>
                <a:cubicBezTo>
                  <a:pt x="1121709" y="54180"/>
                  <a:pt x="1125606" y="65296"/>
                  <a:pt x="1125606" y="79482"/>
                </a:cubicBezTo>
                <a:cubicBezTo>
                  <a:pt x="1125606" y="90977"/>
                  <a:pt x="1123881" y="100019"/>
                  <a:pt x="1120433" y="106607"/>
                </a:cubicBezTo>
                <a:cubicBezTo>
                  <a:pt x="1116985" y="113196"/>
                  <a:pt x="1111966" y="118312"/>
                  <a:pt x="1105378" y="121957"/>
                </a:cubicBezTo>
                <a:cubicBezTo>
                  <a:pt x="1098789" y="125602"/>
                  <a:pt x="1091598" y="127424"/>
                  <a:pt x="1083804" y="127424"/>
                </a:cubicBezTo>
                <a:cubicBezTo>
                  <a:pt x="1071300" y="127424"/>
                  <a:pt x="1061193" y="123415"/>
                  <a:pt x="1053483" y="115397"/>
                </a:cubicBezTo>
                <a:cubicBezTo>
                  <a:pt x="1045773" y="107378"/>
                  <a:pt x="1041918" y="95827"/>
                  <a:pt x="1041918" y="80744"/>
                </a:cubicBezTo>
                <a:moveTo>
                  <a:pt x="1057478" y="80744"/>
                </a:moveTo>
                <a:cubicBezTo>
                  <a:pt x="1057478" y="92183"/>
                  <a:pt x="1059973" y="100748"/>
                  <a:pt x="1064964" y="106439"/>
                </a:cubicBezTo>
                <a:cubicBezTo>
                  <a:pt x="1069954" y="112130"/>
                  <a:pt x="1076234" y="114976"/>
                  <a:pt x="1083804" y="114976"/>
                </a:cubicBezTo>
                <a:cubicBezTo>
                  <a:pt x="1091318" y="114976"/>
                  <a:pt x="1097570" y="112116"/>
                  <a:pt x="1102560" y="106397"/>
                </a:cubicBezTo>
                <a:cubicBezTo>
                  <a:pt x="1107550" y="100678"/>
                  <a:pt x="1110046" y="91958"/>
                  <a:pt x="1110046" y="80239"/>
                </a:cubicBezTo>
                <a:cubicBezTo>
                  <a:pt x="1110046" y="69193"/>
                  <a:pt x="1107536" y="60824"/>
                  <a:pt x="1102518" y="55133"/>
                </a:cubicBezTo>
                <a:cubicBezTo>
                  <a:pt x="1097499" y="49442"/>
                  <a:pt x="1091261" y="46596"/>
                  <a:pt x="1083804" y="46596"/>
                </a:cubicBezTo>
                <a:cubicBezTo>
                  <a:pt x="1076234" y="46596"/>
                  <a:pt x="1069954" y="49428"/>
                  <a:pt x="1064964" y="55091"/>
                </a:cubicBezTo>
                <a:cubicBezTo>
                  <a:pt x="1059973" y="60754"/>
                  <a:pt x="1057478" y="69305"/>
                  <a:pt x="1057478" y="80744"/>
                </a:cubicBezTo>
                <a:close/>
                <a:moveTo>
                  <a:pt x="1142973" y="125405"/>
                </a:moveTo>
                <a:lnTo>
                  <a:pt x="1142973" y="2103"/>
                </a:lnTo>
                <a:lnTo>
                  <a:pt x="1158112" y="2103"/>
                </a:lnTo>
                <a:lnTo>
                  <a:pt x="1158112" y="125405"/>
                </a:lnTo>
                <a:lnTo>
                  <a:pt x="1142973" y="125405"/>
                </a:lnTo>
                <a:close/>
                <a:moveTo>
                  <a:pt x="1181444" y="19513"/>
                </a:moveTo>
                <a:lnTo>
                  <a:pt x="1181444" y="2103"/>
                </a:lnTo>
                <a:lnTo>
                  <a:pt x="1196583" y="2103"/>
                </a:lnTo>
                <a:lnTo>
                  <a:pt x="1196583" y="19513"/>
                </a:lnTo>
                <a:lnTo>
                  <a:pt x="1181444" y="19513"/>
                </a:lnTo>
                <a:moveTo>
                  <a:pt x="1181444" y="125405"/>
                </a:moveTo>
                <a:lnTo>
                  <a:pt x="1181444" y="36082"/>
                </a:lnTo>
                <a:lnTo>
                  <a:pt x="1196583" y="36082"/>
                </a:lnTo>
                <a:lnTo>
                  <a:pt x="1196583" y="125405"/>
                </a:lnTo>
                <a:lnTo>
                  <a:pt x="1181444" y="125405"/>
                </a:lnTo>
                <a:close/>
                <a:moveTo>
                  <a:pt x="1277699" y="92687"/>
                </a:moveTo>
                <a:lnTo>
                  <a:pt x="1292586" y="94622"/>
                </a:lnTo>
                <a:cubicBezTo>
                  <a:pt x="1290960" y="104883"/>
                  <a:pt x="1286796" y="112915"/>
                  <a:pt x="1280096" y="118719"/>
                </a:cubicBezTo>
                <a:cubicBezTo>
                  <a:pt x="1273395" y="124522"/>
                  <a:pt x="1265166" y="127424"/>
                  <a:pt x="1255410" y="127424"/>
                </a:cubicBezTo>
                <a:cubicBezTo>
                  <a:pt x="1243186" y="127424"/>
                  <a:pt x="1233359" y="123429"/>
                  <a:pt x="1225930" y="115439"/>
                </a:cubicBezTo>
                <a:cubicBezTo>
                  <a:pt x="1218500" y="107448"/>
                  <a:pt x="1214786" y="95996"/>
                  <a:pt x="1214786" y="81080"/>
                </a:cubicBezTo>
                <a:cubicBezTo>
                  <a:pt x="1214786" y="71436"/>
                  <a:pt x="1216384" y="62997"/>
                  <a:pt x="1219580" y="55764"/>
                </a:cubicBezTo>
                <a:cubicBezTo>
                  <a:pt x="1222776" y="48530"/>
                  <a:pt x="1227640" y="43105"/>
                  <a:pt x="1234173" y="39489"/>
                </a:cubicBezTo>
                <a:cubicBezTo>
                  <a:pt x="1240705" y="35872"/>
                  <a:pt x="1247812" y="34064"/>
                  <a:pt x="1255494" y="34064"/>
                </a:cubicBezTo>
                <a:cubicBezTo>
                  <a:pt x="1265194" y="34064"/>
                  <a:pt x="1273129" y="36517"/>
                  <a:pt x="1279297" y="41423"/>
                </a:cubicBezTo>
                <a:cubicBezTo>
                  <a:pt x="1285465" y="46330"/>
                  <a:pt x="1289418" y="53297"/>
                  <a:pt x="1291156" y="62324"/>
                </a:cubicBezTo>
                <a:lnTo>
                  <a:pt x="1276437" y="64595"/>
                </a:lnTo>
                <a:cubicBezTo>
                  <a:pt x="1275035" y="58595"/>
                  <a:pt x="1272554" y="54082"/>
                  <a:pt x="1268993" y="51054"/>
                </a:cubicBezTo>
                <a:cubicBezTo>
                  <a:pt x="1265433" y="48026"/>
                  <a:pt x="1261129" y="46512"/>
                  <a:pt x="1256083" y="46512"/>
                </a:cubicBezTo>
                <a:cubicBezTo>
                  <a:pt x="1248457" y="46512"/>
                  <a:pt x="1242261" y="49245"/>
                  <a:pt x="1237495" y="54712"/>
                </a:cubicBezTo>
                <a:cubicBezTo>
                  <a:pt x="1232729" y="60179"/>
                  <a:pt x="1230346" y="68829"/>
                  <a:pt x="1230346" y="80660"/>
                </a:cubicBezTo>
                <a:cubicBezTo>
                  <a:pt x="1230346" y="92659"/>
                  <a:pt x="1232645" y="101379"/>
                  <a:pt x="1237242" y="106818"/>
                </a:cubicBezTo>
                <a:cubicBezTo>
                  <a:pt x="1241840" y="112257"/>
                  <a:pt x="1247840" y="114976"/>
                  <a:pt x="1255242" y="114976"/>
                </a:cubicBezTo>
                <a:cubicBezTo>
                  <a:pt x="1261185" y="114976"/>
                  <a:pt x="1266148" y="113154"/>
                  <a:pt x="1270129" y="109509"/>
                </a:cubicBezTo>
                <a:cubicBezTo>
                  <a:pt x="1274110" y="105864"/>
                  <a:pt x="1276633" y="100257"/>
                  <a:pt x="1277699" y="9268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Planner">
            <a:extLst xmlns:a="http://schemas.openxmlformats.org/drawingml/2006/main">
              <a:ext uri="{FF2B5EF4-FFF2-40B4-BE49-F238E27FC236}">
                <a16:creationId xmlns:a16="http://schemas.microsoft.com/office/drawing/2014/main" id="{61266504-5423-4CF2-99B0-16FF48B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490" y="2196079"/>
            <a:ext cx="581827" cy="125321"/>
          </a:xfrm>
          <a:custGeom xmlns:a="http://schemas.openxmlformats.org/drawingml/2006/main">
            <a:pathLst>
              <a:path w="581827" h="125321">
                <a:moveTo>
                  <a:pt x="0" y="123303"/>
                </a:moveTo>
                <a:lnTo>
                  <a:pt x="0" y="0"/>
                </a:lnTo>
                <a:lnTo>
                  <a:pt x="46512" y="0"/>
                </a:lnTo>
                <a:cubicBezTo>
                  <a:pt x="54698" y="0"/>
                  <a:pt x="60950" y="392"/>
                  <a:pt x="65268" y="1178"/>
                </a:cubicBezTo>
                <a:cubicBezTo>
                  <a:pt x="71324" y="2187"/>
                  <a:pt x="76398" y="4107"/>
                  <a:pt x="80492" y="6939"/>
                </a:cubicBezTo>
                <a:cubicBezTo>
                  <a:pt x="84585" y="9771"/>
                  <a:pt x="87879" y="13738"/>
                  <a:pt x="90374" y="18840"/>
                </a:cubicBezTo>
                <a:cubicBezTo>
                  <a:pt x="92870" y="23943"/>
                  <a:pt x="94117" y="29550"/>
                  <a:pt x="94117" y="35662"/>
                </a:cubicBezTo>
                <a:cubicBezTo>
                  <a:pt x="94117" y="46147"/>
                  <a:pt x="90781" y="55021"/>
                  <a:pt x="84108" y="62282"/>
                </a:cubicBezTo>
                <a:cubicBezTo>
                  <a:pt x="77436" y="69544"/>
                  <a:pt x="65380" y="73174"/>
                  <a:pt x="47942" y="73174"/>
                </a:cubicBezTo>
                <a:lnTo>
                  <a:pt x="16317" y="73174"/>
                </a:lnTo>
                <a:lnTo>
                  <a:pt x="16317" y="123303"/>
                </a:lnTo>
                <a:lnTo>
                  <a:pt x="0" y="123303"/>
                </a:lnTo>
                <a:moveTo>
                  <a:pt x="16317" y="58623"/>
                </a:moveTo>
                <a:lnTo>
                  <a:pt x="48194" y="58623"/>
                </a:lnTo>
                <a:cubicBezTo>
                  <a:pt x="58736" y="58623"/>
                  <a:pt x="66221" y="56661"/>
                  <a:pt x="70651" y="52736"/>
                </a:cubicBezTo>
                <a:cubicBezTo>
                  <a:pt x="75081" y="48811"/>
                  <a:pt x="77295" y="43288"/>
                  <a:pt x="77295" y="36167"/>
                </a:cubicBezTo>
                <a:cubicBezTo>
                  <a:pt x="77295" y="31008"/>
                  <a:pt x="75992" y="26592"/>
                  <a:pt x="73384" y="22919"/>
                </a:cubicBezTo>
                <a:cubicBezTo>
                  <a:pt x="70777" y="19247"/>
                  <a:pt x="67343" y="16822"/>
                  <a:pt x="63081" y="15644"/>
                </a:cubicBezTo>
                <a:cubicBezTo>
                  <a:pt x="60334" y="14915"/>
                  <a:pt x="55259" y="14551"/>
                  <a:pt x="47858" y="14551"/>
                </a:cubicBezTo>
                <a:lnTo>
                  <a:pt x="16317" y="14551"/>
                </a:lnTo>
                <a:lnTo>
                  <a:pt x="16317" y="58623"/>
                </a:lnTo>
                <a:close/>
                <a:moveTo>
                  <a:pt x="112053" y="123303"/>
                </a:moveTo>
                <a:lnTo>
                  <a:pt x="112053" y="0"/>
                </a:lnTo>
                <a:lnTo>
                  <a:pt x="127193" y="0"/>
                </a:lnTo>
                <a:lnTo>
                  <a:pt x="127193" y="123303"/>
                </a:lnTo>
                <a:lnTo>
                  <a:pt x="112053" y="123303"/>
                </a:lnTo>
                <a:close/>
                <a:moveTo>
                  <a:pt x="208866" y="112285"/>
                </a:moveTo>
                <a:cubicBezTo>
                  <a:pt x="203259" y="117051"/>
                  <a:pt x="197862" y="120415"/>
                  <a:pt x="192675" y="122378"/>
                </a:cubicBezTo>
                <a:cubicBezTo>
                  <a:pt x="187489" y="124340"/>
                  <a:pt x="181923" y="125321"/>
                  <a:pt x="175980" y="125321"/>
                </a:cubicBezTo>
                <a:cubicBezTo>
                  <a:pt x="166167" y="125321"/>
                  <a:pt x="158626" y="122924"/>
                  <a:pt x="153355" y="118130"/>
                </a:cubicBezTo>
                <a:cubicBezTo>
                  <a:pt x="148084" y="113336"/>
                  <a:pt x="145449" y="107210"/>
                  <a:pt x="145449" y="99752"/>
                </a:cubicBezTo>
                <a:cubicBezTo>
                  <a:pt x="145449" y="95379"/>
                  <a:pt x="146444" y="91384"/>
                  <a:pt x="148434" y="87767"/>
                </a:cubicBezTo>
                <a:cubicBezTo>
                  <a:pt x="150425" y="84150"/>
                  <a:pt x="153032" y="81249"/>
                  <a:pt x="156256" y="79062"/>
                </a:cubicBezTo>
                <a:cubicBezTo>
                  <a:pt x="159481" y="76875"/>
                  <a:pt x="163111" y="75221"/>
                  <a:pt x="167148" y="74099"/>
                </a:cubicBezTo>
                <a:cubicBezTo>
                  <a:pt x="170120" y="73314"/>
                  <a:pt x="174606" y="72557"/>
                  <a:pt x="180606" y="71828"/>
                </a:cubicBezTo>
                <a:cubicBezTo>
                  <a:pt x="192830" y="70371"/>
                  <a:pt x="201829" y="68632"/>
                  <a:pt x="207605" y="66614"/>
                </a:cubicBezTo>
                <a:cubicBezTo>
                  <a:pt x="207661" y="64539"/>
                  <a:pt x="207689" y="63221"/>
                  <a:pt x="207689" y="62661"/>
                </a:cubicBezTo>
                <a:cubicBezTo>
                  <a:pt x="207689" y="56493"/>
                  <a:pt x="206259" y="52147"/>
                  <a:pt x="203399" y="49624"/>
                </a:cubicBezTo>
                <a:cubicBezTo>
                  <a:pt x="199530" y="46203"/>
                  <a:pt x="193783" y="44493"/>
                  <a:pt x="186157" y="44493"/>
                </a:cubicBezTo>
                <a:cubicBezTo>
                  <a:pt x="179036" y="44493"/>
                  <a:pt x="173779" y="45741"/>
                  <a:pt x="170387" y="48236"/>
                </a:cubicBezTo>
                <a:cubicBezTo>
                  <a:pt x="166994" y="50731"/>
                  <a:pt x="164485" y="55147"/>
                  <a:pt x="162859" y="61483"/>
                </a:cubicBezTo>
                <a:lnTo>
                  <a:pt x="148056" y="59465"/>
                </a:lnTo>
                <a:cubicBezTo>
                  <a:pt x="149402" y="53128"/>
                  <a:pt x="151616" y="48012"/>
                  <a:pt x="154700" y="44115"/>
                </a:cubicBezTo>
                <a:cubicBezTo>
                  <a:pt x="157784" y="40218"/>
                  <a:pt x="162242" y="37218"/>
                  <a:pt x="168074" y="35115"/>
                </a:cubicBezTo>
                <a:cubicBezTo>
                  <a:pt x="173905" y="33012"/>
                  <a:pt x="180662" y="31961"/>
                  <a:pt x="188344" y="31961"/>
                </a:cubicBezTo>
                <a:cubicBezTo>
                  <a:pt x="195970" y="31961"/>
                  <a:pt x="202166" y="32858"/>
                  <a:pt x="206932" y="34653"/>
                </a:cubicBezTo>
                <a:cubicBezTo>
                  <a:pt x="211698" y="36447"/>
                  <a:pt x="215202" y="38704"/>
                  <a:pt x="217445" y="41423"/>
                </a:cubicBezTo>
                <a:cubicBezTo>
                  <a:pt x="219688" y="44143"/>
                  <a:pt x="221258" y="47577"/>
                  <a:pt x="222155" y="51727"/>
                </a:cubicBezTo>
                <a:cubicBezTo>
                  <a:pt x="222660" y="54306"/>
                  <a:pt x="222912" y="58960"/>
                  <a:pt x="222912" y="65689"/>
                </a:cubicBezTo>
                <a:lnTo>
                  <a:pt x="222912" y="85875"/>
                </a:lnTo>
                <a:cubicBezTo>
                  <a:pt x="222912" y="99949"/>
                  <a:pt x="223235" y="108850"/>
                  <a:pt x="223879" y="112579"/>
                </a:cubicBezTo>
                <a:cubicBezTo>
                  <a:pt x="224524" y="116308"/>
                  <a:pt x="225800" y="119882"/>
                  <a:pt x="227706" y="123303"/>
                </a:cubicBezTo>
                <a:lnTo>
                  <a:pt x="211894" y="123303"/>
                </a:lnTo>
                <a:cubicBezTo>
                  <a:pt x="210324" y="120163"/>
                  <a:pt x="209315" y="116490"/>
                  <a:pt x="208866" y="112285"/>
                </a:cubicBezTo>
                <a:moveTo>
                  <a:pt x="207605" y="78473"/>
                </a:moveTo>
                <a:cubicBezTo>
                  <a:pt x="202109" y="80716"/>
                  <a:pt x="193867" y="82622"/>
                  <a:pt x="182877" y="84192"/>
                </a:cubicBezTo>
                <a:cubicBezTo>
                  <a:pt x="176653" y="85090"/>
                  <a:pt x="172251" y="86099"/>
                  <a:pt x="169672" y="87220"/>
                </a:cubicBezTo>
                <a:cubicBezTo>
                  <a:pt x="167092" y="88342"/>
                  <a:pt x="165102" y="89982"/>
                  <a:pt x="163700" y="92141"/>
                </a:cubicBezTo>
                <a:cubicBezTo>
                  <a:pt x="162298" y="94299"/>
                  <a:pt x="161597" y="96696"/>
                  <a:pt x="161597" y="99332"/>
                </a:cubicBezTo>
                <a:cubicBezTo>
                  <a:pt x="161597" y="103369"/>
                  <a:pt x="163125" y="106733"/>
                  <a:pt x="166181" y="109425"/>
                </a:cubicBezTo>
                <a:cubicBezTo>
                  <a:pt x="169237" y="112116"/>
                  <a:pt x="173709" y="113462"/>
                  <a:pt x="179596" y="113462"/>
                </a:cubicBezTo>
                <a:cubicBezTo>
                  <a:pt x="185428" y="113462"/>
                  <a:pt x="190615" y="112186"/>
                  <a:pt x="195157" y="109635"/>
                </a:cubicBezTo>
                <a:cubicBezTo>
                  <a:pt x="199698" y="107084"/>
                  <a:pt x="203035" y="103593"/>
                  <a:pt x="205165" y="99164"/>
                </a:cubicBezTo>
                <a:cubicBezTo>
                  <a:pt x="206791" y="95743"/>
                  <a:pt x="207605" y="90697"/>
                  <a:pt x="207605" y="84024"/>
                </a:cubicBezTo>
                <a:lnTo>
                  <a:pt x="207605" y="78473"/>
                </a:lnTo>
                <a:close/>
                <a:moveTo>
                  <a:pt x="246300" y="123303"/>
                </a:moveTo>
                <a:lnTo>
                  <a:pt x="246300" y="33980"/>
                </a:lnTo>
                <a:lnTo>
                  <a:pt x="259926" y="33980"/>
                </a:lnTo>
                <a:lnTo>
                  <a:pt x="259926" y="46680"/>
                </a:lnTo>
                <a:cubicBezTo>
                  <a:pt x="266486" y="36867"/>
                  <a:pt x="275962" y="31961"/>
                  <a:pt x="288354" y="31961"/>
                </a:cubicBezTo>
                <a:cubicBezTo>
                  <a:pt x="293737" y="31961"/>
                  <a:pt x="298686" y="32928"/>
                  <a:pt x="303199" y="34863"/>
                </a:cubicBezTo>
                <a:cubicBezTo>
                  <a:pt x="307713" y="36797"/>
                  <a:pt x="311092" y="39335"/>
                  <a:pt x="313335" y="42475"/>
                </a:cubicBezTo>
                <a:cubicBezTo>
                  <a:pt x="315577" y="45615"/>
                  <a:pt x="317147" y="49344"/>
                  <a:pt x="318045" y="53661"/>
                </a:cubicBezTo>
                <a:cubicBezTo>
                  <a:pt x="318605" y="56465"/>
                  <a:pt x="318886" y="61371"/>
                  <a:pt x="318886" y="68380"/>
                </a:cubicBezTo>
                <a:lnTo>
                  <a:pt x="318886" y="123303"/>
                </a:lnTo>
                <a:lnTo>
                  <a:pt x="303746" y="123303"/>
                </a:lnTo>
                <a:lnTo>
                  <a:pt x="303746" y="68969"/>
                </a:lnTo>
                <a:cubicBezTo>
                  <a:pt x="303746" y="62801"/>
                  <a:pt x="303157" y="58189"/>
                  <a:pt x="301980" y="55133"/>
                </a:cubicBezTo>
                <a:cubicBezTo>
                  <a:pt x="300802" y="52077"/>
                  <a:pt x="298714" y="49638"/>
                  <a:pt x="295714" y="47816"/>
                </a:cubicBezTo>
                <a:cubicBezTo>
                  <a:pt x="292714" y="45993"/>
                  <a:pt x="289195" y="45082"/>
                  <a:pt x="285158" y="45082"/>
                </a:cubicBezTo>
                <a:cubicBezTo>
                  <a:pt x="278710" y="45082"/>
                  <a:pt x="273145" y="47129"/>
                  <a:pt x="268463" y="51222"/>
                </a:cubicBezTo>
                <a:cubicBezTo>
                  <a:pt x="263781" y="55315"/>
                  <a:pt x="261440" y="63081"/>
                  <a:pt x="261440" y="74520"/>
                </a:cubicBezTo>
                <a:lnTo>
                  <a:pt x="261440" y="123303"/>
                </a:lnTo>
                <a:lnTo>
                  <a:pt x="246300" y="123303"/>
                </a:lnTo>
                <a:close/>
                <a:moveTo>
                  <a:pt x="342021" y="123303"/>
                </a:moveTo>
                <a:lnTo>
                  <a:pt x="342021" y="33980"/>
                </a:lnTo>
                <a:lnTo>
                  <a:pt x="355647" y="33980"/>
                </a:lnTo>
                <a:lnTo>
                  <a:pt x="355647" y="46680"/>
                </a:lnTo>
                <a:cubicBezTo>
                  <a:pt x="362207" y="36867"/>
                  <a:pt x="371683" y="31961"/>
                  <a:pt x="384075" y="31961"/>
                </a:cubicBezTo>
                <a:cubicBezTo>
                  <a:pt x="389458" y="31961"/>
                  <a:pt x="394407" y="32928"/>
                  <a:pt x="398920" y="34863"/>
                </a:cubicBezTo>
                <a:cubicBezTo>
                  <a:pt x="403434" y="36797"/>
                  <a:pt x="406812" y="39335"/>
                  <a:pt x="409055" y="42475"/>
                </a:cubicBezTo>
                <a:cubicBezTo>
                  <a:pt x="411298" y="45615"/>
                  <a:pt x="412868" y="49344"/>
                  <a:pt x="413765" y="53661"/>
                </a:cubicBezTo>
                <a:cubicBezTo>
                  <a:pt x="414326" y="56465"/>
                  <a:pt x="414607" y="61371"/>
                  <a:pt x="414607" y="68380"/>
                </a:cubicBezTo>
                <a:lnTo>
                  <a:pt x="414607" y="123303"/>
                </a:lnTo>
                <a:lnTo>
                  <a:pt x="399467" y="123303"/>
                </a:lnTo>
                <a:lnTo>
                  <a:pt x="399467" y="68969"/>
                </a:lnTo>
                <a:cubicBezTo>
                  <a:pt x="399467" y="62801"/>
                  <a:pt x="398878" y="58189"/>
                  <a:pt x="397701" y="55133"/>
                </a:cubicBezTo>
                <a:cubicBezTo>
                  <a:pt x="396523" y="52077"/>
                  <a:pt x="394435" y="49638"/>
                  <a:pt x="391435" y="47816"/>
                </a:cubicBezTo>
                <a:cubicBezTo>
                  <a:pt x="388435" y="45993"/>
                  <a:pt x="384916" y="45082"/>
                  <a:pt x="380879" y="45082"/>
                </a:cubicBezTo>
                <a:cubicBezTo>
                  <a:pt x="374431" y="45082"/>
                  <a:pt x="368866" y="47129"/>
                  <a:pt x="364184" y="51222"/>
                </a:cubicBezTo>
                <a:cubicBezTo>
                  <a:pt x="359502" y="55315"/>
                  <a:pt x="357161" y="63081"/>
                  <a:pt x="357161" y="74520"/>
                </a:cubicBezTo>
                <a:lnTo>
                  <a:pt x="357161" y="123303"/>
                </a:lnTo>
                <a:lnTo>
                  <a:pt x="342021" y="123303"/>
                </a:lnTo>
                <a:close/>
                <a:moveTo>
                  <a:pt x="498889" y="94538"/>
                </a:moveTo>
                <a:lnTo>
                  <a:pt x="514534" y="96472"/>
                </a:lnTo>
                <a:cubicBezTo>
                  <a:pt x="512066" y="105612"/>
                  <a:pt x="507497" y="112705"/>
                  <a:pt x="500824" y="117752"/>
                </a:cubicBezTo>
                <a:cubicBezTo>
                  <a:pt x="494151" y="122798"/>
                  <a:pt x="485628" y="125321"/>
                  <a:pt x="475255" y="125321"/>
                </a:cubicBezTo>
                <a:cubicBezTo>
                  <a:pt x="462190" y="125321"/>
                  <a:pt x="451831" y="121298"/>
                  <a:pt x="444177" y="113252"/>
                </a:cubicBezTo>
                <a:cubicBezTo>
                  <a:pt x="436523" y="105205"/>
                  <a:pt x="432696" y="93921"/>
                  <a:pt x="432696" y="79398"/>
                </a:cubicBezTo>
                <a:cubicBezTo>
                  <a:pt x="432696" y="64371"/>
                  <a:pt x="436565" y="52708"/>
                  <a:pt x="444303" y="44409"/>
                </a:cubicBezTo>
                <a:cubicBezTo>
                  <a:pt x="452041" y="36110"/>
                  <a:pt x="462078" y="31961"/>
                  <a:pt x="474414" y="31961"/>
                </a:cubicBezTo>
                <a:cubicBezTo>
                  <a:pt x="486357" y="31961"/>
                  <a:pt x="496114" y="36026"/>
                  <a:pt x="503684" y="44157"/>
                </a:cubicBezTo>
                <a:cubicBezTo>
                  <a:pt x="511253" y="52287"/>
                  <a:pt x="515038" y="63726"/>
                  <a:pt x="515038" y="78473"/>
                </a:cubicBezTo>
                <a:cubicBezTo>
                  <a:pt x="515038" y="79370"/>
                  <a:pt x="515010" y="80716"/>
                  <a:pt x="514954" y="82510"/>
                </a:cubicBezTo>
                <a:lnTo>
                  <a:pt x="448340" y="82510"/>
                </a:lnTo>
                <a:cubicBezTo>
                  <a:pt x="448901" y="92323"/>
                  <a:pt x="451677" y="99837"/>
                  <a:pt x="456667" y="105051"/>
                </a:cubicBezTo>
                <a:cubicBezTo>
                  <a:pt x="461658" y="110266"/>
                  <a:pt x="467882" y="112873"/>
                  <a:pt x="475339" y="112873"/>
                </a:cubicBezTo>
                <a:cubicBezTo>
                  <a:pt x="480890" y="112873"/>
                  <a:pt x="485628" y="111415"/>
                  <a:pt x="489553" y="108500"/>
                </a:cubicBezTo>
                <a:cubicBezTo>
                  <a:pt x="493478" y="105584"/>
                  <a:pt x="496591" y="100930"/>
                  <a:pt x="498889" y="94538"/>
                </a:cubicBezTo>
                <a:moveTo>
                  <a:pt x="449181" y="70062"/>
                </a:moveTo>
                <a:lnTo>
                  <a:pt x="499058" y="70062"/>
                </a:lnTo>
                <a:cubicBezTo>
                  <a:pt x="498385" y="62549"/>
                  <a:pt x="496478" y="56913"/>
                  <a:pt x="493338" y="53156"/>
                </a:cubicBezTo>
                <a:cubicBezTo>
                  <a:pt x="488516" y="47325"/>
                  <a:pt x="482264" y="44409"/>
                  <a:pt x="474582" y="44409"/>
                </a:cubicBezTo>
                <a:cubicBezTo>
                  <a:pt x="467629" y="44409"/>
                  <a:pt x="461784" y="46736"/>
                  <a:pt x="457046" y="51390"/>
                </a:cubicBezTo>
                <a:cubicBezTo>
                  <a:pt x="452307" y="56044"/>
                  <a:pt x="449686" y="62268"/>
                  <a:pt x="449181" y="70062"/>
                </a:cubicBezTo>
                <a:close/>
                <a:moveTo>
                  <a:pt x="533296" y="123303"/>
                </a:moveTo>
                <a:lnTo>
                  <a:pt x="533296" y="33980"/>
                </a:lnTo>
                <a:lnTo>
                  <a:pt x="546922" y="33980"/>
                </a:lnTo>
                <a:lnTo>
                  <a:pt x="546922" y="47521"/>
                </a:lnTo>
                <a:cubicBezTo>
                  <a:pt x="550399" y="41185"/>
                  <a:pt x="553609" y="37008"/>
                  <a:pt x="556552" y="34989"/>
                </a:cubicBezTo>
                <a:cubicBezTo>
                  <a:pt x="559496" y="32970"/>
                  <a:pt x="562734" y="31961"/>
                  <a:pt x="566267" y="31961"/>
                </a:cubicBezTo>
                <a:cubicBezTo>
                  <a:pt x="571370" y="31961"/>
                  <a:pt x="576556" y="33587"/>
                  <a:pt x="581827" y="36839"/>
                </a:cubicBezTo>
                <a:lnTo>
                  <a:pt x="576612" y="50885"/>
                </a:lnTo>
                <a:cubicBezTo>
                  <a:pt x="572911" y="48699"/>
                  <a:pt x="569211" y="47605"/>
                  <a:pt x="565510" y="47605"/>
                </a:cubicBezTo>
                <a:cubicBezTo>
                  <a:pt x="562202" y="47605"/>
                  <a:pt x="559230" y="48601"/>
                  <a:pt x="556594" y="50591"/>
                </a:cubicBezTo>
                <a:cubicBezTo>
                  <a:pt x="553959" y="52582"/>
                  <a:pt x="552081" y="55343"/>
                  <a:pt x="550959" y="58876"/>
                </a:cubicBezTo>
                <a:cubicBezTo>
                  <a:pt x="549277" y="64259"/>
                  <a:pt x="548436" y="70146"/>
                  <a:pt x="548436" y="76539"/>
                </a:cubicBezTo>
                <a:lnTo>
                  <a:pt x="548436" y="123303"/>
                </a:lnTo>
                <a:lnTo>
                  <a:pt x="533296" y="1233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walktowardsfridge">
            <a:extLst xmlns:a="http://schemas.openxmlformats.org/drawingml/2006/main">
              <a:ext uri="{FF2B5EF4-FFF2-40B4-BE49-F238E27FC236}">
                <a16:creationId xmlns:a16="http://schemas.microsoft.com/office/drawing/2014/main" id="{24044B82-ECE4-431C-B743-FC19EEC9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055" y="2704207"/>
            <a:ext cx="1331425" cy="102049"/>
          </a:xfrm>
          <a:custGeom xmlns:a="http://schemas.openxmlformats.org/drawingml/2006/main">
            <a:pathLst>
              <a:path w="1331425" h="102049">
                <a:moveTo>
                  <a:pt x="36085" y="49901"/>
                </a:moveTo>
                <a:lnTo>
                  <a:pt x="28673" y="77223"/>
                </a:lnTo>
                <a:cubicBezTo>
                  <a:pt x="28290" y="78680"/>
                  <a:pt x="27715" y="79695"/>
                  <a:pt x="26949" y="80270"/>
                </a:cubicBezTo>
                <a:cubicBezTo>
                  <a:pt x="26183" y="80846"/>
                  <a:pt x="25033" y="81134"/>
                  <a:pt x="23501" y="81134"/>
                </a:cubicBezTo>
                <a:cubicBezTo>
                  <a:pt x="22122" y="81134"/>
                  <a:pt x="21050" y="80769"/>
                  <a:pt x="20283" y="80040"/>
                </a:cubicBezTo>
                <a:cubicBezTo>
                  <a:pt x="19517" y="79312"/>
                  <a:pt x="18828" y="77990"/>
                  <a:pt x="18215" y="76072"/>
                </a:cubicBezTo>
                <a:lnTo>
                  <a:pt x="5056" y="34131"/>
                </a:lnTo>
                <a:lnTo>
                  <a:pt x="4539" y="34131"/>
                </a:lnTo>
                <a:cubicBezTo>
                  <a:pt x="2930" y="34131"/>
                  <a:pt x="1772" y="33815"/>
                  <a:pt x="1063" y="33183"/>
                </a:cubicBezTo>
                <a:cubicBezTo>
                  <a:pt x="354" y="32551"/>
                  <a:pt x="0" y="31488"/>
                  <a:pt x="0" y="29994"/>
                </a:cubicBezTo>
                <a:cubicBezTo>
                  <a:pt x="0" y="28692"/>
                  <a:pt x="373" y="27696"/>
                  <a:pt x="1120" y="27006"/>
                </a:cubicBezTo>
                <a:cubicBezTo>
                  <a:pt x="1867" y="26317"/>
                  <a:pt x="2969" y="25972"/>
                  <a:pt x="4424" y="25972"/>
                </a:cubicBezTo>
                <a:lnTo>
                  <a:pt x="19766" y="25972"/>
                </a:lnTo>
                <a:cubicBezTo>
                  <a:pt x="21835" y="25972"/>
                  <a:pt x="23233" y="26269"/>
                  <a:pt x="23961" y="26863"/>
                </a:cubicBezTo>
                <a:cubicBezTo>
                  <a:pt x="24689" y="27456"/>
                  <a:pt x="25053" y="28500"/>
                  <a:pt x="25053" y="29994"/>
                </a:cubicBezTo>
                <a:cubicBezTo>
                  <a:pt x="25053" y="30914"/>
                  <a:pt x="24842" y="31708"/>
                  <a:pt x="24421" y="32379"/>
                </a:cubicBezTo>
                <a:cubicBezTo>
                  <a:pt x="23999" y="33049"/>
                  <a:pt x="23463" y="33461"/>
                  <a:pt x="22812" y="33614"/>
                </a:cubicBezTo>
                <a:cubicBezTo>
                  <a:pt x="22160" y="33806"/>
                  <a:pt x="21404" y="33940"/>
                  <a:pt x="20542" y="34016"/>
                </a:cubicBezTo>
                <a:cubicBezTo>
                  <a:pt x="19680" y="34093"/>
                  <a:pt x="18636" y="34131"/>
                  <a:pt x="17410" y="34131"/>
                </a:cubicBezTo>
                <a:lnTo>
                  <a:pt x="14078" y="34131"/>
                </a:lnTo>
                <a:lnTo>
                  <a:pt x="23961" y="68652"/>
                </a:lnTo>
                <a:lnTo>
                  <a:pt x="31373" y="43600"/>
                </a:lnTo>
                <a:cubicBezTo>
                  <a:pt x="31795" y="42144"/>
                  <a:pt x="32388" y="41129"/>
                  <a:pt x="33154" y="40554"/>
                </a:cubicBezTo>
                <a:cubicBezTo>
                  <a:pt x="33921" y="39980"/>
                  <a:pt x="35051" y="39692"/>
                  <a:pt x="36545" y="39692"/>
                </a:cubicBezTo>
                <a:cubicBezTo>
                  <a:pt x="37924" y="39692"/>
                  <a:pt x="39006" y="40066"/>
                  <a:pt x="39791" y="40813"/>
                </a:cubicBezTo>
                <a:cubicBezTo>
                  <a:pt x="40576" y="41560"/>
                  <a:pt x="41276" y="42872"/>
                  <a:pt x="41888" y="44749"/>
                </a:cubicBezTo>
                <a:lnTo>
                  <a:pt x="49071" y="68652"/>
                </a:lnTo>
                <a:lnTo>
                  <a:pt x="58552" y="34131"/>
                </a:lnTo>
                <a:lnTo>
                  <a:pt x="57173" y="34131"/>
                </a:lnTo>
                <a:lnTo>
                  <a:pt x="54702" y="34131"/>
                </a:lnTo>
                <a:cubicBezTo>
                  <a:pt x="52059" y="34131"/>
                  <a:pt x="50278" y="33834"/>
                  <a:pt x="49358" y="33241"/>
                </a:cubicBezTo>
                <a:cubicBezTo>
                  <a:pt x="48439" y="32647"/>
                  <a:pt x="47979" y="31565"/>
                  <a:pt x="47979" y="29994"/>
                </a:cubicBezTo>
                <a:cubicBezTo>
                  <a:pt x="47979" y="28462"/>
                  <a:pt x="48324" y="27408"/>
                  <a:pt x="49013" y="26834"/>
                </a:cubicBezTo>
                <a:cubicBezTo>
                  <a:pt x="49703" y="26259"/>
                  <a:pt x="51044" y="25972"/>
                  <a:pt x="53036" y="25972"/>
                </a:cubicBezTo>
                <a:lnTo>
                  <a:pt x="68435" y="25972"/>
                </a:lnTo>
                <a:cubicBezTo>
                  <a:pt x="69622" y="25972"/>
                  <a:pt x="70513" y="26317"/>
                  <a:pt x="71107" y="27006"/>
                </a:cubicBezTo>
                <a:cubicBezTo>
                  <a:pt x="71701" y="27696"/>
                  <a:pt x="71998" y="28692"/>
                  <a:pt x="71998" y="29994"/>
                </a:cubicBezTo>
                <a:cubicBezTo>
                  <a:pt x="71998" y="31450"/>
                  <a:pt x="71653" y="32484"/>
                  <a:pt x="70963" y="33097"/>
                </a:cubicBezTo>
                <a:cubicBezTo>
                  <a:pt x="70274" y="33710"/>
                  <a:pt x="68971" y="34055"/>
                  <a:pt x="67056" y="34131"/>
                </a:cubicBezTo>
                <a:lnTo>
                  <a:pt x="54127" y="77221"/>
                </a:lnTo>
                <a:cubicBezTo>
                  <a:pt x="53629" y="78679"/>
                  <a:pt x="53007" y="79695"/>
                  <a:pt x="52260" y="80270"/>
                </a:cubicBezTo>
                <a:cubicBezTo>
                  <a:pt x="51513" y="80846"/>
                  <a:pt x="50393" y="81134"/>
                  <a:pt x="48899" y="81134"/>
                </a:cubicBezTo>
                <a:cubicBezTo>
                  <a:pt x="47520" y="81134"/>
                  <a:pt x="46428" y="80760"/>
                  <a:pt x="45623" y="80011"/>
                </a:cubicBezTo>
                <a:cubicBezTo>
                  <a:pt x="44819" y="79264"/>
                  <a:pt x="44149" y="77951"/>
                  <a:pt x="43612" y="76072"/>
                </a:cubicBezTo>
                <a:lnTo>
                  <a:pt x="36085" y="49901"/>
                </a:lnTo>
                <a:close/>
                <a:moveTo>
                  <a:pt x="119534" y="53725"/>
                </a:moveTo>
                <a:cubicBezTo>
                  <a:pt x="117427" y="53036"/>
                  <a:pt x="115387" y="52528"/>
                  <a:pt x="113415" y="52202"/>
                </a:cubicBezTo>
                <a:cubicBezTo>
                  <a:pt x="111442" y="51877"/>
                  <a:pt x="109479" y="51714"/>
                  <a:pt x="107525" y="51714"/>
                </a:cubicBezTo>
                <a:cubicBezTo>
                  <a:pt x="101626" y="51714"/>
                  <a:pt x="96971" y="52710"/>
                  <a:pt x="93562" y="54702"/>
                </a:cubicBezTo>
                <a:cubicBezTo>
                  <a:pt x="90153" y="56694"/>
                  <a:pt x="88448" y="59375"/>
                  <a:pt x="88448" y="62746"/>
                </a:cubicBezTo>
                <a:cubicBezTo>
                  <a:pt x="88448" y="65351"/>
                  <a:pt x="89511" y="67496"/>
                  <a:pt x="91637" y="69182"/>
                </a:cubicBezTo>
                <a:cubicBezTo>
                  <a:pt x="93763" y="70867"/>
                  <a:pt x="96473" y="71710"/>
                  <a:pt x="99768" y="71710"/>
                </a:cubicBezTo>
                <a:cubicBezTo>
                  <a:pt x="104633" y="71710"/>
                  <a:pt x="109143" y="70437"/>
                  <a:pt x="113300" y="67889"/>
                </a:cubicBezTo>
                <a:cubicBezTo>
                  <a:pt x="117456" y="65342"/>
                  <a:pt x="119534" y="62689"/>
                  <a:pt x="119534" y="59931"/>
                </a:cubicBezTo>
                <a:lnTo>
                  <a:pt x="119534" y="53725"/>
                </a:lnTo>
                <a:moveTo>
                  <a:pt x="119994" y="71825"/>
                </a:moveTo>
                <a:cubicBezTo>
                  <a:pt x="116853" y="74660"/>
                  <a:pt x="113434" y="76824"/>
                  <a:pt x="109737" y="78318"/>
                </a:cubicBezTo>
                <a:cubicBezTo>
                  <a:pt x="106041" y="79812"/>
                  <a:pt x="102239" y="80559"/>
                  <a:pt x="98331" y="80559"/>
                </a:cubicBezTo>
                <a:cubicBezTo>
                  <a:pt x="92624" y="80559"/>
                  <a:pt x="88017" y="78967"/>
                  <a:pt x="84512" y="75783"/>
                </a:cubicBezTo>
                <a:cubicBezTo>
                  <a:pt x="81007" y="72598"/>
                  <a:pt x="79255" y="68455"/>
                  <a:pt x="79255" y="63352"/>
                </a:cubicBezTo>
                <a:cubicBezTo>
                  <a:pt x="79255" y="57290"/>
                  <a:pt x="81582" y="52590"/>
                  <a:pt x="86236" y="49252"/>
                </a:cubicBezTo>
                <a:cubicBezTo>
                  <a:pt x="90890" y="45914"/>
                  <a:pt x="97431" y="44244"/>
                  <a:pt x="105859" y="44244"/>
                </a:cubicBezTo>
                <a:cubicBezTo>
                  <a:pt x="108080" y="44244"/>
                  <a:pt x="110321" y="44388"/>
                  <a:pt x="112581" y="44675"/>
                </a:cubicBezTo>
                <a:cubicBezTo>
                  <a:pt x="114841" y="44963"/>
                  <a:pt x="117159" y="45413"/>
                  <a:pt x="119534" y="46026"/>
                </a:cubicBezTo>
                <a:lnTo>
                  <a:pt x="119534" y="45623"/>
                </a:lnTo>
                <a:cubicBezTo>
                  <a:pt x="119534" y="41235"/>
                  <a:pt x="118481" y="37992"/>
                  <a:pt x="116374" y="35896"/>
                </a:cubicBezTo>
                <a:cubicBezTo>
                  <a:pt x="114267" y="33800"/>
                  <a:pt x="110992" y="32752"/>
                  <a:pt x="106548" y="32752"/>
                </a:cubicBezTo>
                <a:cubicBezTo>
                  <a:pt x="103560" y="32752"/>
                  <a:pt x="100227" y="33557"/>
                  <a:pt x="96550" y="35166"/>
                </a:cubicBezTo>
                <a:cubicBezTo>
                  <a:pt x="92873" y="36774"/>
                  <a:pt x="90440" y="37579"/>
                  <a:pt x="89253" y="37579"/>
                </a:cubicBezTo>
                <a:cubicBezTo>
                  <a:pt x="88142" y="37579"/>
                  <a:pt x="87222" y="37129"/>
                  <a:pt x="86495" y="36229"/>
                </a:cubicBezTo>
                <a:cubicBezTo>
                  <a:pt x="85767" y="35328"/>
                  <a:pt x="85403" y="34170"/>
                  <a:pt x="85403" y="32752"/>
                </a:cubicBezTo>
                <a:cubicBezTo>
                  <a:pt x="85403" y="30477"/>
                  <a:pt x="87519" y="28548"/>
                  <a:pt x="91752" y="26967"/>
                </a:cubicBezTo>
                <a:cubicBezTo>
                  <a:pt x="95985" y="25384"/>
                  <a:pt x="101396" y="24593"/>
                  <a:pt x="107985" y="24593"/>
                </a:cubicBezTo>
                <a:cubicBezTo>
                  <a:pt x="114727" y="24593"/>
                  <a:pt x="119821" y="26310"/>
                  <a:pt x="123269" y="29743"/>
                </a:cubicBezTo>
                <a:cubicBezTo>
                  <a:pt x="126717" y="33175"/>
                  <a:pt x="128440" y="38247"/>
                  <a:pt x="128440" y="44959"/>
                </a:cubicBezTo>
                <a:lnTo>
                  <a:pt x="128440" y="71021"/>
                </a:lnTo>
                <a:lnTo>
                  <a:pt x="131256" y="71021"/>
                </a:lnTo>
                <a:cubicBezTo>
                  <a:pt x="133976" y="71021"/>
                  <a:pt x="135795" y="71306"/>
                  <a:pt x="136715" y="71877"/>
                </a:cubicBezTo>
                <a:cubicBezTo>
                  <a:pt x="137634" y="72447"/>
                  <a:pt x="138094" y="73474"/>
                  <a:pt x="138094" y="74957"/>
                </a:cubicBezTo>
                <a:cubicBezTo>
                  <a:pt x="138094" y="76326"/>
                  <a:pt x="137711" y="77353"/>
                  <a:pt x="136944" y="78038"/>
                </a:cubicBezTo>
                <a:cubicBezTo>
                  <a:pt x="136178" y="78723"/>
                  <a:pt x="135029" y="79065"/>
                  <a:pt x="133497" y="79065"/>
                </a:cubicBezTo>
                <a:lnTo>
                  <a:pt x="124476" y="79065"/>
                </a:lnTo>
                <a:cubicBezTo>
                  <a:pt x="123403" y="79065"/>
                  <a:pt x="122522" y="78742"/>
                  <a:pt x="121832" y="78097"/>
                </a:cubicBezTo>
                <a:cubicBezTo>
                  <a:pt x="121143" y="77451"/>
                  <a:pt x="120683" y="76519"/>
                  <a:pt x="120453" y="75303"/>
                </a:cubicBezTo>
                <a:lnTo>
                  <a:pt x="119994" y="71825"/>
                </a:lnTo>
                <a:close/>
                <a:moveTo>
                  <a:pt x="173276" y="12067"/>
                </a:moveTo>
                <a:lnTo>
                  <a:pt x="163508" y="12067"/>
                </a:lnTo>
                <a:cubicBezTo>
                  <a:pt x="159792" y="12067"/>
                  <a:pt x="157465" y="11774"/>
                  <a:pt x="156526" y="11189"/>
                </a:cubicBezTo>
                <a:cubicBezTo>
                  <a:pt x="155588" y="10603"/>
                  <a:pt x="155118" y="9536"/>
                  <a:pt x="155118" y="7987"/>
                </a:cubicBezTo>
                <a:cubicBezTo>
                  <a:pt x="155118" y="6627"/>
                  <a:pt x="155511" y="5607"/>
                  <a:pt x="156296" y="4927"/>
                </a:cubicBezTo>
                <a:cubicBezTo>
                  <a:pt x="157082" y="4247"/>
                  <a:pt x="158221" y="3907"/>
                  <a:pt x="159715" y="3907"/>
                </a:cubicBezTo>
                <a:lnTo>
                  <a:pt x="178677" y="3907"/>
                </a:lnTo>
                <a:cubicBezTo>
                  <a:pt x="179711" y="3907"/>
                  <a:pt x="180516" y="4118"/>
                  <a:pt x="181090" y="4539"/>
                </a:cubicBezTo>
                <a:cubicBezTo>
                  <a:pt x="181665" y="4960"/>
                  <a:pt x="181952" y="5533"/>
                  <a:pt x="181952" y="6260"/>
                </a:cubicBezTo>
                <a:lnTo>
                  <a:pt x="181952" y="70906"/>
                </a:lnTo>
                <a:lnTo>
                  <a:pt x="199995" y="70906"/>
                </a:lnTo>
                <a:cubicBezTo>
                  <a:pt x="201450" y="70906"/>
                  <a:pt x="202513" y="71224"/>
                  <a:pt x="203184" y="71861"/>
                </a:cubicBezTo>
                <a:cubicBezTo>
                  <a:pt x="203854" y="72497"/>
                  <a:pt x="204189" y="73509"/>
                  <a:pt x="204189" y="74899"/>
                </a:cubicBezTo>
                <a:cubicBezTo>
                  <a:pt x="204189" y="76481"/>
                  <a:pt x="203864" y="77571"/>
                  <a:pt x="203212" y="78169"/>
                </a:cubicBezTo>
                <a:cubicBezTo>
                  <a:pt x="202561" y="78766"/>
                  <a:pt x="201335" y="79065"/>
                  <a:pt x="199535" y="79065"/>
                </a:cubicBezTo>
                <a:lnTo>
                  <a:pt x="157129" y="79065"/>
                </a:lnTo>
                <a:cubicBezTo>
                  <a:pt x="155635" y="79065"/>
                  <a:pt x="154496" y="78718"/>
                  <a:pt x="153711" y="78024"/>
                </a:cubicBezTo>
                <a:cubicBezTo>
                  <a:pt x="152925" y="77329"/>
                  <a:pt x="152533" y="76288"/>
                  <a:pt x="152533" y="74899"/>
                </a:cubicBezTo>
                <a:cubicBezTo>
                  <a:pt x="152533" y="73549"/>
                  <a:pt x="152935" y="72546"/>
                  <a:pt x="153739" y="71890"/>
                </a:cubicBezTo>
                <a:cubicBezTo>
                  <a:pt x="154544" y="71234"/>
                  <a:pt x="155750" y="70906"/>
                  <a:pt x="157359" y="70906"/>
                </a:cubicBezTo>
                <a:lnTo>
                  <a:pt x="173276" y="70906"/>
                </a:lnTo>
                <a:lnTo>
                  <a:pt x="173276" y="12067"/>
                </a:lnTo>
                <a:close/>
                <a:moveTo>
                  <a:pt x="237016" y="57052"/>
                </a:moveTo>
                <a:lnTo>
                  <a:pt x="237016" y="74005"/>
                </a:lnTo>
                <a:cubicBezTo>
                  <a:pt x="237016" y="75538"/>
                  <a:pt x="236700" y="76765"/>
                  <a:pt x="236068" y="77686"/>
                </a:cubicBezTo>
                <a:cubicBezTo>
                  <a:pt x="235436" y="78605"/>
                  <a:pt x="234622" y="79065"/>
                  <a:pt x="233626" y="79065"/>
                </a:cubicBezTo>
                <a:lnTo>
                  <a:pt x="222996" y="79065"/>
                </a:lnTo>
                <a:cubicBezTo>
                  <a:pt x="221502" y="79065"/>
                  <a:pt x="220372" y="78718"/>
                  <a:pt x="219606" y="78024"/>
                </a:cubicBezTo>
                <a:cubicBezTo>
                  <a:pt x="218840" y="77329"/>
                  <a:pt x="218456" y="76288"/>
                  <a:pt x="218456" y="74899"/>
                </a:cubicBezTo>
                <a:cubicBezTo>
                  <a:pt x="218456" y="73356"/>
                  <a:pt x="218907" y="72305"/>
                  <a:pt x="219807" y="71746"/>
                </a:cubicBezTo>
                <a:cubicBezTo>
                  <a:pt x="220707" y="71186"/>
                  <a:pt x="222632" y="70906"/>
                  <a:pt x="225581" y="70906"/>
                </a:cubicBezTo>
                <a:lnTo>
                  <a:pt x="228340" y="70906"/>
                </a:lnTo>
                <a:lnTo>
                  <a:pt x="228340" y="12067"/>
                </a:lnTo>
                <a:lnTo>
                  <a:pt x="225984" y="12067"/>
                </a:lnTo>
                <a:cubicBezTo>
                  <a:pt x="222689" y="12067"/>
                  <a:pt x="220563" y="11770"/>
                  <a:pt x="219606" y="11176"/>
                </a:cubicBezTo>
                <a:cubicBezTo>
                  <a:pt x="218648" y="10582"/>
                  <a:pt x="218169" y="9500"/>
                  <a:pt x="218169" y="7929"/>
                </a:cubicBezTo>
                <a:cubicBezTo>
                  <a:pt x="218169" y="6550"/>
                  <a:pt x="218562" y="5516"/>
                  <a:pt x="219347" y="4827"/>
                </a:cubicBezTo>
                <a:cubicBezTo>
                  <a:pt x="220132" y="4137"/>
                  <a:pt x="221272" y="3792"/>
                  <a:pt x="222766" y="3792"/>
                </a:cubicBezTo>
                <a:lnTo>
                  <a:pt x="233741" y="3792"/>
                </a:lnTo>
                <a:cubicBezTo>
                  <a:pt x="234775" y="3792"/>
                  <a:pt x="235580" y="4004"/>
                  <a:pt x="236154" y="4426"/>
                </a:cubicBezTo>
                <a:cubicBezTo>
                  <a:pt x="236729" y="4848"/>
                  <a:pt x="237016" y="5422"/>
                  <a:pt x="237016" y="6150"/>
                </a:cubicBezTo>
                <a:lnTo>
                  <a:pt x="237016" y="47381"/>
                </a:lnTo>
                <a:lnTo>
                  <a:pt x="253622" y="33465"/>
                </a:lnTo>
                <a:cubicBezTo>
                  <a:pt x="252358" y="32931"/>
                  <a:pt x="251429" y="32340"/>
                  <a:pt x="250835" y="31693"/>
                </a:cubicBezTo>
                <a:cubicBezTo>
                  <a:pt x="250241" y="31044"/>
                  <a:pt x="249945" y="30281"/>
                  <a:pt x="249945" y="29403"/>
                </a:cubicBezTo>
                <a:cubicBezTo>
                  <a:pt x="249945" y="28260"/>
                  <a:pt x="250366" y="27402"/>
                  <a:pt x="251209" y="26830"/>
                </a:cubicBezTo>
                <a:cubicBezTo>
                  <a:pt x="252051" y="26258"/>
                  <a:pt x="253277" y="25972"/>
                  <a:pt x="254886" y="25972"/>
                </a:cubicBezTo>
                <a:lnTo>
                  <a:pt x="270458" y="25972"/>
                </a:lnTo>
                <a:cubicBezTo>
                  <a:pt x="271913" y="25972"/>
                  <a:pt x="273024" y="26298"/>
                  <a:pt x="273791" y="26949"/>
                </a:cubicBezTo>
                <a:cubicBezTo>
                  <a:pt x="274557" y="27599"/>
                  <a:pt x="274940" y="28574"/>
                  <a:pt x="274940" y="29874"/>
                </a:cubicBezTo>
                <a:cubicBezTo>
                  <a:pt x="274940" y="32170"/>
                  <a:pt x="273082" y="33509"/>
                  <a:pt x="269366" y="33891"/>
                </a:cubicBezTo>
                <a:cubicBezTo>
                  <a:pt x="268638" y="33967"/>
                  <a:pt x="268064" y="34044"/>
                  <a:pt x="267642" y="34121"/>
                </a:cubicBezTo>
                <a:cubicBezTo>
                  <a:pt x="266072" y="34312"/>
                  <a:pt x="264348" y="34915"/>
                  <a:pt x="262471" y="35929"/>
                </a:cubicBezTo>
                <a:cubicBezTo>
                  <a:pt x="260594" y="36943"/>
                  <a:pt x="258698" y="38291"/>
                  <a:pt x="256782" y="39974"/>
                </a:cubicBezTo>
                <a:lnTo>
                  <a:pt x="248451" y="47263"/>
                </a:lnTo>
                <a:lnTo>
                  <a:pt x="270228" y="70906"/>
                </a:lnTo>
                <a:lnTo>
                  <a:pt x="275170" y="70906"/>
                </a:lnTo>
                <a:cubicBezTo>
                  <a:pt x="276817" y="70906"/>
                  <a:pt x="277995" y="71215"/>
                  <a:pt x="278703" y="71832"/>
                </a:cubicBezTo>
                <a:cubicBezTo>
                  <a:pt x="279412" y="72449"/>
                  <a:pt x="279766" y="73471"/>
                  <a:pt x="279766" y="74899"/>
                </a:cubicBezTo>
                <a:cubicBezTo>
                  <a:pt x="279766" y="76250"/>
                  <a:pt x="279374" y="77281"/>
                  <a:pt x="278588" y="77995"/>
                </a:cubicBezTo>
                <a:cubicBezTo>
                  <a:pt x="277803" y="78708"/>
                  <a:pt x="276664" y="79065"/>
                  <a:pt x="275170" y="79065"/>
                </a:cubicBezTo>
                <a:lnTo>
                  <a:pt x="259598" y="79065"/>
                </a:lnTo>
                <a:cubicBezTo>
                  <a:pt x="257912" y="79065"/>
                  <a:pt x="256687" y="78778"/>
                  <a:pt x="255920" y="78203"/>
                </a:cubicBezTo>
                <a:cubicBezTo>
                  <a:pt x="255154" y="77627"/>
                  <a:pt x="254771" y="76707"/>
                  <a:pt x="254771" y="75443"/>
                </a:cubicBezTo>
                <a:cubicBezTo>
                  <a:pt x="254771" y="74408"/>
                  <a:pt x="255145" y="73517"/>
                  <a:pt x="255892" y="72770"/>
                </a:cubicBezTo>
                <a:cubicBezTo>
                  <a:pt x="256639" y="72021"/>
                  <a:pt x="257759" y="71418"/>
                  <a:pt x="259253" y="70958"/>
                </a:cubicBezTo>
                <a:lnTo>
                  <a:pt x="242187" y="52341"/>
                </a:lnTo>
                <a:lnTo>
                  <a:pt x="237016" y="57052"/>
                </a:lnTo>
                <a:close/>
                <a:moveTo>
                  <a:pt x="403857" y="29190"/>
                </a:moveTo>
                <a:cubicBezTo>
                  <a:pt x="405734" y="29190"/>
                  <a:pt x="407104" y="29518"/>
                  <a:pt x="407966" y="30174"/>
                </a:cubicBezTo>
                <a:cubicBezTo>
                  <a:pt x="408827" y="30830"/>
                  <a:pt x="409258" y="31871"/>
                  <a:pt x="409258" y="33298"/>
                </a:cubicBezTo>
                <a:cubicBezTo>
                  <a:pt x="409258" y="34648"/>
                  <a:pt x="408856" y="35661"/>
                  <a:pt x="408052" y="36336"/>
                </a:cubicBezTo>
                <a:cubicBezTo>
                  <a:pt x="407247" y="37011"/>
                  <a:pt x="406041" y="37349"/>
                  <a:pt x="404432" y="37349"/>
                </a:cubicBezTo>
                <a:lnTo>
                  <a:pt x="381160" y="37349"/>
                </a:lnTo>
                <a:lnTo>
                  <a:pt x="381160" y="56541"/>
                </a:lnTo>
                <a:cubicBezTo>
                  <a:pt x="381160" y="62823"/>
                  <a:pt x="381974" y="66960"/>
                  <a:pt x="383602" y="68952"/>
                </a:cubicBezTo>
                <a:cubicBezTo>
                  <a:pt x="385230" y="70944"/>
                  <a:pt x="388017" y="71940"/>
                  <a:pt x="391963" y="71940"/>
                </a:cubicBezTo>
                <a:cubicBezTo>
                  <a:pt x="395449" y="71940"/>
                  <a:pt x="399624" y="70925"/>
                  <a:pt x="404489" y="68895"/>
                </a:cubicBezTo>
                <a:cubicBezTo>
                  <a:pt x="409354" y="66864"/>
                  <a:pt x="412361" y="65849"/>
                  <a:pt x="413510" y="65849"/>
                </a:cubicBezTo>
                <a:cubicBezTo>
                  <a:pt x="414583" y="65849"/>
                  <a:pt x="415493" y="66232"/>
                  <a:pt x="416240" y="66998"/>
                </a:cubicBezTo>
                <a:cubicBezTo>
                  <a:pt x="416987" y="67765"/>
                  <a:pt x="417360" y="68703"/>
                  <a:pt x="417360" y="69814"/>
                </a:cubicBezTo>
                <a:cubicBezTo>
                  <a:pt x="417360" y="71078"/>
                  <a:pt x="416891" y="72176"/>
                  <a:pt x="415952" y="73109"/>
                </a:cubicBezTo>
                <a:cubicBezTo>
                  <a:pt x="415014" y="74042"/>
                  <a:pt x="413415" y="74945"/>
                  <a:pt x="411155" y="75820"/>
                </a:cubicBezTo>
                <a:cubicBezTo>
                  <a:pt x="407401" y="77304"/>
                  <a:pt x="404020" y="78388"/>
                  <a:pt x="401013" y="79072"/>
                </a:cubicBezTo>
                <a:cubicBezTo>
                  <a:pt x="398006" y="79757"/>
                  <a:pt x="395181" y="80099"/>
                  <a:pt x="392537" y="80099"/>
                </a:cubicBezTo>
                <a:cubicBezTo>
                  <a:pt x="388056" y="80099"/>
                  <a:pt x="384292" y="79382"/>
                  <a:pt x="381247" y="77948"/>
                </a:cubicBezTo>
                <a:cubicBezTo>
                  <a:pt x="378201" y="76513"/>
                  <a:pt x="375932" y="74380"/>
                  <a:pt x="374438" y="71549"/>
                </a:cubicBezTo>
                <a:cubicBezTo>
                  <a:pt x="373671" y="70210"/>
                  <a:pt x="373126" y="68623"/>
                  <a:pt x="372800" y="66787"/>
                </a:cubicBezTo>
                <a:cubicBezTo>
                  <a:pt x="372474" y="64950"/>
                  <a:pt x="372312" y="62119"/>
                  <a:pt x="372312" y="58293"/>
                </a:cubicBezTo>
                <a:lnTo>
                  <a:pt x="372312" y="56516"/>
                </a:lnTo>
                <a:lnTo>
                  <a:pt x="372312" y="37349"/>
                </a:lnTo>
                <a:lnTo>
                  <a:pt x="362543" y="37349"/>
                </a:lnTo>
                <a:cubicBezTo>
                  <a:pt x="360934" y="37349"/>
                  <a:pt x="359766" y="37031"/>
                  <a:pt x="359038" y="36396"/>
                </a:cubicBezTo>
                <a:cubicBezTo>
                  <a:pt x="358310" y="35759"/>
                  <a:pt x="357947" y="34726"/>
                  <a:pt x="357947" y="33298"/>
                </a:cubicBezTo>
                <a:cubicBezTo>
                  <a:pt x="357947" y="31717"/>
                  <a:pt x="358444" y="30637"/>
                  <a:pt x="359440" y="30059"/>
                </a:cubicBezTo>
                <a:cubicBezTo>
                  <a:pt x="360436" y="29479"/>
                  <a:pt x="362562" y="29190"/>
                  <a:pt x="365819" y="29190"/>
                </a:cubicBezTo>
                <a:lnTo>
                  <a:pt x="372312" y="29190"/>
                </a:lnTo>
                <a:lnTo>
                  <a:pt x="372312" y="17410"/>
                </a:lnTo>
                <a:lnTo>
                  <a:pt x="372312" y="14365"/>
                </a:lnTo>
                <a:cubicBezTo>
                  <a:pt x="372312" y="12718"/>
                  <a:pt x="372666" y="11502"/>
                  <a:pt x="373375" y="10716"/>
                </a:cubicBezTo>
                <a:cubicBezTo>
                  <a:pt x="374083" y="9931"/>
                  <a:pt x="375185" y="9538"/>
                  <a:pt x="376679" y="9538"/>
                </a:cubicBezTo>
                <a:cubicBezTo>
                  <a:pt x="378364" y="9538"/>
                  <a:pt x="379532" y="10017"/>
                  <a:pt x="380184" y="10975"/>
                </a:cubicBezTo>
                <a:cubicBezTo>
                  <a:pt x="380835" y="11933"/>
                  <a:pt x="381160" y="14116"/>
                  <a:pt x="381160" y="17525"/>
                </a:cubicBezTo>
                <a:lnTo>
                  <a:pt x="381160" y="29190"/>
                </a:lnTo>
                <a:lnTo>
                  <a:pt x="403857" y="29190"/>
                </a:lnTo>
                <a:close/>
                <a:moveTo>
                  <a:pt x="458518" y="72400"/>
                </a:moveTo>
                <a:cubicBezTo>
                  <a:pt x="464417" y="72400"/>
                  <a:pt x="469253" y="70538"/>
                  <a:pt x="473027" y="66814"/>
                </a:cubicBezTo>
                <a:cubicBezTo>
                  <a:pt x="476800" y="63089"/>
                  <a:pt x="478686" y="58344"/>
                  <a:pt x="478686" y="52576"/>
                </a:cubicBezTo>
                <a:cubicBezTo>
                  <a:pt x="478686" y="46808"/>
                  <a:pt x="476790" y="42043"/>
                  <a:pt x="472998" y="38281"/>
                </a:cubicBezTo>
                <a:cubicBezTo>
                  <a:pt x="469205" y="34519"/>
                  <a:pt x="464379" y="32637"/>
                  <a:pt x="458518" y="32637"/>
                </a:cubicBezTo>
                <a:cubicBezTo>
                  <a:pt x="452657" y="32637"/>
                  <a:pt x="447840" y="34519"/>
                  <a:pt x="444067" y="38281"/>
                </a:cubicBezTo>
                <a:cubicBezTo>
                  <a:pt x="440293" y="42043"/>
                  <a:pt x="438407" y="46808"/>
                  <a:pt x="438407" y="52576"/>
                </a:cubicBezTo>
                <a:cubicBezTo>
                  <a:pt x="438407" y="58382"/>
                  <a:pt x="440284" y="63137"/>
                  <a:pt x="444038" y="66842"/>
                </a:cubicBezTo>
                <a:cubicBezTo>
                  <a:pt x="447792" y="70547"/>
                  <a:pt x="452619" y="72400"/>
                  <a:pt x="458518" y="72400"/>
                </a:cubicBezTo>
                <a:moveTo>
                  <a:pt x="488684" y="52605"/>
                </a:moveTo>
                <a:cubicBezTo>
                  <a:pt x="488684" y="60811"/>
                  <a:pt x="485888" y="67522"/>
                  <a:pt x="480295" y="72737"/>
                </a:cubicBezTo>
                <a:cubicBezTo>
                  <a:pt x="474702" y="77952"/>
                  <a:pt x="467443" y="80559"/>
                  <a:pt x="458518" y="80559"/>
                </a:cubicBezTo>
                <a:cubicBezTo>
                  <a:pt x="449631" y="80559"/>
                  <a:pt x="442391" y="77952"/>
                  <a:pt x="436798" y="72737"/>
                </a:cubicBezTo>
                <a:cubicBezTo>
                  <a:pt x="431205" y="67522"/>
                  <a:pt x="428409" y="60811"/>
                  <a:pt x="428409" y="52605"/>
                </a:cubicBezTo>
                <a:cubicBezTo>
                  <a:pt x="428409" y="44399"/>
                  <a:pt x="431205" y="37698"/>
                  <a:pt x="436798" y="32503"/>
                </a:cubicBezTo>
                <a:cubicBezTo>
                  <a:pt x="442391" y="27306"/>
                  <a:pt x="449631" y="24708"/>
                  <a:pt x="458518" y="24708"/>
                </a:cubicBezTo>
                <a:cubicBezTo>
                  <a:pt x="467405" y="24708"/>
                  <a:pt x="474655" y="27316"/>
                  <a:pt x="480267" y="32531"/>
                </a:cubicBezTo>
                <a:cubicBezTo>
                  <a:pt x="485878" y="37746"/>
                  <a:pt x="488684" y="44437"/>
                  <a:pt x="488684" y="52605"/>
                </a:cubicBezTo>
                <a:close/>
                <a:moveTo>
                  <a:pt x="528521" y="49901"/>
                </a:moveTo>
                <a:lnTo>
                  <a:pt x="521109" y="77223"/>
                </a:lnTo>
                <a:cubicBezTo>
                  <a:pt x="520726" y="78680"/>
                  <a:pt x="520151" y="79695"/>
                  <a:pt x="519385" y="80270"/>
                </a:cubicBezTo>
                <a:cubicBezTo>
                  <a:pt x="518619" y="80846"/>
                  <a:pt x="517470" y="81134"/>
                  <a:pt x="515938" y="81134"/>
                </a:cubicBezTo>
                <a:cubicBezTo>
                  <a:pt x="514559" y="81134"/>
                  <a:pt x="513486" y="80769"/>
                  <a:pt x="512720" y="80040"/>
                </a:cubicBezTo>
                <a:cubicBezTo>
                  <a:pt x="511954" y="79312"/>
                  <a:pt x="511264" y="77990"/>
                  <a:pt x="510651" y="76072"/>
                </a:cubicBezTo>
                <a:lnTo>
                  <a:pt x="497493" y="34131"/>
                </a:lnTo>
                <a:lnTo>
                  <a:pt x="496976" y="34131"/>
                </a:lnTo>
                <a:cubicBezTo>
                  <a:pt x="495367" y="34131"/>
                  <a:pt x="494208" y="33815"/>
                  <a:pt x="493499" y="33183"/>
                </a:cubicBezTo>
                <a:cubicBezTo>
                  <a:pt x="492791" y="32551"/>
                  <a:pt x="492436" y="31488"/>
                  <a:pt x="492436" y="29994"/>
                </a:cubicBezTo>
                <a:cubicBezTo>
                  <a:pt x="492436" y="28692"/>
                  <a:pt x="492810" y="27696"/>
                  <a:pt x="493557" y="27006"/>
                </a:cubicBezTo>
                <a:cubicBezTo>
                  <a:pt x="494304" y="26317"/>
                  <a:pt x="495405" y="25972"/>
                  <a:pt x="496861" y="25972"/>
                </a:cubicBezTo>
                <a:lnTo>
                  <a:pt x="512203" y="25972"/>
                </a:lnTo>
                <a:cubicBezTo>
                  <a:pt x="514271" y="25972"/>
                  <a:pt x="515669" y="26269"/>
                  <a:pt x="516397" y="26863"/>
                </a:cubicBezTo>
                <a:cubicBezTo>
                  <a:pt x="517125" y="27456"/>
                  <a:pt x="517489" y="28500"/>
                  <a:pt x="517489" y="29994"/>
                </a:cubicBezTo>
                <a:cubicBezTo>
                  <a:pt x="517489" y="30914"/>
                  <a:pt x="517278" y="31708"/>
                  <a:pt x="516857" y="32379"/>
                </a:cubicBezTo>
                <a:cubicBezTo>
                  <a:pt x="516436" y="33049"/>
                  <a:pt x="515899" y="33461"/>
                  <a:pt x="515248" y="33614"/>
                </a:cubicBezTo>
                <a:cubicBezTo>
                  <a:pt x="514597" y="33806"/>
                  <a:pt x="513840" y="33940"/>
                  <a:pt x="512978" y="34016"/>
                </a:cubicBezTo>
                <a:cubicBezTo>
                  <a:pt x="512116" y="34093"/>
                  <a:pt x="511073" y="34131"/>
                  <a:pt x="509847" y="34131"/>
                </a:cubicBezTo>
                <a:lnTo>
                  <a:pt x="506514" y="34131"/>
                </a:lnTo>
                <a:lnTo>
                  <a:pt x="516397" y="68652"/>
                </a:lnTo>
                <a:lnTo>
                  <a:pt x="523810" y="43600"/>
                </a:lnTo>
                <a:cubicBezTo>
                  <a:pt x="524231" y="42144"/>
                  <a:pt x="524825" y="41129"/>
                  <a:pt x="525591" y="40554"/>
                </a:cubicBezTo>
                <a:cubicBezTo>
                  <a:pt x="526357" y="39980"/>
                  <a:pt x="527487" y="39692"/>
                  <a:pt x="528981" y="39692"/>
                </a:cubicBezTo>
                <a:cubicBezTo>
                  <a:pt x="530360" y="39692"/>
                  <a:pt x="531442" y="40066"/>
                  <a:pt x="532228" y="40813"/>
                </a:cubicBezTo>
                <a:cubicBezTo>
                  <a:pt x="533013" y="41560"/>
                  <a:pt x="533712" y="42872"/>
                  <a:pt x="534325" y="44749"/>
                </a:cubicBezTo>
                <a:lnTo>
                  <a:pt x="541507" y="68652"/>
                </a:lnTo>
                <a:lnTo>
                  <a:pt x="550988" y="34131"/>
                </a:lnTo>
                <a:lnTo>
                  <a:pt x="549609" y="34131"/>
                </a:lnTo>
                <a:lnTo>
                  <a:pt x="547138" y="34131"/>
                </a:lnTo>
                <a:cubicBezTo>
                  <a:pt x="544495" y="34131"/>
                  <a:pt x="542714" y="33834"/>
                  <a:pt x="541795" y="33241"/>
                </a:cubicBezTo>
                <a:cubicBezTo>
                  <a:pt x="540875" y="32647"/>
                  <a:pt x="540416" y="31565"/>
                  <a:pt x="540416" y="29994"/>
                </a:cubicBezTo>
                <a:cubicBezTo>
                  <a:pt x="540416" y="28462"/>
                  <a:pt x="540760" y="27408"/>
                  <a:pt x="541450" y="26834"/>
                </a:cubicBezTo>
                <a:cubicBezTo>
                  <a:pt x="542139" y="26259"/>
                  <a:pt x="543480" y="25972"/>
                  <a:pt x="545472" y="25972"/>
                </a:cubicBezTo>
                <a:lnTo>
                  <a:pt x="560871" y="25972"/>
                </a:lnTo>
                <a:cubicBezTo>
                  <a:pt x="562059" y="25972"/>
                  <a:pt x="562950" y="26317"/>
                  <a:pt x="563543" y="27006"/>
                </a:cubicBezTo>
                <a:cubicBezTo>
                  <a:pt x="564137" y="27696"/>
                  <a:pt x="564434" y="28692"/>
                  <a:pt x="564434" y="29994"/>
                </a:cubicBezTo>
                <a:cubicBezTo>
                  <a:pt x="564434" y="31450"/>
                  <a:pt x="564089" y="32484"/>
                  <a:pt x="563400" y="33097"/>
                </a:cubicBezTo>
                <a:cubicBezTo>
                  <a:pt x="562710" y="33710"/>
                  <a:pt x="561408" y="34055"/>
                  <a:pt x="559492" y="34131"/>
                </a:cubicBezTo>
                <a:lnTo>
                  <a:pt x="546564" y="77221"/>
                </a:lnTo>
                <a:cubicBezTo>
                  <a:pt x="546066" y="78679"/>
                  <a:pt x="545443" y="79695"/>
                  <a:pt x="544696" y="80270"/>
                </a:cubicBezTo>
                <a:cubicBezTo>
                  <a:pt x="543949" y="80846"/>
                  <a:pt x="542829" y="81134"/>
                  <a:pt x="541335" y="81134"/>
                </a:cubicBezTo>
                <a:cubicBezTo>
                  <a:pt x="539956" y="81134"/>
                  <a:pt x="538864" y="80760"/>
                  <a:pt x="538060" y="80011"/>
                </a:cubicBezTo>
                <a:cubicBezTo>
                  <a:pt x="537255" y="79264"/>
                  <a:pt x="536585" y="77951"/>
                  <a:pt x="536049" y="76072"/>
                </a:cubicBezTo>
                <a:lnTo>
                  <a:pt x="528521" y="49901"/>
                </a:lnTo>
                <a:close/>
                <a:moveTo>
                  <a:pt x="611971" y="53725"/>
                </a:moveTo>
                <a:cubicBezTo>
                  <a:pt x="609864" y="53036"/>
                  <a:pt x="607824" y="52528"/>
                  <a:pt x="605851" y="52202"/>
                </a:cubicBezTo>
                <a:cubicBezTo>
                  <a:pt x="603878" y="51877"/>
                  <a:pt x="601915" y="51714"/>
                  <a:pt x="599962" y="51714"/>
                </a:cubicBezTo>
                <a:cubicBezTo>
                  <a:pt x="594062" y="51714"/>
                  <a:pt x="589408" y="52710"/>
                  <a:pt x="585999" y="54702"/>
                </a:cubicBezTo>
                <a:cubicBezTo>
                  <a:pt x="582589" y="56694"/>
                  <a:pt x="580885" y="59375"/>
                  <a:pt x="580885" y="62746"/>
                </a:cubicBezTo>
                <a:cubicBezTo>
                  <a:pt x="580885" y="65351"/>
                  <a:pt x="581948" y="67496"/>
                  <a:pt x="584074" y="69182"/>
                </a:cubicBezTo>
                <a:cubicBezTo>
                  <a:pt x="586200" y="70867"/>
                  <a:pt x="588910" y="71710"/>
                  <a:pt x="592204" y="71710"/>
                </a:cubicBezTo>
                <a:cubicBezTo>
                  <a:pt x="597069" y="71710"/>
                  <a:pt x="601580" y="70437"/>
                  <a:pt x="605736" y="67889"/>
                </a:cubicBezTo>
                <a:cubicBezTo>
                  <a:pt x="609893" y="65342"/>
                  <a:pt x="611971" y="62689"/>
                  <a:pt x="611971" y="59931"/>
                </a:cubicBezTo>
                <a:lnTo>
                  <a:pt x="611971" y="53725"/>
                </a:lnTo>
                <a:moveTo>
                  <a:pt x="612430" y="71825"/>
                </a:moveTo>
                <a:cubicBezTo>
                  <a:pt x="609289" y="74660"/>
                  <a:pt x="605870" y="76824"/>
                  <a:pt x="602174" y="78318"/>
                </a:cubicBezTo>
                <a:cubicBezTo>
                  <a:pt x="598477" y="79812"/>
                  <a:pt x="594675" y="80559"/>
                  <a:pt x="590768" y="80559"/>
                </a:cubicBezTo>
                <a:cubicBezTo>
                  <a:pt x="585060" y="80559"/>
                  <a:pt x="580454" y="78967"/>
                  <a:pt x="576949" y="75783"/>
                </a:cubicBezTo>
                <a:cubicBezTo>
                  <a:pt x="573444" y="72598"/>
                  <a:pt x="571691" y="68455"/>
                  <a:pt x="571691" y="63352"/>
                </a:cubicBezTo>
                <a:cubicBezTo>
                  <a:pt x="571691" y="57290"/>
                  <a:pt x="574018" y="52590"/>
                  <a:pt x="578673" y="49252"/>
                </a:cubicBezTo>
                <a:cubicBezTo>
                  <a:pt x="583327" y="45914"/>
                  <a:pt x="589868" y="44244"/>
                  <a:pt x="598295" y="44244"/>
                </a:cubicBezTo>
                <a:cubicBezTo>
                  <a:pt x="600517" y="44244"/>
                  <a:pt x="602758" y="44388"/>
                  <a:pt x="605018" y="44675"/>
                </a:cubicBezTo>
                <a:cubicBezTo>
                  <a:pt x="607278" y="44963"/>
                  <a:pt x="609596" y="45413"/>
                  <a:pt x="611971" y="46026"/>
                </a:cubicBezTo>
                <a:lnTo>
                  <a:pt x="611971" y="45623"/>
                </a:lnTo>
                <a:cubicBezTo>
                  <a:pt x="611971" y="41235"/>
                  <a:pt x="610917" y="37992"/>
                  <a:pt x="608810" y="35896"/>
                </a:cubicBezTo>
                <a:cubicBezTo>
                  <a:pt x="606704" y="33800"/>
                  <a:pt x="603428" y="32752"/>
                  <a:pt x="598985" y="32752"/>
                </a:cubicBezTo>
                <a:cubicBezTo>
                  <a:pt x="595997" y="32752"/>
                  <a:pt x="592664" y="33557"/>
                  <a:pt x="588987" y="35166"/>
                </a:cubicBezTo>
                <a:cubicBezTo>
                  <a:pt x="585309" y="36774"/>
                  <a:pt x="582877" y="37579"/>
                  <a:pt x="581689" y="37579"/>
                </a:cubicBezTo>
                <a:cubicBezTo>
                  <a:pt x="580578" y="37579"/>
                  <a:pt x="579659" y="37129"/>
                  <a:pt x="578931" y="36229"/>
                </a:cubicBezTo>
                <a:cubicBezTo>
                  <a:pt x="578203" y="35328"/>
                  <a:pt x="577839" y="34170"/>
                  <a:pt x="577839" y="32752"/>
                </a:cubicBezTo>
                <a:cubicBezTo>
                  <a:pt x="577839" y="30477"/>
                  <a:pt x="579956" y="28548"/>
                  <a:pt x="584189" y="26967"/>
                </a:cubicBezTo>
                <a:cubicBezTo>
                  <a:pt x="588422" y="25384"/>
                  <a:pt x="593833" y="24593"/>
                  <a:pt x="600421" y="24593"/>
                </a:cubicBezTo>
                <a:cubicBezTo>
                  <a:pt x="607163" y="24593"/>
                  <a:pt x="612258" y="26310"/>
                  <a:pt x="615706" y="29743"/>
                </a:cubicBezTo>
                <a:cubicBezTo>
                  <a:pt x="619153" y="33175"/>
                  <a:pt x="620877" y="38247"/>
                  <a:pt x="620877" y="44959"/>
                </a:cubicBezTo>
                <a:lnTo>
                  <a:pt x="620877" y="71021"/>
                </a:lnTo>
                <a:lnTo>
                  <a:pt x="623693" y="71021"/>
                </a:lnTo>
                <a:cubicBezTo>
                  <a:pt x="626412" y="71021"/>
                  <a:pt x="628232" y="71306"/>
                  <a:pt x="629151" y="71877"/>
                </a:cubicBezTo>
                <a:cubicBezTo>
                  <a:pt x="630071" y="72447"/>
                  <a:pt x="630530" y="73474"/>
                  <a:pt x="630530" y="74957"/>
                </a:cubicBezTo>
                <a:cubicBezTo>
                  <a:pt x="630530" y="76326"/>
                  <a:pt x="630147" y="77353"/>
                  <a:pt x="629381" y="78038"/>
                </a:cubicBezTo>
                <a:cubicBezTo>
                  <a:pt x="628615" y="78723"/>
                  <a:pt x="627466" y="79065"/>
                  <a:pt x="625934" y="79065"/>
                </a:cubicBezTo>
                <a:lnTo>
                  <a:pt x="616912" y="79065"/>
                </a:lnTo>
                <a:cubicBezTo>
                  <a:pt x="615840" y="79065"/>
                  <a:pt x="614959" y="78742"/>
                  <a:pt x="614269" y="78097"/>
                </a:cubicBezTo>
                <a:cubicBezTo>
                  <a:pt x="613580" y="77451"/>
                  <a:pt x="613120" y="76519"/>
                  <a:pt x="612890" y="75303"/>
                </a:cubicBezTo>
                <a:lnTo>
                  <a:pt x="612430" y="71825"/>
                </a:lnTo>
                <a:close/>
                <a:moveTo>
                  <a:pt x="663931" y="70906"/>
                </a:moveTo>
                <a:lnTo>
                  <a:pt x="683007" y="70906"/>
                </a:lnTo>
                <a:cubicBezTo>
                  <a:pt x="684501" y="70906"/>
                  <a:pt x="685603" y="71224"/>
                  <a:pt x="686311" y="71861"/>
                </a:cubicBezTo>
                <a:cubicBezTo>
                  <a:pt x="687020" y="72497"/>
                  <a:pt x="687374" y="73509"/>
                  <a:pt x="687374" y="74899"/>
                </a:cubicBezTo>
                <a:cubicBezTo>
                  <a:pt x="687374" y="76481"/>
                  <a:pt x="687039" y="77571"/>
                  <a:pt x="686369" y="78169"/>
                </a:cubicBezTo>
                <a:cubicBezTo>
                  <a:pt x="685698" y="78766"/>
                  <a:pt x="684463" y="79065"/>
                  <a:pt x="682663" y="79065"/>
                </a:cubicBezTo>
                <a:lnTo>
                  <a:pt x="645084" y="79065"/>
                </a:lnTo>
                <a:cubicBezTo>
                  <a:pt x="643590" y="79065"/>
                  <a:pt x="642460" y="78718"/>
                  <a:pt x="641694" y="78024"/>
                </a:cubicBezTo>
                <a:cubicBezTo>
                  <a:pt x="640927" y="77329"/>
                  <a:pt x="640544" y="76288"/>
                  <a:pt x="640544" y="74899"/>
                </a:cubicBezTo>
                <a:cubicBezTo>
                  <a:pt x="640544" y="73549"/>
                  <a:pt x="640937" y="72546"/>
                  <a:pt x="641722" y="71890"/>
                </a:cubicBezTo>
                <a:cubicBezTo>
                  <a:pt x="642508" y="71234"/>
                  <a:pt x="643724" y="70906"/>
                  <a:pt x="645371" y="70906"/>
                </a:cubicBezTo>
                <a:lnTo>
                  <a:pt x="655369" y="70906"/>
                </a:lnTo>
                <a:lnTo>
                  <a:pt x="655369" y="34131"/>
                </a:lnTo>
                <a:lnTo>
                  <a:pt x="651462" y="34131"/>
                </a:lnTo>
                <a:cubicBezTo>
                  <a:pt x="647746" y="34131"/>
                  <a:pt x="645428" y="33834"/>
                  <a:pt x="644509" y="33241"/>
                </a:cubicBezTo>
                <a:cubicBezTo>
                  <a:pt x="643590" y="32647"/>
                  <a:pt x="643130" y="31565"/>
                  <a:pt x="643130" y="29994"/>
                </a:cubicBezTo>
                <a:cubicBezTo>
                  <a:pt x="643130" y="28653"/>
                  <a:pt x="643504" y="27648"/>
                  <a:pt x="644251" y="26978"/>
                </a:cubicBezTo>
                <a:cubicBezTo>
                  <a:pt x="644997" y="26307"/>
                  <a:pt x="646137" y="25972"/>
                  <a:pt x="647669" y="25972"/>
                </a:cubicBezTo>
                <a:lnTo>
                  <a:pt x="660770" y="25972"/>
                </a:lnTo>
                <a:cubicBezTo>
                  <a:pt x="661805" y="25972"/>
                  <a:pt x="662590" y="26173"/>
                  <a:pt x="663126" y="26575"/>
                </a:cubicBezTo>
                <a:cubicBezTo>
                  <a:pt x="663662" y="26978"/>
                  <a:pt x="663931" y="27562"/>
                  <a:pt x="663931" y="28328"/>
                </a:cubicBezTo>
                <a:lnTo>
                  <a:pt x="663931" y="38096"/>
                </a:lnTo>
                <a:cubicBezTo>
                  <a:pt x="667570" y="33538"/>
                  <a:pt x="671362" y="30147"/>
                  <a:pt x="675308" y="27926"/>
                </a:cubicBezTo>
                <a:cubicBezTo>
                  <a:pt x="679253" y="25704"/>
                  <a:pt x="683505" y="24593"/>
                  <a:pt x="688064" y="24593"/>
                </a:cubicBezTo>
                <a:cubicBezTo>
                  <a:pt x="691473" y="24593"/>
                  <a:pt x="694231" y="25282"/>
                  <a:pt x="696338" y="26661"/>
                </a:cubicBezTo>
                <a:cubicBezTo>
                  <a:pt x="698445" y="28041"/>
                  <a:pt x="699498" y="29822"/>
                  <a:pt x="699498" y="32005"/>
                </a:cubicBezTo>
                <a:cubicBezTo>
                  <a:pt x="699498" y="33423"/>
                  <a:pt x="698972" y="34677"/>
                  <a:pt x="697918" y="35769"/>
                </a:cubicBezTo>
                <a:cubicBezTo>
                  <a:pt x="696865" y="36861"/>
                  <a:pt x="695706" y="37407"/>
                  <a:pt x="694442" y="37407"/>
                </a:cubicBezTo>
                <a:cubicBezTo>
                  <a:pt x="693561" y="37407"/>
                  <a:pt x="692076" y="36822"/>
                  <a:pt x="689989" y="35654"/>
                </a:cubicBezTo>
                <a:cubicBezTo>
                  <a:pt x="687901" y="34486"/>
                  <a:pt x="686034" y="33901"/>
                  <a:pt x="684386" y="33901"/>
                </a:cubicBezTo>
                <a:cubicBezTo>
                  <a:pt x="681398" y="33901"/>
                  <a:pt x="678248" y="34963"/>
                  <a:pt x="674934" y="37085"/>
                </a:cubicBezTo>
                <a:cubicBezTo>
                  <a:pt x="671621" y="39208"/>
                  <a:pt x="667953" y="42564"/>
                  <a:pt x="663931" y="47155"/>
                </a:cubicBezTo>
                <a:lnTo>
                  <a:pt x="663931" y="70906"/>
                </a:lnTo>
                <a:close/>
                <a:moveTo>
                  <a:pt x="757206" y="79065"/>
                </a:moveTo>
                <a:cubicBezTo>
                  <a:pt x="756401" y="79065"/>
                  <a:pt x="755836" y="78866"/>
                  <a:pt x="755511" y="78467"/>
                </a:cubicBezTo>
                <a:cubicBezTo>
                  <a:pt x="755185" y="78067"/>
                  <a:pt x="755022" y="77297"/>
                  <a:pt x="755022" y="76156"/>
                </a:cubicBezTo>
                <a:lnTo>
                  <a:pt x="755022" y="71480"/>
                </a:lnTo>
                <a:cubicBezTo>
                  <a:pt x="752724" y="74353"/>
                  <a:pt x="749851" y="76585"/>
                  <a:pt x="746403" y="78174"/>
                </a:cubicBezTo>
                <a:cubicBezTo>
                  <a:pt x="742956" y="79764"/>
                  <a:pt x="739221" y="80559"/>
                  <a:pt x="735198" y="80559"/>
                </a:cubicBezTo>
                <a:cubicBezTo>
                  <a:pt x="727958" y="80559"/>
                  <a:pt x="721896" y="77981"/>
                  <a:pt x="717012" y="72823"/>
                </a:cubicBezTo>
                <a:cubicBezTo>
                  <a:pt x="712128" y="67665"/>
                  <a:pt x="709686" y="61251"/>
                  <a:pt x="709686" y="53582"/>
                </a:cubicBezTo>
                <a:cubicBezTo>
                  <a:pt x="709686" y="45644"/>
                  <a:pt x="712291" y="39039"/>
                  <a:pt x="717501" y="33767"/>
                </a:cubicBezTo>
                <a:cubicBezTo>
                  <a:pt x="722710" y="28494"/>
                  <a:pt x="729203" y="25857"/>
                  <a:pt x="736980" y="25857"/>
                </a:cubicBezTo>
                <a:cubicBezTo>
                  <a:pt x="740925" y="25857"/>
                  <a:pt x="744469" y="26556"/>
                  <a:pt x="747610" y="27954"/>
                </a:cubicBezTo>
                <a:cubicBezTo>
                  <a:pt x="750751" y="29353"/>
                  <a:pt x="753452" y="31412"/>
                  <a:pt x="755712" y="34131"/>
                </a:cubicBezTo>
                <a:lnTo>
                  <a:pt x="755712" y="12067"/>
                </a:lnTo>
                <a:lnTo>
                  <a:pt x="752666" y="12067"/>
                </a:lnTo>
                <a:cubicBezTo>
                  <a:pt x="749334" y="12067"/>
                  <a:pt x="747179" y="11774"/>
                  <a:pt x="746202" y="11189"/>
                </a:cubicBezTo>
                <a:cubicBezTo>
                  <a:pt x="745225" y="10603"/>
                  <a:pt x="744737" y="9536"/>
                  <a:pt x="744737" y="7987"/>
                </a:cubicBezTo>
                <a:cubicBezTo>
                  <a:pt x="744737" y="6627"/>
                  <a:pt x="745129" y="5607"/>
                  <a:pt x="745915" y="4927"/>
                </a:cubicBezTo>
                <a:cubicBezTo>
                  <a:pt x="746700" y="4247"/>
                  <a:pt x="747840" y="3907"/>
                  <a:pt x="749334" y="3907"/>
                </a:cubicBezTo>
                <a:lnTo>
                  <a:pt x="761113" y="3907"/>
                </a:lnTo>
                <a:cubicBezTo>
                  <a:pt x="762262" y="3907"/>
                  <a:pt x="763095" y="4099"/>
                  <a:pt x="763612" y="4482"/>
                </a:cubicBezTo>
                <a:cubicBezTo>
                  <a:pt x="764130" y="4865"/>
                  <a:pt x="764388" y="5459"/>
                  <a:pt x="764388" y="6263"/>
                </a:cubicBezTo>
                <a:lnTo>
                  <a:pt x="764388" y="71021"/>
                </a:lnTo>
                <a:lnTo>
                  <a:pt x="766974" y="71021"/>
                </a:lnTo>
                <a:cubicBezTo>
                  <a:pt x="768851" y="71021"/>
                  <a:pt x="770211" y="71335"/>
                  <a:pt x="771054" y="71963"/>
                </a:cubicBezTo>
                <a:cubicBezTo>
                  <a:pt x="771896" y="72591"/>
                  <a:pt x="772318" y="73588"/>
                  <a:pt x="772318" y="74957"/>
                </a:cubicBezTo>
                <a:cubicBezTo>
                  <a:pt x="772318" y="76251"/>
                  <a:pt x="771954" y="77259"/>
                  <a:pt x="771226" y="77982"/>
                </a:cubicBezTo>
                <a:cubicBezTo>
                  <a:pt x="770498" y="78704"/>
                  <a:pt x="769521" y="79065"/>
                  <a:pt x="768295" y="79065"/>
                </a:cubicBezTo>
                <a:lnTo>
                  <a:pt x="757206" y="79065"/>
                </a:lnTo>
                <a:moveTo>
                  <a:pt x="719569" y="53294"/>
                </a:moveTo>
                <a:cubicBezTo>
                  <a:pt x="719569" y="58589"/>
                  <a:pt x="721274" y="62925"/>
                  <a:pt x="724683" y="66302"/>
                </a:cubicBezTo>
                <a:cubicBezTo>
                  <a:pt x="728093" y="69678"/>
                  <a:pt x="732421" y="71365"/>
                  <a:pt x="737669" y="71365"/>
                </a:cubicBezTo>
                <a:cubicBezTo>
                  <a:pt x="742956" y="71365"/>
                  <a:pt x="747303" y="69611"/>
                  <a:pt x="750713" y="66101"/>
                </a:cubicBezTo>
                <a:cubicBezTo>
                  <a:pt x="754122" y="62590"/>
                  <a:pt x="755827" y="58129"/>
                  <a:pt x="755827" y="52720"/>
                </a:cubicBezTo>
                <a:cubicBezTo>
                  <a:pt x="755827" y="47387"/>
                  <a:pt x="754132" y="42994"/>
                  <a:pt x="750741" y="39542"/>
                </a:cubicBezTo>
                <a:cubicBezTo>
                  <a:pt x="747351" y="36088"/>
                  <a:pt x="742994" y="34361"/>
                  <a:pt x="737669" y="34361"/>
                </a:cubicBezTo>
                <a:cubicBezTo>
                  <a:pt x="732268" y="34361"/>
                  <a:pt x="727901" y="36107"/>
                  <a:pt x="724568" y="39599"/>
                </a:cubicBezTo>
                <a:cubicBezTo>
                  <a:pt x="721236" y="43090"/>
                  <a:pt x="719569" y="47655"/>
                  <a:pt x="719569" y="53294"/>
                </a:cubicBezTo>
                <a:close/>
                <a:moveTo>
                  <a:pt x="785206" y="74969"/>
                </a:moveTo>
                <a:lnTo>
                  <a:pt x="785206" y="64713"/>
                </a:lnTo>
                <a:cubicBezTo>
                  <a:pt x="785206" y="63022"/>
                  <a:pt x="785522" y="61813"/>
                  <a:pt x="786154" y="61084"/>
                </a:cubicBezTo>
                <a:cubicBezTo>
                  <a:pt x="786786" y="60353"/>
                  <a:pt x="787811" y="59988"/>
                  <a:pt x="789228" y="59988"/>
                </a:cubicBezTo>
                <a:cubicBezTo>
                  <a:pt x="790799" y="59988"/>
                  <a:pt x="792044" y="61061"/>
                  <a:pt x="792963" y="63206"/>
                </a:cubicBezTo>
                <a:cubicBezTo>
                  <a:pt x="793576" y="64509"/>
                  <a:pt x="794132" y="65485"/>
                  <a:pt x="794630" y="66137"/>
                </a:cubicBezTo>
                <a:cubicBezTo>
                  <a:pt x="796238" y="68205"/>
                  <a:pt x="798613" y="69862"/>
                  <a:pt x="801755" y="71107"/>
                </a:cubicBezTo>
                <a:cubicBezTo>
                  <a:pt x="804896" y="72352"/>
                  <a:pt x="808363" y="72974"/>
                  <a:pt x="812155" y="72974"/>
                </a:cubicBezTo>
                <a:cubicBezTo>
                  <a:pt x="816215" y="72974"/>
                  <a:pt x="819471" y="72148"/>
                  <a:pt x="821923" y="70495"/>
                </a:cubicBezTo>
                <a:cubicBezTo>
                  <a:pt x="824375" y="68841"/>
                  <a:pt x="825601" y="66670"/>
                  <a:pt x="825601" y="63980"/>
                </a:cubicBezTo>
                <a:cubicBezTo>
                  <a:pt x="825601" y="61251"/>
                  <a:pt x="824614" y="59310"/>
                  <a:pt x="822641" y="58157"/>
                </a:cubicBezTo>
                <a:cubicBezTo>
                  <a:pt x="820669" y="57003"/>
                  <a:pt x="817288" y="56426"/>
                  <a:pt x="812500" y="56426"/>
                </a:cubicBezTo>
                <a:lnTo>
                  <a:pt x="809339" y="56426"/>
                </a:lnTo>
                <a:cubicBezTo>
                  <a:pt x="801525" y="56426"/>
                  <a:pt x="795568" y="55068"/>
                  <a:pt x="791469" y="52353"/>
                </a:cubicBezTo>
                <a:cubicBezTo>
                  <a:pt x="787370" y="49638"/>
                  <a:pt x="785321" y="45700"/>
                  <a:pt x="785321" y="40538"/>
                </a:cubicBezTo>
                <a:cubicBezTo>
                  <a:pt x="785321" y="35491"/>
                  <a:pt x="787323" y="31572"/>
                  <a:pt x="791326" y="28780"/>
                </a:cubicBezTo>
                <a:cubicBezTo>
                  <a:pt x="795329" y="25989"/>
                  <a:pt x="800950" y="24593"/>
                  <a:pt x="808190" y="24593"/>
                </a:cubicBezTo>
                <a:cubicBezTo>
                  <a:pt x="811140" y="24593"/>
                  <a:pt x="814147" y="25005"/>
                  <a:pt x="817211" y="25828"/>
                </a:cubicBezTo>
                <a:cubicBezTo>
                  <a:pt x="820276" y="26652"/>
                  <a:pt x="821885" y="27064"/>
                  <a:pt x="822038" y="27064"/>
                </a:cubicBezTo>
                <a:cubicBezTo>
                  <a:pt x="822459" y="27064"/>
                  <a:pt x="823264" y="26690"/>
                  <a:pt x="824451" y="25943"/>
                </a:cubicBezTo>
                <a:cubicBezTo>
                  <a:pt x="825639" y="25196"/>
                  <a:pt x="826807" y="24823"/>
                  <a:pt x="827956" y="24823"/>
                </a:cubicBezTo>
                <a:cubicBezTo>
                  <a:pt x="829259" y="24823"/>
                  <a:pt x="830226" y="25303"/>
                  <a:pt x="830858" y="26265"/>
                </a:cubicBezTo>
                <a:cubicBezTo>
                  <a:pt x="831490" y="27225"/>
                  <a:pt x="831806" y="28665"/>
                  <a:pt x="831806" y="30587"/>
                </a:cubicBezTo>
                <a:lnTo>
                  <a:pt x="831806" y="37331"/>
                </a:lnTo>
                <a:cubicBezTo>
                  <a:pt x="831806" y="39367"/>
                  <a:pt x="831500" y="40837"/>
                  <a:pt x="830887" y="41741"/>
                </a:cubicBezTo>
                <a:cubicBezTo>
                  <a:pt x="830274" y="42644"/>
                  <a:pt x="829297" y="43095"/>
                  <a:pt x="827956" y="43095"/>
                </a:cubicBezTo>
                <a:cubicBezTo>
                  <a:pt x="826807" y="43095"/>
                  <a:pt x="825390" y="42118"/>
                  <a:pt x="823704" y="40165"/>
                </a:cubicBezTo>
                <a:cubicBezTo>
                  <a:pt x="822517" y="38824"/>
                  <a:pt x="821540" y="37809"/>
                  <a:pt x="820774" y="37119"/>
                </a:cubicBezTo>
                <a:cubicBezTo>
                  <a:pt x="818744" y="35242"/>
                  <a:pt x="816579" y="33892"/>
                  <a:pt x="814281" y="33068"/>
                </a:cubicBezTo>
                <a:cubicBezTo>
                  <a:pt x="811983" y="32245"/>
                  <a:pt x="809282" y="31833"/>
                  <a:pt x="806179" y="31833"/>
                </a:cubicBezTo>
                <a:cubicBezTo>
                  <a:pt x="802578" y="31833"/>
                  <a:pt x="799676" y="32622"/>
                  <a:pt x="797474" y="34200"/>
                </a:cubicBezTo>
                <a:cubicBezTo>
                  <a:pt x="795271" y="35777"/>
                  <a:pt x="794170" y="37783"/>
                  <a:pt x="794170" y="40217"/>
                </a:cubicBezTo>
                <a:cubicBezTo>
                  <a:pt x="794170" y="42612"/>
                  <a:pt x="795300" y="44323"/>
                  <a:pt x="797560" y="45350"/>
                </a:cubicBezTo>
                <a:cubicBezTo>
                  <a:pt x="799820" y="46376"/>
                  <a:pt x="804685" y="46965"/>
                  <a:pt x="812155" y="47117"/>
                </a:cubicBezTo>
                <a:cubicBezTo>
                  <a:pt x="820123" y="47310"/>
                  <a:pt x="825945" y="48703"/>
                  <a:pt x="829623" y="51298"/>
                </a:cubicBezTo>
                <a:cubicBezTo>
                  <a:pt x="833300" y="53892"/>
                  <a:pt x="835139" y="57899"/>
                  <a:pt x="835139" y="63319"/>
                </a:cubicBezTo>
                <a:cubicBezTo>
                  <a:pt x="835139" y="68509"/>
                  <a:pt x="833109" y="72660"/>
                  <a:pt x="829048" y="75774"/>
                </a:cubicBezTo>
                <a:cubicBezTo>
                  <a:pt x="824988" y="78887"/>
                  <a:pt x="819510" y="80444"/>
                  <a:pt x="812615" y="80444"/>
                </a:cubicBezTo>
                <a:cubicBezTo>
                  <a:pt x="810431" y="80444"/>
                  <a:pt x="807999" y="80243"/>
                  <a:pt x="805317" y="79841"/>
                </a:cubicBezTo>
                <a:cubicBezTo>
                  <a:pt x="802636" y="79439"/>
                  <a:pt x="799265" y="78759"/>
                  <a:pt x="795204" y="77801"/>
                </a:cubicBezTo>
                <a:cubicBezTo>
                  <a:pt x="793863" y="78682"/>
                  <a:pt x="792714" y="79343"/>
                  <a:pt x="791757" y="79783"/>
                </a:cubicBezTo>
                <a:cubicBezTo>
                  <a:pt x="790799" y="80224"/>
                  <a:pt x="789994" y="80444"/>
                  <a:pt x="789343" y="80444"/>
                </a:cubicBezTo>
                <a:cubicBezTo>
                  <a:pt x="788002" y="80444"/>
                  <a:pt x="786978" y="79974"/>
                  <a:pt x="786269" y="79033"/>
                </a:cubicBezTo>
                <a:cubicBezTo>
                  <a:pt x="785560" y="78092"/>
                  <a:pt x="785206" y="76737"/>
                  <a:pt x="785206" y="74969"/>
                </a:cubicBezTo>
                <a:close/>
                <a:moveTo>
                  <a:pt x="968652" y="70906"/>
                </a:moveTo>
                <a:cubicBezTo>
                  <a:pt x="970222" y="70906"/>
                  <a:pt x="971419" y="71248"/>
                  <a:pt x="972243" y="71933"/>
                </a:cubicBezTo>
                <a:cubicBezTo>
                  <a:pt x="973067" y="72618"/>
                  <a:pt x="973478" y="73626"/>
                  <a:pt x="973478" y="74957"/>
                </a:cubicBezTo>
                <a:cubicBezTo>
                  <a:pt x="973478" y="76326"/>
                  <a:pt x="973086" y="77353"/>
                  <a:pt x="972300" y="78038"/>
                </a:cubicBezTo>
                <a:cubicBezTo>
                  <a:pt x="971515" y="78723"/>
                  <a:pt x="970376" y="79065"/>
                  <a:pt x="968882" y="79065"/>
                </a:cubicBezTo>
                <a:lnTo>
                  <a:pt x="931303" y="79065"/>
                </a:lnTo>
                <a:cubicBezTo>
                  <a:pt x="929732" y="79065"/>
                  <a:pt x="928535" y="78723"/>
                  <a:pt x="927711" y="78038"/>
                </a:cubicBezTo>
                <a:cubicBezTo>
                  <a:pt x="926888" y="77353"/>
                  <a:pt x="926476" y="76326"/>
                  <a:pt x="926476" y="74957"/>
                </a:cubicBezTo>
                <a:cubicBezTo>
                  <a:pt x="926476" y="73626"/>
                  <a:pt x="926869" y="72618"/>
                  <a:pt x="927654" y="71933"/>
                </a:cubicBezTo>
                <a:cubicBezTo>
                  <a:pt x="928439" y="71248"/>
                  <a:pt x="929579" y="70906"/>
                  <a:pt x="931073" y="70906"/>
                </a:cubicBezTo>
                <a:lnTo>
                  <a:pt x="940841" y="70906"/>
                </a:lnTo>
                <a:lnTo>
                  <a:pt x="940841" y="35740"/>
                </a:lnTo>
                <a:lnTo>
                  <a:pt x="931418" y="35740"/>
                </a:lnTo>
                <a:cubicBezTo>
                  <a:pt x="929847" y="35740"/>
                  <a:pt x="928631" y="35374"/>
                  <a:pt x="927769" y="34641"/>
                </a:cubicBezTo>
                <a:cubicBezTo>
                  <a:pt x="926907" y="33909"/>
                  <a:pt x="926476" y="32867"/>
                  <a:pt x="926476" y="31517"/>
                </a:cubicBezTo>
                <a:cubicBezTo>
                  <a:pt x="926476" y="30128"/>
                  <a:pt x="926878" y="29087"/>
                  <a:pt x="927683" y="28392"/>
                </a:cubicBezTo>
                <a:cubicBezTo>
                  <a:pt x="928487" y="27698"/>
                  <a:pt x="929655" y="27351"/>
                  <a:pt x="931188" y="27351"/>
                </a:cubicBezTo>
                <a:lnTo>
                  <a:pt x="940266" y="27351"/>
                </a:lnTo>
                <a:lnTo>
                  <a:pt x="940266" y="23444"/>
                </a:lnTo>
                <a:cubicBezTo>
                  <a:pt x="940266" y="16510"/>
                  <a:pt x="942239" y="11482"/>
                  <a:pt x="946185" y="8360"/>
                </a:cubicBezTo>
                <a:cubicBezTo>
                  <a:pt x="950130" y="5238"/>
                  <a:pt x="956508" y="3677"/>
                  <a:pt x="965319" y="3677"/>
                </a:cubicBezTo>
                <a:cubicBezTo>
                  <a:pt x="969609" y="3677"/>
                  <a:pt x="972779" y="4156"/>
                  <a:pt x="974829" y="5114"/>
                </a:cubicBezTo>
                <a:cubicBezTo>
                  <a:pt x="976878" y="6072"/>
                  <a:pt x="977903" y="7566"/>
                  <a:pt x="977903" y="9596"/>
                </a:cubicBezTo>
                <a:cubicBezTo>
                  <a:pt x="977903" y="10783"/>
                  <a:pt x="977462" y="11760"/>
                  <a:pt x="976581" y="12526"/>
                </a:cubicBezTo>
                <a:cubicBezTo>
                  <a:pt x="975700" y="13292"/>
                  <a:pt x="974570" y="13675"/>
                  <a:pt x="973191" y="13675"/>
                </a:cubicBezTo>
                <a:cubicBezTo>
                  <a:pt x="972502" y="13675"/>
                  <a:pt x="970845" y="13446"/>
                  <a:pt x="968221" y="12986"/>
                </a:cubicBezTo>
                <a:cubicBezTo>
                  <a:pt x="965597" y="12526"/>
                  <a:pt x="963346" y="12296"/>
                  <a:pt x="961469" y="12296"/>
                </a:cubicBezTo>
                <a:cubicBezTo>
                  <a:pt x="957141" y="12296"/>
                  <a:pt x="954038" y="13206"/>
                  <a:pt x="952161" y="15026"/>
                </a:cubicBezTo>
                <a:cubicBezTo>
                  <a:pt x="950284" y="16845"/>
                  <a:pt x="949345" y="19862"/>
                  <a:pt x="949345" y="24076"/>
                </a:cubicBezTo>
                <a:lnTo>
                  <a:pt x="949345" y="27351"/>
                </a:lnTo>
                <a:lnTo>
                  <a:pt x="969686" y="27351"/>
                </a:lnTo>
                <a:cubicBezTo>
                  <a:pt x="971257" y="27351"/>
                  <a:pt x="972454" y="27698"/>
                  <a:pt x="973277" y="28392"/>
                </a:cubicBezTo>
                <a:cubicBezTo>
                  <a:pt x="974101" y="29087"/>
                  <a:pt x="974513" y="30128"/>
                  <a:pt x="974513" y="31517"/>
                </a:cubicBezTo>
                <a:cubicBezTo>
                  <a:pt x="974513" y="32828"/>
                  <a:pt x="974091" y="33860"/>
                  <a:pt x="973249" y="34613"/>
                </a:cubicBezTo>
                <a:cubicBezTo>
                  <a:pt x="972406" y="35364"/>
                  <a:pt x="971257" y="35740"/>
                  <a:pt x="969801" y="35740"/>
                </a:cubicBezTo>
                <a:lnTo>
                  <a:pt x="949920" y="35740"/>
                </a:lnTo>
                <a:lnTo>
                  <a:pt x="949920" y="70906"/>
                </a:lnTo>
                <a:lnTo>
                  <a:pt x="968652" y="70906"/>
                </a:lnTo>
                <a:close/>
                <a:moveTo>
                  <a:pt x="1015672" y="70906"/>
                </a:moveTo>
                <a:lnTo>
                  <a:pt x="1034748" y="70906"/>
                </a:lnTo>
                <a:cubicBezTo>
                  <a:pt x="1036242" y="70906"/>
                  <a:pt x="1037344" y="71224"/>
                  <a:pt x="1038052" y="71861"/>
                </a:cubicBezTo>
                <a:cubicBezTo>
                  <a:pt x="1038761" y="72497"/>
                  <a:pt x="1039115" y="73509"/>
                  <a:pt x="1039115" y="74899"/>
                </a:cubicBezTo>
                <a:cubicBezTo>
                  <a:pt x="1039115" y="76481"/>
                  <a:pt x="1038780" y="77571"/>
                  <a:pt x="1038110" y="78169"/>
                </a:cubicBezTo>
                <a:cubicBezTo>
                  <a:pt x="1037440" y="78766"/>
                  <a:pt x="1036204" y="79065"/>
                  <a:pt x="1034404" y="79065"/>
                </a:cubicBezTo>
                <a:lnTo>
                  <a:pt x="996825" y="79065"/>
                </a:lnTo>
                <a:cubicBezTo>
                  <a:pt x="995331" y="79065"/>
                  <a:pt x="994201" y="78718"/>
                  <a:pt x="993435" y="78024"/>
                </a:cubicBezTo>
                <a:cubicBezTo>
                  <a:pt x="992669" y="77329"/>
                  <a:pt x="992285" y="76288"/>
                  <a:pt x="992285" y="74899"/>
                </a:cubicBezTo>
                <a:cubicBezTo>
                  <a:pt x="992285" y="73549"/>
                  <a:pt x="992678" y="72546"/>
                  <a:pt x="993463" y="71890"/>
                </a:cubicBezTo>
                <a:cubicBezTo>
                  <a:pt x="994249" y="71234"/>
                  <a:pt x="995465" y="70906"/>
                  <a:pt x="997112" y="70906"/>
                </a:cubicBezTo>
                <a:lnTo>
                  <a:pt x="1007110" y="70906"/>
                </a:lnTo>
                <a:lnTo>
                  <a:pt x="1007110" y="34131"/>
                </a:lnTo>
                <a:lnTo>
                  <a:pt x="1003203" y="34131"/>
                </a:lnTo>
                <a:cubicBezTo>
                  <a:pt x="999487" y="34131"/>
                  <a:pt x="997170" y="33834"/>
                  <a:pt x="996250" y="33241"/>
                </a:cubicBezTo>
                <a:cubicBezTo>
                  <a:pt x="995331" y="32647"/>
                  <a:pt x="994871" y="31565"/>
                  <a:pt x="994871" y="29994"/>
                </a:cubicBezTo>
                <a:cubicBezTo>
                  <a:pt x="994871" y="28653"/>
                  <a:pt x="995245" y="27648"/>
                  <a:pt x="995992" y="26978"/>
                </a:cubicBezTo>
                <a:cubicBezTo>
                  <a:pt x="996739" y="26307"/>
                  <a:pt x="997878" y="25972"/>
                  <a:pt x="999410" y="25972"/>
                </a:cubicBezTo>
                <a:lnTo>
                  <a:pt x="1012511" y="25972"/>
                </a:lnTo>
                <a:cubicBezTo>
                  <a:pt x="1013546" y="25972"/>
                  <a:pt x="1014331" y="26173"/>
                  <a:pt x="1014867" y="26575"/>
                </a:cubicBezTo>
                <a:cubicBezTo>
                  <a:pt x="1015404" y="26978"/>
                  <a:pt x="1015672" y="27562"/>
                  <a:pt x="1015672" y="28328"/>
                </a:cubicBezTo>
                <a:lnTo>
                  <a:pt x="1015672" y="38096"/>
                </a:lnTo>
                <a:cubicBezTo>
                  <a:pt x="1019311" y="33538"/>
                  <a:pt x="1023103" y="30147"/>
                  <a:pt x="1027049" y="27926"/>
                </a:cubicBezTo>
                <a:cubicBezTo>
                  <a:pt x="1030994" y="25704"/>
                  <a:pt x="1035246" y="24593"/>
                  <a:pt x="1039805" y="24593"/>
                </a:cubicBezTo>
                <a:cubicBezTo>
                  <a:pt x="1043214" y="24593"/>
                  <a:pt x="1045972" y="25282"/>
                  <a:pt x="1048079" y="26661"/>
                </a:cubicBezTo>
                <a:cubicBezTo>
                  <a:pt x="1050186" y="28041"/>
                  <a:pt x="1051240" y="29822"/>
                  <a:pt x="1051240" y="32005"/>
                </a:cubicBezTo>
                <a:cubicBezTo>
                  <a:pt x="1051240" y="33423"/>
                  <a:pt x="1050713" y="34677"/>
                  <a:pt x="1049659" y="35769"/>
                </a:cubicBezTo>
                <a:cubicBezTo>
                  <a:pt x="1048606" y="36861"/>
                  <a:pt x="1047447" y="37407"/>
                  <a:pt x="1046183" y="37407"/>
                </a:cubicBezTo>
                <a:cubicBezTo>
                  <a:pt x="1045302" y="37407"/>
                  <a:pt x="1043818" y="36822"/>
                  <a:pt x="1041730" y="35654"/>
                </a:cubicBezTo>
                <a:cubicBezTo>
                  <a:pt x="1039642" y="34486"/>
                  <a:pt x="1037775" y="33901"/>
                  <a:pt x="1036128" y="33901"/>
                </a:cubicBezTo>
                <a:cubicBezTo>
                  <a:pt x="1033140" y="33901"/>
                  <a:pt x="1029989" y="34963"/>
                  <a:pt x="1026675" y="37085"/>
                </a:cubicBezTo>
                <a:cubicBezTo>
                  <a:pt x="1023362" y="39208"/>
                  <a:pt x="1019694" y="42564"/>
                  <a:pt x="1015672" y="47155"/>
                </a:cubicBezTo>
                <a:lnTo>
                  <a:pt x="1015672" y="70906"/>
                </a:lnTo>
                <a:close/>
                <a:moveTo>
                  <a:pt x="1086365" y="9423"/>
                </a:moveTo>
                <a:cubicBezTo>
                  <a:pt x="1086365" y="5286"/>
                  <a:pt x="1086738" y="2681"/>
                  <a:pt x="1087485" y="1609"/>
                </a:cubicBezTo>
                <a:cubicBezTo>
                  <a:pt x="1088232" y="536"/>
                  <a:pt x="1089831" y="0"/>
                  <a:pt x="1092283" y="0"/>
                </a:cubicBezTo>
                <a:cubicBezTo>
                  <a:pt x="1094658" y="0"/>
                  <a:pt x="1096229" y="450"/>
                  <a:pt x="1096995" y="1350"/>
                </a:cubicBezTo>
                <a:cubicBezTo>
                  <a:pt x="1097761" y="2251"/>
                  <a:pt x="1098144" y="4386"/>
                  <a:pt x="1098144" y="7757"/>
                </a:cubicBezTo>
                <a:cubicBezTo>
                  <a:pt x="1098144" y="11051"/>
                  <a:pt x="1097790" y="13091"/>
                  <a:pt x="1097081" y="13877"/>
                </a:cubicBezTo>
                <a:cubicBezTo>
                  <a:pt x="1096372" y="14662"/>
                  <a:pt x="1094773" y="15055"/>
                  <a:pt x="1092283" y="15055"/>
                </a:cubicBezTo>
                <a:cubicBezTo>
                  <a:pt x="1089831" y="15055"/>
                  <a:pt x="1088232" y="14691"/>
                  <a:pt x="1087485" y="13963"/>
                </a:cubicBezTo>
                <a:cubicBezTo>
                  <a:pt x="1086738" y="13235"/>
                  <a:pt x="1086365" y="11722"/>
                  <a:pt x="1086365" y="9423"/>
                </a:cubicBezTo>
                <a:moveTo>
                  <a:pt x="1096995" y="70906"/>
                </a:moveTo>
                <a:lnTo>
                  <a:pt x="1115439" y="70906"/>
                </a:lnTo>
                <a:cubicBezTo>
                  <a:pt x="1116933" y="70906"/>
                  <a:pt x="1118035" y="71224"/>
                  <a:pt x="1118743" y="71861"/>
                </a:cubicBezTo>
                <a:cubicBezTo>
                  <a:pt x="1119452" y="72497"/>
                  <a:pt x="1119806" y="73509"/>
                  <a:pt x="1119806" y="74899"/>
                </a:cubicBezTo>
                <a:cubicBezTo>
                  <a:pt x="1119806" y="76481"/>
                  <a:pt x="1119471" y="77571"/>
                  <a:pt x="1118801" y="78169"/>
                </a:cubicBezTo>
                <a:cubicBezTo>
                  <a:pt x="1118131" y="78766"/>
                  <a:pt x="1116895" y="79065"/>
                  <a:pt x="1115095" y="79065"/>
                </a:cubicBezTo>
                <a:lnTo>
                  <a:pt x="1070506" y="79065"/>
                </a:lnTo>
                <a:cubicBezTo>
                  <a:pt x="1068973" y="79065"/>
                  <a:pt x="1067824" y="78718"/>
                  <a:pt x="1067058" y="78024"/>
                </a:cubicBezTo>
                <a:cubicBezTo>
                  <a:pt x="1066292" y="77329"/>
                  <a:pt x="1065909" y="76288"/>
                  <a:pt x="1065909" y="74899"/>
                </a:cubicBezTo>
                <a:cubicBezTo>
                  <a:pt x="1065909" y="73549"/>
                  <a:pt x="1066311" y="72546"/>
                  <a:pt x="1067116" y="71890"/>
                </a:cubicBezTo>
                <a:cubicBezTo>
                  <a:pt x="1067920" y="71234"/>
                  <a:pt x="1069127" y="70906"/>
                  <a:pt x="1070736" y="70906"/>
                </a:cubicBezTo>
                <a:lnTo>
                  <a:pt x="1088261" y="70906"/>
                </a:lnTo>
                <a:lnTo>
                  <a:pt x="1088261" y="34131"/>
                </a:lnTo>
                <a:lnTo>
                  <a:pt x="1077056" y="34131"/>
                </a:lnTo>
                <a:cubicBezTo>
                  <a:pt x="1075486" y="34131"/>
                  <a:pt x="1074288" y="33777"/>
                  <a:pt x="1073465" y="33068"/>
                </a:cubicBezTo>
                <a:cubicBezTo>
                  <a:pt x="1072641" y="32360"/>
                  <a:pt x="1072230" y="31335"/>
                  <a:pt x="1072230" y="29994"/>
                </a:cubicBezTo>
                <a:cubicBezTo>
                  <a:pt x="1072230" y="28653"/>
                  <a:pt x="1072613" y="27648"/>
                  <a:pt x="1073379" y="26978"/>
                </a:cubicBezTo>
                <a:cubicBezTo>
                  <a:pt x="1074145" y="26307"/>
                  <a:pt x="1075294" y="25972"/>
                  <a:pt x="1076826" y="25972"/>
                </a:cubicBezTo>
                <a:lnTo>
                  <a:pt x="1093662" y="25972"/>
                </a:lnTo>
                <a:cubicBezTo>
                  <a:pt x="1094696" y="25972"/>
                  <a:pt x="1095510" y="26183"/>
                  <a:pt x="1096104" y="26604"/>
                </a:cubicBezTo>
                <a:cubicBezTo>
                  <a:pt x="1096698" y="27024"/>
                  <a:pt x="1096995" y="27598"/>
                  <a:pt x="1096995" y="28324"/>
                </a:cubicBezTo>
                <a:lnTo>
                  <a:pt x="1096995" y="70906"/>
                </a:lnTo>
                <a:close/>
                <a:moveTo>
                  <a:pt x="1179294" y="79065"/>
                </a:moveTo>
                <a:cubicBezTo>
                  <a:pt x="1178489" y="79065"/>
                  <a:pt x="1177924" y="78866"/>
                  <a:pt x="1177599" y="78467"/>
                </a:cubicBezTo>
                <a:cubicBezTo>
                  <a:pt x="1177273" y="78067"/>
                  <a:pt x="1177110" y="77297"/>
                  <a:pt x="1177110" y="76156"/>
                </a:cubicBezTo>
                <a:lnTo>
                  <a:pt x="1177110" y="71480"/>
                </a:lnTo>
                <a:cubicBezTo>
                  <a:pt x="1174812" y="74353"/>
                  <a:pt x="1171939" y="76585"/>
                  <a:pt x="1168491" y="78174"/>
                </a:cubicBezTo>
                <a:cubicBezTo>
                  <a:pt x="1165044" y="79764"/>
                  <a:pt x="1161309" y="80559"/>
                  <a:pt x="1157287" y="80559"/>
                </a:cubicBezTo>
                <a:cubicBezTo>
                  <a:pt x="1150047" y="80559"/>
                  <a:pt x="1143985" y="77981"/>
                  <a:pt x="1139101" y="72823"/>
                </a:cubicBezTo>
                <a:cubicBezTo>
                  <a:pt x="1134216" y="67665"/>
                  <a:pt x="1131774" y="61251"/>
                  <a:pt x="1131774" y="53582"/>
                </a:cubicBezTo>
                <a:cubicBezTo>
                  <a:pt x="1131774" y="45644"/>
                  <a:pt x="1134379" y="39039"/>
                  <a:pt x="1139589" y="33767"/>
                </a:cubicBezTo>
                <a:cubicBezTo>
                  <a:pt x="1144799" y="28494"/>
                  <a:pt x="1151292" y="25857"/>
                  <a:pt x="1159068" y="25857"/>
                </a:cubicBezTo>
                <a:cubicBezTo>
                  <a:pt x="1163014" y="25857"/>
                  <a:pt x="1166557" y="26556"/>
                  <a:pt x="1169698" y="27954"/>
                </a:cubicBezTo>
                <a:cubicBezTo>
                  <a:pt x="1172839" y="29353"/>
                  <a:pt x="1175540" y="31412"/>
                  <a:pt x="1177800" y="34131"/>
                </a:cubicBezTo>
                <a:lnTo>
                  <a:pt x="1177800" y="12067"/>
                </a:lnTo>
                <a:lnTo>
                  <a:pt x="1174755" y="12067"/>
                </a:lnTo>
                <a:cubicBezTo>
                  <a:pt x="1171422" y="12067"/>
                  <a:pt x="1169267" y="11774"/>
                  <a:pt x="1168290" y="11189"/>
                </a:cubicBezTo>
                <a:cubicBezTo>
                  <a:pt x="1167313" y="10603"/>
                  <a:pt x="1166825" y="9536"/>
                  <a:pt x="1166825" y="7987"/>
                </a:cubicBezTo>
                <a:cubicBezTo>
                  <a:pt x="1166825" y="6627"/>
                  <a:pt x="1167218" y="5607"/>
                  <a:pt x="1168003" y="4927"/>
                </a:cubicBezTo>
                <a:cubicBezTo>
                  <a:pt x="1168788" y="4247"/>
                  <a:pt x="1169928" y="3907"/>
                  <a:pt x="1171422" y="3907"/>
                </a:cubicBezTo>
                <a:lnTo>
                  <a:pt x="1183201" y="3907"/>
                </a:lnTo>
                <a:cubicBezTo>
                  <a:pt x="1184350" y="3907"/>
                  <a:pt x="1185184" y="4099"/>
                  <a:pt x="1185701" y="4482"/>
                </a:cubicBezTo>
                <a:cubicBezTo>
                  <a:pt x="1186218" y="4865"/>
                  <a:pt x="1186476" y="5459"/>
                  <a:pt x="1186476" y="6263"/>
                </a:cubicBezTo>
                <a:lnTo>
                  <a:pt x="1186476" y="71021"/>
                </a:lnTo>
                <a:lnTo>
                  <a:pt x="1189062" y="71021"/>
                </a:lnTo>
                <a:cubicBezTo>
                  <a:pt x="1190939" y="71021"/>
                  <a:pt x="1192299" y="71335"/>
                  <a:pt x="1193142" y="71963"/>
                </a:cubicBezTo>
                <a:cubicBezTo>
                  <a:pt x="1193985" y="72591"/>
                  <a:pt x="1194406" y="73588"/>
                  <a:pt x="1194406" y="74957"/>
                </a:cubicBezTo>
                <a:cubicBezTo>
                  <a:pt x="1194406" y="76251"/>
                  <a:pt x="1194042" y="77259"/>
                  <a:pt x="1193314" y="77982"/>
                </a:cubicBezTo>
                <a:cubicBezTo>
                  <a:pt x="1192586" y="78704"/>
                  <a:pt x="1191609" y="79065"/>
                  <a:pt x="1190384" y="79065"/>
                </a:cubicBezTo>
                <a:lnTo>
                  <a:pt x="1179294" y="79065"/>
                </a:lnTo>
                <a:moveTo>
                  <a:pt x="1141658" y="53294"/>
                </a:moveTo>
                <a:cubicBezTo>
                  <a:pt x="1141658" y="58589"/>
                  <a:pt x="1143362" y="62925"/>
                  <a:pt x="1146771" y="66302"/>
                </a:cubicBezTo>
                <a:cubicBezTo>
                  <a:pt x="1150181" y="69678"/>
                  <a:pt x="1154509" y="71365"/>
                  <a:pt x="1159757" y="71365"/>
                </a:cubicBezTo>
                <a:cubicBezTo>
                  <a:pt x="1165044" y="71365"/>
                  <a:pt x="1169392" y="69611"/>
                  <a:pt x="1172801" y="66101"/>
                </a:cubicBezTo>
                <a:cubicBezTo>
                  <a:pt x="1176210" y="62590"/>
                  <a:pt x="1177915" y="58129"/>
                  <a:pt x="1177915" y="52720"/>
                </a:cubicBezTo>
                <a:cubicBezTo>
                  <a:pt x="1177915" y="47387"/>
                  <a:pt x="1176220" y="42994"/>
                  <a:pt x="1172830" y="39542"/>
                </a:cubicBezTo>
                <a:cubicBezTo>
                  <a:pt x="1169439" y="36088"/>
                  <a:pt x="1165082" y="34361"/>
                  <a:pt x="1159757" y="34361"/>
                </a:cubicBezTo>
                <a:cubicBezTo>
                  <a:pt x="1154356" y="34361"/>
                  <a:pt x="1149989" y="36107"/>
                  <a:pt x="1146657" y="39599"/>
                </a:cubicBezTo>
                <a:cubicBezTo>
                  <a:pt x="1143324" y="43090"/>
                  <a:pt x="1141658" y="47655"/>
                  <a:pt x="1141658" y="53294"/>
                </a:cubicBezTo>
                <a:close/>
                <a:moveTo>
                  <a:pt x="1230737" y="34476"/>
                </a:moveTo>
                <a:cubicBezTo>
                  <a:pt x="1225719" y="34476"/>
                  <a:pt x="1221620" y="36025"/>
                  <a:pt x="1218441" y="39123"/>
                </a:cubicBezTo>
                <a:cubicBezTo>
                  <a:pt x="1215262" y="42220"/>
                  <a:pt x="1213672" y="46235"/>
                  <a:pt x="1213672" y="51168"/>
                </a:cubicBezTo>
                <a:cubicBezTo>
                  <a:pt x="1213672" y="56025"/>
                  <a:pt x="1215262" y="60012"/>
                  <a:pt x="1218441" y="63129"/>
                </a:cubicBezTo>
                <a:cubicBezTo>
                  <a:pt x="1221620" y="66245"/>
                  <a:pt x="1225719" y="67803"/>
                  <a:pt x="1230737" y="67803"/>
                </a:cubicBezTo>
                <a:cubicBezTo>
                  <a:pt x="1235717" y="67803"/>
                  <a:pt x="1239807" y="66245"/>
                  <a:pt x="1243005" y="63129"/>
                </a:cubicBezTo>
                <a:cubicBezTo>
                  <a:pt x="1246204" y="60012"/>
                  <a:pt x="1247803" y="56025"/>
                  <a:pt x="1247803" y="51168"/>
                </a:cubicBezTo>
                <a:cubicBezTo>
                  <a:pt x="1247803" y="46312"/>
                  <a:pt x="1246204" y="42316"/>
                  <a:pt x="1243005" y="39181"/>
                </a:cubicBezTo>
                <a:cubicBezTo>
                  <a:pt x="1239807" y="36044"/>
                  <a:pt x="1235717" y="34476"/>
                  <a:pt x="1230737" y="34476"/>
                </a:cubicBezTo>
                <a:moveTo>
                  <a:pt x="1255675" y="76056"/>
                </a:moveTo>
                <a:cubicBezTo>
                  <a:pt x="1255675" y="81423"/>
                  <a:pt x="1255407" y="85228"/>
                  <a:pt x="1254871" y="87470"/>
                </a:cubicBezTo>
                <a:cubicBezTo>
                  <a:pt x="1254334" y="89714"/>
                  <a:pt x="1253415" y="91679"/>
                  <a:pt x="1252113" y="93365"/>
                </a:cubicBezTo>
                <a:cubicBezTo>
                  <a:pt x="1249967" y="96203"/>
                  <a:pt x="1246960" y="98359"/>
                  <a:pt x="1243091" y="99835"/>
                </a:cubicBezTo>
                <a:cubicBezTo>
                  <a:pt x="1239222" y="101311"/>
                  <a:pt x="1234664" y="102049"/>
                  <a:pt x="1229416" y="102049"/>
                </a:cubicBezTo>
                <a:cubicBezTo>
                  <a:pt x="1225049" y="102049"/>
                  <a:pt x="1221860" y="101625"/>
                  <a:pt x="1219849" y="100776"/>
                </a:cubicBezTo>
                <a:cubicBezTo>
                  <a:pt x="1217838" y="99928"/>
                  <a:pt x="1216832" y="98579"/>
                  <a:pt x="1216832" y="96729"/>
                </a:cubicBezTo>
                <a:cubicBezTo>
                  <a:pt x="1216832" y="95534"/>
                  <a:pt x="1217320" y="94484"/>
                  <a:pt x="1218297" y="93579"/>
                </a:cubicBezTo>
                <a:cubicBezTo>
                  <a:pt x="1219274" y="92675"/>
                  <a:pt x="1220433" y="92223"/>
                  <a:pt x="1221774" y="92223"/>
                </a:cubicBezTo>
                <a:cubicBezTo>
                  <a:pt x="1222808" y="92223"/>
                  <a:pt x="1224398" y="92367"/>
                  <a:pt x="1226543" y="92654"/>
                </a:cubicBezTo>
                <a:cubicBezTo>
                  <a:pt x="1228688" y="92942"/>
                  <a:pt x="1230316" y="93085"/>
                  <a:pt x="1231427" y="93085"/>
                </a:cubicBezTo>
                <a:cubicBezTo>
                  <a:pt x="1237096" y="93085"/>
                  <a:pt x="1241119" y="91780"/>
                  <a:pt x="1243494" y="89169"/>
                </a:cubicBezTo>
                <a:cubicBezTo>
                  <a:pt x="1245869" y="86558"/>
                  <a:pt x="1247056" y="82085"/>
                  <a:pt x="1247056" y="75749"/>
                </a:cubicBezTo>
                <a:lnTo>
                  <a:pt x="1247056" y="68780"/>
                </a:lnTo>
                <a:cubicBezTo>
                  <a:pt x="1244719" y="71500"/>
                  <a:pt x="1242134" y="73491"/>
                  <a:pt x="1239299" y="74756"/>
                </a:cubicBezTo>
                <a:cubicBezTo>
                  <a:pt x="1236464" y="76020"/>
                  <a:pt x="1233208" y="76652"/>
                  <a:pt x="1229531" y="76652"/>
                </a:cubicBezTo>
                <a:cubicBezTo>
                  <a:pt x="1222367" y="76652"/>
                  <a:pt x="1216439" y="74270"/>
                  <a:pt x="1211747" y="69507"/>
                </a:cubicBezTo>
                <a:cubicBezTo>
                  <a:pt x="1207054" y="64743"/>
                  <a:pt x="1204708" y="58706"/>
                  <a:pt x="1204708" y="51398"/>
                </a:cubicBezTo>
                <a:cubicBezTo>
                  <a:pt x="1204708" y="44052"/>
                  <a:pt x="1207121" y="37958"/>
                  <a:pt x="1211948" y="33119"/>
                </a:cubicBezTo>
                <a:cubicBezTo>
                  <a:pt x="1216775" y="28278"/>
                  <a:pt x="1222750" y="25857"/>
                  <a:pt x="1229876" y="25857"/>
                </a:cubicBezTo>
                <a:cubicBezTo>
                  <a:pt x="1232825" y="25857"/>
                  <a:pt x="1235708" y="26403"/>
                  <a:pt x="1238523" y="27495"/>
                </a:cubicBezTo>
                <a:cubicBezTo>
                  <a:pt x="1241339" y="28586"/>
                  <a:pt x="1244183" y="30243"/>
                  <a:pt x="1247056" y="32465"/>
                </a:cubicBezTo>
                <a:lnTo>
                  <a:pt x="1247056" y="28328"/>
                </a:lnTo>
                <a:cubicBezTo>
                  <a:pt x="1247056" y="27523"/>
                  <a:pt x="1247315" y="26930"/>
                  <a:pt x="1247832" y="26547"/>
                </a:cubicBezTo>
                <a:cubicBezTo>
                  <a:pt x="1248349" y="26163"/>
                  <a:pt x="1249163" y="25972"/>
                  <a:pt x="1250274" y="25972"/>
                </a:cubicBezTo>
                <a:lnTo>
                  <a:pt x="1258950" y="25972"/>
                </a:lnTo>
                <a:cubicBezTo>
                  <a:pt x="1260483" y="25972"/>
                  <a:pt x="1261632" y="26307"/>
                  <a:pt x="1262398" y="26978"/>
                </a:cubicBezTo>
                <a:cubicBezTo>
                  <a:pt x="1263164" y="27648"/>
                  <a:pt x="1263547" y="28653"/>
                  <a:pt x="1263547" y="29994"/>
                </a:cubicBezTo>
                <a:cubicBezTo>
                  <a:pt x="1263547" y="31526"/>
                  <a:pt x="1263068" y="32599"/>
                  <a:pt x="1262111" y="33212"/>
                </a:cubicBezTo>
                <a:cubicBezTo>
                  <a:pt x="1261153" y="33825"/>
                  <a:pt x="1259353" y="34131"/>
                  <a:pt x="1256709" y="34131"/>
                </a:cubicBezTo>
                <a:lnTo>
                  <a:pt x="1255675" y="34131"/>
                </a:lnTo>
                <a:lnTo>
                  <a:pt x="1255675" y="76056"/>
                </a:lnTo>
                <a:close/>
                <a:moveTo>
                  <a:pt x="1283274" y="55047"/>
                </a:moveTo>
                <a:cubicBezTo>
                  <a:pt x="1283580" y="60581"/>
                  <a:pt x="1285448" y="64857"/>
                  <a:pt x="1288876" y="67875"/>
                </a:cubicBezTo>
                <a:cubicBezTo>
                  <a:pt x="1292304" y="70891"/>
                  <a:pt x="1296987" y="72400"/>
                  <a:pt x="1302925" y="72400"/>
                </a:cubicBezTo>
                <a:cubicBezTo>
                  <a:pt x="1307407" y="72400"/>
                  <a:pt x="1312291" y="71203"/>
                  <a:pt x="1317577" y="68808"/>
                </a:cubicBezTo>
                <a:cubicBezTo>
                  <a:pt x="1322864" y="66414"/>
                  <a:pt x="1326062" y="65217"/>
                  <a:pt x="1327173" y="65217"/>
                </a:cubicBezTo>
                <a:cubicBezTo>
                  <a:pt x="1328322" y="65217"/>
                  <a:pt x="1329280" y="65581"/>
                  <a:pt x="1330046" y="66309"/>
                </a:cubicBezTo>
                <a:cubicBezTo>
                  <a:pt x="1330812" y="67037"/>
                  <a:pt x="1331195" y="67937"/>
                  <a:pt x="1331195" y="69010"/>
                </a:cubicBezTo>
                <a:cubicBezTo>
                  <a:pt x="1331195" y="70120"/>
                  <a:pt x="1330793" y="71136"/>
                  <a:pt x="1329989" y="72055"/>
                </a:cubicBezTo>
                <a:cubicBezTo>
                  <a:pt x="1329184" y="72974"/>
                  <a:pt x="1327901" y="73875"/>
                  <a:pt x="1326139" y="74756"/>
                </a:cubicBezTo>
                <a:cubicBezTo>
                  <a:pt x="1322308" y="76633"/>
                  <a:pt x="1318353" y="78069"/>
                  <a:pt x="1314273" y="79065"/>
                </a:cubicBezTo>
                <a:cubicBezTo>
                  <a:pt x="1310194" y="80061"/>
                  <a:pt x="1306143" y="80559"/>
                  <a:pt x="1302121" y="80559"/>
                </a:cubicBezTo>
                <a:cubicBezTo>
                  <a:pt x="1293387" y="80559"/>
                  <a:pt x="1286396" y="78038"/>
                  <a:pt x="1281148" y="72996"/>
                </a:cubicBezTo>
                <a:cubicBezTo>
                  <a:pt x="1275900" y="67953"/>
                  <a:pt x="1273276" y="61270"/>
                  <a:pt x="1273276" y="52949"/>
                </a:cubicBezTo>
                <a:cubicBezTo>
                  <a:pt x="1273276" y="44475"/>
                  <a:pt x="1276053" y="37612"/>
                  <a:pt x="1281607" y="32359"/>
                </a:cubicBezTo>
                <a:cubicBezTo>
                  <a:pt x="1287162" y="27105"/>
                  <a:pt x="1294402" y="24478"/>
                  <a:pt x="1303327" y="24478"/>
                </a:cubicBezTo>
                <a:cubicBezTo>
                  <a:pt x="1311410" y="24478"/>
                  <a:pt x="1318114" y="26930"/>
                  <a:pt x="1323438" y="31833"/>
                </a:cubicBezTo>
                <a:cubicBezTo>
                  <a:pt x="1328763" y="36736"/>
                  <a:pt x="1331425" y="42674"/>
                  <a:pt x="1331425" y="49646"/>
                </a:cubicBezTo>
                <a:cubicBezTo>
                  <a:pt x="1331425" y="51791"/>
                  <a:pt x="1330975" y="53227"/>
                  <a:pt x="1330075" y="53955"/>
                </a:cubicBezTo>
                <a:cubicBezTo>
                  <a:pt x="1329175" y="54683"/>
                  <a:pt x="1326733" y="55047"/>
                  <a:pt x="1322749" y="55047"/>
                </a:cubicBezTo>
                <a:lnTo>
                  <a:pt x="1321887" y="55047"/>
                </a:lnTo>
                <a:lnTo>
                  <a:pt x="1283274" y="55047"/>
                </a:lnTo>
                <a:moveTo>
                  <a:pt x="1283561" y="47462"/>
                </a:moveTo>
                <a:lnTo>
                  <a:pt x="1320967" y="47462"/>
                </a:lnTo>
                <a:cubicBezTo>
                  <a:pt x="1320393" y="42938"/>
                  <a:pt x="1318487" y="39299"/>
                  <a:pt x="1315250" y="36543"/>
                </a:cubicBezTo>
                <a:cubicBezTo>
                  <a:pt x="1312013" y="33786"/>
                  <a:pt x="1308039" y="32407"/>
                  <a:pt x="1303327" y="32407"/>
                </a:cubicBezTo>
                <a:cubicBezTo>
                  <a:pt x="1298232" y="32407"/>
                  <a:pt x="1293942" y="33738"/>
                  <a:pt x="1290456" y="36399"/>
                </a:cubicBezTo>
                <a:cubicBezTo>
                  <a:pt x="1286970" y="39060"/>
                  <a:pt x="1284672" y="42748"/>
                  <a:pt x="1283561" y="47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g">
            <a:extLst xmlns:a="http://schemas.openxmlformats.org/drawingml/2006/main">
              <a:ext uri="{FF2B5EF4-FFF2-40B4-BE49-F238E27FC236}">
                <a16:creationId xmlns:a16="http://schemas.microsoft.com/office/drawing/2014/main" id="{2216EFE4-8067-4130-87A6-9A04ABD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961" y="3266391"/>
            <a:ext cx="100852" cy="141028"/>
          </a:xfrm>
          <a:custGeom xmlns:a="http://schemas.openxmlformats.org/drawingml/2006/main">
            <a:pathLst>
              <a:path w="100852" h="141028">
                <a:moveTo>
                  <a:pt x="100192" y="14169"/>
                </a:moveTo>
                <a:cubicBezTo>
                  <a:pt x="100413" y="12862"/>
                  <a:pt x="100852" y="11772"/>
                  <a:pt x="100852" y="10243"/>
                </a:cubicBezTo>
                <a:cubicBezTo>
                  <a:pt x="100852" y="6538"/>
                  <a:pt x="98213" y="4357"/>
                  <a:pt x="94479" y="4357"/>
                </a:cubicBezTo>
                <a:cubicBezTo>
                  <a:pt x="92283" y="4357"/>
                  <a:pt x="86348" y="5883"/>
                  <a:pt x="85470" y="13733"/>
                </a:cubicBezTo>
                <a:cubicBezTo>
                  <a:pt x="81514" y="5667"/>
                  <a:pt x="73826" y="0"/>
                  <a:pt x="65035" y="0"/>
                </a:cubicBezTo>
                <a:cubicBezTo>
                  <a:pt x="39987" y="0"/>
                  <a:pt x="12744" y="30521"/>
                  <a:pt x="12744" y="61916"/>
                </a:cubicBezTo>
                <a:cubicBezTo>
                  <a:pt x="12744" y="83503"/>
                  <a:pt x="26144" y="96358"/>
                  <a:pt x="41966" y="96358"/>
                </a:cubicBezTo>
                <a:cubicBezTo>
                  <a:pt x="54930" y="96358"/>
                  <a:pt x="65257" y="86118"/>
                  <a:pt x="67453" y="83719"/>
                </a:cubicBezTo>
                <a:lnTo>
                  <a:pt x="67674" y="83938"/>
                </a:lnTo>
                <a:cubicBezTo>
                  <a:pt x="63057" y="103325"/>
                  <a:pt x="60422" y="112249"/>
                  <a:pt x="60422" y="112684"/>
                </a:cubicBezTo>
                <a:cubicBezTo>
                  <a:pt x="59544" y="114645"/>
                  <a:pt x="52074" y="136239"/>
                  <a:pt x="28783" y="136239"/>
                </a:cubicBezTo>
                <a:cubicBezTo>
                  <a:pt x="24609" y="136239"/>
                  <a:pt x="17357" y="136016"/>
                  <a:pt x="11205" y="134035"/>
                </a:cubicBezTo>
                <a:cubicBezTo>
                  <a:pt x="17796" y="132068"/>
                  <a:pt x="20213" y="126404"/>
                  <a:pt x="20213" y="122702"/>
                </a:cubicBezTo>
                <a:cubicBezTo>
                  <a:pt x="20213" y="119218"/>
                  <a:pt x="17796" y="115077"/>
                  <a:pt x="11862" y="115077"/>
                </a:cubicBezTo>
                <a:cubicBezTo>
                  <a:pt x="7031" y="115077"/>
                  <a:pt x="0" y="118999"/>
                  <a:pt x="0" y="127714"/>
                </a:cubicBezTo>
                <a:cubicBezTo>
                  <a:pt x="0" y="136674"/>
                  <a:pt x="8127" y="141028"/>
                  <a:pt x="29222" y="141028"/>
                </a:cubicBezTo>
                <a:cubicBezTo>
                  <a:pt x="56687" y="141028"/>
                  <a:pt x="72505" y="124008"/>
                  <a:pt x="75804" y="110943"/>
                </a:cubicBezTo>
                <a:lnTo>
                  <a:pt x="100192" y="14169"/>
                </a:lnTo>
                <a:moveTo>
                  <a:pt x="71627" y="68457"/>
                </a:moveTo>
                <a:cubicBezTo>
                  <a:pt x="70309" y="74127"/>
                  <a:pt x="65257" y="79578"/>
                  <a:pt x="60422" y="83719"/>
                </a:cubicBezTo>
                <a:cubicBezTo>
                  <a:pt x="55809" y="87644"/>
                  <a:pt x="48996" y="91569"/>
                  <a:pt x="42626" y="91569"/>
                </a:cubicBezTo>
                <a:cubicBezTo>
                  <a:pt x="31639" y="91569"/>
                  <a:pt x="28344" y="80232"/>
                  <a:pt x="28344" y="71511"/>
                </a:cubicBezTo>
                <a:cubicBezTo>
                  <a:pt x="28344" y="61045"/>
                  <a:pt x="34714" y="35317"/>
                  <a:pt x="40648" y="24199"/>
                </a:cubicBezTo>
                <a:cubicBezTo>
                  <a:pt x="46579" y="13514"/>
                  <a:pt x="56027" y="4793"/>
                  <a:pt x="65257" y="4793"/>
                </a:cubicBezTo>
                <a:cubicBezTo>
                  <a:pt x="79757" y="4793"/>
                  <a:pt x="82835" y="22454"/>
                  <a:pt x="82835" y="23545"/>
                </a:cubicBezTo>
                <a:cubicBezTo>
                  <a:pt x="82835" y="24635"/>
                  <a:pt x="82395" y="25944"/>
                  <a:pt x="82174" y="26815"/>
                </a:cubicBezTo>
                <a:lnTo>
                  <a:pt x="71627" y="684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1">
            <a:extLst xmlns:a="http://schemas.openxmlformats.org/drawingml/2006/main">
              <a:ext uri="{FF2B5EF4-FFF2-40B4-BE49-F238E27FC236}">
                <a16:creationId xmlns:a16="http://schemas.microsoft.com/office/drawing/2014/main" id="{29BB5EE4-EA58-4FF6-890D-2AE9C5C3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232" y="3294185"/>
            <a:ext cx="55985" cy="101251"/>
          </a:xfrm>
          <a:custGeom xmlns:a="http://schemas.openxmlformats.org/drawingml/2006/main">
            <a:pathLst>
              <a:path w="55985" h="101251">
                <a:moveTo>
                  <a:pt x="34759" y="4260"/>
                </a:moveTo>
                <a:cubicBezTo>
                  <a:pt x="34759" y="154"/>
                  <a:pt x="34452" y="0"/>
                  <a:pt x="30146" y="0"/>
                </a:cubicBezTo>
                <a:cubicBezTo>
                  <a:pt x="20303" y="9548"/>
                  <a:pt x="6306" y="9699"/>
                  <a:pt x="0" y="9699"/>
                </a:cubicBezTo>
                <a:lnTo>
                  <a:pt x="0" y="15188"/>
                </a:lnTo>
                <a:cubicBezTo>
                  <a:pt x="3692" y="15188"/>
                  <a:pt x="13842" y="15188"/>
                  <a:pt x="22302" y="10918"/>
                </a:cubicBezTo>
                <a:lnTo>
                  <a:pt x="22302" y="88743"/>
                </a:lnTo>
                <a:cubicBezTo>
                  <a:pt x="22302" y="93780"/>
                  <a:pt x="22302" y="95762"/>
                  <a:pt x="6921" y="95762"/>
                </a:cubicBezTo>
                <a:lnTo>
                  <a:pt x="1077" y="95762"/>
                </a:lnTo>
                <a:lnTo>
                  <a:pt x="1077" y="101251"/>
                </a:lnTo>
                <a:cubicBezTo>
                  <a:pt x="3844" y="101099"/>
                  <a:pt x="22762" y="100641"/>
                  <a:pt x="28453" y="100641"/>
                </a:cubicBezTo>
                <a:cubicBezTo>
                  <a:pt x="33222" y="100641"/>
                  <a:pt x="52600" y="101099"/>
                  <a:pt x="55985" y="101251"/>
                </a:cubicBezTo>
                <a:lnTo>
                  <a:pt x="55985" y="95762"/>
                </a:lnTo>
                <a:lnTo>
                  <a:pt x="50141" y="95762"/>
                </a:lnTo>
                <a:cubicBezTo>
                  <a:pt x="34759" y="95762"/>
                  <a:pt x="34759" y="93780"/>
                  <a:pt x="34759" y="88743"/>
                </a:cubicBezTo>
                <a:lnTo>
                  <a:pt x="34759" y="42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,b">
            <a:extLst xmlns:a="http://schemas.openxmlformats.org/drawingml/2006/main">
              <a:ext uri="{FF2B5EF4-FFF2-40B4-BE49-F238E27FC236}">
                <a16:creationId xmlns:a16="http://schemas.microsoft.com/office/drawing/2014/main" id="{92D97E74-D3D7-46DC-B175-282693F1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927" y="3211511"/>
            <a:ext cx="170020" cy="193355"/>
          </a:xfrm>
          <a:custGeom xmlns:a="http://schemas.openxmlformats.org/drawingml/2006/main">
            <a:pathLst>
              <a:path w="170020" h="193355">
                <a:moveTo>
                  <a:pt x="25705" y="151022"/>
                </a:moveTo>
                <a:cubicBezTo>
                  <a:pt x="25705" y="136647"/>
                  <a:pt x="20213" y="128152"/>
                  <a:pt x="11644" y="128152"/>
                </a:cubicBezTo>
                <a:cubicBezTo>
                  <a:pt x="4392" y="128152"/>
                  <a:pt x="0" y="133596"/>
                  <a:pt x="0" y="139695"/>
                </a:cubicBezTo>
                <a:cubicBezTo>
                  <a:pt x="0" y="145578"/>
                  <a:pt x="4392" y="151238"/>
                  <a:pt x="11644" y="151238"/>
                </a:cubicBezTo>
                <a:cubicBezTo>
                  <a:pt x="14279" y="151238"/>
                  <a:pt x="17136" y="150367"/>
                  <a:pt x="19335" y="148410"/>
                </a:cubicBezTo>
                <a:cubicBezTo>
                  <a:pt x="19992" y="147971"/>
                  <a:pt x="20213" y="147755"/>
                  <a:pt x="20431" y="147755"/>
                </a:cubicBezTo>
                <a:cubicBezTo>
                  <a:pt x="20653" y="147755"/>
                  <a:pt x="20874" y="147971"/>
                  <a:pt x="20874" y="151022"/>
                </a:cubicBezTo>
                <a:cubicBezTo>
                  <a:pt x="20874" y="167175"/>
                  <a:pt x="13183" y="180270"/>
                  <a:pt x="5931" y="187472"/>
                </a:cubicBezTo>
                <a:cubicBezTo>
                  <a:pt x="3514" y="189872"/>
                  <a:pt x="3514" y="190307"/>
                  <a:pt x="3514" y="190962"/>
                </a:cubicBezTo>
                <a:cubicBezTo>
                  <a:pt x="3514" y="192484"/>
                  <a:pt x="4613" y="193355"/>
                  <a:pt x="5713" y="193355"/>
                </a:cubicBezTo>
                <a:cubicBezTo>
                  <a:pt x="8127" y="193355"/>
                  <a:pt x="25705" y="176561"/>
                  <a:pt x="25705" y="151022"/>
                </a:cubicBezTo>
                <a:close/>
                <a:moveTo>
                  <a:pt x="131350" y="2396"/>
                </a:moveTo>
                <a:cubicBezTo>
                  <a:pt x="131350" y="2180"/>
                  <a:pt x="131350" y="0"/>
                  <a:pt x="128493" y="0"/>
                </a:cubicBezTo>
                <a:cubicBezTo>
                  <a:pt x="123438" y="0"/>
                  <a:pt x="107398" y="1745"/>
                  <a:pt x="101685" y="2180"/>
                </a:cubicBezTo>
                <a:cubicBezTo>
                  <a:pt x="99929" y="2396"/>
                  <a:pt x="97511" y="2616"/>
                  <a:pt x="97511" y="6538"/>
                </a:cubicBezTo>
                <a:cubicBezTo>
                  <a:pt x="97511" y="9150"/>
                  <a:pt x="99489" y="9150"/>
                  <a:pt x="102785" y="9150"/>
                </a:cubicBezTo>
                <a:cubicBezTo>
                  <a:pt x="113333" y="9150"/>
                  <a:pt x="113772" y="10675"/>
                  <a:pt x="113772" y="12852"/>
                </a:cubicBezTo>
                <a:cubicBezTo>
                  <a:pt x="113772" y="14378"/>
                  <a:pt x="111794" y="21780"/>
                  <a:pt x="110694" y="26353"/>
                </a:cubicBezTo>
                <a:lnTo>
                  <a:pt x="92677" y="97369"/>
                </a:lnTo>
                <a:cubicBezTo>
                  <a:pt x="90041" y="108260"/>
                  <a:pt x="89163" y="111747"/>
                  <a:pt x="89163" y="119375"/>
                </a:cubicBezTo>
                <a:cubicBezTo>
                  <a:pt x="89163" y="140071"/>
                  <a:pt x="100807" y="153578"/>
                  <a:pt x="117067" y="153578"/>
                </a:cubicBezTo>
                <a:cubicBezTo>
                  <a:pt x="142994" y="153578"/>
                  <a:pt x="170020" y="121116"/>
                  <a:pt x="170020" y="89741"/>
                </a:cubicBezTo>
                <a:cubicBezTo>
                  <a:pt x="170020" y="69916"/>
                  <a:pt x="158376" y="54880"/>
                  <a:pt x="140798" y="54880"/>
                </a:cubicBezTo>
                <a:cubicBezTo>
                  <a:pt x="130689" y="54880"/>
                  <a:pt x="121681" y="61198"/>
                  <a:pt x="115089" y="67955"/>
                </a:cubicBezTo>
                <a:lnTo>
                  <a:pt x="131350" y="2396"/>
                </a:lnTo>
                <a:moveTo>
                  <a:pt x="110694" y="84729"/>
                </a:moveTo>
                <a:cubicBezTo>
                  <a:pt x="112012" y="79936"/>
                  <a:pt x="112012" y="79501"/>
                  <a:pt x="113990" y="77105"/>
                </a:cubicBezTo>
                <a:cubicBezTo>
                  <a:pt x="124758" y="62943"/>
                  <a:pt x="134646" y="59672"/>
                  <a:pt x="140358" y="59672"/>
                </a:cubicBezTo>
                <a:cubicBezTo>
                  <a:pt x="148267" y="59672"/>
                  <a:pt x="154198" y="66210"/>
                  <a:pt x="154198" y="80156"/>
                </a:cubicBezTo>
                <a:cubicBezTo>
                  <a:pt x="154198" y="93008"/>
                  <a:pt x="146950" y="118065"/>
                  <a:pt x="142994" y="126344"/>
                </a:cubicBezTo>
                <a:cubicBezTo>
                  <a:pt x="135742" y="140945"/>
                  <a:pt x="125637" y="148789"/>
                  <a:pt x="117067" y="148789"/>
                </a:cubicBezTo>
                <a:cubicBezTo>
                  <a:pt x="109598" y="148789"/>
                  <a:pt x="102346" y="142906"/>
                  <a:pt x="102346" y="126783"/>
                </a:cubicBezTo>
                <a:cubicBezTo>
                  <a:pt x="102346" y="122642"/>
                  <a:pt x="102346" y="118500"/>
                  <a:pt x="105859" y="104774"/>
                </a:cubicBezTo>
                <a:lnTo>
                  <a:pt x="110694" y="8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t">
            <a:extLst xmlns:a="http://schemas.openxmlformats.org/drawingml/2006/main">
              <a:ext uri="{FF2B5EF4-FFF2-40B4-BE49-F238E27FC236}">
                <a16:creationId xmlns:a16="http://schemas.microsoft.com/office/drawing/2014/main" id="{343CCAD4-0126-4261-B5F1-E6D9013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452" y="3177608"/>
            <a:ext cx="51986" cy="96705"/>
          </a:xfrm>
          <a:custGeom xmlns:a="http://schemas.openxmlformats.org/drawingml/2006/main">
            <a:pathLst>
              <a:path w="51986" h="96705">
                <a:moveTo>
                  <a:pt x="31375" y="35042"/>
                </a:moveTo>
                <a:lnTo>
                  <a:pt x="47064" y="35042"/>
                </a:lnTo>
                <a:cubicBezTo>
                  <a:pt x="49986" y="35042"/>
                  <a:pt x="51986" y="35042"/>
                  <a:pt x="51986" y="31687"/>
                </a:cubicBezTo>
                <a:cubicBezTo>
                  <a:pt x="51986" y="29552"/>
                  <a:pt x="49986" y="29552"/>
                  <a:pt x="47372" y="29552"/>
                </a:cubicBezTo>
                <a:lnTo>
                  <a:pt x="32760" y="29552"/>
                </a:lnTo>
                <a:lnTo>
                  <a:pt x="38451" y="7010"/>
                </a:lnTo>
                <a:cubicBezTo>
                  <a:pt x="38606" y="6247"/>
                  <a:pt x="38913" y="5486"/>
                  <a:pt x="38913" y="4876"/>
                </a:cubicBezTo>
                <a:cubicBezTo>
                  <a:pt x="38913" y="2133"/>
                  <a:pt x="36759" y="0"/>
                  <a:pt x="33682" y="0"/>
                </a:cubicBezTo>
                <a:cubicBezTo>
                  <a:pt x="29838" y="0"/>
                  <a:pt x="27531" y="2592"/>
                  <a:pt x="26454" y="6552"/>
                </a:cubicBezTo>
                <a:cubicBezTo>
                  <a:pt x="25377" y="10360"/>
                  <a:pt x="27376" y="3048"/>
                  <a:pt x="20610" y="29552"/>
                </a:cubicBezTo>
                <a:lnTo>
                  <a:pt x="4921" y="29552"/>
                </a:lnTo>
                <a:cubicBezTo>
                  <a:pt x="2000" y="29552"/>
                  <a:pt x="0" y="29552"/>
                  <a:pt x="0" y="32906"/>
                </a:cubicBezTo>
                <a:cubicBezTo>
                  <a:pt x="0" y="35042"/>
                  <a:pt x="1845" y="35042"/>
                  <a:pt x="4614" y="35042"/>
                </a:cubicBezTo>
                <a:lnTo>
                  <a:pt x="19226" y="35042"/>
                </a:lnTo>
                <a:lnTo>
                  <a:pt x="10150" y="70971"/>
                </a:lnTo>
                <a:cubicBezTo>
                  <a:pt x="9228" y="74777"/>
                  <a:pt x="7843" y="80258"/>
                  <a:pt x="7843" y="82236"/>
                </a:cubicBezTo>
                <a:cubicBezTo>
                  <a:pt x="7843" y="91219"/>
                  <a:pt x="15534" y="96705"/>
                  <a:pt x="24302" y="96705"/>
                </a:cubicBezTo>
                <a:cubicBezTo>
                  <a:pt x="41373" y="96705"/>
                  <a:pt x="51063" y="75387"/>
                  <a:pt x="51063" y="73407"/>
                </a:cubicBezTo>
                <a:cubicBezTo>
                  <a:pt x="51063" y="71427"/>
                  <a:pt x="49064" y="71427"/>
                  <a:pt x="48601" y="71427"/>
                </a:cubicBezTo>
                <a:cubicBezTo>
                  <a:pt x="46757" y="71427"/>
                  <a:pt x="46602" y="71732"/>
                  <a:pt x="45372" y="74321"/>
                </a:cubicBezTo>
                <a:cubicBezTo>
                  <a:pt x="41066" y="83911"/>
                  <a:pt x="33222" y="92435"/>
                  <a:pt x="24762" y="92435"/>
                </a:cubicBezTo>
                <a:cubicBezTo>
                  <a:pt x="21533" y="92435"/>
                  <a:pt x="19380" y="90458"/>
                  <a:pt x="19380" y="84977"/>
                </a:cubicBezTo>
                <a:cubicBezTo>
                  <a:pt x="19380" y="83455"/>
                  <a:pt x="19995" y="80258"/>
                  <a:pt x="20303" y="78734"/>
                </a:cubicBezTo>
                <a:lnTo>
                  <a:pt x="31375" y="350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1">
            <a:extLst xmlns:a="http://schemas.openxmlformats.org/drawingml/2006/main">
              <a:ext uri="{FF2B5EF4-FFF2-40B4-BE49-F238E27FC236}">
                <a16:creationId xmlns:a16="http://schemas.microsoft.com/office/drawing/2014/main" id="{FA1DCAEF-BC22-4C73-A143-15097EEA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757" y="3315348"/>
            <a:ext cx="55985" cy="101251"/>
          </a:xfrm>
          <a:custGeom xmlns:a="http://schemas.openxmlformats.org/drawingml/2006/main">
            <a:pathLst>
              <a:path w="55985" h="101251">
                <a:moveTo>
                  <a:pt x="34759" y="4260"/>
                </a:moveTo>
                <a:cubicBezTo>
                  <a:pt x="34759" y="154"/>
                  <a:pt x="34452" y="0"/>
                  <a:pt x="30146" y="0"/>
                </a:cubicBezTo>
                <a:cubicBezTo>
                  <a:pt x="20303" y="9548"/>
                  <a:pt x="6306" y="9699"/>
                  <a:pt x="0" y="9699"/>
                </a:cubicBezTo>
                <a:lnTo>
                  <a:pt x="0" y="15188"/>
                </a:lnTo>
                <a:cubicBezTo>
                  <a:pt x="3692" y="15188"/>
                  <a:pt x="13842" y="15188"/>
                  <a:pt x="22302" y="10918"/>
                </a:cubicBezTo>
                <a:lnTo>
                  <a:pt x="22302" y="88743"/>
                </a:lnTo>
                <a:cubicBezTo>
                  <a:pt x="22302" y="93780"/>
                  <a:pt x="22302" y="95762"/>
                  <a:pt x="6921" y="95762"/>
                </a:cubicBezTo>
                <a:lnTo>
                  <a:pt x="1077" y="95762"/>
                </a:lnTo>
                <a:lnTo>
                  <a:pt x="1077" y="101251"/>
                </a:lnTo>
                <a:cubicBezTo>
                  <a:pt x="3844" y="101099"/>
                  <a:pt x="22762" y="100641"/>
                  <a:pt x="28453" y="100641"/>
                </a:cubicBezTo>
                <a:cubicBezTo>
                  <a:pt x="33222" y="100641"/>
                  <a:pt x="52600" y="101099"/>
                  <a:pt x="55985" y="101251"/>
                </a:cubicBezTo>
                <a:lnTo>
                  <a:pt x="55985" y="95762"/>
                </a:lnTo>
                <a:lnTo>
                  <a:pt x="50141" y="95762"/>
                </a:lnTo>
                <a:cubicBezTo>
                  <a:pt x="34759" y="95762"/>
                  <a:pt x="34759" y="93780"/>
                  <a:pt x="34759" y="88743"/>
                </a:cubicBezTo>
                <a:lnTo>
                  <a:pt x="34759" y="42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g">
            <a:extLst xmlns:a="http://schemas.openxmlformats.org/drawingml/2006/main">
              <a:ext uri="{FF2B5EF4-FFF2-40B4-BE49-F238E27FC236}">
                <a16:creationId xmlns:a16="http://schemas.microsoft.com/office/drawing/2014/main" id="{2DCF2A37-4016-4B91-B111-004EE4FA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959" y="3880791"/>
            <a:ext cx="99907" cy="139096"/>
          </a:xfrm>
          <a:custGeom xmlns:a="http://schemas.openxmlformats.org/drawingml/2006/main">
            <a:pathLst>
              <a:path w="99907" h="139096">
                <a:moveTo>
                  <a:pt x="99253" y="13975"/>
                </a:moveTo>
                <a:cubicBezTo>
                  <a:pt x="99472" y="12686"/>
                  <a:pt x="99907" y="11611"/>
                  <a:pt x="99907" y="10103"/>
                </a:cubicBezTo>
                <a:cubicBezTo>
                  <a:pt x="99907" y="6448"/>
                  <a:pt x="97293" y="4298"/>
                  <a:pt x="93593" y="4298"/>
                </a:cubicBezTo>
                <a:cubicBezTo>
                  <a:pt x="91418" y="4298"/>
                  <a:pt x="85539" y="5802"/>
                  <a:pt x="84669" y="13545"/>
                </a:cubicBezTo>
                <a:cubicBezTo>
                  <a:pt x="80750" y="5589"/>
                  <a:pt x="73134" y="0"/>
                  <a:pt x="64426" y="0"/>
                </a:cubicBezTo>
                <a:cubicBezTo>
                  <a:pt x="39613" y="0"/>
                  <a:pt x="12624" y="30103"/>
                  <a:pt x="12624" y="61068"/>
                </a:cubicBezTo>
                <a:cubicBezTo>
                  <a:pt x="12624" y="82359"/>
                  <a:pt x="25899" y="95038"/>
                  <a:pt x="41572" y="95038"/>
                </a:cubicBezTo>
                <a:cubicBezTo>
                  <a:pt x="54416" y="95038"/>
                  <a:pt x="64645" y="84939"/>
                  <a:pt x="66820" y="82572"/>
                </a:cubicBezTo>
                <a:lnTo>
                  <a:pt x="67040" y="82788"/>
                </a:lnTo>
                <a:cubicBezTo>
                  <a:pt x="62466" y="101909"/>
                  <a:pt x="59856" y="110711"/>
                  <a:pt x="59856" y="111140"/>
                </a:cubicBezTo>
                <a:cubicBezTo>
                  <a:pt x="58986" y="113075"/>
                  <a:pt x="51586" y="134372"/>
                  <a:pt x="28513" y="134372"/>
                </a:cubicBezTo>
                <a:cubicBezTo>
                  <a:pt x="24378" y="134372"/>
                  <a:pt x="17194" y="134153"/>
                  <a:pt x="11100" y="132199"/>
                </a:cubicBezTo>
                <a:cubicBezTo>
                  <a:pt x="17629" y="130258"/>
                  <a:pt x="20024" y="124672"/>
                  <a:pt x="20024" y="121021"/>
                </a:cubicBezTo>
                <a:cubicBezTo>
                  <a:pt x="20024" y="117585"/>
                  <a:pt x="17629" y="113501"/>
                  <a:pt x="11751" y="113501"/>
                </a:cubicBezTo>
                <a:cubicBezTo>
                  <a:pt x="6965" y="113501"/>
                  <a:pt x="0" y="117369"/>
                  <a:pt x="0" y="125964"/>
                </a:cubicBezTo>
                <a:cubicBezTo>
                  <a:pt x="0" y="134802"/>
                  <a:pt x="8051" y="139096"/>
                  <a:pt x="28948" y="139096"/>
                </a:cubicBezTo>
                <a:cubicBezTo>
                  <a:pt x="56156" y="139096"/>
                  <a:pt x="71826" y="122309"/>
                  <a:pt x="75094" y="109423"/>
                </a:cubicBezTo>
                <a:lnTo>
                  <a:pt x="99253" y="13975"/>
                </a:lnTo>
                <a:moveTo>
                  <a:pt x="70955" y="67519"/>
                </a:moveTo>
                <a:cubicBezTo>
                  <a:pt x="69650" y="73111"/>
                  <a:pt x="64645" y="78487"/>
                  <a:pt x="59856" y="82572"/>
                </a:cubicBezTo>
                <a:cubicBezTo>
                  <a:pt x="55286" y="86443"/>
                  <a:pt x="48537" y="90315"/>
                  <a:pt x="42227" y="90315"/>
                </a:cubicBezTo>
                <a:cubicBezTo>
                  <a:pt x="31343" y="90315"/>
                  <a:pt x="28078" y="79133"/>
                  <a:pt x="28078" y="70531"/>
                </a:cubicBezTo>
                <a:cubicBezTo>
                  <a:pt x="28078" y="60209"/>
                  <a:pt x="34388" y="34833"/>
                  <a:pt x="40267" y="23868"/>
                </a:cubicBezTo>
                <a:cubicBezTo>
                  <a:pt x="46142" y="13329"/>
                  <a:pt x="55502" y="4727"/>
                  <a:pt x="64645" y="4727"/>
                </a:cubicBezTo>
                <a:cubicBezTo>
                  <a:pt x="79009" y="4727"/>
                  <a:pt x="82058" y="22147"/>
                  <a:pt x="82058" y="23222"/>
                </a:cubicBezTo>
                <a:cubicBezTo>
                  <a:pt x="82058" y="24297"/>
                  <a:pt x="81623" y="25589"/>
                  <a:pt x="81404" y="26448"/>
                </a:cubicBezTo>
                <a:lnTo>
                  <a:pt x="70955" y="67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2">
            <a:extLst xmlns:a="http://schemas.openxmlformats.org/drawingml/2006/main">
              <a:ext uri="{FF2B5EF4-FFF2-40B4-BE49-F238E27FC236}">
                <a16:creationId xmlns:a16="http://schemas.microsoft.com/office/drawing/2014/main" id="{97E35E67-B289-463A-A1E8-9247E834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12" y="3908204"/>
            <a:ext cx="67345" cy="99864"/>
          </a:xfrm>
          <a:custGeom xmlns:a="http://schemas.openxmlformats.org/drawingml/2006/main">
            <a:pathLst>
              <a:path w="67345" h="99864">
                <a:moveTo>
                  <a:pt x="67345" y="72488"/>
                </a:moveTo>
                <a:lnTo>
                  <a:pt x="62165" y="72488"/>
                </a:lnTo>
                <a:cubicBezTo>
                  <a:pt x="61707" y="75799"/>
                  <a:pt x="60184" y="84675"/>
                  <a:pt x="58203" y="86180"/>
                </a:cubicBezTo>
                <a:cubicBezTo>
                  <a:pt x="56985" y="87082"/>
                  <a:pt x="45254" y="87082"/>
                  <a:pt x="43119" y="87082"/>
                </a:cubicBezTo>
                <a:lnTo>
                  <a:pt x="15084" y="87082"/>
                </a:lnTo>
                <a:cubicBezTo>
                  <a:pt x="31084" y="73089"/>
                  <a:pt x="36415" y="68879"/>
                  <a:pt x="45558" y="61807"/>
                </a:cubicBezTo>
                <a:cubicBezTo>
                  <a:pt x="56832" y="52931"/>
                  <a:pt x="67345" y="43603"/>
                  <a:pt x="67345" y="29312"/>
                </a:cubicBezTo>
                <a:cubicBezTo>
                  <a:pt x="67345" y="11125"/>
                  <a:pt x="51194" y="0"/>
                  <a:pt x="31693" y="0"/>
                </a:cubicBezTo>
                <a:cubicBezTo>
                  <a:pt x="12798" y="0"/>
                  <a:pt x="0" y="13077"/>
                  <a:pt x="0" y="26905"/>
                </a:cubicBezTo>
                <a:cubicBezTo>
                  <a:pt x="0" y="34576"/>
                  <a:pt x="6552" y="35326"/>
                  <a:pt x="8077" y="35326"/>
                </a:cubicBezTo>
                <a:cubicBezTo>
                  <a:pt x="11734" y="35326"/>
                  <a:pt x="16151" y="32770"/>
                  <a:pt x="16151" y="27357"/>
                </a:cubicBezTo>
                <a:cubicBezTo>
                  <a:pt x="16151" y="24649"/>
                  <a:pt x="15084" y="19385"/>
                  <a:pt x="7161" y="19385"/>
                </a:cubicBezTo>
                <a:cubicBezTo>
                  <a:pt x="11885" y="8720"/>
                  <a:pt x="22247" y="5415"/>
                  <a:pt x="29407" y="5415"/>
                </a:cubicBezTo>
                <a:cubicBezTo>
                  <a:pt x="44642" y="5415"/>
                  <a:pt x="52565" y="17132"/>
                  <a:pt x="52565" y="29312"/>
                </a:cubicBezTo>
                <a:cubicBezTo>
                  <a:pt x="52565" y="42398"/>
                  <a:pt x="43119" y="52779"/>
                  <a:pt x="38244" y="58195"/>
                </a:cubicBezTo>
                <a:lnTo>
                  <a:pt x="1525" y="94001"/>
                </a:lnTo>
                <a:cubicBezTo>
                  <a:pt x="0" y="95352"/>
                  <a:pt x="0" y="95653"/>
                  <a:pt x="0" y="99864"/>
                </a:cubicBezTo>
                <a:lnTo>
                  <a:pt x="62774" y="99864"/>
                </a:lnTo>
                <a:lnTo>
                  <a:pt x="67345" y="72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,b">
            <a:extLst xmlns:a="http://schemas.openxmlformats.org/drawingml/2006/main">
              <a:ext uri="{FF2B5EF4-FFF2-40B4-BE49-F238E27FC236}">
                <a16:creationId xmlns:a16="http://schemas.microsoft.com/office/drawing/2014/main" id="{E81378CB-03DF-4D0A-A54F-49C0328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9872" y="3826663"/>
            <a:ext cx="168426" cy="190706"/>
          </a:xfrm>
          <a:custGeom xmlns:a="http://schemas.openxmlformats.org/drawingml/2006/main">
            <a:pathLst>
              <a:path w="168426" h="190706">
                <a:moveTo>
                  <a:pt x="25464" y="148953"/>
                </a:moveTo>
                <a:cubicBezTo>
                  <a:pt x="25464" y="134776"/>
                  <a:pt x="20024" y="126397"/>
                  <a:pt x="11535" y="126397"/>
                </a:cubicBezTo>
                <a:cubicBezTo>
                  <a:pt x="4351" y="126397"/>
                  <a:pt x="0" y="131766"/>
                  <a:pt x="0" y="137782"/>
                </a:cubicBezTo>
                <a:cubicBezTo>
                  <a:pt x="0" y="143584"/>
                  <a:pt x="4351" y="149166"/>
                  <a:pt x="11535" y="149166"/>
                </a:cubicBezTo>
                <a:cubicBezTo>
                  <a:pt x="14145" y="149166"/>
                  <a:pt x="16975" y="148307"/>
                  <a:pt x="19154" y="146377"/>
                </a:cubicBezTo>
                <a:cubicBezTo>
                  <a:pt x="19805" y="145944"/>
                  <a:pt x="20024" y="145731"/>
                  <a:pt x="20240" y="145731"/>
                </a:cubicBezTo>
                <a:cubicBezTo>
                  <a:pt x="20459" y="145731"/>
                  <a:pt x="20678" y="145944"/>
                  <a:pt x="20678" y="148953"/>
                </a:cubicBezTo>
                <a:cubicBezTo>
                  <a:pt x="20678" y="164885"/>
                  <a:pt x="13059" y="177800"/>
                  <a:pt x="5875" y="184904"/>
                </a:cubicBezTo>
                <a:cubicBezTo>
                  <a:pt x="3481" y="187271"/>
                  <a:pt x="3481" y="187700"/>
                  <a:pt x="3481" y="188346"/>
                </a:cubicBezTo>
                <a:cubicBezTo>
                  <a:pt x="3481" y="189847"/>
                  <a:pt x="4570" y="190706"/>
                  <a:pt x="5659" y="190706"/>
                </a:cubicBezTo>
                <a:cubicBezTo>
                  <a:pt x="8051" y="190706"/>
                  <a:pt x="25464" y="174142"/>
                  <a:pt x="25464" y="148953"/>
                </a:cubicBezTo>
                <a:close/>
                <a:moveTo>
                  <a:pt x="130118" y="2364"/>
                </a:moveTo>
                <a:cubicBezTo>
                  <a:pt x="130118" y="2150"/>
                  <a:pt x="130118" y="0"/>
                  <a:pt x="127289" y="0"/>
                </a:cubicBezTo>
                <a:cubicBezTo>
                  <a:pt x="122280" y="0"/>
                  <a:pt x="106391" y="1721"/>
                  <a:pt x="100732" y="2150"/>
                </a:cubicBezTo>
                <a:cubicBezTo>
                  <a:pt x="98992" y="2364"/>
                  <a:pt x="96597" y="2580"/>
                  <a:pt x="96597" y="6448"/>
                </a:cubicBezTo>
                <a:cubicBezTo>
                  <a:pt x="96597" y="9025"/>
                  <a:pt x="98556" y="9025"/>
                  <a:pt x="101821" y="9025"/>
                </a:cubicBezTo>
                <a:cubicBezTo>
                  <a:pt x="112270" y="9025"/>
                  <a:pt x="112705" y="10529"/>
                  <a:pt x="112705" y="12676"/>
                </a:cubicBezTo>
                <a:cubicBezTo>
                  <a:pt x="112705" y="14181"/>
                  <a:pt x="110745" y="21481"/>
                  <a:pt x="109656" y="25992"/>
                </a:cubicBezTo>
                <a:lnTo>
                  <a:pt x="91808" y="96035"/>
                </a:lnTo>
                <a:cubicBezTo>
                  <a:pt x="89197" y="106777"/>
                  <a:pt x="88327" y="110216"/>
                  <a:pt x="88327" y="117739"/>
                </a:cubicBezTo>
                <a:cubicBezTo>
                  <a:pt x="88327" y="138152"/>
                  <a:pt x="99862" y="151474"/>
                  <a:pt x="115970" y="151474"/>
                </a:cubicBezTo>
                <a:cubicBezTo>
                  <a:pt x="141653" y="151474"/>
                  <a:pt x="168426" y="119457"/>
                  <a:pt x="168426" y="88512"/>
                </a:cubicBezTo>
                <a:cubicBezTo>
                  <a:pt x="168426" y="68958"/>
                  <a:pt x="156891" y="54128"/>
                  <a:pt x="139478" y="54128"/>
                </a:cubicBezTo>
                <a:cubicBezTo>
                  <a:pt x="129464" y="54128"/>
                  <a:pt x="120540" y="60360"/>
                  <a:pt x="114010" y="67024"/>
                </a:cubicBezTo>
                <a:lnTo>
                  <a:pt x="130118" y="2364"/>
                </a:lnTo>
                <a:moveTo>
                  <a:pt x="109656" y="83568"/>
                </a:moveTo>
                <a:cubicBezTo>
                  <a:pt x="110961" y="78841"/>
                  <a:pt x="110961" y="78412"/>
                  <a:pt x="112921" y="76048"/>
                </a:cubicBezTo>
                <a:cubicBezTo>
                  <a:pt x="123589" y="62081"/>
                  <a:pt x="133383" y="58855"/>
                  <a:pt x="139043" y="58855"/>
                </a:cubicBezTo>
                <a:cubicBezTo>
                  <a:pt x="146877" y="58855"/>
                  <a:pt x="152753" y="65303"/>
                  <a:pt x="152753" y="79058"/>
                </a:cubicBezTo>
                <a:cubicBezTo>
                  <a:pt x="152753" y="91734"/>
                  <a:pt x="145572" y="116448"/>
                  <a:pt x="141653" y="124613"/>
                </a:cubicBezTo>
                <a:cubicBezTo>
                  <a:pt x="134469" y="139014"/>
                  <a:pt x="124459" y="146750"/>
                  <a:pt x="115970" y="146750"/>
                </a:cubicBezTo>
                <a:cubicBezTo>
                  <a:pt x="108570" y="146750"/>
                  <a:pt x="101386" y="140948"/>
                  <a:pt x="101386" y="125046"/>
                </a:cubicBezTo>
                <a:cubicBezTo>
                  <a:pt x="101386" y="120962"/>
                  <a:pt x="101386" y="116877"/>
                  <a:pt x="104867" y="103339"/>
                </a:cubicBezTo>
                <a:lnTo>
                  <a:pt x="109656" y="835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t">
            <a:extLst xmlns:a="http://schemas.openxmlformats.org/drawingml/2006/main">
              <a:ext uri="{FF2B5EF4-FFF2-40B4-BE49-F238E27FC236}">
                <a16:creationId xmlns:a16="http://schemas.microsoft.com/office/drawing/2014/main" id="{B6266D9B-E554-4E7A-B990-90D45D87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716" y="3793225"/>
            <a:ext cx="51498" cy="95380"/>
          </a:xfrm>
          <a:custGeom xmlns:a="http://schemas.openxmlformats.org/drawingml/2006/main">
            <a:pathLst>
              <a:path w="51498" h="95380">
                <a:moveTo>
                  <a:pt x="31081" y="34562"/>
                </a:moveTo>
                <a:lnTo>
                  <a:pt x="46623" y="34562"/>
                </a:lnTo>
                <a:cubicBezTo>
                  <a:pt x="49518" y="34562"/>
                  <a:pt x="51498" y="34562"/>
                  <a:pt x="51498" y="31253"/>
                </a:cubicBezTo>
                <a:cubicBezTo>
                  <a:pt x="51498" y="29147"/>
                  <a:pt x="49518" y="29147"/>
                  <a:pt x="46928" y="29147"/>
                </a:cubicBezTo>
                <a:lnTo>
                  <a:pt x="32453" y="29147"/>
                </a:lnTo>
                <a:lnTo>
                  <a:pt x="38091" y="6914"/>
                </a:lnTo>
                <a:cubicBezTo>
                  <a:pt x="38244" y="6161"/>
                  <a:pt x="38549" y="5411"/>
                  <a:pt x="38549" y="4810"/>
                </a:cubicBezTo>
                <a:cubicBezTo>
                  <a:pt x="38549" y="2104"/>
                  <a:pt x="36415" y="0"/>
                  <a:pt x="33367" y="0"/>
                </a:cubicBezTo>
                <a:cubicBezTo>
                  <a:pt x="29558" y="0"/>
                  <a:pt x="27273" y="2556"/>
                  <a:pt x="26206" y="6462"/>
                </a:cubicBezTo>
                <a:cubicBezTo>
                  <a:pt x="25139" y="10218"/>
                  <a:pt x="27120" y="3006"/>
                  <a:pt x="20417" y="29147"/>
                </a:cubicBezTo>
                <a:lnTo>
                  <a:pt x="4875" y="29147"/>
                </a:lnTo>
                <a:cubicBezTo>
                  <a:pt x="1981" y="29147"/>
                  <a:pt x="0" y="29147"/>
                  <a:pt x="0" y="32456"/>
                </a:cubicBezTo>
                <a:cubicBezTo>
                  <a:pt x="0" y="34562"/>
                  <a:pt x="1827" y="34562"/>
                  <a:pt x="4571" y="34562"/>
                </a:cubicBezTo>
                <a:lnTo>
                  <a:pt x="19045" y="34562"/>
                </a:lnTo>
                <a:lnTo>
                  <a:pt x="10055" y="69999"/>
                </a:lnTo>
                <a:cubicBezTo>
                  <a:pt x="9141" y="73753"/>
                  <a:pt x="7770" y="79159"/>
                  <a:pt x="7770" y="81109"/>
                </a:cubicBezTo>
                <a:cubicBezTo>
                  <a:pt x="7770" y="89969"/>
                  <a:pt x="15388" y="95380"/>
                  <a:pt x="24074" y="95380"/>
                </a:cubicBezTo>
                <a:cubicBezTo>
                  <a:pt x="40985" y="95380"/>
                  <a:pt x="50585" y="74354"/>
                  <a:pt x="50585" y="72401"/>
                </a:cubicBezTo>
                <a:cubicBezTo>
                  <a:pt x="50585" y="70448"/>
                  <a:pt x="48604" y="70448"/>
                  <a:pt x="48146" y="70448"/>
                </a:cubicBezTo>
                <a:cubicBezTo>
                  <a:pt x="46319" y="70448"/>
                  <a:pt x="46165" y="70749"/>
                  <a:pt x="44947" y="73303"/>
                </a:cubicBezTo>
                <a:cubicBezTo>
                  <a:pt x="40681" y="82761"/>
                  <a:pt x="32911" y="91169"/>
                  <a:pt x="24530" y="91169"/>
                </a:cubicBezTo>
                <a:cubicBezTo>
                  <a:pt x="21331" y="91169"/>
                  <a:pt x="19199" y="89219"/>
                  <a:pt x="19199" y="83812"/>
                </a:cubicBezTo>
                <a:cubicBezTo>
                  <a:pt x="19199" y="82312"/>
                  <a:pt x="19808" y="79159"/>
                  <a:pt x="20113" y="77656"/>
                </a:cubicBezTo>
                <a:lnTo>
                  <a:pt x="31081" y="345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2">
            <a:extLst xmlns:a="http://schemas.openxmlformats.org/drawingml/2006/main">
              <a:ext uri="{FF2B5EF4-FFF2-40B4-BE49-F238E27FC236}">
                <a16:creationId xmlns:a16="http://schemas.microsoft.com/office/drawing/2014/main" id="{87146287-5D27-409C-B134-14D8F2FC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915" y="3929078"/>
            <a:ext cx="67345" cy="99864"/>
          </a:xfrm>
          <a:custGeom xmlns:a="http://schemas.openxmlformats.org/drawingml/2006/main">
            <a:pathLst>
              <a:path w="67345" h="99864">
                <a:moveTo>
                  <a:pt x="67345" y="72488"/>
                </a:moveTo>
                <a:lnTo>
                  <a:pt x="62165" y="72488"/>
                </a:lnTo>
                <a:cubicBezTo>
                  <a:pt x="61707" y="75799"/>
                  <a:pt x="60184" y="84675"/>
                  <a:pt x="58203" y="86180"/>
                </a:cubicBezTo>
                <a:cubicBezTo>
                  <a:pt x="56985" y="87082"/>
                  <a:pt x="45254" y="87082"/>
                  <a:pt x="43119" y="87082"/>
                </a:cubicBezTo>
                <a:lnTo>
                  <a:pt x="15084" y="87082"/>
                </a:lnTo>
                <a:cubicBezTo>
                  <a:pt x="31084" y="73089"/>
                  <a:pt x="36415" y="68879"/>
                  <a:pt x="45558" y="61807"/>
                </a:cubicBezTo>
                <a:cubicBezTo>
                  <a:pt x="56832" y="52931"/>
                  <a:pt x="67345" y="43603"/>
                  <a:pt x="67345" y="29312"/>
                </a:cubicBezTo>
                <a:cubicBezTo>
                  <a:pt x="67345" y="11125"/>
                  <a:pt x="51194" y="0"/>
                  <a:pt x="31693" y="0"/>
                </a:cubicBezTo>
                <a:cubicBezTo>
                  <a:pt x="12798" y="0"/>
                  <a:pt x="0" y="13077"/>
                  <a:pt x="0" y="26905"/>
                </a:cubicBezTo>
                <a:cubicBezTo>
                  <a:pt x="0" y="34576"/>
                  <a:pt x="6552" y="35326"/>
                  <a:pt x="8077" y="35326"/>
                </a:cubicBezTo>
                <a:cubicBezTo>
                  <a:pt x="11734" y="35326"/>
                  <a:pt x="16151" y="32770"/>
                  <a:pt x="16151" y="27357"/>
                </a:cubicBezTo>
                <a:cubicBezTo>
                  <a:pt x="16151" y="24649"/>
                  <a:pt x="15084" y="19385"/>
                  <a:pt x="7161" y="19385"/>
                </a:cubicBezTo>
                <a:cubicBezTo>
                  <a:pt x="11885" y="8720"/>
                  <a:pt x="22247" y="5415"/>
                  <a:pt x="29407" y="5415"/>
                </a:cubicBezTo>
                <a:cubicBezTo>
                  <a:pt x="44642" y="5415"/>
                  <a:pt x="52565" y="17132"/>
                  <a:pt x="52565" y="29312"/>
                </a:cubicBezTo>
                <a:cubicBezTo>
                  <a:pt x="52565" y="42398"/>
                  <a:pt x="43119" y="52779"/>
                  <a:pt x="38244" y="58195"/>
                </a:cubicBezTo>
                <a:lnTo>
                  <a:pt x="1525" y="94001"/>
                </a:lnTo>
                <a:cubicBezTo>
                  <a:pt x="0" y="95352"/>
                  <a:pt x="0" y="95653"/>
                  <a:pt x="0" y="99864"/>
                </a:cubicBezTo>
                <a:lnTo>
                  <a:pt x="62774" y="99864"/>
                </a:lnTo>
                <a:lnTo>
                  <a:pt x="67345" y="72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A868C-1F43-44EC-974D-A32112E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300" y="1058715"/>
            <a:ext cx="392025" cy="1442378"/>
          </a:xfrm>
          <a:custGeom xmlns:a="http://schemas.openxmlformats.org/drawingml/2006/main">
            <a:pathLst>
              <a:path w="392025" h="1442378">
                <a:moveTo>
                  <a:pt x="22735" y="0"/>
                </a:moveTo>
                <a:lnTo>
                  <a:pt x="0" y="5746"/>
                </a:lnTo>
                <a:lnTo>
                  <a:pt x="346553" y="1377044"/>
                </a:lnTo>
                <a:lnTo>
                  <a:pt x="323818" y="1382790"/>
                </a:lnTo>
                <a:lnTo>
                  <a:pt x="375159" y="1442378"/>
                </a:lnTo>
                <a:lnTo>
                  <a:pt x="392025" y="1365553"/>
                </a:lnTo>
                <a:lnTo>
                  <a:pt x="369289" y="1371299"/>
                </a:lnTo>
                <a:lnTo>
                  <a:pt x="227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FusedSymbolicRepresentations">
            <a:extLst xmlns:a="http://schemas.openxmlformats.org/drawingml/2006/main">
              <a:ext uri="{FF2B5EF4-FFF2-40B4-BE49-F238E27FC236}">
                <a16:creationId xmlns:a16="http://schemas.microsoft.com/office/drawing/2014/main" id="{2E6A44F3-A61D-4156-B471-EE260535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886" y="902598"/>
            <a:ext cx="3059103" cy="184064"/>
          </a:xfrm>
          <a:custGeom xmlns:a="http://schemas.openxmlformats.org/drawingml/2006/main">
            <a:pathLst>
              <a:path w="3059103" h="184064">
                <a:moveTo>
                  <a:pt x="0" y="142788"/>
                </a:moveTo>
                <a:lnTo>
                  <a:pt x="0" y="2394"/>
                </a:lnTo>
                <a:lnTo>
                  <a:pt x="96246" y="2394"/>
                </a:lnTo>
                <a:lnTo>
                  <a:pt x="96246" y="26144"/>
                </a:lnTo>
                <a:lnTo>
                  <a:pt x="28347" y="26144"/>
                </a:lnTo>
                <a:lnTo>
                  <a:pt x="28347" y="59375"/>
                </a:lnTo>
                <a:lnTo>
                  <a:pt x="86956" y="59375"/>
                </a:lnTo>
                <a:lnTo>
                  <a:pt x="86956" y="83126"/>
                </a:lnTo>
                <a:lnTo>
                  <a:pt x="28347" y="83126"/>
                </a:lnTo>
                <a:lnTo>
                  <a:pt x="28347" y="142788"/>
                </a:lnTo>
                <a:lnTo>
                  <a:pt x="0" y="142788"/>
                </a:lnTo>
                <a:close/>
                <a:moveTo>
                  <a:pt x="185766" y="142788"/>
                </a:moveTo>
                <a:lnTo>
                  <a:pt x="185766" y="127561"/>
                </a:lnTo>
                <a:cubicBezTo>
                  <a:pt x="182063" y="132988"/>
                  <a:pt x="177195" y="137266"/>
                  <a:pt x="171162" y="140394"/>
                </a:cubicBezTo>
                <a:cubicBezTo>
                  <a:pt x="165128" y="143523"/>
                  <a:pt x="158760" y="145087"/>
                  <a:pt x="152056" y="145087"/>
                </a:cubicBezTo>
                <a:cubicBezTo>
                  <a:pt x="145225" y="145087"/>
                  <a:pt x="139096" y="143586"/>
                  <a:pt x="133669" y="140586"/>
                </a:cubicBezTo>
                <a:cubicBezTo>
                  <a:pt x="128242" y="137585"/>
                  <a:pt x="124316" y="133371"/>
                  <a:pt x="121890" y="127945"/>
                </a:cubicBezTo>
                <a:cubicBezTo>
                  <a:pt x="119463" y="122518"/>
                  <a:pt x="118250" y="115016"/>
                  <a:pt x="118250" y="105439"/>
                </a:cubicBezTo>
                <a:lnTo>
                  <a:pt x="118250" y="41084"/>
                </a:lnTo>
                <a:lnTo>
                  <a:pt x="145161" y="41084"/>
                </a:lnTo>
                <a:lnTo>
                  <a:pt x="145161" y="87818"/>
                </a:lnTo>
                <a:cubicBezTo>
                  <a:pt x="145161" y="102119"/>
                  <a:pt x="145656" y="110882"/>
                  <a:pt x="146645" y="114106"/>
                </a:cubicBezTo>
                <a:cubicBezTo>
                  <a:pt x="147635" y="117330"/>
                  <a:pt x="149438" y="119884"/>
                  <a:pt x="152056" y="121768"/>
                </a:cubicBezTo>
                <a:cubicBezTo>
                  <a:pt x="154674" y="123651"/>
                  <a:pt x="157994" y="124593"/>
                  <a:pt x="162016" y="124593"/>
                </a:cubicBezTo>
                <a:cubicBezTo>
                  <a:pt x="166613" y="124593"/>
                  <a:pt x="170731" y="123332"/>
                  <a:pt x="174370" y="120810"/>
                </a:cubicBezTo>
                <a:cubicBezTo>
                  <a:pt x="178009" y="118288"/>
                  <a:pt x="180499" y="115160"/>
                  <a:pt x="181840" y="111425"/>
                </a:cubicBezTo>
                <a:cubicBezTo>
                  <a:pt x="183180" y="107690"/>
                  <a:pt x="183851" y="98544"/>
                  <a:pt x="183851" y="83988"/>
                </a:cubicBezTo>
                <a:lnTo>
                  <a:pt x="183851" y="41084"/>
                </a:lnTo>
                <a:lnTo>
                  <a:pt x="210761" y="41084"/>
                </a:lnTo>
                <a:lnTo>
                  <a:pt x="210761" y="142788"/>
                </a:lnTo>
                <a:lnTo>
                  <a:pt x="185766" y="142788"/>
                </a:lnTo>
                <a:close/>
                <a:moveTo>
                  <a:pt x="228553" y="113771"/>
                </a:moveTo>
                <a:lnTo>
                  <a:pt x="255559" y="109653"/>
                </a:lnTo>
                <a:cubicBezTo>
                  <a:pt x="256708" y="114888"/>
                  <a:pt x="259039" y="118863"/>
                  <a:pt x="262550" y="121576"/>
                </a:cubicBezTo>
                <a:cubicBezTo>
                  <a:pt x="266062" y="124289"/>
                  <a:pt x="270978" y="125646"/>
                  <a:pt x="277298" y="125646"/>
                </a:cubicBezTo>
                <a:cubicBezTo>
                  <a:pt x="284257" y="125646"/>
                  <a:pt x="289493" y="124369"/>
                  <a:pt x="293004" y="121815"/>
                </a:cubicBezTo>
                <a:cubicBezTo>
                  <a:pt x="295366" y="120028"/>
                  <a:pt x="296547" y="117634"/>
                  <a:pt x="296547" y="114633"/>
                </a:cubicBezTo>
                <a:cubicBezTo>
                  <a:pt x="296547" y="112590"/>
                  <a:pt x="295909" y="110898"/>
                  <a:pt x="294632" y="109557"/>
                </a:cubicBezTo>
                <a:cubicBezTo>
                  <a:pt x="293291" y="108280"/>
                  <a:pt x="290291" y="107099"/>
                  <a:pt x="285630" y="106014"/>
                </a:cubicBezTo>
                <a:cubicBezTo>
                  <a:pt x="263923" y="101226"/>
                  <a:pt x="250164" y="96852"/>
                  <a:pt x="244354" y="92894"/>
                </a:cubicBezTo>
                <a:cubicBezTo>
                  <a:pt x="236310" y="87403"/>
                  <a:pt x="232288" y="79774"/>
                  <a:pt x="232288" y="70006"/>
                </a:cubicBezTo>
                <a:cubicBezTo>
                  <a:pt x="232288" y="61195"/>
                  <a:pt x="235767" y="53789"/>
                  <a:pt x="242726" y="47788"/>
                </a:cubicBezTo>
                <a:cubicBezTo>
                  <a:pt x="249686" y="41786"/>
                  <a:pt x="260475" y="38786"/>
                  <a:pt x="275096" y="38786"/>
                </a:cubicBezTo>
                <a:cubicBezTo>
                  <a:pt x="289014" y="38786"/>
                  <a:pt x="299357" y="41052"/>
                  <a:pt x="306124" y="45585"/>
                </a:cubicBezTo>
                <a:cubicBezTo>
                  <a:pt x="312892" y="50118"/>
                  <a:pt x="317552" y="56822"/>
                  <a:pt x="320106" y="65696"/>
                </a:cubicBezTo>
                <a:lnTo>
                  <a:pt x="294728" y="70389"/>
                </a:lnTo>
                <a:cubicBezTo>
                  <a:pt x="293642" y="66430"/>
                  <a:pt x="291584" y="63398"/>
                  <a:pt x="288551" y="61291"/>
                </a:cubicBezTo>
                <a:cubicBezTo>
                  <a:pt x="285518" y="59184"/>
                  <a:pt x="281193" y="58130"/>
                  <a:pt x="275574" y="58130"/>
                </a:cubicBezTo>
                <a:cubicBezTo>
                  <a:pt x="268488" y="58130"/>
                  <a:pt x="263412" y="59120"/>
                  <a:pt x="260348" y="61099"/>
                </a:cubicBezTo>
                <a:cubicBezTo>
                  <a:pt x="258305" y="62504"/>
                  <a:pt x="257283" y="64323"/>
                  <a:pt x="257283" y="66558"/>
                </a:cubicBezTo>
                <a:cubicBezTo>
                  <a:pt x="257283" y="68473"/>
                  <a:pt x="258177" y="70101"/>
                  <a:pt x="259964" y="71442"/>
                </a:cubicBezTo>
                <a:cubicBezTo>
                  <a:pt x="262391" y="73230"/>
                  <a:pt x="270770" y="75752"/>
                  <a:pt x="285103" y="79008"/>
                </a:cubicBezTo>
                <a:cubicBezTo>
                  <a:pt x="299436" y="82264"/>
                  <a:pt x="309444" y="86254"/>
                  <a:pt x="315126" y="90978"/>
                </a:cubicBezTo>
                <a:cubicBezTo>
                  <a:pt x="320745" y="95767"/>
                  <a:pt x="323554" y="102439"/>
                  <a:pt x="323554" y="110994"/>
                </a:cubicBezTo>
                <a:cubicBezTo>
                  <a:pt x="323554" y="120315"/>
                  <a:pt x="319659" y="128328"/>
                  <a:pt x="311870" y="135031"/>
                </a:cubicBezTo>
                <a:cubicBezTo>
                  <a:pt x="304081" y="141735"/>
                  <a:pt x="292557" y="145087"/>
                  <a:pt x="277298" y="145087"/>
                </a:cubicBezTo>
                <a:cubicBezTo>
                  <a:pt x="263444" y="145087"/>
                  <a:pt x="252479" y="142278"/>
                  <a:pt x="244402" y="136659"/>
                </a:cubicBezTo>
                <a:cubicBezTo>
                  <a:pt x="236326" y="131041"/>
                  <a:pt x="231043" y="123412"/>
                  <a:pt x="228553" y="113771"/>
                </a:cubicBezTo>
                <a:close/>
                <a:moveTo>
                  <a:pt x="405351" y="110419"/>
                </a:moveTo>
                <a:lnTo>
                  <a:pt x="432166" y="114920"/>
                </a:lnTo>
                <a:cubicBezTo>
                  <a:pt x="428718" y="124752"/>
                  <a:pt x="423276" y="132238"/>
                  <a:pt x="415838" y="137378"/>
                </a:cubicBezTo>
                <a:cubicBezTo>
                  <a:pt x="408400" y="142517"/>
                  <a:pt x="399094" y="145087"/>
                  <a:pt x="387922" y="145087"/>
                </a:cubicBezTo>
                <a:cubicBezTo>
                  <a:pt x="370237" y="145087"/>
                  <a:pt x="357149" y="139309"/>
                  <a:pt x="348657" y="127753"/>
                </a:cubicBezTo>
                <a:cubicBezTo>
                  <a:pt x="341954" y="118496"/>
                  <a:pt x="338602" y="106812"/>
                  <a:pt x="338602" y="92702"/>
                </a:cubicBezTo>
                <a:cubicBezTo>
                  <a:pt x="338602" y="75847"/>
                  <a:pt x="343007" y="62647"/>
                  <a:pt x="351818" y="53103"/>
                </a:cubicBezTo>
                <a:cubicBezTo>
                  <a:pt x="360628" y="43558"/>
                  <a:pt x="371769" y="38786"/>
                  <a:pt x="385240" y="38786"/>
                </a:cubicBezTo>
                <a:cubicBezTo>
                  <a:pt x="400371" y="38786"/>
                  <a:pt x="412310" y="43781"/>
                  <a:pt x="421057" y="53773"/>
                </a:cubicBezTo>
                <a:cubicBezTo>
                  <a:pt x="429804" y="63765"/>
                  <a:pt x="433985" y="79071"/>
                  <a:pt x="433602" y="99693"/>
                </a:cubicBezTo>
                <a:lnTo>
                  <a:pt x="366183" y="99693"/>
                </a:lnTo>
                <a:cubicBezTo>
                  <a:pt x="366374" y="107674"/>
                  <a:pt x="368545" y="113883"/>
                  <a:pt x="372695" y="118320"/>
                </a:cubicBezTo>
                <a:cubicBezTo>
                  <a:pt x="376845" y="122757"/>
                  <a:pt x="382016" y="124976"/>
                  <a:pt x="388209" y="124976"/>
                </a:cubicBezTo>
                <a:cubicBezTo>
                  <a:pt x="392423" y="124976"/>
                  <a:pt x="395966" y="123827"/>
                  <a:pt x="398839" y="121528"/>
                </a:cubicBezTo>
                <a:cubicBezTo>
                  <a:pt x="401712" y="119230"/>
                  <a:pt x="403883" y="115527"/>
                  <a:pt x="405351" y="110419"/>
                </a:cubicBezTo>
                <a:moveTo>
                  <a:pt x="406883" y="83221"/>
                </a:moveTo>
                <a:cubicBezTo>
                  <a:pt x="406692" y="75432"/>
                  <a:pt x="404681" y="69511"/>
                  <a:pt x="400850" y="65457"/>
                </a:cubicBezTo>
                <a:cubicBezTo>
                  <a:pt x="397019" y="61403"/>
                  <a:pt x="392359" y="59375"/>
                  <a:pt x="386868" y="59375"/>
                </a:cubicBezTo>
                <a:cubicBezTo>
                  <a:pt x="380994" y="59375"/>
                  <a:pt x="376142" y="61514"/>
                  <a:pt x="372312" y="65792"/>
                </a:cubicBezTo>
                <a:cubicBezTo>
                  <a:pt x="368481" y="70069"/>
                  <a:pt x="366598" y="75879"/>
                  <a:pt x="366661" y="83221"/>
                </a:cubicBezTo>
                <a:lnTo>
                  <a:pt x="406883" y="83221"/>
                </a:lnTo>
                <a:close/>
                <a:moveTo>
                  <a:pt x="548152" y="142788"/>
                </a:moveTo>
                <a:lnTo>
                  <a:pt x="523157" y="142788"/>
                </a:lnTo>
                <a:lnTo>
                  <a:pt x="523157" y="127849"/>
                </a:lnTo>
                <a:cubicBezTo>
                  <a:pt x="519007" y="133659"/>
                  <a:pt x="514107" y="137984"/>
                  <a:pt x="508457" y="140825"/>
                </a:cubicBezTo>
                <a:cubicBezTo>
                  <a:pt x="502807" y="143666"/>
                  <a:pt x="497108" y="145087"/>
                  <a:pt x="491362" y="145087"/>
                </a:cubicBezTo>
                <a:cubicBezTo>
                  <a:pt x="479679" y="145087"/>
                  <a:pt x="469671" y="140378"/>
                  <a:pt x="461340" y="130961"/>
                </a:cubicBezTo>
                <a:cubicBezTo>
                  <a:pt x="453008" y="121544"/>
                  <a:pt x="448842" y="108408"/>
                  <a:pt x="448842" y="91553"/>
                </a:cubicBezTo>
                <a:cubicBezTo>
                  <a:pt x="448842" y="74315"/>
                  <a:pt x="452896" y="61211"/>
                  <a:pt x="461004" y="52241"/>
                </a:cubicBezTo>
                <a:cubicBezTo>
                  <a:pt x="469113" y="43271"/>
                  <a:pt x="479360" y="38786"/>
                  <a:pt x="491745" y="38786"/>
                </a:cubicBezTo>
                <a:cubicBezTo>
                  <a:pt x="503110" y="38786"/>
                  <a:pt x="512942" y="43510"/>
                  <a:pt x="521242" y="52959"/>
                </a:cubicBezTo>
                <a:lnTo>
                  <a:pt x="521242" y="2394"/>
                </a:lnTo>
                <a:lnTo>
                  <a:pt x="548152" y="2394"/>
                </a:lnTo>
                <a:lnTo>
                  <a:pt x="548152" y="142788"/>
                </a:lnTo>
                <a:moveTo>
                  <a:pt x="476327" y="89734"/>
                </a:moveTo>
                <a:cubicBezTo>
                  <a:pt x="476327" y="100587"/>
                  <a:pt x="477827" y="108440"/>
                  <a:pt x="480828" y="113292"/>
                </a:cubicBezTo>
                <a:cubicBezTo>
                  <a:pt x="485170" y="120315"/>
                  <a:pt x="491235" y="123827"/>
                  <a:pt x="499024" y="123827"/>
                </a:cubicBezTo>
                <a:cubicBezTo>
                  <a:pt x="505217" y="123827"/>
                  <a:pt x="510484" y="121193"/>
                  <a:pt x="514825" y="115926"/>
                </a:cubicBezTo>
                <a:cubicBezTo>
                  <a:pt x="519167" y="110659"/>
                  <a:pt x="521337" y="102790"/>
                  <a:pt x="521337" y="92319"/>
                </a:cubicBezTo>
                <a:cubicBezTo>
                  <a:pt x="521337" y="80636"/>
                  <a:pt x="519231" y="72224"/>
                  <a:pt x="515017" y="67085"/>
                </a:cubicBezTo>
                <a:cubicBezTo>
                  <a:pt x="510803" y="61945"/>
                  <a:pt x="505408" y="59375"/>
                  <a:pt x="498832" y="59375"/>
                </a:cubicBezTo>
                <a:cubicBezTo>
                  <a:pt x="492448" y="59375"/>
                  <a:pt x="487101" y="61913"/>
                  <a:pt x="482791" y="66989"/>
                </a:cubicBezTo>
                <a:cubicBezTo>
                  <a:pt x="478482" y="72065"/>
                  <a:pt x="476327" y="79646"/>
                  <a:pt x="476327" y="89734"/>
                </a:cubicBezTo>
                <a:close/>
                <a:moveTo>
                  <a:pt x="621773" y="97108"/>
                </a:moveTo>
                <a:lnTo>
                  <a:pt x="649354" y="94426"/>
                </a:lnTo>
                <a:cubicBezTo>
                  <a:pt x="651014" y="103684"/>
                  <a:pt x="654382" y="110483"/>
                  <a:pt x="659458" y="114824"/>
                </a:cubicBezTo>
                <a:cubicBezTo>
                  <a:pt x="664533" y="119166"/>
                  <a:pt x="671381" y="121337"/>
                  <a:pt x="680000" y="121337"/>
                </a:cubicBezTo>
                <a:cubicBezTo>
                  <a:pt x="689129" y="121337"/>
                  <a:pt x="696009" y="119405"/>
                  <a:pt x="700637" y="115543"/>
                </a:cubicBezTo>
                <a:cubicBezTo>
                  <a:pt x="705266" y="111680"/>
                  <a:pt x="707581" y="107163"/>
                  <a:pt x="707581" y="101992"/>
                </a:cubicBezTo>
                <a:cubicBezTo>
                  <a:pt x="707581" y="98672"/>
                  <a:pt x="706607" y="95847"/>
                  <a:pt x="704660" y="93516"/>
                </a:cubicBezTo>
                <a:cubicBezTo>
                  <a:pt x="702712" y="91186"/>
                  <a:pt x="699313" y="89159"/>
                  <a:pt x="694460" y="87435"/>
                </a:cubicBezTo>
                <a:cubicBezTo>
                  <a:pt x="691141" y="86286"/>
                  <a:pt x="683575" y="84243"/>
                  <a:pt x="671764" y="81306"/>
                </a:cubicBezTo>
                <a:cubicBezTo>
                  <a:pt x="656569" y="77539"/>
                  <a:pt x="645907" y="72910"/>
                  <a:pt x="639778" y="67420"/>
                </a:cubicBezTo>
                <a:cubicBezTo>
                  <a:pt x="631159" y="59695"/>
                  <a:pt x="626849" y="50278"/>
                  <a:pt x="626849" y="39169"/>
                </a:cubicBezTo>
                <a:cubicBezTo>
                  <a:pt x="626849" y="32018"/>
                  <a:pt x="628876" y="25330"/>
                  <a:pt x="632930" y="19105"/>
                </a:cubicBezTo>
                <a:cubicBezTo>
                  <a:pt x="636984" y="12881"/>
                  <a:pt x="642826" y="8140"/>
                  <a:pt x="650456" y="4884"/>
                </a:cubicBezTo>
                <a:cubicBezTo>
                  <a:pt x="658085" y="1628"/>
                  <a:pt x="667295" y="0"/>
                  <a:pt x="678084" y="0"/>
                </a:cubicBezTo>
                <a:cubicBezTo>
                  <a:pt x="695705" y="0"/>
                  <a:pt x="708969" y="3863"/>
                  <a:pt x="717875" y="11588"/>
                </a:cubicBezTo>
                <a:cubicBezTo>
                  <a:pt x="726782" y="19313"/>
                  <a:pt x="731458" y="29624"/>
                  <a:pt x="731905" y="42520"/>
                </a:cubicBezTo>
                <a:lnTo>
                  <a:pt x="703558" y="43765"/>
                </a:lnTo>
                <a:cubicBezTo>
                  <a:pt x="702345" y="36551"/>
                  <a:pt x="699744" y="31364"/>
                  <a:pt x="695753" y="28203"/>
                </a:cubicBezTo>
                <a:cubicBezTo>
                  <a:pt x="691763" y="25043"/>
                  <a:pt x="685778" y="23463"/>
                  <a:pt x="677797" y="23463"/>
                </a:cubicBezTo>
                <a:cubicBezTo>
                  <a:pt x="669561" y="23463"/>
                  <a:pt x="663113" y="25155"/>
                  <a:pt x="658452" y="28539"/>
                </a:cubicBezTo>
                <a:cubicBezTo>
                  <a:pt x="655451" y="30709"/>
                  <a:pt x="653951" y="33614"/>
                  <a:pt x="653951" y="37253"/>
                </a:cubicBezTo>
                <a:cubicBezTo>
                  <a:pt x="653951" y="40573"/>
                  <a:pt x="655356" y="43414"/>
                  <a:pt x="658165" y="45777"/>
                </a:cubicBezTo>
                <a:cubicBezTo>
                  <a:pt x="661740" y="48777"/>
                  <a:pt x="670423" y="51906"/>
                  <a:pt x="684213" y="55162"/>
                </a:cubicBezTo>
                <a:cubicBezTo>
                  <a:pt x="698004" y="58418"/>
                  <a:pt x="708203" y="61786"/>
                  <a:pt x="714811" y="65265"/>
                </a:cubicBezTo>
                <a:cubicBezTo>
                  <a:pt x="721419" y="68745"/>
                  <a:pt x="726590" y="73501"/>
                  <a:pt x="730325" y="79534"/>
                </a:cubicBezTo>
                <a:cubicBezTo>
                  <a:pt x="734060" y="85568"/>
                  <a:pt x="735928" y="93022"/>
                  <a:pt x="735928" y="101896"/>
                </a:cubicBezTo>
                <a:cubicBezTo>
                  <a:pt x="735928" y="109940"/>
                  <a:pt x="733693" y="117474"/>
                  <a:pt x="729224" y="124497"/>
                </a:cubicBezTo>
                <a:cubicBezTo>
                  <a:pt x="724755" y="131520"/>
                  <a:pt x="718434" y="136739"/>
                  <a:pt x="710262" y="140155"/>
                </a:cubicBezTo>
                <a:cubicBezTo>
                  <a:pt x="702090" y="143570"/>
                  <a:pt x="691907" y="145278"/>
                  <a:pt x="679712" y="145278"/>
                </a:cubicBezTo>
                <a:cubicBezTo>
                  <a:pt x="661964" y="145278"/>
                  <a:pt x="648333" y="141176"/>
                  <a:pt x="638820" y="132972"/>
                </a:cubicBezTo>
                <a:cubicBezTo>
                  <a:pt x="629307" y="124768"/>
                  <a:pt x="623625" y="112813"/>
                  <a:pt x="621773" y="97108"/>
                </a:cubicBezTo>
                <a:close/>
                <a:moveTo>
                  <a:pt x="746023" y="41084"/>
                </a:moveTo>
                <a:lnTo>
                  <a:pt x="774657" y="41084"/>
                </a:lnTo>
                <a:lnTo>
                  <a:pt x="798982" y="113292"/>
                </a:lnTo>
                <a:lnTo>
                  <a:pt x="822732" y="41084"/>
                </a:lnTo>
                <a:lnTo>
                  <a:pt x="850601" y="41084"/>
                </a:lnTo>
                <a:lnTo>
                  <a:pt x="814688" y="138958"/>
                </a:lnTo>
                <a:lnTo>
                  <a:pt x="808272" y="156675"/>
                </a:lnTo>
                <a:cubicBezTo>
                  <a:pt x="805909" y="162612"/>
                  <a:pt x="803659" y="167145"/>
                  <a:pt x="801520" y="170273"/>
                </a:cubicBezTo>
                <a:cubicBezTo>
                  <a:pt x="799381" y="173402"/>
                  <a:pt x="796923" y="175940"/>
                  <a:pt x="794146" y="177887"/>
                </a:cubicBezTo>
                <a:cubicBezTo>
                  <a:pt x="791369" y="179834"/>
                  <a:pt x="787953" y="181350"/>
                  <a:pt x="783899" y="182436"/>
                </a:cubicBezTo>
                <a:cubicBezTo>
                  <a:pt x="779845" y="183521"/>
                  <a:pt x="775264" y="184064"/>
                  <a:pt x="770156" y="184064"/>
                </a:cubicBezTo>
                <a:cubicBezTo>
                  <a:pt x="764985" y="184064"/>
                  <a:pt x="759909" y="183521"/>
                  <a:pt x="754929" y="182436"/>
                </a:cubicBezTo>
                <a:lnTo>
                  <a:pt x="752535" y="161367"/>
                </a:lnTo>
                <a:cubicBezTo>
                  <a:pt x="756749" y="162197"/>
                  <a:pt x="760548" y="162612"/>
                  <a:pt x="763932" y="162612"/>
                </a:cubicBezTo>
                <a:cubicBezTo>
                  <a:pt x="770188" y="162612"/>
                  <a:pt x="774817" y="160777"/>
                  <a:pt x="777818" y="157106"/>
                </a:cubicBezTo>
                <a:cubicBezTo>
                  <a:pt x="780818" y="153434"/>
                  <a:pt x="783117" y="148758"/>
                  <a:pt x="784713" y="143076"/>
                </a:cubicBezTo>
                <a:lnTo>
                  <a:pt x="746023" y="41084"/>
                </a:lnTo>
                <a:close/>
                <a:moveTo>
                  <a:pt x="865170" y="41084"/>
                </a:moveTo>
                <a:lnTo>
                  <a:pt x="889973" y="41084"/>
                </a:lnTo>
                <a:lnTo>
                  <a:pt x="889973" y="54970"/>
                </a:lnTo>
                <a:cubicBezTo>
                  <a:pt x="898848" y="44180"/>
                  <a:pt x="909414" y="38786"/>
                  <a:pt x="921672" y="38786"/>
                </a:cubicBezTo>
                <a:cubicBezTo>
                  <a:pt x="928184" y="38786"/>
                  <a:pt x="933835" y="40126"/>
                  <a:pt x="938623" y="42808"/>
                </a:cubicBezTo>
                <a:cubicBezTo>
                  <a:pt x="943411" y="45489"/>
                  <a:pt x="947338" y="49543"/>
                  <a:pt x="950402" y="54970"/>
                </a:cubicBezTo>
                <a:cubicBezTo>
                  <a:pt x="954871" y="49543"/>
                  <a:pt x="959692" y="45489"/>
                  <a:pt x="964863" y="42808"/>
                </a:cubicBezTo>
                <a:cubicBezTo>
                  <a:pt x="970034" y="40126"/>
                  <a:pt x="975557" y="38786"/>
                  <a:pt x="981431" y="38786"/>
                </a:cubicBezTo>
                <a:cubicBezTo>
                  <a:pt x="988900" y="38786"/>
                  <a:pt x="995221" y="40302"/>
                  <a:pt x="1000392" y="43334"/>
                </a:cubicBezTo>
                <a:cubicBezTo>
                  <a:pt x="1005564" y="46367"/>
                  <a:pt x="1009426" y="50820"/>
                  <a:pt x="1011980" y="56694"/>
                </a:cubicBezTo>
                <a:cubicBezTo>
                  <a:pt x="1013832" y="61035"/>
                  <a:pt x="1014757" y="68058"/>
                  <a:pt x="1014757" y="77763"/>
                </a:cubicBezTo>
                <a:lnTo>
                  <a:pt x="1014757" y="142788"/>
                </a:lnTo>
                <a:lnTo>
                  <a:pt x="987847" y="142788"/>
                </a:lnTo>
                <a:lnTo>
                  <a:pt x="987847" y="84658"/>
                </a:lnTo>
                <a:cubicBezTo>
                  <a:pt x="987847" y="74570"/>
                  <a:pt x="986921" y="68058"/>
                  <a:pt x="985070" y="65121"/>
                </a:cubicBezTo>
                <a:cubicBezTo>
                  <a:pt x="982580" y="61291"/>
                  <a:pt x="978749" y="59375"/>
                  <a:pt x="973578" y="59375"/>
                </a:cubicBezTo>
                <a:cubicBezTo>
                  <a:pt x="969811" y="59375"/>
                  <a:pt x="966268" y="60525"/>
                  <a:pt x="962948" y="62823"/>
                </a:cubicBezTo>
                <a:cubicBezTo>
                  <a:pt x="959628" y="65121"/>
                  <a:pt x="957234" y="68489"/>
                  <a:pt x="955765" y="72926"/>
                </a:cubicBezTo>
                <a:cubicBezTo>
                  <a:pt x="954297" y="77364"/>
                  <a:pt x="953562" y="84371"/>
                  <a:pt x="953562" y="93947"/>
                </a:cubicBezTo>
                <a:lnTo>
                  <a:pt x="953562" y="142788"/>
                </a:lnTo>
                <a:lnTo>
                  <a:pt x="926652" y="142788"/>
                </a:lnTo>
                <a:lnTo>
                  <a:pt x="926652" y="87052"/>
                </a:lnTo>
                <a:cubicBezTo>
                  <a:pt x="926652" y="77156"/>
                  <a:pt x="926173" y="70772"/>
                  <a:pt x="925215" y="67899"/>
                </a:cubicBezTo>
                <a:cubicBezTo>
                  <a:pt x="924258" y="65026"/>
                  <a:pt x="922773" y="62887"/>
                  <a:pt x="920762" y="61482"/>
                </a:cubicBezTo>
                <a:cubicBezTo>
                  <a:pt x="918751" y="60078"/>
                  <a:pt x="916022" y="59375"/>
                  <a:pt x="912574" y="59375"/>
                </a:cubicBezTo>
                <a:cubicBezTo>
                  <a:pt x="908424" y="59375"/>
                  <a:pt x="904689" y="60493"/>
                  <a:pt x="901370" y="62727"/>
                </a:cubicBezTo>
                <a:cubicBezTo>
                  <a:pt x="898050" y="64962"/>
                  <a:pt x="895671" y="68186"/>
                  <a:pt x="894235" y="72400"/>
                </a:cubicBezTo>
                <a:cubicBezTo>
                  <a:pt x="892798" y="76613"/>
                  <a:pt x="892080" y="83604"/>
                  <a:pt x="892080" y="93373"/>
                </a:cubicBezTo>
                <a:lnTo>
                  <a:pt x="892080" y="142788"/>
                </a:lnTo>
                <a:lnTo>
                  <a:pt x="865170" y="142788"/>
                </a:lnTo>
                <a:lnTo>
                  <a:pt x="865170" y="41084"/>
                </a:lnTo>
                <a:close/>
                <a:moveTo>
                  <a:pt x="1039960" y="142788"/>
                </a:moveTo>
                <a:lnTo>
                  <a:pt x="1039960" y="2394"/>
                </a:lnTo>
                <a:lnTo>
                  <a:pt x="1066870" y="2394"/>
                </a:lnTo>
                <a:lnTo>
                  <a:pt x="1066870" y="52959"/>
                </a:lnTo>
                <a:cubicBezTo>
                  <a:pt x="1075170" y="43510"/>
                  <a:pt x="1085002" y="38786"/>
                  <a:pt x="1096366" y="38786"/>
                </a:cubicBezTo>
                <a:cubicBezTo>
                  <a:pt x="1108752" y="38786"/>
                  <a:pt x="1118999" y="43271"/>
                  <a:pt x="1127107" y="52241"/>
                </a:cubicBezTo>
                <a:cubicBezTo>
                  <a:pt x="1135216" y="61211"/>
                  <a:pt x="1139270" y="74092"/>
                  <a:pt x="1139270" y="90883"/>
                </a:cubicBezTo>
                <a:cubicBezTo>
                  <a:pt x="1139270" y="108248"/>
                  <a:pt x="1135136" y="121624"/>
                  <a:pt x="1126868" y="131009"/>
                </a:cubicBezTo>
                <a:cubicBezTo>
                  <a:pt x="1118600" y="140394"/>
                  <a:pt x="1108561" y="145087"/>
                  <a:pt x="1096749" y="145087"/>
                </a:cubicBezTo>
                <a:cubicBezTo>
                  <a:pt x="1090939" y="145087"/>
                  <a:pt x="1085209" y="143634"/>
                  <a:pt x="1079559" y="140729"/>
                </a:cubicBezTo>
                <a:cubicBezTo>
                  <a:pt x="1073909" y="137824"/>
                  <a:pt x="1069041" y="133531"/>
                  <a:pt x="1064955" y="127849"/>
                </a:cubicBezTo>
                <a:lnTo>
                  <a:pt x="1064955" y="142788"/>
                </a:lnTo>
                <a:lnTo>
                  <a:pt x="1039960" y="142788"/>
                </a:lnTo>
                <a:moveTo>
                  <a:pt x="1066679" y="89734"/>
                </a:moveTo>
                <a:cubicBezTo>
                  <a:pt x="1066679" y="100268"/>
                  <a:pt x="1068339" y="108057"/>
                  <a:pt x="1071658" y="113101"/>
                </a:cubicBezTo>
                <a:cubicBezTo>
                  <a:pt x="1076319" y="120251"/>
                  <a:pt x="1082512" y="123827"/>
                  <a:pt x="1090237" y="123827"/>
                </a:cubicBezTo>
                <a:cubicBezTo>
                  <a:pt x="1096175" y="123827"/>
                  <a:pt x="1101234" y="121289"/>
                  <a:pt x="1105416" y="116213"/>
                </a:cubicBezTo>
                <a:cubicBezTo>
                  <a:pt x="1109598" y="111137"/>
                  <a:pt x="1111689" y="103141"/>
                  <a:pt x="1111689" y="92223"/>
                </a:cubicBezTo>
                <a:cubicBezTo>
                  <a:pt x="1111689" y="80604"/>
                  <a:pt x="1109582" y="72224"/>
                  <a:pt x="1105368" y="67085"/>
                </a:cubicBezTo>
                <a:cubicBezTo>
                  <a:pt x="1101155" y="61945"/>
                  <a:pt x="1095760" y="59375"/>
                  <a:pt x="1089184" y="59375"/>
                </a:cubicBezTo>
                <a:cubicBezTo>
                  <a:pt x="1082735" y="59375"/>
                  <a:pt x="1077373" y="61881"/>
                  <a:pt x="1073095" y="66893"/>
                </a:cubicBezTo>
                <a:cubicBezTo>
                  <a:pt x="1068817" y="71905"/>
                  <a:pt x="1066679" y="79518"/>
                  <a:pt x="1066679" y="89734"/>
                </a:cubicBezTo>
                <a:close/>
                <a:moveTo>
                  <a:pt x="1154093" y="90500"/>
                </a:moveTo>
                <a:cubicBezTo>
                  <a:pt x="1154093" y="81561"/>
                  <a:pt x="1156296" y="72910"/>
                  <a:pt x="1160701" y="64547"/>
                </a:cubicBezTo>
                <a:cubicBezTo>
                  <a:pt x="1165106" y="56183"/>
                  <a:pt x="1171347" y="49799"/>
                  <a:pt x="1179423" y="45393"/>
                </a:cubicBezTo>
                <a:cubicBezTo>
                  <a:pt x="1187500" y="40988"/>
                  <a:pt x="1196518" y="38786"/>
                  <a:pt x="1206478" y="38786"/>
                </a:cubicBezTo>
                <a:cubicBezTo>
                  <a:pt x="1221864" y="38786"/>
                  <a:pt x="1234473" y="43781"/>
                  <a:pt x="1244306" y="53773"/>
                </a:cubicBezTo>
                <a:cubicBezTo>
                  <a:pt x="1254138" y="63765"/>
                  <a:pt x="1259054" y="76390"/>
                  <a:pt x="1259054" y="91649"/>
                </a:cubicBezTo>
                <a:cubicBezTo>
                  <a:pt x="1259054" y="107035"/>
                  <a:pt x="1254090" y="119788"/>
                  <a:pt x="1244162" y="129908"/>
                </a:cubicBezTo>
                <a:cubicBezTo>
                  <a:pt x="1234234" y="140027"/>
                  <a:pt x="1221736" y="145087"/>
                  <a:pt x="1206669" y="145087"/>
                </a:cubicBezTo>
                <a:cubicBezTo>
                  <a:pt x="1197348" y="145087"/>
                  <a:pt x="1188457" y="142980"/>
                  <a:pt x="1179998" y="138766"/>
                </a:cubicBezTo>
                <a:cubicBezTo>
                  <a:pt x="1171539" y="134552"/>
                  <a:pt x="1165106" y="128375"/>
                  <a:pt x="1160701" y="120235"/>
                </a:cubicBezTo>
                <a:cubicBezTo>
                  <a:pt x="1156296" y="112095"/>
                  <a:pt x="1154093" y="102183"/>
                  <a:pt x="1154093" y="90500"/>
                </a:cubicBezTo>
                <a:moveTo>
                  <a:pt x="1181674" y="91936"/>
                </a:moveTo>
                <a:cubicBezTo>
                  <a:pt x="1181674" y="102024"/>
                  <a:pt x="1184068" y="109749"/>
                  <a:pt x="1188857" y="115112"/>
                </a:cubicBezTo>
                <a:cubicBezTo>
                  <a:pt x="1193645" y="120475"/>
                  <a:pt x="1199550" y="123156"/>
                  <a:pt x="1206573" y="123156"/>
                </a:cubicBezTo>
                <a:cubicBezTo>
                  <a:pt x="1213596" y="123156"/>
                  <a:pt x="1219486" y="120475"/>
                  <a:pt x="1224242" y="115112"/>
                </a:cubicBezTo>
                <a:cubicBezTo>
                  <a:pt x="1228999" y="109749"/>
                  <a:pt x="1231377" y="101960"/>
                  <a:pt x="1231377" y="91745"/>
                </a:cubicBezTo>
                <a:cubicBezTo>
                  <a:pt x="1231377" y="81785"/>
                  <a:pt x="1228999" y="74124"/>
                  <a:pt x="1224242" y="68761"/>
                </a:cubicBezTo>
                <a:cubicBezTo>
                  <a:pt x="1219486" y="63398"/>
                  <a:pt x="1213596" y="60716"/>
                  <a:pt x="1206573" y="60716"/>
                </a:cubicBezTo>
                <a:cubicBezTo>
                  <a:pt x="1199550" y="60716"/>
                  <a:pt x="1193645" y="63398"/>
                  <a:pt x="1188857" y="68761"/>
                </a:cubicBezTo>
                <a:cubicBezTo>
                  <a:pt x="1184068" y="74124"/>
                  <a:pt x="1181674" y="81849"/>
                  <a:pt x="1181674" y="91936"/>
                </a:cubicBezTo>
                <a:close/>
                <a:moveTo>
                  <a:pt x="1279526" y="142788"/>
                </a:moveTo>
                <a:lnTo>
                  <a:pt x="1279526" y="2394"/>
                </a:lnTo>
                <a:lnTo>
                  <a:pt x="1306436" y="2394"/>
                </a:lnTo>
                <a:lnTo>
                  <a:pt x="1306436" y="142788"/>
                </a:lnTo>
                <a:lnTo>
                  <a:pt x="1279526" y="142788"/>
                </a:lnTo>
                <a:close/>
                <a:moveTo>
                  <a:pt x="1334207" y="27294"/>
                </a:moveTo>
                <a:lnTo>
                  <a:pt x="1334207" y="2394"/>
                </a:lnTo>
                <a:lnTo>
                  <a:pt x="1361118" y="2394"/>
                </a:lnTo>
                <a:lnTo>
                  <a:pt x="1361118" y="27294"/>
                </a:lnTo>
                <a:lnTo>
                  <a:pt x="1334207" y="27294"/>
                </a:lnTo>
                <a:moveTo>
                  <a:pt x="1334207" y="142788"/>
                </a:moveTo>
                <a:lnTo>
                  <a:pt x="1334207" y="41084"/>
                </a:lnTo>
                <a:lnTo>
                  <a:pt x="1361118" y="41084"/>
                </a:lnTo>
                <a:lnTo>
                  <a:pt x="1361118" y="142788"/>
                </a:lnTo>
                <a:lnTo>
                  <a:pt x="1334207" y="142788"/>
                </a:lnTo>
                <a:close/>
                <a:moveTo>
                  <a:pt x="1477568" y="71155"/>
                </a:moveTo>
                <a:lnTo>
                  <a:pt x="1451041" y="75943"/>
                </a:lnTo>
                <a:cubicBezTo>
                  <a:pt x="1450147" y="70644"/>
                  <a:pt x="1448120" y="66654"/>
                  <a:pt x="1444960" y="63972"/>
                </a:cubicBezTo>
                <a:cubicBezTo>
                  <a:pt x="1441799" y="61291"/>
                  <a:pt x="1437697" y="59950"/>
                  <a:pt x="1432654" y="59950"/>
                </a:cubicBezTo>
                <a:cubicBezTo>
                  <a:pt x="1425950" y="59950"/>
                  <a:pt x="1420603" y="62264"/>
                  <a:pt x="1416613" y="66893"/>
                </a:cubicBezTo>
                <a:cubicBezTo>
                  <a:pt x="1412622" y="71522"/>
                  <a:pt x="1410627" y="79263"/>
                  <a:pt x="1410627" y="90117"/>
                </a:cubicBezTo>
                <a:cubicBezTo>
                  <a:pt x="1410627" y="102183"/>
                  <a:pt x="1412654" y="110706"/>
                  <a:pt x="1416709" y="115686"/>
                </a:cubicBezTo>
                <a:cubicBezTo>
                  <a:pt x="1420763" y="120666"/>
                  <a:pt x="1426205" y="123156"/>
                  <a:pt x="1433037" y="123156"/>
                </a:cubicBezTo>
                <a:cubicBezTo>
                  <a:pt x="1438144" y="123156"/>
                  <a:pt x="1442326" y="121704"/>
                  <a:pt x="1445582" y="118799"/>
                </a:cubicBezTo>
                <a:cubicBezTo>
                  <a:pt x="1448838" y="115894"/>
                  <a:pt x="1451137" y="110898"/>
                  <a:pt x="1452477" y="103811"/>
                </a:cubicBezTo>
                <a:lnTo>
                  <a:pt x="1478909" y="108312"/>
                </a:lnTo>
                <a:cubicBezTo>
                  <a:pt x="1476164" y="120443"/>
                  <a:pt x="1470897" y="129604"/>
                  <a:pt x="1463108" y="135797"/>
                </a:cubicBezTo>
                <a:cubicBezTo>
                  <a:pt x="1455319" y="141990"/>
                  <a:pt x="1444880" y="145087"/>
                  <a:pt x="1431792" y="145087"/>
                </a:cubicBezTo>
                <a:cubicBezTo>
                  <a:pt x="1416916" y="145087"/>
                  <a:pt x="1405057" y="140394"/>
                  <a:pt x="1396214" y="131009"/>
                </a:cubicBezTo>
                <a:cubicBezTo>
                  <a:pt x="1387372" y="121624"/>
                  <a:pt x="1382951" y="108632"/>
                  <a:pt x="1382951" y="92032"/>
                </a:cubicBezTo>
                <a:cubicBezTo>
                  <a:pt x="1382951" y="75241"/>
                  <a:pt x="1387388" y="62169"/>
                  <a:pt x="1396262" y="52815"/>
                </a:cubicBezTo>
                <a:cubicBezTo>
                  <a:pt x="1405137" y="43462"/>
                  <a:pt x="1417140" y="38786"/>
                  <a:pt x="1432271" y="38786"/>
                </a:cubicBezTo>
                <a:cubicBezTo>
                  <a:pt x="1444657" y="38786"/>
                  <a:pt x="1454505" y="41451"/>
                  <a:pt x="1461815" y="46782"/>
                </a:cubicBezTo>
                <a:cubicBezTo>
                  <a:pt x="1469125" y="52113"/>
                  <a:pt x="1474376" y="60237"/>
                  <a:pt x="1477568" y="71155"/>
                </a:cubicBezTo>
                <a:close/>
                <a:moveTo>
                  <a:pt x="1552277" y="142788"/>
                </a:moveTo>
                <a:lnTo>
                  <a:pt x="1552277" y="2394"/>
                </a:lnTo>
                <a:lnTo>
                  <a:pt x="1611940" y="2394"/>
                </a:lnTo>
                <a:cubicBezTo>
                  <a:pt x="1626943" y="2394"/>
                  <a:pt x="1637845" y="3655"/>
                  <a:pt x="1644644" y="6177"/>
                </a:cubicBezTo>
                <a:cubicBezTo>
                  <a:pt x="1651444" y="8699"/>
                  <a:pt x="1656886" y="13184"/>
                  <a:pt x="1660972" y="19632"/>
                </a:cubicBezTo>
                <a:cubicBezTo>
                  <a:pt x="1665059" y="26081"/>
                  <a:pt x="1667102" y="33455"/>
                  <a:pt x="1667102" y="41754"/>
                </a:cubicBezTo>
                <a:cubicBezTo>
                  <a:pt x="1667102" y="52289"/>
                  <a:pt x="1664005" y="60988"/>
                  <a:pt x="1657812" y="67851"/>
                </a:cubicBezTo>
                <a:cubicBezTo>
                  <a:pt x="1651619" y="74714"/>
                  <a:pt x="1642362" y="79040"/>
                  <a:pt x="1630040" y="80827"/>
                </a:cubicBezTo>
                <a:cubicBezTo>
                  <a:pt x="1636169" y="84403"/>
                  <a:pt x="1641229" y="88329"/>
                  <a:pt x="1645219" y="92607"/>
                </a:cubicBezTo>
                <a:cubicBezTo>
                  <a:pt x="1649209" y="96884"/>
                  <a:pt x="1654588" y="104482"/>
                  <a:pt x="1661356" y="115399"/>
                </a:cubicBezTo>
                <a:lnTo>
                  <a:pt x="1678498" y="142788"/>
                </a:lnTo>
                <a:lnTo>
                  <a:pt x="1644596" y="142788"/>
                </a:lnTo>
                <a:lnTo>
                  <a:pt x="1624102" y="112239"/>
                </a:lnTo>
                <a:cubicBezTo>
                  <a:pt x="1616824" y="101321"/>
                  <a:pt x="1611844" y="94442"/>
                  <a:pt x="1609163" y="91601"/>
                </a:cubicBezTo>
                <a:cubicBezTo>
                  <a:pt x="1606481" y="88760"/>
                  <a:pt x="1603640" y="86813"/>
                  <a:pt x="1600639" y="85759"/>
                </a:cubicBezTo>
                <a:cubicBezTo>
                  <a:pt x="1597639" y="84706"/>
                  <a:pt x="1592882" y="84179"/>
                  <a:pt x="1586370" y="84179"/>
                </a:cubicBezTo>
                <a:lnTo>
                  <a:pt x="1580624" y="84179"/>
                </a:lnTo>
                <a:lnTo>
                  <a:pt x="1580624" y="142788"/>
                </a:lnTo>
                <a:lnTo>
                  <a:pt x="1552277" y="142788"/>
                </a:lnTo>
                <a:moveTo>
                  <a:pt x="1580624" y="61770"/>
                </a:moveTo>
                <a:lnTo>
                  <a:pt x="1601597" y="61770"/>
                </a:lnTo>
                <a:cubicBezTo>
                  <a:pt x="1615196" y="61770"/>
                  <a:pt x="1623687" y="61195"/>
                  <a:pt x="1627071" y="60046"/>
                </a:cubicBezTo>
                <a:cubicBezTo>
                  <a:pt x="1630455" y="58897"/>
                  <a:pt x="1633104" y="56917"/>
                  <a:pt x="1635020" y="54108"/>
                </a:cubicBezTo>
                <a:cubicBezTo>
                  <a:pt x="1636935" y="51299"/>
                  <a:pt x="1637893" y="47788"/>
                  <a:pt x="1637893" y="43574"/>
                </a:cubicBezTo>
                <a:cubicBezTo>
                  <a:pt x="1637893" y="38849"/>
                  <a:pt x="1636632" y="35035"/>
                  <a:pt x="1634110" y="32130"/>
                </a:cubicBezTo>
                <a:cubicBezTo>
                  <a:pt x="1631588" y="29225"/>
                  <a:pt x="1628029" y="27389"/>
                  <a:pt x="1623432" y="26623"/>
                </a:cubicBezTo>
                <a:cubicBezTo>
                  <a:pt x="1621133" y="26304"/>
                  <a:pt x="1614238" y="26144"/>
                  <a:pt x="1602746" y="26144"/>
                </a:cubicBezTo>
                <a:lnTo>
                  <a:pt x="1580624" y="26144"/>
                </a:lnTo>
                <a:lnTo>
                  <a:pt x="1580624" y="61770"/>
                </a:lnTo>
                <a:close/>
                <a:moveTo>
                  <a:pt x="1751669" y="110419"/>
                </a:moveTo>
                <a:lnTo>
                  <a:pt x="1778484" y="114920"/>
                </a:lnTo>
                <a:cubicBezTo>
                  <a:pt x="1775036" y="124752"/>
                  <a:pt x="1769593" y="132238"/>
                  <a:pt x="1762155" y="137378"/>
                </a:cubicBezTo>
                <a:cubicBezTo>
                  <a:pt x="1754717" y="142517"/>
                  <a:pt x="1745412" y="145087"/>
                  <a:pt x="1734239" y="145087"/>
                </a:cubicBezTo>
                <a:cubicBezTo>
                  <a:pt x="1716554" y="145087"/>
                  <a:pt x="1703466" y="139309"/>
                  <a:pt x="1694975" y="127753"/>
                </a:cubicBezTo>
                <a:cubicBezTo>
                  <a:pt x="1688271" y="118496"/>
                  <a:pt x="1684919" y="106812"/>
                  <a:pt x="1684919" y="92702"/>
                </a:cubicBezTo>
                <a:cubicBezTo>
                  <a:pt x="1684919" y="75847"/>
                  <a:pt x="1689325" y="62647"/>
                  <a:pt x="1698135" y="53103"/>
                </a:cubicBezTo>
                <a:cubicBezTo>
                  <a:pt x="1706946" y="43558"/>
                  <a:pt x="1718087" y="38786"/>
                  <a:pt x="1731558" y="38786"/>
                </a:cubicBezTo>
                <a:cubicBezTo>
                  <a:pt x="1746689" y="38786"/>
                  <a:pt x="1758628" y="43781"/>
                  <a:pt x="1767375" y="53773"/>
                </a:cubicBezTo>
                <a:cubicBezTo>
                  <a:pt x="1776121" y="63765"/>
                  <a:pt x="1780303" y="79071"/>
                  <a:pt x="1779920" y="99693"/>
                </a:cubicBezTo>
                <a:lnTo>
                  <a:pt x="1712500" y="99693"/>
                </a:lnTo>
                <a:cubicBezTo>
                  <a:pt x="1712692" y="107674"/>
                  <a:pt x="1714862" y="113883"/>
                  <a:pt x="1719012" y="118320"/>
                </a:cubicBezTo>
                <a:cubicBezTo>
                  <a:pt x="1723162" y="122757"/>
                  <a:pt x="1728334" y="124976"/>
                  <a:pt x="1734527" y="124976"/>
                </a:cubicBezTo>
                <a:cubicBezTo>
                  <a:pt x="1738740" y="124976"/>
                  <a:pt x="1742284" y="123827"/>
                  <a:pt x="1745157" y="121528"/>
                </a:cubicBezTo>
                <a:cubicBezTo>
                  <a:pt x="1748030" y="119230"/>
                  <a:pt x="1750200" y="115527"/>
                  <a:pt x="1751669" y="110419"/>
                </a:cubicBezTo>
                <a:moveTo>
                  <a:pt x="1753201" y="83221"/>
                </a:moveTo>
                <a:cubicBezTo>
                  <a:pt x="1753010" y="75432"/>
                  <a:pt x="1750999" y="69511"/>
                  <a:pt x="1747168" y="65457"/>
                </a:cubicBezTo>
                <a:cubicBezTo>
                  <a:pt x="1743337" y="61403"/>
                  <a:pt x="1738676" y="59375"/>
                  <a:pt x="1733186" y="59375"/>
                </a:cubicBezTo>
                <a:cubicBezTo>
                  <a:pt x="1727312" y="59375"/>
                  <a:pt x="1722460" y="61514"/>
                  <a:pt x="1718629" y="65792"/>
                </a:cubicBezTo>
                <a:cubicBezTo>
                  <a:pt x="1714799" y="70069"/>
                  <a:pt x="1712915" y="75879"/>
                  <a:pt x="1712979" y="83221"/>
                </a:cubicBezTo>
                <a:lnTo>
                  <a:pt x="1753201" y="83221"/>
                </a:lnTo>
                <a:close/>
                <a:moveTo>
                  <a:pt x="1800428" y="41084"/>
                </a:moveTo>
                <a:lnTo>
                  <a:pt x="1825519" y="41084"/>
                </a:lnTo>
                <a:lnTo>
                  <a:pt x="1825519" y="56024"/>
                </a:lnTo>
                <a:cubicBezTo>
                  <a:pt x="1828775" y="50916"/>
                  <a:pt x="1833180" y="46766"/>
                  <a:pt x="1838734" y="43574"/>
                </a:cubicBezTo>
                <a:cubicBezTo>
                  <a:pt x="1844289" y="40382"/>
                  <a:pt x="1850450" y="38786"/>
                  <a:pt x="1857217" y="38786"/>
                </a:cubicBezTo>
                <a:cubicBezTo>
                  <a:pt x="1869029" y="38786"/>
                  <a:pt x="1879052" y="43414"/>
                  <a:pt x="1887288" y="52672"/>
                </a:cubicBezTo>
                <a:cubicBezTo>
                  <a:pt x="1895524" y="61929"/>
                  <a:pt x="1899642" y="74826"/>
                  <a:pt x="1899642" y="91362"/>
                </a:cubicBezTo>
                <a:cubicBezTo>
                  <a:pt x="1899642" y="108344"/>
                  <a:pt x="1895492" y="121544"/>
                  <a:pt x="1887192" y="130961"/>
                </a:cubicBezTo>
                <a:cubicBezTo>
                  <a:pt x="1878893" y="140378"/>
                  <a:pt x="1868837" y="145087"/>
                  <a:pt x="1857026" y="145087"/>
                </a:cubicBezTo>
                <a:cubicBezTo>
                  <a:pt x="1851408" y="145087"/>
                  <a:pt x="1846316" y="143969"/>
                  <a:pt x="1841751" y="141735"/>
                </a:cubicBezTo>
                <a:cubicBezTo>
                  <a:pt x="1837186" y="139500"/>
                  <a:pt x="1832382" y="135670"/>
                  <a:pt x="1827338" y="130243"/>
                </a:cubicBezTo>
                <a:lnTo>
                  <a:pt x="1827338" y="181478"/>
                </a:lnTo>
                <a:lnTo>
                  <a:pt x="1800428" y="181478"/>
                </a:lnTo>
                <a:lnTo>
                  <a:pt x="1800428" y="41084"/>
                </a:lnTo>
                <a:moveTo>
                  <a:pt x="1827051" y="90212"/>
                </a:moveTo>
                <a:cubicBezTo>
                  <a:pt x="1827051" y="101641"/>
                  <a:pt x="1829317" y="110084"/>
                  <a:pt x="1833850" y="115543"/>
                </a:cubicBezTo>
                <a:cubicBezTo>
                  <a:pt x="1838383" y="121001"/>
                  <a:pt x="1843906" y="123731"/>
                  <a:pt x="1850418" y="123731"/>
                </a:cubicBezTo>
                <a:cubicBezTo>
                  <a:pt x="1856675" y="123731"/>
                  <a:pt x="1861878" y="121225"/>
                  <a:pt x="1866028" y="116213"/>
                </a:cubicBezTo>
                <a:cubicBezTo>
                  <a:pt x="1870178" y="111201"/>
                  <a:pt x="1872253" y="102981"/>
                  <a:pt x="1872253" y="91553"/>
                </a:cubicBezTo>
                <a:cubicBezTo>
                  <a:pt x="1872253" y="80891"/>
                  <a:pt x="1870114" y="72974"/>
                  <a:pt x="1865836" y="67803"/>
                </a:cubicBezTo>
                <a:cubicBezTo>
                  <a:pt x="1861559" y="62632"/>
                  <a:pt x="1856260" y="60046"/>
                  <a:pt x="1849939" y="60046"/>
                </a:cubicBezTo>
                <a:cubicBezTo>
                  <a:pt x="1843363" y="60046"/>
                  <a:pt x="1837904" y="62584"/>
                  <a:pt x="1833563" y="67659"/>
                </a:cubicBezTo>
                <a:cubicBezTo>
                  <a:pt x="1829222" y="72735"/>
                  <a:pt x="1827051" y="80253"/>
                  <a:pt x="1827051" y="90212"/>
                </a:cubicBezTo>
                <a:close/>
                <a:moveTo>
                  <a:pt x="1946163" y="142788"/>
                </a:moveTo>
                <a:lnTo>
                  <a:pt x="1919252" y="142788"/>
                </a:lnTo>
                <a:lnTo>
                  <a:pt x="1919252" y="41084"/>
                </a:lnTo>
                <a:lnTo>
                  <a:pt x="1944248" y="41084"/>
                </a:lnTo>
                <a:lnTo>
                  <a:pt x="1944248" y="55545"/>
                </a:lnTo>
                <a:cubicBezTo>
                  <a:pt x="1948525" y="48713"/>
                  <a:pt x="1952372" y="44212"/>
                  <a:pt x="1955787" y="42042"/>
                </a:cubicBezTo>
                <a:cubicBezTo>
                  <a:pt x="1959203" y="39871"/>
                  <a:pt x="1963082" y="38786"/>
                  <a:pt x="1967423" y="38786"/>
                </a:cubicBezTo>
                <a:cubicBezTo>
                  <a:pt x="1973552" y="38786"/>
                  <a:pt x="1979458" y="40477"/>
                  <a:pt x="1985140" y="43861"/>
                </a:cubicBezTo>
                <a:lnTo>
                  <a:pt x="1976808" y="67324"/>
                </a:lnTo>
                <a:cubicBezTo>
                  <a:pt x="1972275" y="64387"/>
                  <a:pt x="1968062" y="62919"/>
                  <a:pt x="1964167" y="62919"/>
                </a:cubicBezTo>
                <a:cubicBezTo>
                  <a:pt x="1960400" y="62919"/>
                  <a:pt x="1957208" y="63956"/>
                  <a:pt x="1954590" y="66031"/>
                </a:cubicBezTo>
                <a:cubicBezTo>
                  <a:pt x="1951973" y="68106"/>
                  <a:pt x="1949914" y="71857"/>
                  <a:pt x="1948413" y="77284"/>
                </a:cubicBezTo>
                <a:cubicBezTo>
                  <a:pt x="1946913" y="82711"/>
                  <a:pt x="1946163" y="94075"/>
                  <a:pt x="1946163" y="111377"/>
                </a:cubicBezTo>
                <a:lnTo>
                  <a:pt x="1946163" y="142788"/>
                </a:lnTo>
                <a:close/>
                <a:moveTo>
                  <a:pt x="2055553" y="110419"/>
                </a:moveTo>
                <a:lnTo>
                  <a:pt x="2082368" y="114920"/>
                </a:lnTo>
                <a:cubicBezTo>
                  <a:pt x="2078921" y="124752"/>
                  <a:pt x="2073478" y="132238"/>
                  <a:pt x="2066040" y="137378"/>
                </a:cubicBezTo>
                <a:cubicBezTo>
                  <a:pt x="2058602" y="142517"/>
                  <a:pt x="2049297" y="145087"/>
                  <a:pt x="2038124" y="145087"/>
                </a:cubicBezTo>
                <a:cubicBezTo>
                  <a:pt x="2020439" y="145087"/>
                  <a:pt x="2007351" y="139309"/>
                  <a:pt x="1998859" y="127753"/>
                </a:cubicBezTo>
                <a:cubicBezTo>
                  <a:pt x="1992156" y="118496"/>
                  <a:pt x="1988804" y="106812"/>
                  <a:pt x="1988804" y="92702"/>
                </a:cubicBezTo>
                <a:cubicBezTo>
                  <a:pt x="1988804" y="75847"/>
                  <a:pt x="1993209" y="62647"/>
                  <a:pt x="2002020" y="53103"/>
                </a:cubicBezTo>
                <a:cubicBezTo>
                  <a:pt x="2010830" y="43558"/>
                  <a:pt x="2021971" y="38786"/>
                  <a:pt x="2035442" y="38786"/>
                </a:cubicBezTo>
                <a:cubicBezTo>
                  <a:pt x="2050574" y="38786"/>
                  <a:pt x="2062512" y="43781"/>
                  <a:pt x="2071259" y="53773"/>
                </a:cubicBezTo>
                <a:cubicBezTo>
                  <a:pt x="2080006" y="63765"/>
                  <a:pt x="2084188" y="79071"/>
                  <a:pt x="2083805" y="99693"/>
                </a:cubicBezTo>
                <a:lnTo>
                  <a:pt x="2016385" y="99693"/>
                </a:lnTo>
                <a:cubicBezTo>
                  <a:pt x="2016576" y="107674"/>
                  <a:pt x="2018747" y="113883"/>
                  <a:pt x="2022897" y="118320"/>
                </a:cubicBezTo>
                <a:cubicBezTo>
                  <a:pt x="2027047" y="122757"/>
                  <a:pt x="2032218" y="124976"/>
                  <a:pt x="2038411" y="124976"/>
                </a:cubicBezTo>
                <a:cubicBezTo>
                  <a:pt x="2042625" y="124976"/>
                  <a:pt x="2046168" y="123827"/>
                  <a:pt x="2049041" y="121528"/>
                </a:cubicBezTo>
                <a:cubicBezTo>
                  <a:pt x="2051914" y="119230"/>
                  <a:pt x="2054085" y="115527"/>
                  <a:pt x="2055553" y="110419"/>
                </a:cubicBezTo>
                <a:moveTo>
                  <a:pt x="2057086" y="83221"/>
                </a:moveTo>
                <a:cubicBezTo>
                  <a:pt x="2056894" y="75432"/>
                  <a:pt x="2054883" y="69511"/>
                  <a:pt x="2051052" y="65457"/>
                </a:cubicBezTo>
                <a:cubicBezTo>
                  <a:pt x="2047222" y="61403"/>
                  <a:pt x="2042561" y="59375"/>
                  <a:pt x="2037070" y="59375"/>
                </a:cubicBezTo>
                <a:cubicBezTo>
                  <a:pt x="2031197" y="59375"/>
                  <a:pt x="2026345" y="61514"/>
                  <a:pt x="2022514" y="65792"/>
                </a:cubicBezTo>
                <a:cubicBezTo>
                  <a:pt x="2018683" y="70069"/>
                  <a:pt x="2016800" y="75879"/>
                  <a:pt x="2016864" y="83221"/>
                </a:cubicBezTo>
                <a:lnTo>
                  <a:pt x="2057086" y="83221"/>
                </a:lnTo>
                <a:close/>
                <a:moveTo>
                  <a:pt x="2095597" y="113771"/>
                </a:moveTo>
                <a:lnTo>
                  <a:pt x="2122603" y="109653"/>
                </a:lnTo>
                <a:cubicBezTo>
                  <a:pt x="2123753" y="114888"/>
                  <a:pt x="2126083" y="118863"/>
                  <a:pt x="2129594" y="121576"/>
                </a:cubicBezTo>
                <a:cubicBezTo>
                  <a:pt x="2133106" y="124289"/>
                  <a:pt x="2138022" y="125646"/>
                  <a:pt x="2144342" y="125646"/>
                </a:cubicBezTo>
                <a:cubicBezTo>
                  <a:pt x="2151302" y="125646"/>
                  <a:pt x="2156537" y="124369"/>
                  <a:pt x="2160048" y="121815"/>
                </a:cubicBezTo>
                <a:cubicBezTo>
                  <a:pt x="2162410" y="120028"/>
                  <a:pt x="2163592" y="117634"/>
                  <a:pt x="2163592" y="114633"/>
                </a:cubicBezTo>
                <a:cubicBezTo>
                  <a:pt x="2163592" y="112590"/>
                  <a:pt x="2162953" y="110898"/>
                  <a:pt x="2161676" y="109557"/>
                </a:cubicBezTo>
                <a:cubicBezTo>
                  <a:pt x="2160336" y="108280"/>
                  <a:pt x="2157335" y="107099"/>
                  <a:pt x="2152674" y="106014"/>
                </a:cubicBezTo>
                <a:cubicBezTo>
                  <a:pt x="2130967" y="101226"/>
                  <a:pt x="2117209" y="96852"/>
                  <a:pt x="2111399" y="92894"/>
                </a:cubicBezTo>
                <a:cubicBezTo>
                  <a:pt x="2103354" y="87403"/>
                  <a:pt x="2099332" y="79774"/>
                  <a:pt x="2099332" y="70006"/>
                </a:cubicBezTo>
                <a:cubicBezTo>
                  <a:pt x="2099332" y="61195"/>
                  <a:pt x="2102812" y="53789"/>
                  <a:pt x="2109771" y="47788"/>
                </a:cubicBezTo>
                <a:cubicBezTo>
                  <a:pt x="2116730" y="41786"/>
                  <a:pt x="2127519" y="38786"/>
                  <a:pt x="2142140" y="38786"/>
                </a:cubicBezTo>
                <a:cubicBezTo>
                  <a:pt x="2156058" y="38786"/>
                  <a:pt x="2166401" y="41052"/>
                  <a:pt x="2173168" y="45585"/>
                </a:cubicBezTo>
                <a:cubicBezTo>
                  <a:pt x="2179936" y="50118"/>
                  <a:pt x="2184596" y="56822"/>
                  <a:pt x="2187150" y="65696"/>
                </a:cubicBezTo>
                <a:lnTo>
                  <a:pt x="2161772" y="70389"/>
                </a:lnTo>
                <a:cubicBezTo>
                  <a:pt x="2160687" y="66430"/>
                  <a:pt x="2158628" y="63398"/>
                  <a:pt x="2155595" y="61291"/>
                </a:cubicBezTo>
                <a:cubicBezTo>
                  <a:pt x="2152562" y="59184"/>
                  <a:pt x="2148237" y="58130"/>
                  <a:pt x="2142619" y="58130"/>
                </a:cubicBezTo>
                <a:cubicBezTo>
                  <a:pt x="2135532" y="58130"/>
                  <a:pt x="2130456" y="59120"/>
                  <a:pt x="2127392" y="61099"/>
                </a:cubicBezTo>
                <a:cubicBezTo>
                  <a:pt x="2125349" y="62504"/>
                  <a:pt x="2124327" y="64323"/>
                  <a:pt x="2124327" y="66558"/>
                </a:cubicBezTo>
                <a:cubicBezTo>
                  <a:pt x="2124327" y="68473"/>
                  <a:pt x="2125221" y="70101"/>
                  <a:pt x="2127009" y="71442"/>
                </a:cubicBezTo>
                <a:cubicBezTo>
                  <a:pt x="2129435" y="73230"/>
                  <a:pt x="2137814" y="75752"/>
                  <a:pt x="2152147" y="79008"/>
                </a:cubicBezTo>
                <a:cubicBezTo>
                  <a:pt x="2166481" y="82264"/>
                  <a:pt x="2176488" y="86254"/>
                  <a:pt x="2182170" y="90978"/>
                </a:cubicBezTo>
                <a:cubicBezTo>
                  <a:pt x="2187789" y="95767"/>
                  <a:pt x="2190598" y="102439"/>
                  <a:pt x="2190598" y="110994"/>
                </a:cubicBezTo>
                <a:cubicBezTo>
                  <a:pt x="2190598" y="120315"/>
                  <a:pt x="2186703" y="128328"/>
                  <a:pt x="2178914" y="135031"/>
                </a:cubicBezTo>
                <a:cubicBezTo>
                  <a:pt x="2171125" y="141735"/>
                  <a:pt x="2159601" y="145087"/>
                  <a:pt x="2144342" y="145087"/>
                </a:cubicBezTo>
                <a:cubicBezTo>
                  <a:pt x="2130488" y="145087"/>
                  <a:pt x="2119523" y="142278"/>
                  <a:pt x="2111447" y="136659"/>
                </a:cubicBezTo>
                <a:cubicBezTo>
                  <a:pt x="2103370" y="131041"/>
                  <a:pt x="2098087" y="123412"/>
                  <a:pt x="2095597" y="113771"/>
                </a:cubicBezTo>
                <a:close/>
                <a:moveTo>
                  <a:pt x="2272396" y="110419"/>
                </a:moveTo>
                <a:lnTo>
                  <a:pt x="2299211" y="114920"/>
                </a:lnTo>
                <a:cubicBezTo>
                  <a:pt x="2295763" y="124752"/>
                  <a:pt x="2290321" y="132238"/>
                  <a:pt x="2282883" y="137378"/>
                </a:cubicBezTo>
                <a:cubicBezTo>
                  <a:pt x="2275445" y="142517"/>
                  <a:pt x="2266139" y="145087"/>
                  <a:pt x="2254967" y="145087"/>
                </a:cubicBezTo>
                <a:cubicBezTo>
                  <a:pt x="2237282" y="145087"/>
                  <a:pt x="2224194" y="139309"/>
                  <a:pt x="2215702" y="127753"/>
                </a:cubicBezTo>
                <a:cubicBezTo>
                  <a:pt x="2208999" y="118496"/>
                  <a:pt x="2205647" y="106812"/>
                  <a:pt x="2205647" y="92702"/>
                </a:cubicBezTo>
                <a:cubicBezTo>
                  <a:pt x="2205647" y="75847"/>
                  <a:pt x="2210052" y="62647"/>
                  <a:pt x="2218863" y="53103"/>
                </a:cubicBezTo>
                <a:cubicBezTo>
                  <a:pt x="2227673" y="43558"/>
                  <a:pt x="2238814" y="38786"/>
                  <a:pt x="2252285" y="38786"/>
                </a:cubicBezTo>
                <a:cubicBezTo>
                  <a:pt x="2267416" y="38786"/>
                  <a:pt x="2279355" y="43781"/>
                  <a:pt x="2288102" y="53773"/>
                </a:cubicBezTo>
                <a:cubicBezTo>
                  <a:pt x="2296849" y="63765"/>
                  <a:pt x="2301031" y="79071"/>
                  <a:pt x="2300647" y="99693"/>
                </a:cubicBezTo>
                <a:lnTo>
                  <a:pt x="2233228" y="99693"/>
                </a:lnTo>
                <a:cubicBezTo>
                  <a:pt x="2233419" y="107674"/>
                  <a:pt x="2235590" y="113883"/>
                  <a:pt x="2239740" y="118320"/>
                </a:cubicBezTo>
                <a:cubicBezTo>
                  <a:pt x="2243890" y="122757"/>
                  <a:pt x="2249061" y="124976"/>
                  <a:pt x="2255254" y="124976"/>
                </a:cubicBezTo>
                <a:cubicBezTo>
                  <a:pt x="2259468" y="124976"/>
                  <a:pt x="2263011" y="123827"/>
                  <a:pt x="2265884" y="121528"/>
                </a:cubicBezTo>
                <a:cubicBezTo>
                  <a:pt x="2268757" y="119230"/>
                  <a:pt x="2270928" y="115527"/>
                  <a:pt x="2272396" y="110419"/>
                </a:cubicBezTo>
                <a:moveTo>
                  <a:pt x="2273929" y="83221"/>
                </a:moveTo>
                <a:cubicBezTo>
                  <a:pt x="2273737" y="75432"/>
                  <a:pt x="2271726" y="69511"/>
                  <a:pt x="2267895" y="65457"/>
                </a:cubicBezTo>
                <a:cubicBezTo>
                  <a:pt x="2264065" y="61403"/>
                  <a:pt x="2259404" y="59375"/>
                  <a:pt x="2253913" y="59375"/>
                </a:cubicBezTo>
                <a:cubicBezTo>
                  <a:pt x="2248040" y="59375"/>
                  <a:pt x="2243187" y="61514"/>
                  <a:pt x="2239357" y="65792"/>
                </a:cubicBezTo>
                <a:cubicBezTo>
                  <a:pt x="2235526" y="70069"/>
                  <a:pt x="2233643" y="75879"/>
                  <a:pt x="2233706" y="83221"/>
                </a:cubicBezTo>
                <a:lnTo>
                  <a:pt x="2273929" y="83221"/>
                </a:lnTo>
                <a:close/>
                <a:moveTo>
                  <a:pt x="2414431" y="142788"/>
                </a:moveTo>
                <a:lnTo>
                  <a:pt x="2387521" y="142788"/>
                </a:lnTo>
                <a:lnTo>
                  <a:pt x="2387521" y="90883"/>
                </a:lnTo>
                <a:cubicBezTo>
                  <a:pt x="2387521" y="79901"/>
                  <a:pt x="2386946" y="72799"/>
                  <a:pt x="2385797" y="69575"/>
                </a:cubicBezTo>
                <a:cubicBezTo>
                  <a:pt x="2384648" y="66350"/>
                  <a:pt x="2382780" y="63845"/>
                  <a:pt x="2380194" y="62057"/>
                </a:cubicBezTo>
                <a:cubicBezTo>
                  <a:pt x="2377609" y="60269"/>
                  <a:pt x="2374496" y="59375"/>
                  <a:pt x="2370857" y="59375"/>
                </a:cubicBezTo>
                <a:cubicBezTo>
                  <a:pt x="2366197" y="59375"/>
                  <a:pt x="2362015" y="60652"/>
                  <a:pt x="2358312" y="63206"/>
                </a:cubicBezTo>
                <a:cubicBezTo>
                  <a:pt x="2354609" y="65760"/>
                  <a:pt x="2352071" y="69144"/>
                  <a:pt x="2350698" y="73357"/>
                </a:cubicBezTo>
                <a:cubicBezTo>
                  <a:pt x="2349326" y="77571"/>
                  <a:pt x="2348639" y="85360"/>
                  <a:pt x="2348639" y="96725"/>
                </a:cubicBezTo>
                <a:lnTo>
                  <a:pt x="2348639" y="142788"/>
                </a:lnTo>
                <a:lnTo>
                  <a:pt x="2321729" y="142788"/>
                </a:lnTo>
                <a:lnTo>
                  <a:pt x="2321729" y="41084"/>
                </a:lnTo>
                <a:lnTo>
                  <a:pt x="2346724" y="41084"/>
                </a:lnTo>
                <a:lnTo>
                  <a:pt x="2346724" y="56024"/>
                </a:lnTo>
                <a:cubicBezTo>
                  <a:pt x="2355598" y="44532"/>
                  <a:pt x="2366771" y="38786"/>
                  <a:pt x="2380242" y="38786"/>
                </a:cubicBezTo>
                <a:cubicBezTo>
                  <a:pt x="2386180" y="38786"/>
                  <a:pt x="2391607" y="39855"/>
                  <a:pt x="2396523" y="41994"/>
                </a:cubicBezTo>
                <a:cubicBezTo>
                  <a:pt x="2401439" y="44133"/>
                  <a:pt x="2405158" y="46862"/>
                  <a:pt x="2407680" y="50182"/>
                </a:cubicBezTo>
                <a:cubicBezTo>
                  <a:pt x="2410201" y="53502"/>
                  <a:pt x="2411957" y="57269"/>
                  <a:pt x="2412947" y="61482"/>
                </a:cubicBezTo>
                <a:cubicBezTo>
                  <a:pt x="2413936" y="65696"/>
                  <a:pt x="2414431" y="71729"/>
                  <a:pt x="2414431" y="79582"/>
                </a:cubicBezTo>
                <a:lnTo>
                  <a:pt x="2414431" y="142788"/>
                </a:lnTo>
                <a:close/>
                <a:moveTo>
                  <a:pt x="2487767" y="41084"/>
                </a:moveTo>
                <a:lnTo>
                  <a:pt x="2487767" y="62536"/>
                </a:lnTo>
                <a:lnTo>
                  <a:pt x="2469379" y="62536"/>
                </a:lnTo>
                <a:lnTo>
                  <a:pt x="2469379" y="103524"/>
                </a:lnTo>
                <a:cubicBezTo>
                  <a:pt x="2469379" y="111824"/>
                  <a:pt x="2469555" y="116660"/>
                  <a:pt x="2469906" y="118033"/>
                </a:cubicBezTo>
                <a:cubicBezTo>
                  <a:pt x="2470257" y="119405"/>
                  <a:pt x="2471055" y="120539"/>
                  <a:pt x="2472300" y="121432"/>
                </a:cubicBezTo>
                <a:cubicBezTo>
                  <a:pt x="2473545" y="122326"/>
                  <a:pt x="2475061" y="122773"/>
                  <a:pt x="2476849" y="122773"/>
                </a:cubicBezTo>
                <a:cubicBezTo>
                  <a:pt x="2479339" y="122773"/>
                  <a:pt x="2482946" y="121911"/>
                  <a:pt x="2487671" y="120187"/>
                </a:cubicBezTo>
                <a:lnTo>
                  <a:pt x="2489969" y="141065"/>
                </a:lnTo>
                <a:cubicBezTo>
                  <a:pt x="2483712" y="143746"/>
                  <a:pt x="2476626" y="145087"/>
                  <a:pt x="2468709" y="145087"/>
                </a:cubicBezTo>
                <a:cubicBezTo>
                  <a:pt x="2463857" y="145087"/>
                  <a:pt x="2459483" y="144273"/>
                  <a:pt x="2455589" y="142645"/>
                </a:cubicBezTo>
                <a:cubicBezTo>
                  <a:pt x="2451694" y="141017"/>
                  <a:pt x="2448837" y="138910"/>
                  <a:pt x="2447018" y="136324"/>
                </a:cubicBezTo>
                <a:cubicBezTo>
                  <a:pt x="2445198" y="133738"/>
                  <a:pt x="2443937" y="130243"/>
                  <a:pt x="2443235" y="125838"/>
                </a:cubicBezTo>
                <a:cubicBezTo>
                  <a:pt x="2442660" y="122709"/>
                  <a:pt x="2442373" y="116389"/>
                  <a:pt x="2442373" y="106876"/>
                </a:cubicBezTo>
                <a:lnTo>
                  <a:pt x="2442373" y="62536"/>
                </a:lnTo>
                <a:lnTo>
                  <a:pt x="2430019" y="62536"/>
                </a:lnTo>
                <a:lnTo>
                  <a:pt x="2430019" y="41084"/>
                </a:lnTo>
                <a:lnTo>
                  <a:pt x="2442373" y="41084"/>
                </a:lnTo>
                <a:lnTo>
                  <a:pt x="2442373" y="20877"/>
                </a:lnTo>
                <a:lnTo>
                  <a:pt x="2469379" y="5171"/>
                </a:lnTo>
                <a:lnTo>
                  <a:pt x="2469379" y="41084"/>
                </a:lnTo>
                <a:lnTo>
                  <a:pt x="2487767" y="41084"/>
                </a:lnTo>
                <a:close/>
                <a:moveTo>
                  <a:pt x="2526708" y="72112"/>
                </a:moveTo>
                <a:lnTo>
                  <a:pt x="2502287" y="67707"/>
                </a:lnTo>
                <a:cubicBezTo>
                  <a:pt x="2505032" y="57875"/>
                  <a:pt x="2509757" y="50597"/>
                  <a:pt x="2516461" y="45872"/>
                </a:cubicBezTo>
                <a:cubicBezTo>
                  <a:pt x="2523164" y="41148"/>
                  <a:pt x="2533124" y="38786"/>
                  <a:pt x="2546340" y="38786"/>
                </a:cubicBezTo>
                <a:cubicBezTo>
                  <a:pt x="2558343" y="38786"/>
                  <a:pt x="2567281" y="40206"/>
                  <a:pt x="2573155" y="43047"/>
                </a:cubicBezTo>
                <a:cubicBezTo>
                  <a:pt x="2579028" y="45888"/>
                  <a:pt x="2583162" y="49495"/>
                  <a:pt x="2585556" y="53869"/>
                </a:cubicBezTo>
                <a:cubicBezTo>
                  <a:pt x="2587950" y="58242"/>
                  <a:pt x="2589148" y="66271"/>
                  <a:pt x="2589148" y="77954"/>
                </a:cubicBezTo>
                <a:lnTo>
                  <a:pt x="2588860" y="109366"/>
                </a:lnTo>
                <a:cubicBezTo>
                  <a:pt x="2588860" y="118304"/>
                  <a:pt x="2589291" y="124896"/>
                  <a:pt x="2590153" y="129142"/>
                </a:cubicBezTo>
                <a:cubicBezTo>
                  <a:pt x="2591015" y="133387"/>
                  <a:pt x="2592627" y="137936"/>
                  <a:pt x="2594989" y="142788"/>
                </a:cubicBezTo>
                <a:lnTo>
                  <a:pt x="2568366" y="142788"/>
                </a:lnTo>
                <a:cubicBezTo>
                  <a:pt x="2567664" y="141001"/>
                  <a:pt x="2566802" y="138351"/>
                  <a:pt x="2565780" y="134840"/>
                </a:cubicBezTo>
                <a:cubicBezTo>
                  <a:pt x="2565334" y="133244"/>
                  <a:pt x="2565014" y="132190"/>
                  <a:pt x="2564823" y="131679"/>
                </a:cubicBezTo>
                <a:cubicBezTo>
                  <a:pt x="2560226" y="136149"/>
                  <a:pt x="2555310" y="139500"/>
                  <a:pt x="2550075" y="141735"/>
                </a:cubicBezTo>
                <a:cubicBezTo>
                  <a:pt x="2544839" y="143969"/>
                  <a:pt x="2539253" y="145087"/>
                  <a:pt x="2533315" y="145087"/>
                </a:cubicBezTo>
                <a:cubicBezTo>
                  <a:pt x="2522845" y="145087"/>
                  <a:pt x="2514593" y="142246"/>
                  <a:pt x="2508560" y="136564"/>
                </a:cubicBezTo>
                <a:cubicBezTo>
                  <a:pt x="2502526" y="130881"/>
                  <a:pt x="2499510" y="123699"/>
                  <a:pt x="2499510" y="115016"/>
                </a:cubicBezTo>
                <a:cubicBezTo>
                  <a:pt x="2499510" y="109270"/>
                  <a:pt x="2500882" y="104146"/>
                  <a:pt x="2503628" y="99645"/>
                </a:cubicBezTo>
                <a:cubicBezTo>
                  <a:pt x="2506373" y="95144"/>
                  <a:pt x="2510220" y="91697"/>
                  <a:pt x="2515168" y="89303"/>
                </a:cubicBezTo>
                <a:cubicBezTo>
                  <a:pt x="2520116" y="86908"/>
                  <a:pt x="2527250" y="84818"/>
                  <a:pt x="2536572" y="83030"/>
                </a:cubicBezTo>
                <a:cubicBezTo>
                  <a:pt x="2549149" y="80668"/>
                  <a:pt x="2557864" y="78465"/>
                  <a:pt x="2562716" y="76422"/>
                </a:cubicBezTo>
                <a:lnTo>
                  <a:pt x="2562716" y="73740"/>
                </a:lnTo>
                <a:cubicBezTo>
                  <a:pt x="2562716" y="68569"/>
                  <a:pt x="2561439" y="64882"/>
                  <a:pt x="2558885" y="62679"/>
                </a:cubicBezTo>
                <a:cubicBezTo>
                  <a:pt x="2556331" y="60477"/>
                  <a:pt x="2551511" y="59375"/>
                  <a:pt x="2544424" y="59375"/>
                </a:cubicBezTo>
                <a:cubicBezTo>
                  <a:pt x="2539636" y="59375"/>
                  <a:pt x="2535901" y="60317"/>
                  <a:pt x="2533220" y="62201"/>
                </a:cubicBezTo>
                <a:cubicBezTo>
                  <a:pt x="2530538" y="64084"/>
                  <a:pt x="2528368" y="67388"/>
                  <a:pt x="2526708" y="72112"/>
                </a:cubicBezTo>
                <a:moveTo>
                  <a:pt x="2562716" y="93947"/>
                </a:moveTo>
                <a:cubicBezTo>
                  <a:pt x="2559268" y="95096"/>
                  <a:pt x="2553810" y="96469"/>
                  <a:pt x="2546340" y="98065"/>
                </a:cubicBezTo>
                <a:cubicBezTo>
                  <a:pt x="2538870" y="99661"/>
                  <a:pt x="2533986" y="101226"/>
                  <a:pt x="2531687" y="102758"/>
                </a:cubicBezTo>
                <a:cubicBezTo>
                  <a:pt x="2528176" y="105248"/>
                  <a:pt x="2526420" y="108408"/>
                  <a:pt x="2526420" y="112239"/>
                </a:cubicBezTo>
                <a:cubicBezTo>
                  <a:pt x="2526420" y="116006"/>
                  <a:pt x="2527825" y="119262"/>
                  <a:pt x="2530634" y="122007"/>
                </a:cubicBezTo>
                <a:cubicBezTo>
                  <a:pt x="2533443" y="124752"/>
                  <a:pt x="2537018" y="126125"/>
                  <a:pt x="2541360" y="126125"/>
                </a:cubicBezTo>
                <a:cubicBezTo>
                  <a:pt x="2546212" y="126125"/>
                  <a:pt x="2550841" y="124529"/>
                  <a:pt x="2555246" y="121337"/>
                </a:cubicBezTo>
                <a:cubicBezTo>
                  <a:pt x="2558502" y="118910"/>
                  <a:pt x="2560641" y="115942"/>
                  <a:pt x="2561662" y="112430"/>
                </a:cubicBezTo>
                <a:cubicBezTo>
                  <a:pt x="2562365" y="110132"/>
                  <a:pt x="2562716" y="105759"/>
                  <a:pt x="2562716" y="99310"/>
                </a:cubicBezTo>
                <a:lnTo>
                  <a:pt x="2562716" y="93947"/>
                </a:lnTo>
                <a:close/>
                <a:moveTo>
                  <a:pt x="2661655" y="41084"/>
                </a:moveTo>
                <a:lnTo>
                  <a:pt x="2661655" y="62536"/>
                </a:lnTo>
                <a:lnTo>
                  <a:pt x="2643268" y="62536"/>
                </a:lnTo>
                <a:lnTo>
                  <a:pt x="2643268" y="103524"/>
                </a:lnTo>
                <a:cubicBezTo>
                  <a:pt x="2643268" y="111824"/>
                  <a:pt x="2643444" y="116660"/>
                  <a:pt x="2643795" y="118033"/>
                </a:cubicBezTo>
                <a:cubicBezTo>
                  <a:pt x="2644146" y="119405"/>
                  <a:pt x="2644944" y="120539"/>
                  <a:pt x="2646189" y="121432"/>
                </a:cubicBezTo>
                <a:cubicBezTo>
                  <a:pt x="2647434" y="122326"/>
                  <a:pt x="2648950" y="122773"/>
                  <a:pt x="2650738" y="122773"/>
                </a:cubicBezTo>
                <a:cubicBezTo>
                  <a:pt x="2653228" y="122773"/>
                  <a:pt x="2656835" y="121911"/>
                  <a:pt x="2661560" y="120187"/>
                </a:cubicBezTo>
                <a:lnTo>
                  <a:pt x="2663858" y="141065"/>
                </a:lnTo>
                <a:cubicBezTo>
                  <a:pt x="2657601" y="143746"/>
                  <a:pt x="2650515" y="145087"/>
                  <a:pt x="2642598" y="145087"/>
                </a:cubicBezTo>
                <a:cubicBezTo>
                  <a:pt x="2637746" y="145087"/>
                  <a:pt x="2633372" y="144273"/>
                  <a:pt x="2629478" y="142645"/>
                </a:cubicBezTo>
                <a:cubicBezTo>
                  <a:pt x="2625583" y="141017"/>
                  <a:pt x="2622726" y="138910"/>
                  <a:pt x="2620907" y="136324"/>
                </a:cubicBezTo>
                <a:cubicBezTo>
                  <a:pt x="2619087" y="133738"/>
                  <a:pt x="2617826" y="130243"/>
                  <a:pt x="2617124" y="125838"/>
                </a:cubicBezTo>
                <a:cubicBezTo>
                  <a:pt x="2616549" y="122709"/>
                  <a:pt x="2616262" y="116389"/>
                  <a:pt x="2616262" y="106876"/>
                </a:cubicBezTo>
                <a:lnTo>
                  <a:pt x="2616262" y="62536"/>
                </a:lnTo>
                <a:lnTo>
                  <a:pt x="2603908" y="62536"/>
                </a:lnTo>
                <a:lnTo>
                  <a:pt x="2603908" y="41084"/>
                </a:lnTo>
                <a:lnTo>
                  <a:pt x="2616262" y="41084"/>
                </a:lnTo>
                <a:lnTo>
                  <a:pt x="2616262" y="20877"/>
                </a:lnTo>
                <a:lnTo>
                  <a:pt x="2643268" y="5171"/>
                </a:lnTo>
                <a:lnTo>
                  <a:pt x="2643268" y="41084"/>
                </a:lnTo>
                <a:lnTo>
                  <a:pt x="2661655" y="41084"/>
                </a:lnTo>
                <a:close/>
                <a:moveTo>
                  <a:pt x="2680485" y="27294"/>
                </a:moveTo>
                <a:lnTo>
                  <a:pt x="2680485" y="2394"/>
                </a:lnTo>
                <a:lnTo>
                  <a:pt x="2707396" y="2394"/>
                </a:lnTo>
                <a:lnTo>
                  <a:pt x="2707396" y="27294"/>
                </a:lnTo>
                <a:lnTo>
                  <a:pt x="2680485" y="27294"/>
                </a:lnTo>
                <a:moveTo>
                  <a:pt x="2680485" y="142788"/>
                </a:moveTo>
                <a:lnTo>
                  <a:pt x="2680485" y="41084"/>
                </a:lnTo>
                <a:lnTo>
                  <a:pt x="2707396" y="41084"/>
                </a:lnTo>
                <a:lnTo>
                  <a:pt x="2707396" y="142788"/>
                </a:lnTo>
                <a:lnTo>
                  <a:pt x="2680485" y="142788"/>
                </a:lnTo>
                <a:close/>
                <a:moveTo>
                  <a:pt x="2728941" y="90500"/>
                </a:moveTo>
                <a:cubicBezTo>
                  <a:pt x="2728941" y="81561"/>
                  <a:pt x="2731144" y="72910"/>
                  <a:pt x="2735549" y="64547"/>
                </a:cubicBezTo>
                <a:cubicBezTo>
                  <a:pt x="2739955" y="56183"/>
                  <a:pt x="2746195" y="49799"/>
                  <a:pt x="2754272" y="45393"/>
                </a:cubicBezTo>
                <a:cubicBezTo>
                  <a:pt x="2762348" y="40988"/>
                  <a:pt x="2771366" y="38786"/>
                  <a:pt x="2781326" y="38786"/>
                </a:cubicBezTo>
                <a:cubicBezTo>
                  <a:pt x="2796712" y="38786"/>
                  <a:pt x="2809322" y="43781"/>
                  <a:pt x="2819154" y="53773"/>
                </a:cubicBezTo>
                <a:cubicBezTo>
                  <a:pt x="2828986" y="63765"/>
                  <a:pt x="2833902" y="76390"/>
                  <a:pt x="2833902" y="91649"/>
                </a:cubicBezTo>
                <a:cubicBezTo>
                  <a:pt x="2833902" y="107035"/>
                  <a:pt x="2828938" y="119788"/>
                  <a:pt x="2819010" y="129908"/>
                </a:cubicBezTo>
                <a:cubicBezTo>
                  <a:pt x="2809082" y="140027"/>
                  <a:pt x="2796585" y="145087"/>
                  <a:pt x="2781517" y="145087"/>
                </a:cubicBezTo>
                <a:cubicBezTo>
                  <a:pt x="2772196" y="145087"/>
                  <a:pt x="2763306" y="142980"/>
                  <a:pt x="2754846" y="138766"/>
                </a:cubicBezTo>
                <a:cubicBezTo>
                  <a:pt x="2746387" y="134552"/>
                  <a:pt x="2739955" y="128375"/>
                  <a:pt x="2735549" y="120235"/>
                </a:cubicBezTo>
                <a:cubicBezTo>
                  <a:pt x="2731144" y="112095"/>
                  <a:pt x="2728941" y="102183"/>
                  <a:pt x="2728941" y="90500"/>
                </a:cubicBezTo>
                <a:moveTo>
                  <a:pt x="2756522" y="91936"/>
                </a:moveTo>
                <a:cubicBezTo>
                  <a:pt x="2756522" y="102024"/>
                  <a:pt x="2758916" y="109749"/>
                  <a:pt x="2763705" y="115112"/>
                </a:cubicBezTo>
                <a:cubicBezTo>
                  <a:pt x="2768493" y="120475"/>
                  <a:pt x="2774399" y="123156"/>
                  <a:pt x="2781422" y="123156"/>
                </a:cubicBezTo>
                <a:cubicBezTo>
                  <a:pt x="2788445" y="123156"/>
                  <a:pt x="2794334" y="120475"/>
                  <a:pt x="2799091" y="115112"/>
                </a:cubicBezTo>
                <a:cubicBezTo>
                  <a:pt x="2803847" y="109749"/>
                  <a:pt x="2806225" y="101960"/>
                  <a:pt x="2806225" y="91745"/>
                </a:cubicBezTo>
                <a:cubicBezTo>
                  <a:pt x="2806225" y="81785"/>
                  <a:pt x="2803847" y="74124"/>
                  <a:pt x="2799091" y="68761"/>
                </a:cubicBezTo>
                <a:cubicBezTo>
                  <a:pt x="2794334" y="63398"/>
                  <a:pt x="2788445" y="60716"/>
                  <a:pt x="2781422" y="60716"/>
                </a:cubicBezTo>
                <a:cubicBezTo>
                  <a:pt x="2774399" y="60716"/>
                  <a:pt x="2768493" y="63398"/>
                  <a:pt x="2763705" y="68761"/>
                </a:cubicBezTo>
                <a:cubicBezTo>
                  <a:pt x="2758916" y="74124"/>
                  <a:pt x="2756522" y="81849"/>
                  <a:pt x="2756522" y="91936"/>
                </a:cubicBezTo>
                <a:close/>
                <a:moveTo>
                  <a:pt x="2946886" y="142788"/>
                </a:moveTo>
                <a:lnTo>
                  <a:pt x="2919976" y="142788"/>
                </a:lnTo>
                <a:lnTo>
                  <a:pt x="2919976" y="90883"/>
                </a:lnTo>
                <a:cubicBezTo>
                  <a:pt x="2919976" y="79901"/>
                  <a:pt x="2919401" y="72799"/>
                  <a:pt x="2918252" y="69575"/>
                </a:cubicBezTo>
                <a:cubicBezTo>
                  <a:pt x="2917103" y="66350"/>
                  <a:pt x="2915235" y="63845"/>
                  <a:pt x="2912650" y="62057"/>
                </a:cubicBezTo>
                <a:cubicBezTo>
                  <a:pt x="2910064" y="60269"/>
                  <a:pt x="2906951" y="59375"/>
                  <a:pt x="2903312" y="59375"/>
                </a:cubicBezTo>
                <a:cubicBezTo>
                  <a:pt x="2898652" y="59375"/>
                  <a:pt x="2894470" y="60652"/>
                  <a:pt x="2890767" y="63206"/>
                </a:cubicBezTo>
                <a:cubicBezTo>
                  <a:pt x="2887064" y="65760"/>
                  <a:pt x="2884526" y="69144"/>
                  <a:pt x="2883153" y="73357"/>
                </a:cubicBezTo>
                <a:cubicBezTo>
                  <a:pt x="2881781" y="77571"/>
                  <a:pt x="2881094" y="85360"/>
                  <a:pt x="2881094" y="96725"/>
                </a:cubicBezTo>
                <a:lnTo>
                  <a:pt x="2881094" y="142788"/>
                </a:lnTo>
                <a:lnTo>
                  <a:pt x="2854184" y="142788"/>
                </a:lnTo>
                <a:lnTo>
                  <a:pt x="2854184" y="41084"/>
                </a:lnTo>
                <a:lnTo>
                  <a:pt x="2879179" y="41084"/>
                </a:lnTo>
                <a:lnTo>
                  <a:pt x="2879179" y="56024"/>
                </a:lnTo>
                <a:cubicBezTo>
                  <a:pt x="2888053" y="44532"/>
                  <a:pt x="2899226" y="38786"/>
                  <a:pt x="2912697" y="38786"/>
                </a:cubicBezTo>
                <a:cubicBezTo>
                  <a:pt x="2918635" y="38786"/>
                  <a:pt x="2924062" y="39855"/>
                  <a:pt x="2928978" y="41994"/>
                </a:cubicBezTo>
                <a:cubicBezTo>
                  <a:pt x="2933894" y="44133"/>
                  <a:pt x="2937613" y="46862"/>
                  <a:pt x="2940135" y="50182"/>
                </a:cubicBezTo>
                <a:cubicBezTo>
                  <a:pt x="2942657" y="53502"/>
                  <a:pt x="2944412" y="57269"/>
                  <a:pt x="2945402" y="61482"/>
                </a:cubicBezTo>
                <a:cubicBezTo>
                  <a:pt x="2946391" y="65696"/>
                  <a:pt x="2946886" y="71729"/>
                  <a:pt x="2946886" y="79582"/>
                </a:cubicBezTo>
                <a:lnTo>
                  <a:pt x="2946886" y="142788"/>
                </a:lnTo>
                <a:close/>
                <a:moveTo>
                  <a:pt x="2964103" y="113771"/>
                </a:moveTo>
                <a:lnTo>
                  <a:pt x="2991109" y="109653"/>
                </a:lnTo>
                <a:cubicBezTo>
                  <a:pt x="2992258" y="114888"/>
                  <a:pt x="2994588" y="118863"/>
                  <a:pt x="2998100" y="121576"/>
                </a:cubicBezTo>
                <a:cubicBezTo>
                  <a:pt x="3001611" y="124289"/>
                  <a:pt x="3006527" y="125646"/>
                  <a:pt x="3012848" y="125646"/>
                </a:cubicBezTo>
                <a:cubicBezTo>
                  <a:pt x="3019807" y="125646"/>
                  <a:pt x="3025042" y="124369"/>
                  <a:pt x="3028554" y="121815"/>
                </a:cubicBezTo>
                <a:cubicBezTo>
                  <a:pt x="3030916" y="120028"/>
                  <a:pt x="3032097" y="117634"/>
                  <a:pt x="3032097" y="114633"/>
                </a:cubicBezTo>
                <a:cubicBezTo>
                  <a:pt x="3032097" y="112590"/>
                  <a:pt x="3031459" y="110898"/>
                  <a:pt x="3030182" y="109557"/>
                </a:cubicBezTo>
                <a:cubicBezTo>
                  <a:pt x="3028841" y="108280"/>
                  <a:pt x="3025840" y="107099"/>
                  <a:pt x="3021180" y="106014"/>
                </a:cubicBezTo>
                <a:cubicBezTo>
                  <a:pt x="2999472" y="101226"/>
                  <a:pt x="2985714" y="96852"/>
                  <a:pt x="2979904" y="92894"/>
                </a:cubicBezTo>
                <a:cubicBezTo>
                  <a:pt x="2971860" y="87403"/>
                  <a:pt x="2967837" y="79774"/>
                  <a:pt x="2967837" y="70006"/>
                </a:cubicBezTo>
                <a:cubicBezTo>
                  <a:pt x="2967837" y="61195"/>
                  <a:pt x="2971317" y="53789"/>
                  <a:pt x="2978276" y="47788"/>
                </a:cubicBezTo>
                <a:cubicBezTo>
                  <a:pt x="2985235" y="41786"/>
                  <a:pt x="2996025" y="38786"/>
                  <a:pt x="3010645" y="38786"/>
                </a:cubicBezTo>
                <a:cubicBezTo>
                  <a:pt x="3024563" y="38786"/>
                  <a:pt x="3034906" y="41052"/>
                  <a:pt x="3041674" y="45585"/>
                </a:cubicBezTo>
                <a:cubicBezTo>
                  <a:pt x="3048441" y="50118"/>
                  <a:pt x="3053102" y="56822"/>
                  <a:pt x="3055656" y="65696"/>
                </a:cubicBezTo>
                <a:lnTo>
                  <a:pt x="3030277" y="70389"/>
                </a:lnTo>
                <a:cubicBezTo>
                  <a:pt x="3029192" y="66430"/>
                  <a:pt x="3027133" y="63398"/>
                  <a:pt x="3024100" y="61291"/>
                </a:cubicBezTo>
                <a:cubicBezTo>
                  <a:pt x="3021068" y="59184"/>
                  <a:pt x="3016742" y="58130"/>
                  <a:pt x="3011124" y="58130"/>
                </a:cubicBezTo>
                <a:cubicBezTo>
                  <a:pt x="3004037" y="58130"/>
                  <a:pt x="2998962" y="59120"/>
                  <a:pt x="2995897" y="61099"/>
                </a:cubicBezTo>
                <a:cubicBezTo>
                  <a:pt x="2993854" y="62504"/>
                  <a:pt x="2992833" y="64323"/>
                  <a:pt x="2992833" y="66558"/>
                </a:cubicBezTo>
                <a:cubicBezTo>
                  <a:pt x="2992833" y="68473"/>
                  <a:pt x="2993726" y="70101"/>
                  <a:pt x="2995514" y="71442"/>
                </a:cubicBezTo>
                <a:cubicBezTo>
                  <a:pt x="2997940" y="73230"/>
                  <a:pt x="3006320" y="75752"/>
                  <a:pt x="3020653" y="79008"/>
                </a:cubicBezTo>
                <a:cubicBezTo>
                  <a:pt x="3034986" y="82264"/>
                  <a:pt x="3044994" y="86254"/>
                  <a:pt x="3050676" y="90978"/>
                </a:cubicBezTo>
                <a:cubicBezTo>
                  <a:pt x="3056294" y="95767"/>
                  <a:pt x="3059103" y="102439"/>
                  <a:pt x="3059103" y="110994"/>
                </a:cubicBezTo>
                <a:cubicBezTo>
                  <a:pt x="3059103" y="120315"/>
                  <a:pt x="3055209" y="128328"/>
                  <a:pt x="3047420" y="135031"/>
                </a:cubicBezTo>
                <a:cubicBezTo>
                  <a:pt x="3039631" y="141735"/>
                  <a:pt x="3028107" y="145087"/>
                  <a:pt x="3012848" y="145087"/>
                </a:cubicBezTo>
                <a:cubicBezTo>
                  <a:pt x="2998994" y="145087"/>
                  <a:pt x="2988028" y="142278"/>
                  <a:pt x="2979952" y="136659"/>
                </a:cubicBezTo>
                <a:cubicBezTo>
                  <a:pt x="2971876" y="131041"/>
                  <a:pt x="2966593" y="123412"/>
                  <a:pt x="2964103" y="1137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535C9A-03AA-4E50-8E49-0568B18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9" y="1122986"/>
            <a:ext cx="2193251" cy="1192133"/>
          </a:xfrm>
          <a:custGeom xmlns:a="http://schemas.openxmlformats.org/drawingml/2006/main">
            <a:pathLst>
              <a:path w="2193251" h="1192133" fill="none">
                <a:moveTo>
                  <a:pt x="0" y="0"/>
                </a:moveTo>
                <a:lnTo>
                  <a:pt x="2193251" y="0"/>
                </a:lnTo>
                <a:lnTo>
                  <a:pt x="2193251" y="1192133"/>
                </a:lnTo>
                <a:lnTo>
                  <a:pt x="0" y="11921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88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008E0-61CB-4B61-A62C-163D707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9" y="2390159"/>
            <a:ext cx="2193251" cy="486063"/>
          </a:xfrm>
          <a:custGeom xmlns:a="http://schemas.openxmlformats.org/drawingml/2006/main">
            <a:pathLst>
              <a:path w="2193251" h="486063" fill="none">
                <a:moveTo>
                  <a:pt x="0" y="0"/>
                </a:moveTo>
                <a:lnTo>
                  <a:pt x="2193251" y="0"/>
                </a:lnTo>
                <a:lnTo>
                  <a:pt x="2193251" y="486063"/>
                </a:lnTo>
                <a:lnTo>
                  <a:pt x="0" y="4860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88" cap="flat">
            <a:solidFill>
              <a:srgbClr val="000000"/>
            </a:solidFill>
            <a:miter/>
          </a:ln>
        </p:spPr>
      </p:sp>
      <p:sp>
        <p:nvSpPr>
          <p:cNvPr id="82" name="Text …">
            <a:extLst xmlns:a="http://schemas.openxmlformats.org/drawingml/2006/main">
              <a:ext uri="{FF2B5EF4-FFF2-40B4-BE49-F238E27FC236}">
                <a16:creationId xmlns:a16="http://schemas.microsoft.com/office/drawing/2014/main" id="{4A410AA7-3CD3-44F5-9609-16A8334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776" y="1741541"/>
            <a:ext cx="180540" cy="23559"/>
          </a:xfrm>
          <a:custGeom xmlns:a="http://schemas.openxmlformats.org/drawingml/2006/main">
            <a:pathLst>
              <a:path w="180540" h="23559">
                <a:moveTo>
                  <a:pt x="0" y="23559"/>
                </a:moveTo>
                <a:lnTo>
                  <a:pt x="0" y="0"/>
                </a:lnTo>
                <a:lnTo>
                  <a:pt x="23559" y="0"/>
                </a:lnTo>
                <a:lnTo>
                  <a:pt x="23559" y="23559"/>
                </a:lnTo>
                <a:lnTo>
                  <a:pt x="0" y="23559"/>
                </a:lnTo>
                <a:moveTo>
                  <a:pt x="78490" y="23559"/>
                </a:moveTo>
                <a:lnTo>
                  <a:pt x="78490" y="0"/>
                </a:lnTo>
                <a:lnTo>
                  <a:pt x="102049" y="0"/>
                </a:lnTo>
                <a:lnTo>
                  <a:pt x="102049" y="23559"/>
                </a:lnTo>
                <a:lnTo>
                  <a:pt x="78490" y="23559"/>
                </a:lnTo>
                <a:moveTo>
                  <a:pt x="156866" y="23559"/>
                </a:moveTo>
                <a:lnTo>
                  <a:pt x="156866" y="0"/>
                </a:lnTo>
                <a:lnTo>
                  <a:pt x="180540" y="0"/>
                </a:lnTo>
                <a:lnTo>
                  <a:pt x="180540" y="23559"/>
                </a:lnTo>
                <a:lnTo>
                  <a:pt x="156866" y="23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…">
            <a:extLst xmlns:a="http://schemas.openxmlformats.org/drawingml/2006/main">
              <a:ext uri="{FF2B5EF4-FFF2-40B4-BE49-F238E27FC236}">
                <a16:creationId xmlns:a16="http://schemas.microsoft.com/office/drawing/2014/main" id="{CEF4ED55-2BBF-46EE-A5E7-5DA9113C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734" y="2703433"/>
            <a:ext cx="180540" cy="23559"/>
          </a:xfrm>
          <a:custGeom xmlns:a="http://schemas.openxmlformats.org/drawingml/2006/main">
            <a:pathLst>
              <a:path w="180540" h="23559">
                <a:moveTo>
                  <a:pt x="0" y="23559"/>
                </a:moveTo>
                <a:lnTo>
                  <a:pt x="0" y="0"/>
                </a:lnTo>
                <a:lnTo>
                  <a:pt x="23559" y="0"/>
                </a:lnTo>
                <a:lnTo>
                  <a:pt x="23559" y="23559"/>
                </a:lnTo>
                <a:lnTo>
                  <a:pt x="0" y="23559"/>
                </a:lnTo>
                <a:moveTo>
                  <a:pt x="78490" y="23559"/>
                </a:moveTo>
                <a:lnTo>
                  <a:pt x="78490" y="0"/>
                </a:lnTo>
                <a:lnTo>
                  <a:pt x="102049" y="0"/>
                </a:lnTo>
                <a:lnTo>
                  <a:pt x="102049" y="23559"/>
                </a:lnTo>
                <a:lnTo>
                  <a:pt x="78490" y="23559"/>
                </a:lnTo>
                <a:moveTo>
                  <a:pt x="156866" y="23559"/>
                </a:moveTo>
                <a:lnTo>
                  <a:pt x="156866" y="0"/>
                </a:lnTo>
                <a:lnTo>
                  <a:pt x="180540" y="0"/>
                </a:lnTo>
                <a:lnTo>
                  <a:pt x="180540" y="23559"/>
                </a:lnTo>
                <a:lnTo>
                  <a:pt x="156866" y="23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States">
            <a:extLst xmlns:a="http://schemas.openxmlformats.org/drawingml/2006/main">
              <a:ext uri="{FF2B5EF4-FFF2-40B4-BE49-F238E27FC236}">
                <a16:creationId xmlns:a16="http://schemas.microsoft.com/office/drawing/2014/main" id="{91E810B2-8A1A-40E4-B4E2-D9B9A16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861" y="1511020"/>
            <a:ext cx="429919" cy="116146"/>
          </a:xfrm>
          <a:custGeom xmlns:a="http://schemas.openxmlformats.org/drawingml/2006/main">
            <a:pathLst>
              <a:path w="429919" h="116146">
                <a:moveTo>
                  <a:pt x="0" y="78146"/>
                </a:moveTo>
                <a:lnTo>
                  <a:pt x="14020" y="76920"/>
                </a:lnTo>
                <a:cubicBezTo>
                  <a:pt x="14684" y="82538"/>
                  <a:pt x="16229" y="87148"/>
                  <a:pt x="18655" y="90749"/>
                </a:cubicBezTo>
                <a:cubicBezTo>
                  <a:pt x="21081" y="94349"/>
                  <a:pt x="24848" y="97261"/>
                  <a:pt x="29956" y="99483"/>
                </a:cubicBezTo>
                <a:cubicBezTo>
                  <a:pt x="35063" y="101704"/>
                  <a:pt x="40809" y="102815"/>
                  <a:pt x="47194" y="102815"/>
                </a:cubicBezTo>
                <a:cubicBezTo>
                  <a:pt x="52863" y="102815"/>
                  <a:pt x="57869" y="101973"/>
                  <a:pt x="62210" y="100287"/>
                </a:cubicBezTo>
                <a:cubicBezTo>
                  <a:pt x="66552" y="98602"/>
                  <a:pt x="69782" y="96290"/>
                  <a:pt x="71902" y="93354"/>
                </a:cubicBezTo>
                <a:cubicBezTo>
                  <a:pt x="74021" y="90417"/>
                  <a:pt x="75081" y="87212"/>
                  <a:pt x="75081" y="83739"/>
                </a:cubicBezTo>
                <a:cubicBezTo>
                  <a:pt x="75081" y="80214"/>
                  <a:pt x="74060" y="77137"/>
                  <a:pt x="72017" y="74507"/>
                </a:cubicBezTo>
                <a:cubicBezTo>
                  <a:pt x="69974" y="71876"/>
                  <a:pt x="66603" y="69667"/>
                  <a:pt x="61904" y="67880"/>
                </a:cubicBezTo>
                <a:cubicBezTo>
                  <a:pt x="58890" y="66705"/>
                  <a:pt x="52225" y="64879"/>
                  <a:pt x="41908" y="62402"/>
                </a:cubicBezTo>
                <a:cubicBezTo>
                  <a:pt x="31590" y="59925"/>
                  <a:pt x="24363" y="57588"/>
                  <a:pt x="20226" y="55392"/>
                </a:cubicBezTo>
                <a:cubicBezTo>
                  <a:pt x="14863" y="52582"/>
                  <a:pt x="10866" y="49096"/>
                  <a:pt x="8236" y="44934"/>
                </a:cubicBezTo>
                <a:cubicBezTo>
                  <a:pt x="5606" y="40771"/>
                  <a:pt x="4290" y="36110"/>
                  <a:pt x="4290" y="30952"/>
                </a:cubicBezTo>
                <a:cubicBezTo>
                  <a:pt x="4290" y="25282"/>
                  <a:pt x="5899" y="19983"/>
                  <a:pt x="9117" y="15055"/>
                </a:cubicBezTo>
                <a:cubicBezTo>
                  <a:pt x="12335" y="10126"/>
                  <a:pt x="17034" y="6384"/>
                  <a:pt x="23214" y="3831"/>
                </a:cubicBezTo>
                <a:cubicBezTo>
                  <a:pt x="29394" y="1277"/>
                  <a:pt x="36264" y="0"/>
                  <a:pt x="43823" y="0"/>
                </a:cubicBezTo>
                <a:cubicBezTo>
                  <a:pt x="52148" y="0"/>
                  <a:pt x="59490" y="1341"/>
                  <a:pt x="65849" y="4022"/>
                </a:cubicBezTo>
                <a:cubicBezTo>
                  <a:pt x="72208" y="6704"/>
                  <a:pt x="77099" y="10649"/>
                  <a:pt x="80521" y="15859"/>
                </a:cubicBezTo>
                <a:cubicBezTo>
                  <a:pt x="83943" y="21069"/>
                  <a:pt x="85782" y="26968"/>
                  <a:pt x="86037" y="33557"/>
                </a:cubicBezTo>
                <a:lnTo>
                  <a:pt x="71787" y="34629"/>
                </a:lnTo>
                <a:cubicBezTo>
                  <a:pt x="71021" y="27530"/>
                  <a:pt x="68429" y="22167"/>
                  <a:pt x="64011" y="18540"/>
                </a:cubicBezTo>
                <a:cubicBezTo>
                  <a:pt x="59593" y="14914"/>
                  <a:pt x="53068" y="13101"/>
                  <a:pt x="44436" y="13101"/>
                </a:cubicBezTo>
                <a:cubicBezTo>
                  <a:pt x="35447" y="13101"/>
                  <a:pt x="28896" y="14748"/>
                  <a:pt x="24784" y="18042"/>
                </a:cubicBezTo>
                <a:cubicBezTo>
                  <a:pt x="20673" y="21337"/>
                  <a:pt x="18617" y="25308"/>
                  <a:pt x="18617" y="29956"/>
                </a:cubicBezTo>
                <a:cubicBezTo>
                  <a:pt x="18617" y="33991"/>
                  <a:pt x="20073" y="37311"/>
                  <a:pt x="22984" y="39916"/>
                </a:cubicBezTo>
                <a:cubicBezTo>
                  <a:pt x="25844" y="42520"/>
                  <a:pt x="33314" y="45189"/>
                  <a:pt x="45393" y="47922"/>
                </a:cubicBezTo>
                <a:cubicBezTo>
                  <a:pt x="57473" y="50654"/>
                  <a:pt x="65760" y="53042"/>
                  <a:pt x="70255" y="55085"/>
                </a:cubicBezTo>
                <a:cubicBezTo>
                  <a:pt x="76792" y="58099"/>
                  <a:pt x="81619" y="61916"/>
                  <a:pt x="84734" y="66539"/>
                </a:cubicBezTo>
                <a:cubicBezTo>
                  <a:pt x="87850" y="71161"/>
                  <a:pt x="89408" y="76486"/>
                  <a:pt x="89408" y="82513"/>
                </a:cubicBezTo>
                <a:cubicBezTo>
                  <a:pt x="89408" y="88489"/>
                  <a:pt x="87697" y="94120"/>
                  <a:pt x="84275" y="99406"/>
                </a:cubicBezTo>
                <a:cubicBezTo>
                  <a:pt x="80853" y="104692"/>
                  <a:pt x="75937" y="108804"/>
                  <a:pt x="69527" y="111741"/>
                </a:cubicBezTo>
                <a:cubicBezTo>
                  <a:pt x="63117" y="114678"/>
                  <a:pt x="55902" y="116146"/>
                  <a:pt x="47883" y="116146"/>
                </a:cubicBezTo>
                <a:cubicBezTo>
                  <a:pt x="37719" y="116146"/>
                  <a:pt x="29202" y="114665"/>
                  <a:pt x="22333" y="111702"/>
                </a:cubicBezTo>
                <a:cubicBezTo>
                  <a:pt x="15463" y="108740"/>
                  <a:pt x="10075" y="104284"/>
                  <a:pt x="6167" y="98333"/>
                </a:cubicBezTo>
                <a:cubicBezTo>
                  <a:pt x="2260" y="92383"/>
                  <a:pt x="204" y="85654"/>
                  <a:pt x="0" y="78146"/>
                </a:cubicBezTo>
                <a:close/>
                <a:moveTo>
                  <a:pt x="137949" y="101896"/>
                </a:moveTo>
                <a:lnTo>
                  <a:pt x="139941" y="114077"/>
                </a:lnTo>
                <a:cubicBezTo>
                  <a:pt x="136060" y="114895"/>
                  <a:pt x="132586" y="115303"/>
                  <a:pt x="129522" y="115303"/>
                </a:cubicBezTo>
                <a:cubicBezTo>
                  <a:pt x="124517" y="115303"/>
                  <a:pt x="120635" y="114512"/>
                  <a:pt x="117877" y="112928"/>
                </a:cubicBezTo>
                <a:cubicBezTo>
                  <a:pt x="115119" y="111345"/>
                  <a:pt x="113178" y="109264"/>
                  <a:pt x="112054" y="106684"/>
                </a:cubicBezTo>
                <a:cubicBezTo>
                  <a:pt x="110930" y="104105"/>
                  <a:pt x="110369" y="98678"/>
                  <a:pt x="110369" y="90404"/>
                </a:cubicBezTo>
                <a:lnTo>
                  <a:pt x="110369" y="43593"/>
                </a:lnTo>
                <a:lnTo>
                  <a:pt x="100256" y="43593"/>
                </a:lnTo>
                <a:lnTo>
                  <a:pt x="100256" y="32867"/>
                </a:lnTo>
                <a:lnTo>
                  <a:pt x="110369" y="32867"/>
                </a:lnTo>
                <a:lnTo>
                  <a:pt x="110369" y="12718"/>
                </a:lnTo>
                <a:lnTo>
                  <a:pt x="124082" y="4444"/>
                </a:lnTo>
                <a:lnTo>
                  <a:pt x="124082" y="32867"/>
                </a:lnTo>
                <a:lnTo>
                  <a:pt x="137949" y="32867"/>
                </a:lnTo>
                <a:lnTo>
                  <a:pt x="137949" y="43593"/>
                </a:lnTo>
                <a:lnTo>
                  <a:pt x="124082" y="43593"/>
                </a:lnTo>
                <a:lnTo>
                  <a:pt x="124082" y="91170"/>
                </a:lnTo>
                <a:cubicBezTo>
                  <a:pt x="124082" y="95103"/>
                  <a:pt x="124325" y="97631"/>
                  <a:pt x="124810" y="98755"/>
                </a:cubicBezTo>
                <a:cubicBezTo>
                  <a:pt x="125295" y="99878"/>
                  <a:pt x="126087" y="100772"/>
                  <a:pt x="127185" y="101436"/>
                </a:cubicBezTo>
                <a:cubicBezTo>
                  <a:pt x="128283" y="102100"/>
                  <a:pt x="129854" y="102432"/>
                  <a:pt x="131897" y="102432"/>
                </a:cubicBezTo>
                <a:cubicBezTo>
                  <a:pt x="133429" y="102432"/>
                  <a:pt x="135447" y="102253"/>
                  <a:pt x="137949" y="101896"/>
                </a:cubicBezTo>
                <a:close/>
                <a:moveTo>
                  <a:pt x="203972" y="104194"/>
                </a:moveTo>
                <a:cubicBezTo>
                  <a:pt x="198864" y="108536"/>
                  <a:pt x="193948" y="111600"/>
                  <a:pt x="189224" y="113388"/>
                </a:cubicBezTo>
                <a:cubicBezTo>
                  <a:pt x="184499" y="115176"/>
                  <a:pt x="179430" y="116069"/>
                  <a:pt x="174016" y="116069"/>
                </a:cubicBezTo>
                <a:cubicBezTo>
                  <a:pt x="165078" y="116069"/>
                  <a:pt x="158208" y="113886"/>
                  <a:pt x="153407" y="109519"/>
                </a:cubicBezTo>
                <a:cubicBezTo>
                  <a:pt x="148606" y="105152"/>
                  <a:pt x="146205" y="99572"/>
                  <a:pt x="146205" y="92779"/>
                </a:cubicBezTo>
                <a:cubicBezTo>
                  <a:pt x="146205" y="88795"/>
                  <a:pt x="147112" y="85156"/>
                  <a:pt x="148925" y="81861"/>
                </a:cubicBezTo>
                <a:cubicBezTo>
                  <a:pt x="150738" y="78567"/>
                  <a:pt x="153113" y="75924"/>
                  <a:pt x="156050" y="73932"/>
                </a:cubicBezTo>
                <a:cubicBezTo>
                  <a:pt x="158987" y="71940"/>
                  <a:pt x="162294" y="70433"/>
                  <a:pt x="165971" y="69412"/>
                </a:cubicBezTo>
                <a:cubicBezTo>
                  <a:pt x="168678" y="68697"/>
                  <a:pt x="172764" y="68007"/>
                  <a:pt x="178230" y="67343"/>
                </a:cubicBezTo>
                <a:cubicBezTo>
                  <a:pt x="189364" y="66015"/>
                  <a:pt x="197562" y="64432"/>
                  <a:pt x="202822" y="62593"/>
                </a:cubicBezTo>
                <a:cubicBezTo>
                  <a:pt x="202874" y="60703"/>
                  <a:pt x="202899" y="59503"/>
                  <a:pt x="202899" y="58992"/>
                </a:cubicBezTo>
                <a:cubicBezTo>
                  <a:pt x="202899" y="53374"/>
                  <a:pt x="201597" y="49416"/>
                  <a:pt x="198992" y="47117"/>
                </a:cubicBezTo>
                <a:cubicBezTo>
                  <a:pt x="195468" y="44002"/>
                  <a:pt x="190232" y="42444"/>
                  <a:pt x="183286" y="42444"/>
                </a:cubicBezTo>
                <a:cubicBezTo>
                  <a:pt x="176799" y="42444"/>
                  <a:pt x="172011" y="43580"/>
                  <a:pt x="168921" y="45853"/>
                </a:cubicBezTo>
                <a:cubicBezTo>
                  <a:pt x="165831" y="48126"/>
                  <a:pt x="163545" y="52148"/>
                  <a:pt x="162064" y="57920"/>
                </a:cubicBezTo>
                <a:lnTo>
                  <a:pt x="148580" y="56081"/>
                </a:lnTo>
                <a:cubicBezTo>
                  <a:pt x="149806" y="50310"/>
                  <a:pt x="151823" y="45649"/>
                  <a:pt x="154633" y="42099"/>
                </a:cubicBezTo>
                <a:cubicBezTo>
                  <a:pt x="157442" y="38549"/>
                  <a:pt x="161502" y="35817"/>
                  <a:pt x="166814" y="33901"/>
                </a:cubicBezTo>
                <a:cubicBezTo>
                  <a:pt x="172126" y="31986"/>
                  <a:pt x="178281" y="31028"/>
                  <a:pt x="185278" y="31028"/>
                </a:cubicBezTo>
                <a:cubicBezTo>
                  <a:pt x="192224" y="31028"/>
                  <a:pt x="197868" y="31846"/>
                  <a:pt x="202210" y="33480"/>
                </a:cubicBezTo>
                <a:cubicBezTo>
                  <a:pt x="206551" y="35115"/>
                  <a:pt x="209743" y="37170"/>
                  <a:pt x="211786" y="39647"/>
                </a:cubicBezTo>
                <a:cubicBezTo>
                  <a:pt x="213829" y="42125"/>
                  <a:pt x="215259" y="45253"/>
                  <a:pt x="216077" y="49033"/>
                </a:cubicBezTo>
                <a:cubicBezTo>
                  <a:pt x="216536" y="51382"/>
                  <a:pt x="216766" y="55621"/>
                  <a:pt x="216766" y="61750"/>
                </a:cubicBezTo>
                <a:lnTo>
                  <a:pt x="216766" y="80138"/>
                </a:lnTo>
                <a:cubicBezTo>
                  <a:pt x="216766" y="92958"/>
                  <a:pt x="217060" y="101066"/>
                  <a:pt x="217647" y="104462"/>
                </a:cubicBezTo>
                <a:cubicBezTo>
                  <a:pt x="218235" y="107859"/>
                  <a:pt x="219397" y="111115"/>
                  <a:pt x="221133" y="114231"/>
                </a:cubicBezTo>
                <a:lnTo>
                  <a:pt x="206730" y="114231"/>
                </a:lnTo>
                <a:cubicBezTo>
                  <a:pt x="205300" y="111370"/>
                  <a:pt x="204380" y="108025"/>
                  <a:pt x="203972" y="104194"/>
                </a:cubicBezTo>
                <a:moveTo>
                  <a:pt x="202822" y="73396"/>
                </a:moveTo>
                <a:cubicBezTo>
                  <a:pt x="197817" y="75439"/>
                  <a:pt x="190309" y="77175"/>
                  <a:pt x="180298" y="78605"/>
                </a:cubicBezTo>
                <a:cubicBezTo>
                  <a:pt x="174629" y="79423"/>
                  <a:pt x="170619" y="80342"/>
                  <a:pt x="168270" y="81364"/>
                </a:cubicBezTo>
                <a:cubicBezTo>
                  <a:pt x="165920" y="82385"/>
                  <a:pt x="164107" y="83879"/>
                  <a:pt x="162830" y="85845"/>
                </a:cubicBezTo>
                <a:cubicBezTo>
                  <a:pt x="161553" y="87812"/>
                  <a:pt x="160915" y="89995"/>
                  <a:pt x="160915" y="92396"/>
                </a:cubicBezTo>
                <a:cubicBezTo>
                  <a:pt x="160915" y="96073"/>
                  <a:pt x="162307" y="99138"/>
                  <a:pt x="165090" y="101589"/>
                </a:cubicBezTo>
                <a:cubicBezTo>
                  <a:pt x="167874" y="104041"/>
                  <a:pt x="171947" y="105267"/>
                  <a:pt x="177310" y="105267"/>
                </a:cubicBezTo>
                <a:cubicBezTo>
                  <a:pt x="182622" y="105267"/>
                  <a:pt x="187347" y="104105"/>
                  <a:pt x="191484" y="101781"/>
                </a:cubicBezTo>
                <a:cubicBezTo>
                  <a:pt x="195621" y="99457"/>
                  <a:pt x="198660" y="96278"/>
                  <a:pt x="200601" y="92243"/>
                </a:cubicBezTo>
                <a:cubicBezTo>
                  <a:pt x="202082" y="89127"/>
                  <a:pt x="202822" y="84530"/>
                  <a:pt x="202822" y="78452"/>
                </a:cubicBezTo>
                <a:lnTo>
                  <a:pt x="202822" y="73396"/>
                </a:lnTo>
                <a:close/>
                <a:moveTo>
                  <a:pt x="267960" y="101896"/>
                </a:moveTo>
                <a:lnTo>
                  <a:pt x="269952" y="114077"/>
                </a:lnTo>
                <a:cubicBezTo>
                  <a:pt x="266070" y="114895"/>
                  <a:pt x="262597" y="115303"/>
                  <a:pt x="259532" y="115303"/>
                </a:cubicBezTo>
                <a:cubicBezTo>
                  <a:pt x="254527" y="115303"/>
                  <a:pt x="250645" y="114512"/>
                  <a:pt x="247887" y="112928"/>
                </a:cubicBezTo>
                <a:cubicBezTo>
                  <a:pt x="245129" y="111345"/>
                  <a:pt x="243188" y="109264"/>
                  <a:pt x="242065" y="106684"/>
                </a:cubicBezTo>
                <a:cubicBezTo>
                  <a:pt x="240941" y="104105"/>
                  <a:pt x="240379" y="98678"/>
                  <a:pt x="240379" y="90404"/>
                </a:cubicBezTo>
                <a:lnTo>
                  <a:pt x="240379" y="43593"/>
                </a:lnTo>
                <a:lnTo>
                  <a:pt x="230266" y="43593"/>
                </a:lnTo>
                <a:lnTo>
                  <a:pt x="230266" y="32867"/>
                </a:lnTo>
                <a:lnTo>
                  <a:pt x="240379" y="32867"/>
                </a:lnTo>
                <a:lnTo>
                  <a:pt x="240379" y="12718"/>
                </a:lnTo>
                <a:lnTo>
                  <a:pt x="254093" y="4444"/>
                </a:lnTo>
                <a:lnTo>
                  <a:pt x="254093" y="32867"/>
                </a:lnTo>
                <a:lnTo>
                  <a:pt x="267960" y="32867"/>
                </a:lnTo>
                <a:lnTo>
                  <a:pt x="267960" y="43593"/>
                </a:lnTo>
                <a:lnTo>
                  <a:pt x="254093" y="43593"/>
                </a:lnTo>
                <a:lnTo>
                  <a:pt x="254093" y="91170"/>
                </a:lnTo>
                <a:cubicBezTo>
                  <a:pt x="254093" y="95103"/>
                  <a:pt x="254336" y="97631"/>
                  <a:pt x="254821" y="98755"/>
                </a:cubicBezTo>
                <a:cubicBezTo>
                  <a:pt x="255306" y="99878"/>
                  <a:pt x="256098" y="100772"/>
                  <a:pt x="257196" y="101436"/>
                </a:cubicBezTo>
                <a:cubicBezTo>
                  <a:pt x="258294" y="102100"/>
                  <a:pt x="259864" y="102432"/>
                  <a:pt x="261907" y="102432"/>
                </a:cubicBezTo>
                <a:cubicBezTo>
                  <a:pt x="263440" y="102432"/>
                  <a:pt x="265457" y="102253"/>
                  <a:pt x="267960" y="101896"/>
                </a:cubicBezTo>
                <a:close/>
                <a:moveTo>
                  <a:pt x="336588" y="88029"/>
                </a:moveTo>
                <a:lnTo>
                  <a:pt x="350839" y="89791"/>
                </a:lnTo>
                <a:cubicBezTo>
                  <a:pt x="348591" y="98116"/>
                  <a:pt x="344429" y="104577"/>
                  <a:pt x="338351" y="109174"/>
                </a:cubicBezTo>
                <a:cubicBezTo>
                  <a:pt x="332273" y="113771"/>
                  <a:pt x="324509" y="116069"/>
                  <a:pt x="315060" y="116069"/>
                </a:cubicBezTo>
                <a:cubicBezTo>
                  <a:pt x="303159" y="116069"/>
                  <a:pt x="293723" y="112405"/>
                  <a:pt x="286751" y="105075"/>
                </a:cubicBezTo>
                <a:cubicBezTo>
                  <a:pt x="279780" y="97746"/>
                  <a:pt x="276294" y="87467"/>
                  <a:pt x="276294" y="74238"/>
                </a:cubicBezTo>
                <a:cubicBezTo>
                  <a:pt x="276294" y="60550"/>
                  <a:pt x="279818" y="49926"/>
                  <a:pt x="286866" y="42367"/>
                </a:cubicBezTo>
                <a:cubicBezTo>
                  <a:pt x="293915" y="34808"/>
                  <a:pt x="303057" y="31028"/>
                  <a:pt x="314294" y="31028"/>
                </a:cubicBezTo>
                <a:cubicBezTo>
                  <a:pt x="325173" y="31028"/>
                  <a:pt x="334060" y="34731"/>
                  <a:pt x="340955" y="42137"/>
                </a:cubicBezTo>
                <a:cubicBezTo>
                  <a:pt x="347851" y="49543"/>
                  <a:pt x="351298" y="59963"/>
                  <a:pt x="351298" y="73396"/>
                </a:cubicBezTo>
                <a:cubicBezTo>
                  <a:pt x="351298" y="74213"/>
                  <a:pt x="351273" y="75439"/>
                  <a:pt x="351222" y="77073"/>
                </a:cubicBezTo>
                <a:lnTo>
                  <a:pt x="290544" y="77073"/>
                </a:lnTo>
                <a:cubicBezTo>
                  <a:pt x="291055" y="86011"/>
                  <a:pt x="293583" y="92856"/>
                  <a:pt x="298129" y="97606"/>
                </a:cubicBezTo>
                <a:cubicBezTo>
                  <a:pt x="302674" y="102356"/>
                  <a:pt x="308344" y="104731"/>
                  <a:pt x="315137" y="104731"/>
                </a:cubicBezTo>
                <a:cubicBezTo>
                  <a:pt x="320193" y="104731"/>
                  <a:pt x="324509" y="103403"/>
                  <a:pt x="328084" y="100747"/>
                </a:cubicBezTo>
                <a:cubicBezTo>
                  <a:pt x="331660" y="98091"/>
                  <a:pt x="334494" y="93852"/>
                  <a:pt x="336588" y="88029"/>
                </a:cubicBezTo>
                <a:moveTo>
                  <a:pt x="291310" y="65734"/>
                </a:moveTo>
                <a:lnTo>
                  <a:pt x="336742" y="65734"/>
                </a:lnTo>
                <a:cubicBezTo>
                  <a:pt x="336129" y="58890"/>
                  <a:pt x="334392" y="53757"/>
                  <a:pt x="331532" y="50335"/>
                </a:cubicBezTo>
                <a:cubicBezTo>
                  <a:pt x="327140" y="45023"/>
                  <a:pt x="321445" y="42367"/>
                  <a:pt x="314447" y="42367"/>
                </a:cubicBezTo>
                <a:cubicBezTo>
                  <a:pt x="308114" y="42367"/>
                  <a:pt x="302789" y="44487"/>
                  <a:pt x="298473" y="48726"/>
                </a:cubicBezTo>
                <a:cubicBezTo>
                  <a:pt x="294157" y="52965"/>
                  <a:pt x="291770" y="58635"/>
                  <a:pt x="291310" y="65734"/>
                </a:cubicBezTo>
                <a:close/>
                <a:moveTo>
                  <a:pt x="362346" y="89944"/>
                </a:moveTo>
                <a:lnTo>
                  <a:pt x="375984" y="87799"/>
                </a:lnTo>
                <a:cubicBezTo>
                  <a:pt x="376750" y="93264"/>
                  <a:pt x="378882" y="97452"/>
                  <a:pt x="382381" y="100364"/>
                </a:cubicBezTo>
                <a:cubicBezTo>
                  <a:pt x="385879" y="103275"/>
                  <a:pt x="390770" y="104731"/>
                  <a:pt x="397052" y="104731"/>
                </a:cubicBezTo>
                <a:cubicBezTo>
                  <a:pt x="403386" y="104731"/>
                  <a:pt x="408085" y="103441"/>
                  <a:pt x="411149" y="100862"/>
                </a:cubicBezTo>
                <a:cubicBezTo>
                  <a:pt x="414214" y="98282"/>
                  <a:pt x="415746" y="95256"/>
                  <a:pt x="415746" y="91783"/>
                </a:cubicBezTo>
                <a:cubicBezTo>
                  <a:pt x="415746" y="88667"/>
                  <a:pt x="414392" y="86216"/>
                  <a:pt x="411685" y="84428"/>
                </a:cubicBezTo>
                <a:cubicBezTo>
                  <a:pt x="409796" y="83202"/>
                  <a:pt x="405097" y="81644"/>
                  <a:pt x="397589" y="79755"/>
                </a:cubicBezTo>
                <a:cubicBezTo>
                  <a:pt x="387476" y="77201"/>
                  <a:pt x="380465" y="74992"/>
                  <a:pt x="376558" y="73128"/>
                </a:cubicBezTo>
                <a:cubicBezTo>
                  <a:pt x="372651" y="71263"/>
                  <a:pt x="369688" y="68684"/>
                  <a:pt x="367671" y="65390"/>
                </a:cubicBezTo>
                <a:cubicBezTo>
                  <a:pt x="365653" y="62095"/>
                  <a:pt x="364645" y="58456"/>
                  <a:pt x="364645" y="54472"/>
                </a:cubicBezTo>
                <a:cubicBezTo>
                  <a:pt x="364645" y="50846"/>
                  <a:pt x="365475" y="47488"/>
                  <a:pt x="367135" y="44398"/>
                </a:cubicBezTo>
                <a:cubicBezTo>
                  <a:pt x="368795" y="41307"/>
                  <a:pt x="371055" y="38741"/>
                  <a:pt x="373915" y="36698"/>
                </a:cubicBezTo>
                <a:cubicBezTo>
                  <a:pt x="376060" y="35115"/>
                  <a:pt x="378984" y="33774"/>
                  <a:pt x="382687" y="32676"/>
                </a:cubicBezTo>
                <a:cubicBezTo>
                  <a:pt x="386390" y="31578"/>
                  <a:pt x="390361" y="31028"/>
                  <a:pt x="394601" y="31028"/>
                </a:cubicBezTo>
                <a:cubicBezTo>
                  <a:pt x="400985" y="31028"/>
                  <a:pt x="406591" y="31948"/>
                  <a:pt x="411417" y="33787"/>
                </a:cubicBezTo>
                <a:cubicBezTo>
                  <a:pt x="416244" y="35625"/>
                  <a:pt x="419806" y="38115"/>
                  <a:pt x="422105" y="41256"/>
                </a:cubicBezTo>
                <a:cubicBezTo>
                  <a:pt x="424403" y="44398"/>
                  <a:pt x="425987" y="48598"/>
                  <a:pt x="426855" y="53859"/>
                </a:cubicBezTo>
                <a:lnTo>
                  <a:pt x="413371" y="55698"/>
                </a:lnTo>
                <a:cubicBezTo>
                  <a:pt x="412758" y="51510"/>
                  <a:pt x="410983" y="48241"/>
                  <a:pt x="408046" y="45891"/>
                </a:cubicBezTo>
                <a:cubicBezTo>
                  <a:pt x="405109" y="43542"/>
                  <a:pt x="400960" y="42367"/>
                  <a:pt x="395597" y="42367"/>
                </a:cubicBezTo>
                <a:cubicBezTo>
                  <a:pt x="389263" y="42367"/>
                  <a:pt x="384743" y="43414"/>
                  <a:pt x="382036" y="45508"/>
                </a:cubicBezTo>
                <a:cubicBezTo>
                  <a:pt x="379329" y="47603"/>
                  <a:pt x="377975" y="50054"/>
                  <a:pt x="377975" y="52863"/>
                </a:cubicBezTo>
                <a:cubicBezTo>
                  <a:pt x="377975" y="54651"/>
                  <a:pt x="378537" y="56260"/>
                  <a:pt x="379661" y="57690"/>
                </a:cubicBezTo>
                <a:cubicBezTo>
                  <a:pt x="380785" y="59171"/>
                  <a:pt x="382547" y="60397"/>
                  <a:pt x="384947" y="61367"/>
                </a:cubicBezTo>
                <a:cubicBezTo>
                  <a:pt x="386326" y="61878"/>
                  <a:pt x="390387" y="63053"/>
                  <a:pt x="397129" y="64892"/>
                </a:cubicBezTo>
                <a:cubicBezTo>
                  <a:pt x="406884" y="67496"/>
                  <a:pt x="413690" y="69629"/>
                  <a:pt x="417546" y="71289"/>
                </a:cubicBezTo>
                <a:cubicBezTo>
                  <a:pt x="421403" y="72949"/>
                  <a:pt x="424429" y="75362"/>
                  <a:pt x="426625" y="78529"/>
                </a:cubicBezTo>
                <a:cubicBezTo>
                  <a:pt x="428821" y="81695"/>
                  <a:pt x="429919" y="85628"/>
                  <a:pt x="429919" y="90327"/>
                </a:cubicBezTo>
                <a:cubicBezTo>
                  <a:pt x="429919" y="94924"/>
                  <a:pt x="428579" y="99253"/>
                  <a:pt x="425897" y="103313"/>
                </a:cubicBezTo>
                <a:cubicBezTo>
                  <a:pt x="423216" y="107374"/>
                  <a:pt x="419347" y="110515"/>
                  <a:pt x="414290" y="112737"/>
                </a:cubicBezTo>
                <a:cubicBezTo>
                  <a:pt x="409234" y="114959"/>
                  <a:pt x="403513" y="116069"/>
                  <a:pt x="397129" y="116069"/>
                </a:cubicBezTo>
                <a:cubicBezTo>
                  <a:pt x="386556" y="116069"/>
                  <a:pt x="378499" y="113873"/>
                  <a:pt x="372957" y="109481"/>
                </a:cubicBezTo>
                <a:cubicBezTo>
                  <a:pt x="367416" y="105088"/>
                  <a:pt x="363879" y="98576"/>
                  <a:pt x="362346" y="899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Actions">
            <a:extLst xmlns:a="http://schemas.openxmlformats.org/drawingml/2006/main">
              <a:ext uri="{FF2B5EF4-FFF2-40B4-BE49-F238E27FC236}">
                <a16:creationId xmlns:a16="http://schemas.microsoft.com/office/drawing/2014/main" id="{E80E2593-BD0C-4A58-9ED9-AFC5D69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538" y="2401492"/>
            <a:ext cx="507536" cy="114154"/>
          </a:xfrm>
          <a:custGeom xmlns:a="http://schemas.openxmlformats.org/drawingml/2006/main">
            <a:pathLst>
              <a:path w="507536" h="114154">
                <a:moveTo>
                  <a:pt x="0" y="112315"/>
                </a:moveTo>
                <a:lnTo>
                  <a:pt x="43133" y="0"/>
                </a:lnTo>
                <a:lnTo>
                  <a:pt x="59146" y="0"/>
                </a:lnTo>
                <a:lnTo>
                  <a:pt x="105114" y="112315"/>
                </a:lnTo>
                <a:lnTo>
                  <a:pt x="88182" y="112315"/>
                </a:lnTo>
                <a:lnTo>
                  <a:pt x="75081" y="78299"/>
                </a:lnTo>
                <a:lnTo>
                  <a:pt x="28117" y="78299"/>
                </a:lnTo>
                <a:lnTo>
                  <a:pt x="15782" y="112315"/>
                </a:lnTo>
                <a:lnTo>
                  <a:pt x="0" y="112315"/>
                </a:lnTo>
                <a:moveTo>
                  <a:pt x="32407" y="66194"/>
                </a:moveTo>
                <a:lnTo>
                  <a:pt x="70484" y="66194"/>
                </a:lnTo>
                <a:lnTo>
                  <a:pt x="58763" y="35089"/>
                </a:lnTo>
                <a:cubicBezTo>
                  <a:pt x="55187" y="25640"/>
                  <a:pt x="52531" y="17876"/>
                  <a:pt x="50795" y="11798"/>
                </a:cubicBezTo>
                <a:cubicBezTo>
                  <a:pt x="49365" y="19000"/>
                  <a:pt x="47347" y="26151"/>
                  <a:pt x="44742" y="33250"/>
                </a:cubicBezTo>
                <a:lnTo>
                  <a:pt x="32407" y="66194"/>
                </a:lnTo>
                <a:close/>
                <a:moveTo>
                  <a:pt x="168211" y="82513"/>
                </a:moveTo>
                <a:lnTo>
                  <a:pt x="181772" y="84275"/>
                </a:lnTo>
                <a:cubicBezTo>
                  <a:pt x="180291" y="93622"/>
                  <a:pt x="176498" y="100938"/>
                  <a:pt x="170395" y="106225"/>
                </a:cubicBezTo>
                <a:cubicBezTo>
                  <a:pt x="164291" y="111511"/>
                  <a:pt x="156796" y="114154"/>
                  <a:pt x="147909" y="114154"/>
                </a:cubicBezTo>
                <a:cubicBezTo>
                  <a:pt x="136774" y="114154"/>
                  <a:pt x="127823" y="110515"/>
                  <a:pt x="121056" y="103237"/>
                </a:cubicBezTo>
                <a:cubicBezTo>
                  <a:pt x="114288" y="95958"/>
                  <a:pt x="110904" y="85526"/>
                  <a:pt x="110904" y="71940"/>
                </a:cubicBezTo>
                <a:cubicBezTo>
                  <a:pt x="110904" y="63155"/>
                  <a:pt x="112360" y="55468"/>
                  <a:pt x="115271" y="48879"/>
                </a:cubicBezTo>
                <a:cubicBezTo>
                  <a:pt x="118183" y="42291"/>
                  <a:pt x="122613" y="37349"/>
                  <a:pt x="128564" y="34055"/>
                </a:cubicBezTo>
                <a:cubicBezTo>
                  <a:pt x="134514" y="30760"/>
                  <a:pt x="140988" y="29113"/>
                  <a:pt x="147985" y="29113"/>
                </a:cubicBezTo>
                <a:cubicBezTo>
                  <a:pt x="156821" y="29113"/>
                  <a:pt x="164048" y="31348"/>
                  <a:pt x="169667" y="35817"/>
                </a:cubicBezTo>
                <a:cubicBezTo>
                  <a:pt x="175285" y="40286"/>
                  <a:pt x="178886" y="46632"/>
                  <a:pt x="180469" y="54855"/>
                </a:cubicBezTo>
                <a:lnTo>
                  <a:pt x="167062" y="56924"/>
                </a:lnTo>
                <a:cubicBezTo>
                  <a:pt x="165785" y="51459"/>
                  <a:pt x="163525" y="47347"/>
                  <a:pt x="160282" y="44589"/>
                </a:cubicBezTo>
                <a:cubicBezTo>
                  <a:pt x="157038" y="41831"/>
                  <a:pt x="153118" y="40452"/>
                  <a:pt x="148521" y="40452"/>
                </a:cubicBezTo>
                <a:cubicBezTo>
                  <a:pt x="141575" y="40452"/>
                  <a:pt x="135931" y="42942"/>
                  <a:pt x="131590" y="47922"/>
                </a:cubicBezTo>
                <a:cubicBezTo>
                  <a:pt x="127248" y="52902"/>
                  <a:pt x="125078" y="60780"/>
                  <a:pt x="125078" y="71557"/>
                </a:cubicBezTo>
                <a:cubicBezTo>
                  <a:pt x="125078" y="82487"/>
                  <a:pt x="127172" y="90429"/>
                  <a:pt x="131360" y="95384"/>
                </a:cubicBezTo>
                <a:cubicBezTo>
                  <a:pt x="135548" y="100338"/>
                  <a:pt x="141013" y="102815"/>
                  <a:pt x="147755" y="102815"/>
                </a:cubicBezTo>
                <a:cubicBezTo>
                  <a:pt x="153169" y="102815"/>
                  <a:pt x="157690" y="101155"/>
                  <a:pt x="161316" y="97835"/>
                </a:cubicBezTo>
                <a:cubicBezTo>
                  <a:pt x="164942" y="94515"/>
                  <a:pt x="167241" y="89408"/>
                  <a:pt x="168211" y="82513"/>
                </a:cubicBezTo>
                <a:close/>
                <a:moveTo>
                  <a:pt x="223413" y="99981"/>
                </a:moveTo>
                <a:lnTo>
                  <a:pt x="225405" y="112162"/>
                </a:lnTo>
                <a:cubicBezTo>
                  <a:pt x="221523" y="112979"/>
                  <a:pt x="218050" y="113388"/>
                  <a:pt x="214985" y="113388"/>
                </a:cubicBezTo>
                <a:cubicBezTo>
                  <a:pt x="209980" y="113388"/>
                  <a:pt x="206098" y="112596"/>
                  <a:pt x="203340" y="111013"/>
                </a:cubicBezTo>
                <a:cubicBezTo>
                  <a:pt x="200582" y="109430"/>
                  <a:pt x="198641" y="107348"/>
                  <a:pt x="197517" y="104769"/>
                </a:cubicBezTo>
                <a:cubicBezTo>
                  <a:pt x="196394" y="102190"/>
                  <a:pt x="195832" y="96763"/>
                  <a:pt x="195832" y="88489"/>
                </a:cubicBezTo>
                <a:lnTo>
                  <a:pt x="195832" y="41678"/>
                </a:lnTo>
                <a:lnTo>
                  <a:pt x="185719" y="41678"/>
                </a:lnTo>
                <a:lnTo>
                  <a:pt x="185719" y="30952"/>
                </a:lnTo>
                <a:lnTo>
                  <a:pt x="195832" y="30952"/>
                </a:lnTo>
                <a:lnTo>
                  <a:pt x="195832" y="10802"/>
                </a:lnTo>
                <a:lnTo>
                  <a:pt x="209546" y="2528"/>
                </a:lnTo>
                <a:lnTo>
                  <a:pt x="209546" y="30952"/>
                </a:lnTo>
                <a:lnTo>
                  <a:pt x="223413" y="30952"/>
                </a:lnTo>
                <a:lnTo>
                  <a:pt x="223413" y="41678"/>
                </a:lnTo>
                <a:lnTo>
                  <a:pt x="209546" y="41678"/>
                </a:lnTo>
                <a:lnTo>
                  <a:pt x="209546" y="89255"/>
                </a:lnTo>
                <a:cubicBezTo>
                  <a:pt x="209546" y="93188"/>
                  <a:pt x="209788" y="95716"/>
                  <a:pt x="210273" y="96839"/>
                </a:cubicBezTo>
                <a:cubicBezTo>
                  <a:pt x="210759" y="97963"/>
                  <a:pt x="211550" y="98857"/>
                  <a:pt x="212648" y="99521"/>
                </a:cubicBezTo>
                <a:cubicBezTo>
                  <a:pt x="213747" y="100185"/>
                  <a:pt x="215317" y="100517"/>
                  <a:pt x="217360" y="100517"/>
                </a:cubicBezTo>
                <a:cubicBezTo>
                  <a:pt x="218892" y="100517"/>
                  <a:pt x="220910" y="100338"/>
                  <a:pt x="223413" y="99981"/>
                </a:cubicBezTo>
                <a:close/>
                <a:moveTo>
                  <a:pt x="236418" y="15859"/>
                </a:moveTo>
                <a:lnTo>
                  <a:pt x="236418" y="0"/>
                </a:lnTo>
                <a:lnTo>
                  <a:pt x="250209" y="0"/>
                </a:lnTo>
                <a:lnTo>
                  <a:pt x="250209" y="15859"/>
                </a:lnTo>
                <a:lnTo>
                  <a:pt x="236418" y="15859"/>
                </a:lnTo>
                <a:moveTo>
                  <a:pt x="236418" y="112315"/>
                </a:moveTo>
                <a:lnTo>
                  <a:pt x="236418" y="30952"/>
                </a:lnTo>
                <a:lnTo>
                  <a:pt x="250209" y="30952"/>
                </a:lnTo>
                <a:lnTo>
                  <a:pt x="250209" y="112315"/>
                </a:lnTo>
                <a:lnTo>
                  <a:pt x="236418" y="112315"/>
                </a:lnTo>
                <a:close/>
                <a:moveTo>
                  <a:pt x="266403" y="71634"/>
                </a:moveTo>
                <a:cubicBezTo>
                  <a:pt x="266403" y="56566"/>
                  <a:pt x="270591" y="45406"/>
                  <a:pt x="278967" y="38154"/>
                </a:cubicBezTo>
                <a:cubicBezTo>
                  <a:pt x="285965" y="32127"/>
                  <a:pt x="294494" y="29113"/>
                  <a:pt x="304556" y="29113"/>
                </a:cubicBezTo>
                <a:cubicBezTo>
                  <a:pt x="315742" y="29113"/>
                  <a:pt x="324884" y="32778"/>
                  <a:pt x="331984" y="40107"/>
                </a:cubicBezTo>
                <a:cubicBezTo>
                  <a:pt x="339083" y="47437"/>
                  <a:pt x="342633" y="57562"/>
                  <a:pt x="342633" y="70484"/>
                </a:cubicBezTo>
                <a:cubicBezTo>
                  <a:pt x="342633" y="80955"/>
                  <a:pt x="341063" y="89191"/>
                  <a:pt x="337921" y="95192"/>
                </a:cubicBezTo>
                <a:cubicBezTo>
                  <a:pt x="334780" y="101194"/>
                  <a:pt x="330209" y="105854"/>
                  <a:pt x="324208" y="109174"/>
                </a:cubicBezTo>
                <a:cubicBezTo>
                  <a:pt x="318206" y="112494"/>
                  <a:pt x="311656" y="114154"/>
                  <a:pt x="304556" y="114154"/>
                </a:cubicBezTo>
                <a:cubicBezTo>
                  <a:pt x="293166" y="114154"/>
                  <a:pt x="283960" y="110502"/>
                  <a:pt x="276937" y="103198"/>
                </a:cubicBezTo>
                <a:cubicBezTo>
                  <a:pt x="269914" y="95895"/>
                  <a:pt x="266403" y="85373"/>
                  <a:pt x="266403" y="71634"/>
                </a:cubicBezTo>
                <a:moveTo>
                  <a:pt x="280576" y="71634"/>
                </a:moveTo>
                <a:cubicBezTo>
                  <a:pt x="280576" y="82053"/>
                  <a:pt x="282849" y="89855"/>
                  <a:pt x="287395" y="95039"/>
                </a:cubicBezTo>
                <a:cubicBezTo>
                  <a:pt x="291941" y="100223"/>
                  <a:pt x="297661" y="102815"/>
                  <a:pt x="304556" y="102815"/>
                </a:cubicBezTo>
                <a:cubicBezTo>
                  <a:pt x="311400" y="102815"/>
                  <a:pt x="317095" y="100210"/>
                  <a:pt x="321641" y="95001"/>
                </a:cubicBezTo>
                <a:cubicBezTo>
                  <a:pt x="326187" y="89791"/>
                  <a:pt x="328460" y="81849"/>
                  <a:pt x="328460" y="71174"/>
                </a:cubicBezTo>
                <a:cubicBezTo>
                  <a:pt x="328460" y="61112"/>
                  <a:pt x="326174" y="53489"/>
                  <a:pt x="321603" y="48305"/>
                </a:cubicBezTo>
                <a:cubicBezTo>
                  <a:pt x="317031" y="43121"/>
                  <a:pt x="311349" y="40529"/>
                  <a:pt x="304556" y="40529"/>
                </a:cubicBezTo>
                <a:cubicBezTo>
                  <a:pt x="297661" y="40529"/>
                  <a:pt x="291941" y="43108"/>
                  <a:pt x="287395" y="48266"/>
                </a:cubicBezTo>
                <a:cubicBezTo>
                  <a:pt x="282849" y="53425"/>
                  <a:pt x="280576" y="61214"/>
                  <a:pt x="280576" y="71634"/>
                </a:cubicBezTo>
                <a:close/>
                <a:moveTo>
                  <a:pt x="358508" y="112315"/>
                </a:moveTo>
                <a:lnTo>
                  <a:pt x="358508" y="30952"/>
                </a:lnTo>
                <a:lnTo>
                  <a:pt x="370919" y="30952"/>
                </a:lnTo>
                <a:lnTo>
                  <a:pt x="370919" y="42520"/>
                </a:lnTo>
                <a:cubicBezTo>
                  <a:pt x="376895" y="33582"/>
                  <a:pt x="385527" y="29113"/>
                  <a:pt x="396815" y="29113"/>
                </a:cubicBezTo>
                <a:cubicBezTo>
                  <a:pt x="401718" y="29113"/>
                  <a:pt x="406225" y="29994"/>
                  <a:pt x="410337" y="31756"/>
                </a:cubicBezTo>
                <a:cubicBezTo>
                  <a:pt x="414448" y="33518"/>
                  <a:pt x="417526" y="35830"/>
                  <a:pt x="419569" y="38690"/>
                </a:cubicBezTo>
                <a:cubicBezTo>
                  <a:pt x="421612" y="41550"/>
                  <a:pt x="423042" y="44947"/>
                  <a:pt x="423859" y="48879"/>
                </a:cubicBezTo>
                <a:cubicBezTo>
                  <a:pt x="424370" y="51433"/>
                  <a:pt x="424625" y="55902"/>
                  <a:pt x="424625" y="62287"/>
                </a:cubicBezTo>
                <a:lnTo>
                  <a:pt x="424625" y="112315"/>
                </a:lnTo>
                <a:lnTo>
                  <a:pt x="410835" y="112315"/>
                </a:lnTo>
                <a:lnTo>
                  <a:pt x="410835" y="62823"/>
                </a:lnTo>
                <a:cubicBezTo>
                  <a:pt x="410835" y="57205"/>
                  <a:pt x="410299" y="53004"/>
                  <a:pt x="409226" y="50220"/>
                </a:cubicBezTo>
                <a:cubicBezTo>
                  <a:pt x="408153" y="47437"/>
                  <a:pt x="406251" y="45215"/>
                  <a:pt x="403518" y="43555"/>
                </a:cubicBezTo>
                <a:cubicBezTo>
                  <a:pt x="400786" y="41895"/>
                  <a:pt x="397581" y="41065"/>
                  <a:pt x="393903" y="41065"/>
                </a:cubicBezTo>
                <a:cubicBezTo>
                  <a:pt x="388030" y="41065"/>
                  <a:pt x="382960" y="42929"/>
                  <a:pt x="378696" y="46658"/>
                </a:cubicBezTo>
                <a:cubicBezTo>
                  <a:pt x="374431" y="50386"/>
                  <a:pt x="372298" y="57460"/>
                  <a:pt x="372298" y="67880"/>
                </a:cubicBezTo>
                <a:lnTo>
                  <a:pt x="372298" y="112315"/>
                </a:lnTo>
                <a:lnTo>
                  <a:pt x="358508" y="112315"/>
                </a:lnTo>
                <a:close/>
                <a:moveTo>
                  <a:pt x="439963" y="88029"/>
                </a:moveTo>
                <a:lnTo>
                  <a:pt x="453600" y="85884"/>
                </a:lnTo>
                <a:cubicBezTo>
                  <a:pt x="454366" y="91349"/>
                  <a:pt x="456499" y="95537"/>
                  <a:pt x="459998" y="98448"/>
                </a:cubicBezTo>
                <a:cubicBezTo>
                  <a:pt x="463496" y="101360"/>
                  <a:pt x="468387" y="102815"/>
                  <a:pt x="474669" y="102815"/>
                </a:cubicBezTo>
                <a:cubicBezTo>
                  <a:pt x="481002" y="102815"/>
                  <a:pt x="485701" y="101526"/>
                  <a:pt x="488766" y="98946"/>
                </a:cubicBezTo>
                <a:cubicBezTo>
                  <a:pt x="491830" y="96367"/>
                  <a:pt x="493363" y="93341"/>
                  <a:pt x="493363" y="89868"/>
                </a:cubicBezTo>
                <a:cubicBezTo>
                  <a:pt x="493363" y="86752"/>
                  <a:pt x="492009" y="84300"/>
                  <a:pt x="489302" y="82513"/>
                </a:cubicBezTo>
                <a:cubicBezTo>
                  <a:pt x="487412" y="81287"/>
                  <a:pt x="482713" y="79729"/>
                  <a:pt x="475205" y="77839"/>
                </a:cubicBezTo>
                <a:cubicBezTo>
                  <a:pt x="465092" y="75285"/>
                  <a:pt x="458082" y="73076"/>
                  <a:pt x="454175" y="71212"/>
                </a:cubicBezTo>
                <a:cubicBezTo>
                  <a:pt x="450268" y="69348"/>
                  <a:pt x="447305" y="66769"/>
                  <a:pt x="445288" y="63474"/>
                </a:cubicBezTo>
                <a:cubicBezTo>
                  <a:pt x="443270" y="60180"/>
                  <a:pt x="442262" y="56541"/>
                  <a:pt x="442262" y="52557"/>
                </a:cubicBezTo>
                <a:cubicBezTo>
                  <a:pt x="442262" y="48930"/>
                  <a:pt x="443092" y="45572"/>
                  <a:pt x="444751" y="42482"/>
                </a:cubicBezTo>
                <a:cubicBezTo>
                  <a:pt x="446411" y="39392"/>
                  <a:pt x="448672" y="36826"/>
                  <a:pt x="451532" y="34783"/>
                </a:cubicBezTo>
                <a:cubicBezTo>
                  <a:pt x="453677" y="33199"/>
                  <a:pt x="456601" y="31858"/>
                  <a:pt x="460304" y="30760"/>
                </a:cubicBezTo>
                <a:cubicBezTo>
                  <a:pt x="464007" y="29662"/>
                  <a:pt x="467978" y="29113"/>
                  <a:pt x="472217" y="29113"/>
                </a:cubicBezTo>
                <a:cubicBezTo>
                  <a:pt x="478602" y="29113"/>
                  <a:pt x="484207" y="30032"/>
                  <a:pt x="489034" y="31871"/>
                </a:cubicBezTo>
                <a:cubicBezTo>
                  <a:pt x="493861" y="33710"/>
                  <a:pt x="497423" y="36200"/>
                  <a:pt x="499722" y="39341"/>
                </a:cubicBezTo>
                <a:cubicBezTo>
                  <a:pt x="502020" y="42482"/>
                  <a:pt x="503603" y="46683"/>
                  <a:pt x="504472" y="51944"/>
                </a:cubicBezTo>
                <a:lnTo>
                  <a:pt x="490988" y="53783"/>
                </a:lnTo>
                <a:cubicBezTo>
                  <a:pt x="490375" y="49594"/>
                  <a:pt x="488600" y="46326"/>
                  <a:pt x="485663" y="43976"/>
                </a:cubicBezTo>
                <a:cubicBezTo>
                  <a:pt x="482726" y="41627"/>
                  <a:pt x="478576" y="40452"/>
                  <a:pt x="473213" y="40452"/>
                </a:cubicBezTo>
                <a:cubicBezTo>
                  <a:pt x="466880" y="40452"/>
                  <a:pt x="462360" y="41499"/>
                  <a:pt x="459653" y="43593"/>
                </a:cubicBezTo>
                <a:cubicBezTo>
                  <a:pt x="456946" y="45687"/>
                  <a:pt x="455592" y="48139"/>
                  <a:pt x="455592" y="50948"/>
                </a:cubicBezTo>
                <a:cubicBezTo>
                  <a:pt x="455592" y="52736"/>
                  <a:pt x="456154" y="54344"/>
                  <a:pt x="457278" y="55775"/>
                </a:cubicBezTo>
                <a:cubicBezTo>
                  <a:pt x="458401" y="57256"/>
                  <a:pt x="460164" y="58482"/>
                  <a:pt x="462564" y="59452"/>
                </a:cubicBezTo>
                <a:cubicBezTo>
                  <a:pt x="463943" y="59963"/>
                  <a:pt x="468004" y="61138"/>
                  <a:pt x="474746" y="62976"/>
                </a:cubicBezTo>
                <a:cubicBezTo>
                  <a:pt x="484501" y="65581"/>
                  <a:pt x="491307" y="67714"/>
                  <a:pt x="495163" y="69373"/>
                </a:cubicBezTo>
                <a:cubicBezTo>
                  <a:pt x="499019" y="71033"/>
                  <a:pt x="502046" y="73447"/>
                  <a:pt x="504242" y="76613"/>
                </a:cubicBezTo>
                <a:cubicBezTo>
                  <a:pt x="506438" y="79780"/>
                  <a:pt x="507536" y="83713"/>
                  <a:pt x="507536" y="88412"/>
                </a:cubicBezTo>
                <a:cubicBezTo>
                  <a:pt x="507536" y="93009"/>
                  <a:pt x="506195" y="97337"/>
                  <a:pt x="503514" y="101398"/>
                </a:cubicBezTo>
                <a:cubicBezTo>
                  <a:pt x="500833" y="105458"/>
                  <a:pt x="496964" y="108600"/>
                  <a:pt x="491907" y="110821"/>
                </a:cubicBezTo>
                <a:cubicBezTo>
                  <a:pt x="486851" y="113043"/>
                  <a:pt x="481130" y="114154"/>
                  <a:pt x="474746" y="114154"/>
                </a:cubicBezTo>
                <a:cubicBezTo>
                  <a:pt x="464173" y="114154"/>
                  <a:pt x="456116" y="111958"/>
                  <a:pt x="450574" y="107565"/>
                </a:cubicBezTo>
                <a:cubicBezTo>
                  <a:pt x="445032" y="103173"/>
                  <a:pt x="441495" y="96661"/>
                  <a:pt x="439963" y="880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C5482-53D1-43C0-BEC4-A65C80A6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167" y="2501015"/>
            <a:ext cx="394401" cy="930077"/>
          </a:xfrm>
          <a:custGeom xmlns:a="http://schemas.openxmlformats.org/drawingml/2006/main">
            <a:pathLst>
              <a:path w="394401" h="930077">
                <a:moveTo>
                  <a:pt x="394401" y="78426"/>
                </a:moveTo>
                <a:lnTo>
                  <a:pt x="388400" y="0"/>
                </a:lnTo>
                <a:lnTo>
                  <a:pt x="329261" y="51857"/>
                </a:lnTo>
                <a:lnTo>
                  <a:pt x="350974" y="60713"/>
                </a:lnTo>
                <a:lnTo>
                  <a:pt x="0" y="921220"/>
                </a:lnTo>
                <a:lnTo>
                  <a:pt x="21714" y="930077"/>
                </a:lnTo>
                <a:lnTo>
                  <a:pt x="372687" y="69569"/>
                </a:lnTo>
                <a:lnTo>
                  <a:pt x="394401" y="784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Hypothesis1">
            <a:extLst xmlns:a="http://schemas.openxmlformats.org/drawingml/2006/main">
              <a:ext uri="{FF2B5EF4-FFF2-40B4-BE49-F238E27FC236}">
                <a16:creationId xmlns:a16="http://schemas.microsoft.com/office/drawing/2014/main" id="{43DF1898-A19E-4C2E-A8FC-BAC48D9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98" y="3018416"/>
            <a:ext cx="863112" cy="145795"/>
          </a:xfrm>
          <a:custGeom xmlns:a="http://schemas.openxmlformats.org/drawingml/2006/main">
            <a:pathLst>
              <a:path w="863112" h="145795">
                <a:moveTo>
                  <a:pt x="0" y="112775"/>
                </a:moveTo>
                <a:lnTo>
                  <a:pt x="0" y="460"/>
                </a:lnTo>
                <a:lnTo>
                  <a:pt x="14863" y="460"/>
                </a:lnTo>
                <a:lnTo>
                  <a:pt x="14863" y="46581"/>
                </a:lnTo>
                <a:lnTo>
                  <a:pt x="73242" y="46581"/>
                </a:lnTo>
                <a:lnTo>
                  <a:pt x="73242" y="460"/>
                </a:lnTo>
                <a:lnTo>
                  <a:pt x="88105" y="460"/>
                </a:lnTo>
                <a:lnTo>
                  <a:pt x="88105" y="112775"/>
                </a:lnTo>
                <a:lnTo>
                  <a:pt x="73242" y="112775"/>
                </a:lnTo>
                <a:lnTo>
                  <a:pt x="73242" y="59835"/>
                </a:lnTo>
                <a:lnTo>
                  <a:pt x="14863" y="59835"/>
                </a:lnTo>
                <a:lnTo>
                  <a:pt x="14863" y="112775"/>
                </a:lnTo>
                <a:lnTo>
                  <a:pt x="0" y="112775"/>
                </a:lnTo>
                <a:close/>
                <a:moveTo>
                  <a:pt x="110513" y="144110"/>
                </a:moveTo>
                <a:lnTo>
                  <a:pt x="108981" y="131162"/>
                </a:lnTo>
                <a:cubicBezTo>
                  <a:pt x="111994" y="131979"/>
                  <a:pt x="114625" y="132388"/>
                  <a:pt x="116872" y="132388"/>
                </a:cubicBezTo>
                <a:cubicBezTo>
                  <a:pt x="119937" y="132388"/>
                  <a:pt x="122388" y="131877"/>
                  <a:pt x="124227" y="130856"/>
                </a:cubicBezTo>
                <a:cubicBezTo>
                  <a:pt x="126066" y="129834"/>
                  <a:pt x="127572" y="128404"/>
                  <a:pt x="128747" y="126565"/>
                </a:cubicBezTo>
                <a:cubicBezTo>
                  <a:pt x="129615" y="125186"/>
                  <a:pt x="131020" y="121764"/>
                  <a:pt x="132961" y="116299"/>
                </a:cubicBezTo>
                <a:cubicBezTo>
                  <a:pt x="133216" y="115533"/>
                  <a:pt x="133625" y="114409"/>
                  <a:pt x="134187" y="112928"/>
                </a:cubicBezTo>
                <a:lnTo>
                  <a:pt x="103312" y="31412"/>
                </a:lnTo>
                <a:lnTo>
                  <a:pt x="118175" y="31412"/>
                </a:lnTo>
                <a:lnTo>
                  <a:pt x="135106" y="78529"/>
                </a:lnTo>
                <a:cubicBezTo>
                  <a:pt x="137302" y="84505"/>
                  <a:pt x="139269" y="90787"/>
                  <a:pt x="141005" y="97376"/>
                </a:cubicBezTo>
                <a:cubicBezTo>
                  <a:pt x="142589" y="91042"/>
                  <a:pt x="144478" y="84862"/>
                  <a:pt x="146675" y="78835"/>
                </a:cubicBezTo>
                <a:lnTo>
                  <a:pt x="164066" y="31412"/>
                </a:lnTo>
                <a:lnTo>
                  <a:pt x="177856" y="31412"/>
                </a:lnTo>
                <a:lnTo>
                  <a:pt x="146905" y="114154"/>
                </a:lnTo>
                <a:cubicBezTo>
                  <a:pt x="143585" y="123092"/>
                  <a:pt x="141005" y="129247"/>
                  <a:pt x="139167" y="132618"/>
                </a:cubicBezTo>
                <a:cubicBezTo>
                  <a:pt x="136715" y="137164"/>
                  <a:pt x="133906" y="140496"/>
                  <a:pt x="130739" y="142616"/>
                </a:cubicBezTo>
                <a:cubicBezTo>
                  <a:pt x="127572" y="144736"/>
                  <a:pt x="123793" y="145795"/>
                  <a:pt x="119400" y="145795"/>
                </a:cubicBezTo>
                <a:cubicBezTo>
                  <a:pt x="116744" y="145795"/>
                  <a:pt x="113782" y="145234"/>
                  <a:pt x="110513" y="144110"/>
                </a:cubicBezTo>
                <a:close/>
                <a:moveTo>
                  <a:pt x="189327" y="143957"/>
                </a:moveTo>
                <a:lnTo>
                  <a:pt x="189327" y="31412"/>
                </a:lnTo>
                <a:lnTo>
                  <a:pt x="201892" y="31412"/>
                </a:lnTo>
                <a:lnTo>
                  <a:pt x="201892" y="41984"/>
                </a:lnTo>
                <a:cubicBezTo>
                  <a:pt x="204854" y="37847"/>
                  <a:pt x="208199" y="34744"/>
                  <a:pt x="211928" y="32676"/>
                </a:cubicBezTo>
                <a:cubicBezTo>
                  <a:pt x="215657" y="30607"/>
                  <a:pt x="220177" y="29573"/>
                  <a:pt x="225489" y="29573"/>
                </a:cubicBezTo>
                <a:cubicBezTo>
                  <a:pt x="232435" y="29573"/>
                  <a:pt x="238564" y="31360"/>
                  <a:pt x="243876" y="34936"/>
                </a:cubicBezTo>
                <a:cubicBezTo>
                  <a:pt x="249188" y="38511"/>
                  <a:pt x="253197" y="43555"/>
                  <a:pt x="255904" y="50067"/>
                </a:cubicBezTo>
                <a:cubicBezTo>
                  <a:pt x="258611" y="56579"/>
                  <a:pt x="259965" y="63717"/>
                  <a:pt x="259965" y="71480"/>
                </a:cubicBezTo>
                <a:cubicBezTo>
                  <a:pt x="259965" y="79806"/>
                  <a:pt x="258471" y="87301"/>
                  <a:pt x="255483" y="93966"/>
                </a:cubicBezTo>
                <a:cubicBezTo>
                  <a:pt x="252495" y="100632"/>
                  <a:pt x="248153" y="105739"/>
                  <a:pt x="242458" y="109289"/>
                </a:cubicBezTo>
                <a:cubicBezTo>
                  <a:pt x="236764" y="112839"/>
                  <a:pt x="230775" y="114614"/>
                  <a:pt x="224493" y="114614"/>
                </a:cubicBezTo>
                <a:cubicBezTo>
                  <a:pt x="219896" y="114614"/>
                  <a:pt x="215771" y="113643"/>
                  <a:pt x="212120" y="111702"/>
                </a:cubicBezTo>
                <a:cubicBezTo>
                  <a:pt x="208468" y="109762"/>
                  <a:pt x="205467" y="107310"/>
                  <a:pt x="203117" y="104348"/>
                </a:cubicBezTo>
                <a:lnTo>
                  <a:pt x="203117" y="143957"/>
                </a:lnTo>
                <a:lnTo>
                  <a:pt x="189327" y="143957"/>
                </a:lnTo>
                <a:moveTo>
                  <a:pt x="201815" y="72553"/>
                </a:moveTo>
                <a:cubicBezTo>
                  <a:pt x="201815" y="83023"/>
                  <a:pt x="203935" y="90761"/>
                  <a:pt x="208174" y="95767"/>
                </a:cubicBezTo>
                <a:cubicBezTo>
                  <a:pt x="212413" y="100772"/>
                  <a:pt x="217546" y="103275"/>
                  <a:pt x="223573" y="103275"/>
                </a:cubicBezTo>
                <a:cubicBezTo>
                  <a:pt x="229702" y="103275"/>
                  <a:pt x="234950" y="100683"/>
                  <a:pt x="239317" y="95499"/>
                </a:cubicBezTo>
                <a:cubicBezTo>
                  <a:pt x="243684" y="90315"/>
                  <a:pt x="245868" y="82283"/>
                  <a:pt x="245868" y="71404"/>
                </a:cubicBezTo>
                <a:cubicBezTo>
                  <a:pt x="245868" y="61035"/>
                  <a:pt x="243735" y="53272"/>
                  <a:pt x="239471" y="48113"/>
                </a:cubicBezTo>
                <a:cubicBezTo>
                  <a:pt x="235206" y="42955"/>
                  <a:pt x="230111" y="40375"/>
                  <a:pt x="224186" y="40375"/>
                </a:cubicBezTo>
                <a:cubicBezTo>
                  <a:pt x="218312" y="40375"/>
                  <a:pt x="213115" y="43121"/>
                  <a:pt x="208595" y="48611"/>
                </a:cubicBezTo>
                <a:cubicBezTo>
                  <a:pt x="204075" y="54102"/>
                  <a:pt x="201815" y="62082"/>
                  <a:pt x="201815" y="72553"/>
                </a:cubicBezTo>
                <a:close/>
                <a:moveTo>
                  <a:pt x="271182" y="72093"/>
                </a:moveTo>
                <a:cubicBezTo>
                  <a:pt x="271182" y="57026"/>
                  <a:pt x="275370" y="45866"/>
                  <a:pt x="283746" y="38613"/>
                </a:cubicBezTo>
                <a:cubicBezTo>
                  <a:pt x="290744" y="32586"/>
                  <a:pt x="299273" y="29573"/>
                  <a:pt x="309335" y="29573"/>
                </a:cubicBezTo>
                <a:cubicBezTo>
                  <a:pt x="320521" y="29573"/>
                  <a:pt x="329663" y="33237"/>
                  <a:pt x="336763" y="40567"/>
                </a:cubicBezTo>
                <a:cubicBezTo>
                  <a:pt x="343862" y="47896"/>
                  <a:pt x="347412" y="58022"/>
                  <a:pt x="347412" y="70944"/>
                </a:cubicBezTo>
                <a:cubicBezTo>
                  <a:pt x="347412" y="81415"/>
                  <a:pt x="345841" y="89651"/>
                  <a:pt x="342700" y="95652"/>
                </a:cubicBezTo>
                <a:cubicBezTo>
                  <a:pt x="339559" y="101653"/>
                  <a:pt x="334988" y="106314"/>
                  <a:pt x="328986" y="109634"/>
                </a:cubicBezTo>
                <a:cubicBezTo>
                  <a:pt x="322985" y="112954"/>
                  <a:pt x="316435" y="114614"/>
                  <a:pt x="309335" y="114614"/>
                </a:cubicBezTo>
                <a:cubicBezTo>
                  <a:pt x="297945" y="114614"/>
                  <a:pt x="288739" y="110962"/>
                  <a:pt x="281716" y="103658"/>
                </a:cubicBezTo>
                <a:cubicBezTo>
                  <a:pt x="274693" y="96354"/>
                  <a:pt x="271182" y="85833"/>
                  <a:pt x="271182" y="72093"/>
                </a:cubicBezTo>
                <a:moveTo>
                  <a:pt x="285355" y="72093"/>
                </a:moveTo>
                <a:cubicBezTo>
                  <a:pt x="285355" y="82513"/>
                  <a:pt x="287628" y="90315"/>
                  <a:pt x="292174" y="95499"/>
                </a:cubicBezTo>
                <a:cubicBezTo>
                  <a:pt x="296719" y="100683"/>
                  <a:pt x="302440" y="103275"/>
                  <a:pt x="309335" y="103275"/>
                </a:cubicBezTo>
                <a:cubicBezTo>
                  <a:pt x="316179" y="103275"/>
                  <a:pt x="321874" y="100670"/>
                  <a:pt x="326420" y="95460"/>
                </a:cubicBezTo>
                <a:cubicBezTo>
                  <a:pt x="330966" y="90251"/>
                  <a:pt x="333239" y="82308"/>
                  <a:pt x="333239" y="71634"/>
                </a:cubicBezTo>
                <a:cubicBezTo>
                  <a:pt x="333239" y="61572"/>
                  <a:pt x="330953" y="53949"/>
                  <a:pt x="326382" y="48764"/>
                </a:cubicBezTo>
                <a:cubicBezTo>
                  <a:pt x="321810" y="43580"/>
                  <a:pt x="316128" y="40988"/>
                  <a:pt x="309335" y="40988"/>
                </a:cubicBezTo>
                <a:cubicBezTo>
                  <a:pt x="302440" y="40988"/>
                  <a:pt x="296719" y="43568"/>
                  <a:pt x="292174" y="48726"/>
                </a:cubicBezTo>
                <a:cubicBezTo>
                  <a:pt x="287628" y="53885"/>
                  <a:pt x="285355" y="61674"/>
                  <a:pt x="285355" y="72093"/>
                </a:cubicBezTo>
                <a:close/>
                <a:moveTo>
                  <a:pt x="393412" y="100440"/>
                </a:moveTo>
                <a:lnTo>
                  <a:pt x="395404" y="112622"/>
                </a:lnTo>
                <a:cubicBezTo>
                  <a:pt x="391522" y="113439"/>
                  <a:pt x="388049" y="113848"/>
                  <a:pt x="384984" y="113848"/>
                </a:cubicBezTo>
                <a:cubicBezTo>
                  <a:pt x="379979" y="113848"/>
                  <a:pt x="376097" y="113056"/>
                  <a:pt x="373339" y="111473"/>
                </a:cubicBezTo>
                <a:cubicBezTo>
                  <a:pt x="370581" y="109889"/>
                  <a:pt x="368640" y="107808"/>
                  <a:pt x="367516" y="105229"/>
                </a:cubicBezTo>
                <a:cubicBezTo>
                  <a:pt x="366393" y="102649"/>
                  <a:pt x="365831" y="97222"/>
                  <a:pt x="365831" y="88948"/>
                </a:cubicBezTo>
                <a:lnTo>
                  <a:pt x="365831" y="42137"/>
                </a:lnTo>
                <a:lnTo>
                  <a:pt x="355718" y="42137"/>
                </a:lnTo>
                <a:lnTo>
                  <a:pt x="355718" y="31412"/>
                </a:lnTo>
                <a:lnTo>
                  <a:pt x="365831" y="31412"/>
                </a:lnTo>
                <a:lnTo>
                  <a:pt x="365831" y="11262"/>
                </a:lnTo>
                <a:lnTo>
                  <a:pt x="379545" y="2988"/>
                </a:lnTo>
                <a:lnTo>
                  <a:pt x="379545" y="31412"/>
                </a:lnTo>
                <a:lnTo>
                  <a:pt x="393412" y="31412"/>
                </a:lnTo>
                <a:lnTo>
                  <a:pt x="393412" y="42137"/>
                </a:lnTo>
                <a:lnTo>
                  <a:pt x="379545" y="42137"/>
                </a:lnTo>
                <a:lnTo>
                  <a:pt x="379545" y="89714"/>
                </a:lnTo>
                <a:cubicBezTo>
                  <a:pt x="379545" y="93647"/>
                  <a:pt x="379787" y="96175"/>
                  <a:pt x="380272" y="97299"/>
                </a:cubicBezTo>
                <a:cubicBezTo>
                  <a:pt x="380758" y="98423"/>
                  <a:pt x="381549" y="99317"/>
                  <a:pt x="382647" y="99981"/>
                </a:cubicBezTo>
                <a:cubicBezTo>
                  <a:pt x="383745" y="100645"/>
                  <a:pt x="385316" y="100977"/>
                  <a:pt x="387359" y="100977"/>
                </a:cubicBezTo>
                <a:cubicBezTo>
                  <a:pt x="388891" y="100977"/>
                  <a:pt x="390909" y="100798"/>
                  <a:pt x="393412" y="100440"/>
                </a:cubicBezTo>
                <a:close/>
                <a:moveTo>
                  <a:pt x="406357" y="112775"/>
                </a:moveTo>
                <a:lnTo>
                  <a:pt x="406357" y="460"/>
                </a:lnTo>
                <a:lnTo>
                  <a:pt x="420147" y="460"/>
                </a:lnTo>
                <a:lnTo>
                  <a:pt x="420147" y="40758"/>
                </a:lnTo>
                <a:cubicBezTo>
                  <a:pt x="426583" y="33301"/>
                  <a:pt x="434704" y="29573"/>
                  <a:pt x="444510" y="29573"/>
                </a:cubicBezTo>
                <a:cubicBezTo>
                  <a:pt x="450537" y="29573"/>
                  <a:pt x="455773" y="30760"/>
                  <a:pt x="460216" y="33135"/>
                </a:cubicBezTo>
                <a:cubicBezTo>
                  <a:pt x="464660" y="35510"/>
                  <a:pt x="467839" y="38792"/>
                  <a:pt x="469755" y="42980"/>
                </a:cubicBezTo>
                <a:cubicBezTo>
                  <a:pt x="471670" y="47168"/>
                  <a:pt x="472628" y="53246"/>
                  <a:pt x="472628" y="61214"/>
                </a:cubicBezTo>
                <a:lnTo>
                  <a:pt x="472628" y="112775"/>
                </a:lnTo>
                <a:lnTo>
                  <a:pt x="458837" y="112775"/>
                </a:lnTo>
                <a:lnTo>
                  <a:pt x="458837" y="61214"/>
                </a:lnTo>
                <a:cubicBezTo>
                  <a:pt x="458837" y="54319"/>
                  <a:pt x="457343" y="49301"/>
                  <a:pt x="454355" y="46160"/>
                </a:cubicBezTo>
                <a:cubicBezTo>
                  <a:pt x="451367" y="43018"/>
                  <a:pt x="447141" y="41448"/>
                  <a:pt x="441676" y="41448"/>
                </a:cubicBezTo>
                <a:cubicBezTo>
                  <a:pt x="437590" y="41448"/>
                  <a:pt x="433746" y="42508"/>
                  <a:pt x="430145" y="44627"/>
                </a:cubicBezTo>
                <a:cubicBezTo>
                  <a:pt x="426545" y="46747"/>
                  <a:pt x="423978" y="49620"/>
                  <a:pt x="422446" y="53246"/>
                </a:cubicBezTo>
                <a:cubicBezTo>
                  <a:pt x="420914" y="56873"/>
                  <a:pt x="420147" y="61878"/>
                  <a:pt x="420147" y="68263"/>
                </a:cubicBezTo>
                <a:lnTo>
                  <a:pt x="420147" y="112775"/>
                </a:lnTo>
                <a:lnTo>
                  <a:pt x="406357" y="112775"/>
                </a:lnTo>
                <a:close/>
                <a:moveTo>
                  <a:pt x="549044" y="86573"/>
                </a:moveTo>
                <a:lnTo>
                  <a:pt x="563294" y="88335"/>
                </a:lnTo>
                <a:cubicBezTo>
                  <a:pt x="561046" y="96661"/>
                  <a:pt x="556884" y="103122"/>
                  <a:pt x="550806" y="107719"/>
                </a:cubicBezTo>
                <a:cubicBezTo>
                  <a:pt x="544728" y="112315"/>
                  <a:pt x="536964" y="114614"/>
                  <a:pt x="527515" y="114614"/>
                </a:cubicBezTo>
                <a:cubicBezTo>
                  <a:pt x="515615" y="114614"/>
                  <a:pt x="506178" y="110949"/>
                  <a:pt x="499207" y="103620"/>
                </a:cubicBezTo>
                <a:cubicBezTo>
                  <a:pt x="492235" y="96290"/>
                  <a:pt x="488749" y="86011"/>
                  <a:pt x="488749" y="72783"/>
                </a:cubicBezTo>
                <a:cubicBezTo>
                  <a:pt x="488749" y="59095"/>
                  <a:pt x="492273" y="48471"/>
                  <a:pt x="499321" y="40912"/>
                </a:cubicBezTo>
                <a:cubicBezTo>
                  <a:pt x="506370" y="33352"/>
                  <a:pt x="515512" y="29573"/>
                  <a:pt x="526749" y="29573"/>
                </a:cubicBezTo>
                <a:cubicBezTo>
                  <a:pt x="537628" y="29573"/>
                  <a:pt x="546515" y="33276"/>
                  <a:pt x="553411" y="40682"/>
                </a:cubicBezTo>
                <a:cubicBezTo>
                  <a:pt x="560306" y="48088"/>
                  <a:pt x="563753" y="58507"/>
                  <a:pt x="563753" y="71940"/>
                </a:cubicBezTo>
                <a:cubicBezTo>
                  <a:pt x="563753" y="72757"/>
                  <a:pt x="563728" y="73983"/>
                  <a:pt x="563677" y="75617"/>
                </a:cubicBezTo>
                <a:lnTo>
                  <a:pt x="502999" y="75617"/>
                </a:lnTo>
                <a:cubicBezTo>
                  <a:pt x="503510" y="84556"/>
                  <a:pt x="506038" y="91400"/>
                  <a:pt x="510584" y="96150"/>
                </a:cubicBezTo>
                <a:cubicBezTo>
                  <a:pt x="515129" y="100900"/>
                  <a:pt x="520799" y="103275"/>
                  <a:pt x="527592" y="103275"/>
                </a:cubicBezTo>
                <a:cubicBezTo>
                  <a:pt x="532648" y="103275"/>
                  <a:pt x="536964" y="101947"/>
                  <a:pt x="540539" y="99291"/>
                </a:cubicBezTo>
                <a:cubicBezTo>
                  <a:pt x="544115" y="96635"/>
                  <a:pt x="546949" y="92396"/>
                  <a:pt x="549044" y="86573"/>
                </a:cubicBezTo>
                <a:moveTo>
                  <a:pt x="503765" y="64279"/>
                </a:moveTo>
                <a:lnTo>
                  <a:pt x="549197" y="64279"/>
                </a:lnTo>
                <a:cubicBezTo>
                  <a:pt x="548584" y="57435"/>
                  <a:pt x="546847" y="52301"/>
                  <a:pt x="543987" y="48879"/>
                </a:cubicBezTo>
                <a:cubicBezTo>
                  <a:pt x="539595" y="43568"/>
                  <a:pt x="533900" y="40912"/>
                  <a:pt x="526902" y="40912"/>
                </a:cubicBezTo>
                <a:cubicBezTo>
                  <a:pt x="520569" y="40912"/>
                  <a:pt x="515244" y="43031"/>
                  <a:pt x="510928" y="47271"/>
                </a:cubicBezTo>
                <a:cubicBezTo>
                  <a:pt x="506612" y="51510"/>
                  <a:pt x="504225" y="57179"/>
                  <a:pt x="503765" y="64279"/>
                </a:cubicBezTo>
                <a:close/>
                <a:moveTo>
                  <a:pt x="574817" y="88489"/>
                </a:moveTo>
                <a:lnTo>
                  <a:pt x="588454" y="86343"/>
                </a:lnTo>
                <a:cubicBezTo>
                  <a:pt x="589220" y="91808"/>
                  <a:pt x="591353" y="95997"/>
                  <a:pt x="594852" y="98908"/>
                </a:cubicBezTo>
                <a:cubicBezTo>
                  <a:pt x="598350" y="101819"/>
                  <a:pt x="603241" y="103275"/>
                  <a:pt x="609523" y="103275"/>
                </a:cubicBezTo>
                <a:cubicBezTo>
                  <a:pt x="615856" y="103275"/>
                  <a:pt x="620555" y="101985"/>
                  <a:pt x="623620" y="99406"/>
                </a:cubicBezTo>
                <a:cubicBezTo>
                  <a:pt x="626684" y="96827"/>
                  <a:pt x="628217" y="93800"/>
                  <a:pt x="628217" y="90327"/>
                </a:cubicBezTo>
                <a:cubicBezTo>
                  <a:pt x="628217" y="87212"/>
                  <a:pt x="626863" y="84760"/>
                  <a:pt x="624156" y="82972"/>
                </a:cubicBezTo>
                <a:cubicBezTo>
                  <a:pt x="622266" y="81747"/>
                  <a:pt x="617567" y="80189"/>
                  <a:pt x="610059" y="78299"/>
                </a:cubicBezTo>
                <a:cubicBezTo>
                  <a:pt x="599946" y="75745"/>
                  <a:pt x="592936" y="73536"/>
                  <a:pt x="589029" y="71672"/>
                </a:cubicBezTo>
                <a:cubicBezTo>
                  <a:pt x="585122" y="69808"/>
                  <a:pt x="582159" y="67228"/>
                  <a:pt x="580142" y="63934"/>
                </a:cubicBezTo>
                <a:cubicBezTo>
                  <a:pt x="578124" y="60640"/>
                  <a:pt x="577116" y="57000"/>
                  <a:pt x="577116" y="53017"/>
                </a:cubicBezTo>
                <a:cubicBezTo>
                  <a:pt x="577116" y="49390"/>
                  <a:pt x="577946" y="46032"/>
                  <a:pt x="579605" y="42942"/>
                </a:cubicBezTo>
                <a:cubicBezTo>
                  <a:pt x="581265" y="39852"/>
                  <a:pt x="583526" y="37285"/>
                  <a:pt x="586386" y="35242"/>
                </a:cubicBezTo>
                <a:cubicBezTo>
                  <a:pt x="588531" y="33659"/>
                  <a:pt x="591455" y="32318"/>
                  <a:pt x="595158" y="31220"/>
                </a:cubicBezTo>
                <a:cubicBezTo>
                  <a:pt x="598861" y="30122"/>
                  <a:pt x="602832" y="29573"/>
                  <a:pt x="607071" y="29573"/>
                </a:cubicBezTo>
                <a:cubicBezTo>
                  <a:pt x="613456" y="29573"/>
                  <a:pt x="619061" y="30492"/>
                  <a:pt x="623888" y="32331"/>
                </a:cubicBezTo>
                <a:cubicBezTo>
                  <a:pt x="628715" y="34170"/>
                  <a:pt x="632277" y="36660"/>
                  <a:pt x="634576" y="39801"/>
                </a:cubicBezTo>
                <a:cubicBezTo>
                  <a:pt x="636874" y="42942"/>
                  <a:pt x="638457" y="47143"/>
                  <a:pt x="639326" y="52404"/>
                </a:cubicBezTo>
                <a:lnTo>
                  <a:pt x="625842" y="54242"/>
                </a:lnTo>
                <a:cubicBezTo>
                  <a:pt x="625229" y="50054"/>
                  <a:pt x="623454" y="46785"/>
                  <a:pt x="620517" y="44436"/>
                </a:cubicBezTo>
                <a:cubicBezTo>
                  <a:pt x="617580" y="42086"/>
                  <a:pt x="613430" y="40912"/>
                  <a:pt x="608067" y="40912"/>
                </a:cubicBezTo>
                <a:cubicBezTo>
                  <a:pt x="601734" y="40912"/>
                  <a:pt x="597214" y="41959"/>
                  <a:pt x="594507" y="44053"/>
                </a:cubicBezTo>
                <a:cubicBezTo>
                  <a:pt x="591800" y="46147"/>
                  <a:pt x="590446" y="48598"/>
                  <a:pt x="590446" y="51408"/>
                </a:cubicBezTo>
                <a:cubicBezTo>
                  <a:pt x="590446" y="53195"/>
                  <a:pt x="591008" y="54804"/>
                  <a:pt x="592132" y="56234"/>
                </a:cubicBezTo>
                <a:cubicBezTo>
                  <a:pt x="593255" y="57715"/>
                  <a:pt x="595018" y="58941"/>
                  <a:pt x="597418" y="59912"/>
                </a:cubicBezTo>
                <a:cubicBezTo>
                  <a:pt x="598797" y="60422"/>
                  <a:pt x="602858" y="61597"/>
                  <a:pt x="609600" y="63436"/>
                </a:cubicBezTo>
                <a:cubicBezTo>
                  <a:pt x="619355" y="66041"/>
                  <a:pt x="626161" y="68173"/>
                  <a:pt x="630017" y="69833"/>
                </a:cubicBezTo>
                <a:cubicBezTo>
                  <a:pt x="633873" y="71493"/>
                  <a:pt x="636900" y="73906"/>
                  <a:pt x="639096" y="77073"/>
                </a:cubicBezTo>
                <a:cubicBezTo>
                  <a:pt x="641292" y="80240"/>
                  <a:pt x="642390" y="84173"/>
                  <a:pt x="642390" y="88872"/>
                </a:cubicBezTo>
                <a:cubicBezTo>
                  <a:pt x="642390" y="93468"/>
                  <a:pt x="641049" y="97797"/>
                  <a:pt x="638368" y="101858"/>
                </a:cubicBezTo>
                <a:cubicBezTo>
                  <a:pt x="635687" y="105918"/>
                  <a:pt x="631818" y="109059"/>
                  <a:pt x="626761" y="111281"/>
                </a:cubicBezTo>
                <a:cubicBezTo>
                  <a:pt x="621705" y="113503"/>
                  <a:pt x="615984" y="114614"/>
                  <a:pt x="609600" y="114614"/>
                </a:cubicBezTo>
                <a:cubicBezTo>
                  <a:pt x="599027" y="114614"/>
                  <a:pt x="590970" y="112417"/>
                  <a:pt x="585428" y="108025"/>
                </a:cubicBezTo>
                <a:cubicBezTo>
                  <a:pt x="579886" y="103632"/>
                  <a:pt x="576349" y="97120"/>
                  <a:pt x="574817" y="88489"/>
                </a:cubicBezTo>
                <a:close/>
                <a:moveTo>
                  <a:pt x="658611" y="16319"/>
                </a:moveTo>
                <a:lnTo>
                  <a:pt x="658611" y="460"/>
                </a:lnTo>
                <a:lnTo>
                  <a:pt x="672401" y="460"/>
                </a:lnTo>
                <a:lnTo>
                  <a:pt x="672401" y="16319"/>
                </a:lnTo>
                <a:lnTo>
                  <a:pt x="658611" y="16319"/>
                </a:lnTo>
                <a:moveTo>
                  <a:pt x="658611" y="112775"/>
                </a:moveTo>
                <a:lnTo>
                  <a:pt x="658611" y="31412"/>
                </a:lnTo>
                <a:lnTo>
                  <a:pt x="672401" y="31412"/>
                </a:lnTo>
                <a:lnTo>
                  <a:pt x="672401" y="112775"/>
                </a:lnTo>
                <a:lnTo>
                  <a:pt x="658611" y="112775"/>
                </a:lnTo>
                <a:close/>
                <a:moveTo>
                  <a:pt x="688228" y="88489"/>
                </a:moveTo>
                <a:lnTo>
                  <a:pt x="701865" y="86343"/>
                </a:lnTo>
                <a:cubicBezTo>
                  <a:pt x="702631" y="91808"/>
                  <a:pt x="704763" y="95997"/>
                  <a:pt x="708262" y="98908"/>
                </a:cubicBezTo>
                <a:cubicBezTo>
                  <a:pt x="711761" y="101819"/>
                  <a:pt x="716651" y="103275"/>
                  <a:pt x="722933" y="103275"/>
                </a:cubicBezTo>
                <a:cubicBezTo>
                  <a:pt x="729267" y="103275"/>
                  <a:pt x="733966" y="101985"/>
                  <a:pt x="737030" y="99406"/>
                </a:cubicBezTo>
                <a:cubicBezTo>
                  <a:pt x="740095" y="96827"/>
                  <a:pt x="741627" y="93800"/>
                  <a:pt x="741627" y="90327"/>
                </a:cubicBezTo>
                <a:cubicBezTo>
                  <a:pt x="741627" y="87212"/>
                  <a:pt x="740274" y="84760"/>
                  <a:pt x="737567" y="82972"/>
                </a:cubicBezTo>
                <a:cubicBezTo>
                  <a:pt x="735677" y="81747"/>
                  <a:pt x="730978" y="80189"/>
                  <a:pt x="723470" y="78299"/>
                </a:cubicBezTo>
                <a:cubicBezTo>
                  <a:pt x="713357" y="75745"/>
                  <a:pt x="706347" y="73536"/>
                  <a:pt x="702439" y="71672"/>
                </a:cubicBezTo>
                <a:cubicBezTo>
                  <a:pt x="698532" y="69808"/>
                  <a:pt x="695570" y="67228"/>
                  <a:pt x="693552" y="63934"/>
                </a:cubicBezTo>
                <a:cubicBezTo>
                  <a:pt x="691535" y="60640"/>
                  <a:pt x="690526" y="57000"/>
                  <a:pt x="690526" y="53017"/>
                </a:cubicBezTo>
                <a:cubicBezTo>
                  <a:pt x="690526" y="49390"/>
                  <a:pt x="691356" y="46032"/>
                  <a:pt x="693016" y="42942"/>
                </a:cubicBezTo>
                <a:cubicBezTo>
                  <a:pt x="694676" y="39852"/>
                  <a:pt x="696936" y="37285"/>
                  <a:pt x="699796" y="35242"/>
                </a:cubicBezTo>
                <a:cubicBezTo>
                  <a:pt x="701941" y="33659"/>
                  <a:pt x="704865" y="32318"/>
                  <a:pt x="708568" y="31220"/>
                </a:cubicBezTo>
                <a:cubicBezTo>
                  <a:pt x="712271" y="30122"/>
                  <a:pt x="716243" y="29573"/>
                  <a:pt x="720482" y="29573"/>
                </a:cubicBezTo>
                <a:cubicBezTo>
                  <a:pt x="726866" y="29573"/>
                  <a:pt x="732472" y="30492"/>
                  <a:pt x="737299" y="32331"/>
                </a:cubicBezTo>
                <a:cubicBezTo>
                  <a:pt x="742125" y="34170"/>
                  <a:pt x="745688" y="36660"/>
                  <a:pt x="747986" y="39801"/>
                </a:cubicBezTo>
                <a:cubicBezTo>
                  <a:pt x="750285" y="42942"/>
                  <a:pt x="751868" y="47143"/>
                  <a:pt x="752736" y="52404"/>
                </a:cubicBezTo>
                <a:lnTo>
                  <a:pt x="739252" y="54242"/>
                </a:lnTo>
                <a:cubicBezTo>
                  <a:pt x="738639" y="50054"/>
                  <a:pt x="736864" y="46785"/>
                  <a:pt x="733928" y="44436"/>
                </a:cubicBezTo>
                <a:cubicBezTo>
                  <a:pt x="730991" y="42086"/>
                  <a:pt x="726841" y="40912"/>
                  <a:pt x="721478" y="40912"/>
                </a:cubicBezTo>
                <a:cubicBezTo>
                  <a:pt x="715144" y="40912"/>
                  <a:pt x="710624" y="41959"/>
                  <a:pt x="707917" y="44053"/>
                </a:cubicBezTo>
                <a:cubicBezTo>
                  <a:pt x="705210" y="46147"/>
                  <a:pt x="703857" y="48598"/>
                  <a:pt x="703857" y="51408"/>
                </a:cubicBezTo>
                <a:cubicBezTo>
                  <a:pt x="703857" y="53195"/>
                  <a:pt x="704419" y="54804"/>
                  <a:pt x="705542" y="56234"/>
                </a:cubicBezTo>
                <a:cubicBezTo>
                  <a:pt x="706666" y="57715"/>
                  <a:pt x="708428" y="58941"/>
                  <a:pt x="710829" y="59912"/>
                </a:cubicBezTo>
                <a:cubicBezTo>
                  <a:pt x="712208" y="60422"/>
                  <a:pt x="716268" y="61597"/>
                  <a:pt x="723010" y="63436"/>
                </a:cubicBezTo>
                <a:cubicBezTo>
                  <a:pt x="732766" y="66041"/>
                  <a:pt x="739571" y="68173"/>
                  <a:pt x="743428" y="69833"/>
                </a:cubicBezTo>
                <a:cubicBezTo>
                  <a:pt x="747284" y="71493"/>
                  <a:pt x="750310" y="73906"/>
                  <a:pt x="752506" y="77073"/>
                </a:cubicBezTo>
                <a:cubicBezTo>
                  <a:pt x="754703" y="80240"/>
                  <a:pt x="755801" y="84173"/>
                  <a:pt x="755801" y="88872"/>
                </a:cubicBezTo>
                <a:cubicBezTo>
                  <a:pt x="755801" y="93468"/>
                  <a:pt x="754460" y="97797"/>
                  <a:pt x="751778" y="101858"/>
                </a:cubicBezTo>
                <a:cubicBezTo>
                  <a:pt x="749097" y="105918"/>
                  <a:pt x="745228" y="109059"/>
                  <a:pt x="740172" y="111281"/>
                </a:cubicBezTo>
                <a:cubicBezTo>
                  <a:pt x="735115" y="113503"/>
                  <a:pt x="729395" y="114614"/>
                  <a:pt x="723010" y="114614"/>
                </a:cubicBezTo>
                <a:cubicBezTo>
                  <a:pt x="712437" y="114614"/>
                  <a:pt x="704380" y="112417"/>
                  <a:pt x="698839" y="108025"/>
                </a:cubicBezTo>
                <a:cubicBezTo>
                  <a:pt x="693297" y="103632"/>
                  <a:pt x="689760" y="97120"/>
                  <a:pt x="688228" y="88489"/>
                </a:cubicBezTo>
                <a:close/>
                <a:moveTo>
                  <a:pt x="863112" y="112775"/>
                </a:moveTo>
                <a:lnTo>
                  <a:pt x="849322" y="112775"/>
                </a:lnTo>
                <a:lnTo>
                  <a:pt x="849322" y="24899"/>
                </a:lnTo>
                <a:cubicBezTo>
                  <a:pt x="846002" y="28066"/>
                  <a:pt x="841648" y="31233"/>
                  <a:pt x="836259" y="34399"/>
                </a:cubicBezTo>
                <a:cubicBezTo>
                  <a:pt x="830871" y="37566"/>
                  <a:pt x="826032" y="39941"/>
                  <a:pt x="821741" y="41524"/>
                </a:cubicBezTo>
                <a:lnTo>
                  <a:pt x="821741" y="28194"/>
                </a:lnTo>
                <a:cubicBezTo>
                  <a:pt x="829454" y="24567"/>
                  <a:pt x="836196" y="20175"/>
                  <a:pt x="841967" y="15016"/>
                </a:cubicBezTo>
                <a:cubicBezTo>
                  <a:pt x="847739" y="9858"/>
                  <a:pt x="851825" y="4852"/>
                  <a:pt x="854225" y="0"/>
                </a:cubicBezTo>
                <a:lnTo>
                  <a:pt x="863112" y="0"/>
                </a:lnTo>
                <a:lnTo>
                  <a:pt x="863112" y="1127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H1">
            <a:extLst xmlns:a="http://schemas.openxmlformats.org/drawingml/2006/main">
              <a:ext uri="{FF2B5EF4-FFF2-40B4-BE49-F238E27FC236}">
                <a16:creationId xmlns:a16="http://schemas.microsoft.com/office/drawing/2014/main" id="{2082AC81-3E58-4152-86BE-B1795ABA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464" y="1908148"/>
            <a:ext cx="159239" cy="112775"/>
          </a:xfrm>
          <a:custGeom xmlns:a="http://schemas.openxmlformats.org/drawingml/2006/main">
            <a:pathLst>
              <a:path w="159239" h="112775">
                <a:moveTo>
                  <a:pt x="0" y="112775"/>
                </a:moveTo>
                <a:lnTo>
                  <a:pt x="0" y="460"/>
                </a:lnTo>
                <a:lnTo>
                  <a:pt x="14863" y="460"/>
                </a:lnTo>
                <a:lnTo>
                  <a:pt x="14863" y="46581"/>
                </a:lnTo>
                <a:lnTo>
                  <a:pt x="73242" y="46581"/>
                </a:lnTo>
                <a:lnTo>
                  <a:pt x="73242" y="460"/>
                </a:lnTo>
                <a:lnTo>
                  <a:pt x="88105" y="460"/>
                </a:lnTo>
                <a:lnTo>
                  <a:pt x="88105" y="112775"/>
                </a:lnTo>
                <a:lnTo>
                  <a:pt x="73242" y="112775"/>
                </a:lnTo>
                <a:lnTo>
                  <a:pt x="73242" y="59835"/>
                </a:lnTo>
                <a:lnTo>
                  <a:pt x="14863" y="59835"/>
                </a:lnTo>
                <a:lnTo>
                  <a:pt x="14863" y="112775"/>
                </a:lnTo>
                <a:lnTo>
                  <a:pt x="0" y="112775"/>
                </a:lnTo>
                <a:close/>
                <a:moveTo>
                  <a:pt x="159239" y="112775"/>
                </a:moveTo>
                <a:lnTo>
                  <a:pt x="145449" y="112775"/>
                </a:lnTo>
                <a:lnTo>
                  <a:pt x="145449" y="24899"/>
                </a:lnTo>
                <a:cubicBezTo>
                  <a:pt x="142129" y="28066"/>
                  <a:pt x="137775" y="31233"/>
                  <a:pt x="132386" y="34399"/>
                </a:cubicBezTo>
                <a:cubicBezTo>
                  <a:pt x="126998" y="37566"/>
                  <a:pt x="122158" y="39941"/>
                  <a:pt x="117868" y="41524"/>
                </a:cubicBezTo>
                <a:lnTo>
                  <a:pt x="117868" y="28194"/>
                </a:lnTo>
                <a:cubicBezTo>
                  <a:pt x="125580" y="24567"/>
                  <a:pt x="132322" y="20175"/>
                  <a:pt x="138094" y="15016"/>
                </a:cubicBezTo>
                <a:cubicBezTo>
                  <a:pt x="143865" y="9858"/>
                  <a:pt x="147951" y="4852"/>
                  <a:pt x="150352" y="0"/>
                </a:cubicBezTo>
                <a:lnTo>
                  <a:pt x="159239" y="0"/>
                </a:lnTo>
                <a:lnTo>
                  <a:pt x="159239" y="1127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H2">
            <a:extLst xmlns:a="http://schemas.openxmlformats.org/drawingml/2006/main">
              <a:ext uri="{FF2B5EF4-FFF2-40B4-BE49-F238E27FC236}">
                <a16:creationId xmlns:a16="http://schemas.microsoft.com/office/drawing/2014/main" id="{B0A22516-BC82-41E0-892C-DD511C56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464" y="2283354"/>
            <a:ext cx="179771" cy="112775"/>
          </a:xfrm>
          <a:custGeom xmlns:a="http://schemas.openxmlformats.org/drawingml/2006/main">
            <a:pathLst>
              <a:path w="179771" h="112775">
                <a:moveTo>
                  <a:pt x="0" y="112775"/>
                </a:moveTo>
                <a:lnTo>
                  <a:pt x="0" y="460"/>
                </a:lnTo>
                <a:lnTo>
                  <a:pt x="14863" y="460"/>
                </a:lnTo>
                <a:lnTo>
                  <a:pt x="14863" y="46581"/>
                </a:lnTo>
                <a:lnTo>
                  <a:pt x="73242" y="46581"/>
                </a:lnTo>
                <a:lnTo>
                  <a:pt x="73242" y="460"/>
                </a:lnTo>
                <a:lnTo>
                  <a:pt x="88105" y="460"/>
                </a:lnTo>
                <a:lnTo>
                  <a:pt x="88105" y="112775"/>
                </a:lnTo>
                <a:lnTo>
                  <a:pt x="73242" y="112775"/>
                </a:lnTo>
                <a:lnTo>
                  <a:pt x="73242" y="59835"/>
                </a:lnTo>
                <a:lnTo>
                  <a:pt x="14863" y="59835"/>
                </a:lnTo>
                <a:lnTo>
                  <a:pt x="14863" y="112775"/>
                </a:lnTo>
                <a:lnTo>
                  <a:pt x="0" y="112775"/>
                </a:lnTo>
                <a:close/>
                <a:moveTo>
                  <a:pt x="179771" y="99521"/>
                </a:moveTo>
                <a:lnTo>
                  <a:pt x="179771" y="112775"/>
                </a:lnTo>
                <a:lnTo>
                  <a:pt x="105533" y="112775"/>
                </a:lnTo>
                <a:cubicBezTo>
                  <a:pt x="105431" y="109455"/>
                  <a:pt x="105967" y="106263"/>
                  <a:pt x="107142" y="103198"/>
                </a:cubicBezTo>
                <a:cubicBezTo>
                  <a:pt x="109032" y="98142"/>
                  <a:pt x="112058" y="93162"/>
                  <a:pt x="116221" y="88259"/>
                </a:cubicBezTo>
                <a:cubicBezTo>
                  <a:pt x="120383" y="83355"/>
                  <a:pt x="126397" y="77686"/>
                  <a:pt x="134263" y="71251"/>
                </a:cubicBezTo>
                <a:cubicBezTo>
                  <a:pt x="146470" y="61240"/>
                  <a:pt x="154719" y="53310"/>
                  <a:pt x="159009" y="47462"/>
                </a:cubicBezTo>
                <a:cubicBezTo>
                  <a:pt x="163300" y="41614"/>
                  <a:pt x="165445" y="36085"/>
                  <a:pt x="165445" y="30875"/>
                </a:cubicBezTo>
                <a:cubicBezTo>
                  <a:pt x="165445" y="25410"/>
                  <a:pt x="163491" y="20801"/>
                  <a:pt x="159584" y="17047"/>
                </a:cubicBezTo>
                <a:cubicBezTo>
                  <a:pt x="155677" y="13292"/>
                  <a:pt x="150582" y="11415"/>
                  <a:pt x="144299" y="11415"/>
                </a:cubicBezTo>
                <a:cubicBezTo>
                  <a:pt x="137660" y="11415"/>
                  <a:pt x="132348" y="13407"/>
                  <a:pt x="128364" y="17391"/>
                </a:cubicBezTo>
                <a:cubicBezTo>
                  <a:pt x="124380" y="21375"/>
                  <a:pt x="122362" y="26891"/>
                  <a:pt x="122311" y="33940"/>
                </a:cubicBezTo>
                <a:lnTo>
                  <a:pt x="108138" y="32484"/>
                </a:lnTo>
                <a:cubicBezTo>
                  <a:pt x="109108" y="21911"/>
                  <a:pt x="112760" y="13854"/>
                  <a:pt x="119094" y="8313"/>
                </a:cubicBezTo>
                <a:cubicBezTo>
                  <a:pt x="125427" y="2771"/>
                  <a:pt x="133931" y="0"/>
                  <a:pt x="144606" y="0"/>
                </a:cubicBezTo>
                <a:cubicBezTo>
                  <a:pt x="155383" y="0"/>
                  <a:pt x="163912" y="2988"/>
                  <a:pt x="170195" y="8964"/>
                </a:cubicBezTo>
                <a:cubicBezTo>
                  <a:pt x="176477" y="14940"/>
                  <a:pt x="179618" y="22346"/>
                  <a:pt x="179618" y="31182"/>
                </a:cubicBezTo>
                <a:cubicBezTo>
                  <a:pt x="179618" y="35676"/>
                  <a:pt x="178699" y="40094"/>
                  <a:pt x="176860" y="44436"/>
                </a:cubicBezTo>
                <a:cubicBezTo>
                  <a:pt x="175021" y="48777"/>
                  <a:pt x="171970" y="53349"/>
                  <a:pt x="167705" y="58150"/>
                </a:cubicBezTo>
                <a:cubicBezTo>
                  <a:pt x="163440" y="62951"/>
                  <a:pt x="156353" y="69539"/>
                  <a:pt x="146445" y="77916"/>
                </a:cubicBezTo>
                <a:cubicBezTo>
                  <a:pt x="138170" y="84862"/>
                  <a:pt x="132858" y="89574"/>
                  <a:pt x="130509" y="92051"/>
                </a:cubicBezTo>
                <a:cubicBezTo>
                  <a:pt x="128160" y="94528"/>
                  <a:pt x="126219" y="97018"/>
                  <a:pt x="124686" y="99521"/>
                </a:cubicBezTo>
                <a:lnTo>
                  <a:pt x="179771" y="99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60186-DDFC-4F0C-B528-F27D428D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154" y="2470957"/>
            <a:ext cx="494592" cy="70351"/>
          </a:xfrm>
          <a:custGeom xmlns:a="http://schemas.openxmlformats.org/drawingml/2006/main">
            <a:pathLst>
              <a:path w="494592" h="70351">
                <a:moveTo>
                  <a:pt x="0" y="23450"/>
                </a:moveTo>
                <a:lnTo>
                  <a:pt x="0" y="46901"/>
                </a:lnTo>
                <a:lnTo>
                  <a:pt x="424241" y="46901"/>
                </a:lnTo>
                <a:lnTo>
                  <a:pt x="424241" y="70351"/>
                </a:lnTo>
                <a:lnTo>
                  <a:pt x="494592" y="35176"/>
                </a:lnTo>
                <a:lnTo>
                  <a:pt x="424241" y="0"/>
                </a:lnTo>
                <a:lnTo>
                  <a:pt x="424241" y="23450"/>
                </a:lnTo>
                <a:lnTo>
                  <a:pt x="0" y="23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BE6B4-EB3A-4DE3-832E-F2BFA1A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922" y="1691551"/>
            <a:ext cx="505371" cy="70351"/>
          </a:xfrm>
          <a:custGeom xmlns:a="http://schemas.openxmlformats.org/drawingml/2006/main">
            <a:pathLst>
              <a:path w="505371" h="70351">
                <a:moveTo>
                  <a:pt x="0" y="23450"/>
                </a:moveTo>
                <a:lnTo>
                  <a:pt x="0" y="46900"/>
                </a:lnTo>
                <a:lnTo>
                  <a:pt x="435020" y="46901"/>
                </a:lnTo>
                <a:lnTo>
                  <a:pt x="435020" y="70351"/>
                </a:lnTo>
                <a:lnTo>
                  <a:pt x="505371" y="35176"/>
                </a:lnTo>
                <a:lnTo>
                  <a:pt x="435020" y="0"/>
                </a:lnTo>
                <a:lnTo>
                  <a:pt x="435020" y="23450"/>
                </a:lnTo>
                <a:lnTo>
                  <a:pt x="0" y="23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5949A-EEAB-49C1-A0E0-EABABC1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140" y="2112805"/>
            <a:ext cx="197781" cy="70351"/>
          </a:xfrm>
          <a:custGeom xmlns:a="http://schemas.openxmlformats.org/drawingml/2006/main">
            <a:pathLst>
              <a:path w="197781" h="70351">
                <a:moveTo>
                  <a:pt x="0" y="23450"/>
                </a:moveTo>
                <a:lnTo>
                  <a:pt x="0" y="46901"/>
                </a:lnTo>
                <a:lnTo>
                  <a:pt x="127429" y="46901"/>
                </a:lnTo>
                <a:lnTo>
                  <a:pt x="127429" y="70351"/>
                </a:lnTo>
                <a:lnTo>
                  <a:pt x="197781" y="35176"/>
                </a:lnTo>
                <a:lnTo>
                  <a:pt x="127429" y="0"/>
                </a:lnTo>
                <a:lnTo>
                  <a:pt x="127429" y="23450"/>
                </a:lnTo>
                <a:lnTo>
                  <a:pt x="0" y="23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A7795-3F94-48FE-9B6D-28A0EC09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2380" y="1953555"/>
            <a:ext cx="71630" cy="63103"/>
          </a:xfrm>
          <a:custGeom xmlns:a="http://schemas.openxmlformats.org/drawingml/2006/main">
            <a:pathLst>
              <a:path w="71630" h="63103" fill="none">
                <a:moveTo>
                  <a:pt x="0" y="0"/>
                </a:moveTo>
                <a:lnTo>
                  <a:pt x="71630" y="63103"/>
                </a:lnTo>
              </a:path>
            </a:pathLst>
          </a:custGeom>
          <a:noFill xmlns:a="http://schemas.openxmlformats.org/drawingml/2006/main"/>
          <a:ln xmlns:a="http://schemas.openxmlformats.org/drawingml/2006/main" w="46975" cap="flat">
            <a:solidFill>
              <a:srgbClr val="70AD47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5A716-6B02-4341-95F3-E485834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429" y="1900686"/>
            <a:ext cx="112562" cy="110856"/>
          </a:xfrm>
          <a:custGeom xmlns:a="http://schemas.openxmlformats.org/drawingml/2006/main">
            <a:pathLst>
              <a:path w="112562" h="110856" fill="none">
                <a:moveTo>
                  <a:pt x="112562" y="0"/>
                </a:moveTo>
                <a:lnTo>
                  <a:pt x="0" y="110856"/>
                </a:lnTo>
              </a:path>
            </a:pathLst>
          </a:custGeom>
          <a:noFill xmlns:a="http://schemas.openxmlformats.org/drawingml/2006/main"/>
          <a:ln xmlns:a="http://schemas.openxmlformats.org/drawingml/2006/main" w="46975" cap="flat">
            <a:solidFill>
              <a:srgbClr val="70AD47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52CDF-6810-4AFE-92D0-65B85F9E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666" y="2284419"/>
            <a:ext cx="114267" cy="122794"/>
          </a:xfrm>
          <a:custGeom xmlns:a="http://schemas.openxmlformats.org/drawingml/2006/main">
            <a:pathLst>
              <a:path w="114267" h="122794" fill="none">
                <a:moveTo>
                  <a:pt x="114267" y="0"/>
                </a:moveTo>
                <a:lnTo>
                  <a:pt x="0" y="122794"/>
                </a:lnTo>
              </a:path>
            </a:pathLst>
          </a:custGeom>
          <a:noFill xmlns:a="http://schemas.openxmlformats.org/drawingml/2006/main"/>
          <a:ln xmlns:a="http://schemas.openxmlformats.org/drawingml/2006/main" w="46975" cap="flat">
            <a:solidFill>
              <a:srgbClr val="FF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C0BCB-BD19-4294-A2B9-BC6AE0B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668" y="2289535"/>
            <a:ext cx="114267" cy="117678"/>
          </a:xfrm>
          <a:custGeom xmlns:a="http://schemas.openxmlformats.org/drawingml/2006/main">
            <a:pathLst>
              <a:path w="114267" h="117678" fill="none">
                <a:moveTo>
                  <a:pt x="0" y="0"/>
                </a:moveTo>
                <a:lnTo>
                  <a:pt x="114267" y="117678"/>
                </a:lnTo>
              </a:path>
            </a:pathLst>
          </a:custGeom>
          <a:noFill xmlns:a="http://schemas.openxmlformats.org/drawingml/2006/main"/>
          <a:ln xmlns:a="http://schemas.openxmlformats.org/drawingml/2006/main" w="46975" cap="flat">
            <a:solidFill>
              <a:srgbClr val="FF0000"/>
            </a:solidFill>
            <a:round/>
          </a:ln>
        </p:spPr>
      </p:sp>
      <p:sp>
        <p:nvSpPr>
          <p:cNvPr id="97" name="Text SceneGraphs">
            <a:extLst xmlns:a="http://schemas.openxmlformats.org/drawingml/2006/main">
              <a:ext uri="{FF2B5EF4-FFF2-40B4-BE49-F238E27FC236}">
                <a16:creationId xmlns:a16="http://schemas.microsoft.com/office/drawing/2014/main" id="{A660F9AA-A1E4-45B3-96CA-2C4012A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378" y="173158"/>
            <a:ext cx="887862" cy="131187"/>
          </a:xfrm>
          <a:custGeom xmlns:a="http://schemas.openxmlformats.org/drawingml/2006/main">
            <a:pathLst>
              <a:path w="887862" h="131187">
                <a:moveTo>
                  <a:pt x="0" y="70501"/>
                </a:moveTo>
                <a:lnTo>
                  <a:pt x="12649" y="69395"/>
                </a:lnTo>
                <a:cubicBezTo>
                  <a:pt x="13248" y="74464"/>
                  <a:pt x="14642" y="78622"/>
                  <a:pt x="16830" y="81871"/>
                </a:cubicBezTo>
                <a:cubicBezTo>
                  <a:pt x="19019" y="85120"/>
                  <a:pt x="22417" y="87746"/>
                  <a:pt x="27025" y="89751"/>
                </a:cubicBezTo>
                <a:cubicBezTo>
                  <a:pt x="31633" y="91755"/>
                  <a:pt x="36817" y="92757"/>
                  <a:pt x="42577" y="92757"/>
                </a:cubicBezTo>
                <a:cubicBezTo>
                  <a:pt x="47692" y="92757"/>
                  <a:pt x="52208" y="91997"/>
                  <a:pt x="56124" y="90476"/>
                </a:cubicBezTo>
                <a:cubicBezTo>
                  <a:pt x="60041" y="88956"/>
                  <a:pt x="62956" y="86871"/>
                  <a:pt x="64868" y="84221"/>
                </a:cubicBezTo>
                <a:cubicBezTo>
                  <a:pt x="66780" y="81572"/>
                  <a:pt x="67736" y="78680"/>
                  <a:pt x="67736" y="75547"/>
                </a:cubicBezTo>
                <a:cubicBezTo>
                  <a:pt x="67736" y="72367"/>
                  <a:pt x="66815" y="69591"/>
                  <a:pt x="64972" y="67218"/>
                </a:cubicBezTo>
                <a:cubicBezTo>
                  <a:pt x="63128" y="64845"/>
                  <a:pt x="60087" y="62852"/>
                  <a:pt x="55848" y="61239"/>
                </a:cubicBezTo>
                <a:cubicBezTo>
                  <a:pt x="53129" y="60179"/>
                  <a:pt x="47116" y="58532"/>
                  <a:pt x="37808" y="56297"/>
                </a:cubicBezTo>
                <a:cubicBezTo>
                  <a:pt x="28500" y="54062"/>
                  <a:pt x="21980" y="51954"/>
                  <a:pt x="18247" y="49973"/>
                </a:cubicBezTo>
                <a:cubicBezTo>
                  <a:pt x="13409" y="47438"/>
                  <a:pt x="9803" y="44294"/>
                  <a:pt x="7430" y="40538"/>
                </a:cubicBezTo>
                <a:cubicBezTo>
                  <a:pt x="5057" y="36783"/>
                  <a:pt x="3871" y="32578"/>
                  <a:pt x="3871" y="27924"/>
                </a:cubicBezTo>
                <a:cubicBezTo>
                  <a:pt x="3871" y="22809"/>
                  <a:pt x="5322" y="18028"/>
                  <a:pt x="8225" y="13582"/>
                </a:cubicBezTo>
                <a:cubicBezTo>
                  <a:pt x="11128" y="9135"/>
                  <a:pt x="15367" y="5760"/>
                  <a:pt x="20943" y="3456"/>
                </a:cubicBezTo>
                <a:cubicBezTo>
                  <a:pt x="26519" y="1152"/>
                  <a:pt x="32716" y="0"/>
                  <a:pt x="39536" y="0"/>
                </a:cubicBezTo>
                <a:cubicBezTo>
                  <a:pt x="47047" y="0"/>
                  <a:pt x="53671" y="1210"/>
                  <a:pt x="59407" y="3629"/>
                </a:cubicBezTo>
                <a:cubicBezTo>
                  <a:pt x="65144" y="6048"/>
                  <a:pt x="69556" y="9607"/>
                  <a:pt x="72644" y="14308"/>
                </a:cubicBezTo>
                <a:cubicBezTo>
                  <a:pt x="75731" y="19008"/>
                  <a:pt x="77390" y="24330"/>
                  <a:pt x="77620" y="30274"/>
                </a:cubicBezTo>
                <a:lnTo>
                  <a:pt x="64764" y="31242"/>
                </a:lnTo>
                <a:cubicBezTo>
                  <a:pt x="64073" y="24837"/>
                  <a:pt x="61734" y="19998"/>
                  <a:pt x="57749" y="16727"/>
                </a:cubicBezTo>
                <a:cubicBezTo>
                  <a:pt x="53763" y="13455"/>
                  <a:pt x="47876" y="11819"/>
                  <a:pt x="40089" y="11819"/>
                </a:cubicBezTo>
                <a:cubicBezTo>
                  <a:pt x="31979" y="11819"/>
                  <a:pt x="26069" y="13305"/>
                  <a:pt x="22360" y="16277"/>
                </a:cubicBezTo>
                <a:cubicBezTo>
                  <a:pt x="18651" y="19250"/>
                  <a:pt x="16796" y="22832"/>
                  <a:pt x="16796" y="27025"/>
                </a:cubicBezTo>
                <a:cubicBezTo>
                  <a:pt x="16796" y="30666"/>
                  <a:pt x="18109" y="33661"/>
                  <a:pt x="20736" y="36011"/>
                </a:cubicBezTo>
                <a:cubicBezTo>
                  <a:pt x="23316" y="38361"/>
                  <a:pt x="30055" y="40768"/>
                  <a:pt x="40953" y="43234"/>
                </a:cubicBezTo>
                <a:cubicBezTo>
                  <a:pt x="51851" y="45699"/>
                  <a:pt x="59327" y="47853"/>
                  <a:pt x="63382" y="49696"/>
                </a:cubicBezTo>
                <a:cubicBezTo>
                  <a:pt x="69280" y="52415"/>
                  <a:pt x="73634" y="55859"/>
                  <a:pt x="76445" y="60030"/>
                </a:cubicBezTo>
                <a:cubicBezTo>
                  <a:pt x="79256" y="64200"/>
                  <a:pt x="80661" y="69003"/>
                  <a:pt x="80661" y="74441"/>
                </a:cubicBezTo>
                <a:cubicBezTo>
                  <a:pt x="80661" y="79832"/>
                  <a:pt x="79118" y="84912"/>
                  <a:pt x="76031" y="89681"/>
                </a:cubicBezTo>
                <a:cubicBezTo>
                  <a:pt x="72943" y="94451"/>
                  <a:pt x="68508" y="98160"/>
                  <a:pt x="62725" y="100810"/>
                </a:cubicBezTo>
                <a:cubicBezTo>
                  <a:pt x="56942" y="103459"/>
                  <a:pt x="50434" y="104784"/>
                  <a:pt x="43199" y="104784"/>
                </a:cubicBezTo>
                <a:cubicBezTo>
                  <a:pt x="34029" y="104784"/>
                  <a:pt x="26346" y="103448"/>
                  <a:pt x="20148" y="100775"/>
                </a:cubicBezTo>
                <a:cubicBezTo>
                  <a:pt x="13950" y="98102"/>
                  <a:pt x="9089" y="94082"/>
                  <a:pt x="5564" y="88714"/>
                </a:cubicBezTo>
                <a:cubicBezTo>
                  <a:pt x="2039" y="83346"/>
                  <a:pt x="184" y="77275"/>
                  <a:pt x="0" y="70501"/>
                </a:cubicBezTo>
                <a:close/>
                <a:moveTo>
                  <a:pt x="144680" y="76169"/>
                </a:moveTo>
                <a:lnTo>
                  <a:pt x="156914" y="77759"/>
                </a:lnTo>
                <a:cubicBezTo>
                  <a:pt x="155577" y="86191"/>
                  <a:pt x="152156" y="92792"/>
                  <a:pt x="146650" y="97561"/>
                </a:cubicBezTo>
                <a:cubicBezTo>
                  <a:pt x="141143" y="102330"/>
                  <a:pt x="134381" y="104715"/>
                  <a:pt x="126363" y="104715"/>
                </a:cubicBezTo>
                <a:cubicBezTo>
                  <a:pt x="116318" y="104715"/>
                  <a:pt x="108243" y="101432"/>
                  <a:pt x="102137" y="94865"/>
                </a:cubicBezTo>
                <a:cubicBezTo>
                  <a:pt x="96032" y="88299"/>
                  <a:pt x="92979" y="78887"/>
                  <a:pt x="92979" y="66630"/>
                </a:cubicBezTo>
                <a:cubicBezTo>
                  <a:pt x="92979" y="58705"/>
                  <a:pt x="94292" y="51770"/>
                  <a:pt x="96919" y="45826"/>
                </a:cubicBezTo>
                <a:cubicBezTo>
                  <a:pt x="99545" y="39881"/>
                  <a:pt x="103543" y="35423"/>
                  <a:pt x="108911" y="32451"/>
                </a:cubicBezTo>
                <a:cubicBezTo>
                  <a:pt x="114279" y="29479"/>
                  <a:pt x="120119" y="27993"/>
                  <a:pt x="126432" y="27993"/>
                </a:cubicBezTo>
                <a:cubicBezTo>
                  <a:pt x="134404" y="27993"/>
                  <a:pt x="140924" y="30009"/>
                  <a:pt x="145993" y="34041"/>
                </a:cubicBezTo>
                <a:cubicBezTo>
                  <a:pt x="151062" y="38073"/>
                  <a:pt x="154310" y="43798"/>
                  <a:pt x="155739" y="51217"/>
                </a:cubicBezTo>
                <a:lnTo>
                  <a:pt x="143643" y="53083"/>
                </a:lnTo>
                <a:cubicBezTo>
                  <a:pt x="142491" y="48153"/>
                  <a:pt x="140452" y="44443"/>
                  <a:pt x="137526" y="41955"/>
                </a:cubicBezTo>
                <a:cubicBezTo>
                  <a:pt x="134600" y="39467"/>
                  <a:pt x="131063" y="38223"/>
                  <a:pt x="126916" y="38223"/>
                </a:cubicBezTo>
                <a:cubicBezTo>
                  <a:pt x="120649" y="38223"/>
                  <a:pt x="115558" y="40469"/>
                  <a:pt x="111641" y="44962"/>
                </a:cubicBezTo>
                <a:cubicBezTo>
                  <a:pt x="107724" y="49454"/>
                  <a:pt x="105766" y="56562"/>
                  <a:pt x="105766" y="66285"/>
                </a:cubicBezTo>
                <a:cubicBezTo>
                  <a:pt x="105766" y="76146"/>
                  <a:pt x="107655" y="83311"/>
                  <a:pt x="111434" y="87781"/>
                </a:cubicBezTo>
                <a:cubicBezTo>
                  <a:pt x="115212" y="92250"/>
                  <a:pt x="120143" y="94485"/>
                  <a:pt x="126225" y="94485"/>
                </a:cubicBezTo>
                <a:cubicBezTo>
                  <a:pt x="131109" y="94485"/>
                  <a:pt x="135187" y="92988"/>
                  <a:pt x="138459" y="89993"/>
                </a:cubicBezTo>
                <a:cubicBezTo>
                  <a:pt x="141731" y="86997"/>
                  <a:pt x="143804" y="82389"/>
                  <a:pt x="144680" y="76169"/>
                </a:cubicBezTo>
                <a:close/>
                <a:moveTo>
                  <a:pt x="217340" y="79417"/>
                </a:moveTo>
                <a:lnTo>
                  <a:pt x="230196" y="81007"/>
                </a:lnTo>
                <a:cubicBezTo>
                  <a:pt x="228169" y="88518"/>
                  <a:pt x="224413" y="94347"/>
                  <a:pt x="218930" y="98494"/>
                </a:cubicBezTo>
                <a:cubicBezTo>
                  <a:pt x="213446" y="102641"/>
                  <a:pt x="206442" y="104715"/>
                  <a:pt x="197918" y="104715"/>
                </a:cubicBezTo>
                <a:cubicBezTo>
                  <a:pt x="187181" y="104715"/>
                  <a:pt x="178668" y="101409"/>
                  <a:pt x="172378" y="94796"/>
                </a:cubicBezTo>
                <a:cubicBezTo>
                  <a:pt x="166089" y="88184"/>
                  <a:pt x="162944" y="78910"/>
                  <a:pt x="162944" y="66976"/>
                </a:cubicBezTo>
                <a:cubicBezTo>
                  <a:pt x="162944" y="54627"/>
                  <a:pt x="166123" y="45042"/>
                  <a:pt x="172482" y="38223"/>
                </a:cubicBezTo>
                <a:cubicBezTo>
                  <a:pt x="178841" y="31403"/>
                  <a:pt x="187089" y="27993"/>
                  <a:pt x="197227" y="27993"/>
                </a:cubicBezTo>
                <a:cubicBezTo>
                  <a:pt x="207041" y="27993"/>
                  <a:pt x="215059" y="31334"/>
                  <a:pt x="221280" y="38015"/>
                </a:cubicBezTo>
                <a:cubicBezTo>
                  <a:pt x="227501" y="44697"/>
                  <a:pt x="230611" y="54097"/>
                  <a:pt x="230611" y="66216"/>
                </a:cubicBezTo>
                <a:cubicBezTo>
                  <a:pt x="230611" y="66953"/>
                  <a:pt x="230588" y="68059"/>
                  <a:pt x="230542" y="69533"/>
                </a:cubicBezTo>
                <a:lnTo>
                  <a:pt x="175800" y="69533"/>
                </a:lnTo>
                <a:cubicBezTo>
                  <a:pt x="176261" y="77597"/>
                  <a:pt x="178542" y="83772"/>
                  <a:pt x="182643" y="88057"/>
                </a:cubicBezTo>
                <a:cubicBezTo>
                  <a:pt x="186744" y="92343"/>
                  <a:pt x="191858" y="94485"/>
                  <a:pt x="197987" y="94485"/>
                </a:cubicBezTo>
                <a:cubicBezTo>
                  <a:pt x="202549" y="94485"/>
                  <a:pt x="206442" y="93287"/>
                  <a:pt x="209668" y="90891"/>
                </a:cubicBezTo>
                <a:cubicBezTo>
                  <a:pt x="212894" y="88495"/>
                  <a:pt x="215451" y="84670"/>
                  <a:pt x="217340" y="79417"/>
                </a:cubicBezTo>
                <a:moveTo>
                  <a:pt x="176491" y="59304"/>
                </a:moveTo>
                <a:lnTo>
                  <a:pt x="217478" y="59304"/>
                </a:lnTo>
                <a:cubicBezTo>
                  <a:pt x="216925" y="53129"/>
                  <a:pt x="215359" y="48498"/>
                  <a:pt x="212778" y="45411"/>
                </a:cubicBezTo>
                <a:cubicBezTo>
                  <a:pt x="208816" y="40619"/>
                  <a:pt x="203678" y="38223"/>
                  <a:pt x="197365" y="38223"/>
                </a:cubicBezTo>
                <a:cubicBezTo>
                  <a:pt x="191651" y="38223"/>
                  <a:pt x="186847" y="40135"/>
                  <a:pt x="182954" y="43959"/>
                </a:cubicBezTo>
                <a:cubicBezTo>
                  <a:pt x="179060" y="47784"/>
                  <a:pt x="176906" y="52899"/>
                  <a:pt x="176491" y="59304"/>
                </a:cubicBezTo>
                <a:close/>
                <a:moveTo>
                  <a:pt x="245328" y="103056"/>
                </a:moveTo>
                <a:lnTo>
                  <a:pt x="245328" y="29652"/>
                </a:lnTo>
                <a:lnTo>
                  <a:pt x="256526" y="29652"/>
                </a:lnTo>
                <a:lnTo>
                  <a:pt x="256526" y="40089"/>
                </a:lnTo>
                <a:cubicBezTo>
                  <a:pt x="261917" y="32025"/>
                  <a:pt x="269704" y="27993"/>
                  <a:pt x="279888" y="27993"/>
                </a:cubicBezTo>
                <a:cubicBezTo>
                  <a:pt x="284311" y="27993"/>
                  <a:pt x="288378" y="28788"/>
                  <a:pt x="292087" y="30378"/>
                </a:cubicBezTo>
                <a:cubicBezTo>
                  <a:pt x="295797" y="31967"/>
                  <a:pt x="298573" y="34052"/>
                  <a:pt x="300416" y="36633"/>
                </a:cubicBezTo>
                <a:cubicBezTo>
                  <a:pt x="302259" y="39213"/>
                  <a:pt x="303549" y="42278"/>
                  <a:pt x="304287" y="45826"/>
                </a:cubicBezTo>
                <a:cubicBezTo>
                  <a:pt x="304747" y="48130"/>
                  <a:pt x="304978" y="52162"/>
                  <a:pt x="304978" y="57921"/>
                </a:cubicBezTo>
                <a:lnTo>
                  <a:pt x="304978" y="103056"/>
                </a:lnTo>
                <a:lnTo>
                  <a:pt x="292536" y="103056"/>
                </a:lnTo>
                <a:lnTo>
                  <a:pt x="292536" y="58405"/>
                </a:lnTo>
                <a:cubicBezTo>
                  <a:pt x="292536" y="53337"/>
                  <a:pt x="292053" y="49547"/>
                  <a:pt x="291085" y="47035"/>
                </a:cubicBezTo>
                <a:cubicBezTo>
                  <a:pt x="290117" y="44524"/>
                  <a:pt x="288401" y="42520"/>
                  <a:pt x="285936" y="41022"/>
                </a:cubicBezTo>
                <a:cubicBezTo>
                  <a:pt x="283470" y="39524"/>
                  <a:pt x="280579" y="38776"/>
                  <a:pt x="277261" y="38776"/>
                </a:cubicBezTo>
                <a:cubicBezTo>
                  <a:pt x="271962" y="38776"/>
                  <a:pt x="267389" y="40457"/>
                  <a:pt x="263541" y="43821"/>
                </a:cubicBezTo>
                <a:cubicBezTo>
                  <a:pt x="259694" y="47185"/>
                  <a:pt x="257770" y="53567"/>
                  <a:pt x="257770" y="62967"/>
                </a:cubicBezTo>
                <a:lnTo>
                  <a:pt x="257770" y="103056"/>
                </a:lnTo>
                <a:lnTo>
                  <a:pt x="245328" y="103056"/>
                </a:lnTo>
                <a:close/>
                <a:moveTo>
                  <a:pt x="373815" y="79417"/>
                </a:moveTo>
                <a:lnTo>
                  <a:pt x="386671" y="81007"/>
                </a:lnTo>
                <a:cubicBezTo>
                  <a:pt x="384644" y="88518"/>
                  <a:pt x="380888" y="94347"/>
                  <a:pt x="375405" y="98494"/>
                </a:cubicBezTo>
                <a:cubicBezTo>
                  <a:pt x="369921" y="102641"/>
                  <a:pt x="362917" y="104715"/>
                  <a:pt x="354393" y="104715"/>
                </a:cubicBezTo>
                <a:cubicBezTo>
                  <a:pt x="343656" y="104715"/>
                  <a:pt x="335143" y="101409"/>
                  <a:pt x="328853" y="94796"/>
                </a:cubicBezTo>
                <a:cubicBezTo>
                  <a:pt x="322564" y="88184"/>
                  <a:pt x="319419" y="78910"/>
                  <a:pt x="319419" y="66976"/>
                </a:cubicBezTo>
                <a:cubicBezTo>
                  <a:pt x="319419" y="54627"/>
                  <a:pt x="322598" y="45042"/>
                  <a:pt x="328957" y="38223"/>
                </a:cubicBezTo>
                <a:cubicBezTo>
                  <a:pt x="335316" y="31403"/>
                  <a:pt x="343564" y="27993"/>
                  <a:pt x="353702" y="27993"/>
                </a:cubicBezTo>
                <a:cubicBezTo>
                  <a:pt x="363516" y="27993"/>
                  <a:pt x="371534" y="31334"/>
                  <a:pt x="377755" y="38015"/>
                </a:cubicBezTo>
                <a:cubicBezTo>
                  <a:pt x="383976" y="44697"/>
                  <a:pt x="387086" y="54097"/>
                  <a:pt x="387086" y="66216"/>
                </a:cubicBezTo>
                <a:cubicBezTo>
                  <a:pt x="387086" y="66953"/>
                  <a:pt x="387063" y="68059"/>
                  <a:pt x="387017" y="69533"/>
                </a:cubicBezTo>
                <a:lnTo>
                  <a:pt x="332275" y="69533"/>
                </a:lnTo>
                <a:cubicBezTo>
                  <a:pt x="332736" y="77597"/>
                  <a:pt x="335017" y="83772"/>
                  <a:pt x="339118" y="88057"/>
                </a:cubicBezTo>
                <a:cubicBezTo>
                  <a:pt x="343219" y="92343"/>
                  <a:pt x="348333" y="94485"/>
                  <a:pt x="354462" y="94485"/>
                </a:cubicBezTo>
                <a:cubicBezTo>
                  <a:pt x="359024" y="94485"/>
                  <a:pt x="362917" y="93287"/>
                  <a:pt x="366143" y="90891"/>
                </a:cubicBezTo>
                <a:cubicBezTo>
                  <a:pt x="369369" y="88495"/>
                  <a:pt x="371926" y="84670"/>
                  <a:pt x="373815" y="79417"/>
                </a:cubicBezTo>
                <a:moveTo>
                  <a:pt x="332966" y="59304"/>
                </a:moveTo>
                <a:lnTo>
                  <a:pt x="373953" y="59304"/>
                </a:lnTo>
                <a:cubicBezTo>
                  <a:pt x="373400" y="53129"/>
                  <a:pt x="371834" y="48498"/>
                  <a:pt x="369253" y="45411"/>
                </a:cubicBezTo>
                <a:cubicBezTo>
                  <a:pt x="365291" y="40619"/>
                  <a:pt x="360153" y="38223"/>
                  <a:pt x="353840" y="38223"/>
                </a:cubicBezTo>
                <a:cubicBezTo>
                  <a:pt x="348126" y="38223"/>
                  <a:pt x="343322" y="40135"/>
                  <a:pt x="339429" y="43959"/>
                </a:cubicBezTo>
                <a:cubicBezTo>
                  <a:pt x="335535" y="47784"/>
                  <a:pt x="333381" y="52899"/>
                  <a:pt x="332966" y="59304"/>
                </a:cubicBezTo>
                <a:close/>
                <a:moveTo>
                  <a:pt x="489835" y="63313"/>
                </a:moveTo>
                <a:lnTo>
                  <a:pt x="489835" y="51424"/>
                </a:lnTo>
                <a:lnTo>
                  <a:pt x="532758" y="51355"/>
                </a:lnTo>
                <a:lnTo>
                  <a:pt x="532758" y="88956"/>
                </a:lnTo>
                <a:cubicBezTo>
                  <a:pt x="526169" y="94209"/>
                  <a:pt x="519372" y="98160"/>
                  <a:pt x="512368" y="100810"/>
                </a:cubicBezTo>
                <a:cubicBezTo>
                  <a:pt x="505364" y="103459"/>
                  <a:pt x="498176" y="104784"/>
                  <a:pt x="490803" y="104784"/>
                </a:cubicBezTo>
                <a:cubicBezTo>
                  <a:pt x="480850" y="104784"/>
                  <a:pt x="471807" y="102653"/>
                  <a:pt x="463674" y="98390"/>
                </a:cubicBezTo>
                <a:cubicBezTo>
                  <a:pt x="455541" y="94128"/>
                  <a:pt x="449401" y="87965"/>
                  <a:pt x="445254" y="79901"/>
                </a:cubicBezTo>
                <a:cubicBezTo>
                  <a:pt x="441107" y="71837"/>
                  <a:pt x="439033" y="62829"/>
                  <a:pt x="439033" y="52876"/>
                </a:cubicBezTo>
                <a:cubicBezTo>
                  <a:pt x="439033" y="43015"/>
                  <a:pt x="441095" y="33811"/>
                  <a:pt x="445219" y="25263"/>
                </a:cubicBezTo>
                <a:cubicBezTo>
                  <a:pt x="449343" y="16715"/>
                  <a:pt x="455276" y="10368"/>
                  <a:pt x="463017" y="6221"/>
                </a:cubicBezTo>
                <a:cubicBezTo>
                  <a:pt x="470759" y="2074"/>
                  <a:pt x="479675" y="0"/>
                  <a:pt x="489766" y="0"/>
                </a:cubicBezTo>
                <a:cubicBezTo>
                  <a:pt x="497093" y="0"/>
                  <a:pt x="503717" y="1187"/>
                  <a:pt x="509638" y="3560"/>
                </a:cubicBezTo>
                <a:cubicBezTo>
                  <a:pt x="515559" y="5933"/>
                  <a:pt x="520202" y="9239"/>
                  <a:pt x="523565" y="13478"/>
                </a:cubicBezTo>
                <a:cubicBezTo>
                  <a:pt x="526929" y="17717"/>
                  <a:pt x="529486" y="23247"/>
                  <a:pt x="531237" y="30067"/>
                </a:cubicBezTo>
                <a:lnTo>
                  <a:pt x="519142" y="33384"/>
                </a:lnTo>
                <a:cubicBezTo>
                  <a:pt x="517621" y="28223"/>
                  <a:pt x="515732" y="24168"/>
                  <a:pt x="513474" y="21219"/>
                </a:cubicBezTo>
                <a:cubicBezTo>
                  <a:pt x="511216" y="18270"/>
                  <a:pt x="507991" y="15909"/>
                  <a:pt x="503797" y="14135"/>
                </a:cubicBezTo>
                <a:cubicBezTo>
                  <a:pt x="499604" y="12361"/>
                  <a:pt x="494950" y="11474"/>
                  <a:pt x="489835" y="11474"/>
                </a:cubicBezTo>
                <a:cubicBezTo>
                  <a:pt x="483707" y="11474"/>
                  <a:pt x="478408" y="12407"/>
                  <a:pt x="473938" y="14273"/>
                </a:cubicBezTo>
                <a:cubicBezTo>
                  <a:pt x="469468" y="16139"/>
                  <a:pt x="465863" y="18593"/>
                  <a:pt x="463121" y="21634"/>
                </a:cubicBezTo>
                <a:cubicBezTo>
                  <a:pt x="460379" y="24675"/>
                  <a:pt x="458248" y="28016"/>
                  <a:pt x="456728" y="31656"/>
                </a:cubicBezTo>
                <a:cubicBezTo>
                  <a:pt x="454147" y="37923"/>
                  <a:pt x="452857" y="44720"/>
                  <a:pt x="452857" y="52046"/>
                </a:cubicBezTo>
                <a:cubicBezTo>
                  <a:pt x="452857" y="61078"/>
                  <a:pt x="454412" y="68635"/>
                  <a:pt x="457522" y="74717"/>
                </a:cubicBezTo>
                <a:cubicBezTo>
                  <a:pt x="460633" y="80800"/>
                  <a:pt x="465160" y="85315"/>
                  <a:pt x="471104" y="88265"/>
                </a:cubicBezTo>
                <a:cubicBezTo>
                  <a:pt x="477048" y="91214"/>
                  <a:pt x="483361" y="92688"/>
                  <a:pt x="490043" y="92688"/>
                </a:cubicBezTo>
                <a:cubicBezTo>
                  <a:pt x="495849" y="92688"/>
                  <a:pt x="501516" y="91571"/>
                  <a:pt x="507046" y="89336"/>
                </a:cubicBezTo>
                <a:cubicBezTo>
                  <a:pt x="512575" y="87101"/>
                  <a:pt x="516769" y="84716"/>
                  <a:pt x="519626" y="82182"/>
                </a:cubicBezTo>
                <a:lnTo>
                  <a:pt x="519626" y="63313"/>
                </a:lnTo>
                <a:lnTo>
                  <a:pt x="489835" y="63313"/>
                </a:lnTo>
                <a:close/>
                <a:moveTo>
                  <a:pt x="550072" y="103056"/>
                </a:moveTo>
                <a:lnTo>
                  <a:pt x="550072" y="29652"/>
                </a:lnTo>
                <a:lnTo>
                  <a:pt x="561269" y="29652"/>
                </a:lnTo>
                <a:lnTo>
                  <a:pt x="561269" y="40780"/>
                </a:lnTo>
                <a:cubicBezTo>
                  <a:pt x="564126" y="35573"/>
                  <a:pt x="566764" y="32140"/>
                  <a:pt x="569183" y="30481"/>
                </a:cubicBezTo>
                <a:cubicBezTo>
                  <a:pt x="571602" y="28822"/>
                  <a:pt x="574263" y="27993"/>
                  <a:pt x="577166" y="27993"/>
                </a:cubicBezTo>
                <a:cubicBezTo>
                  <a:pt x="581359" y="27993"/>
                  <a:pt x="585622" y="29329"/>
                  <a:pt x="589953" y="32002"/>
                </a:cubicBezTo>
                <a:lnTo>
                  <a:pt x="585668" y="43545"/>
                </a:lnTo>
                <a:cubicBezTo>
                  <a:pt x="582627" y="41748"/>
                  <a:pt x="579585" y="40849"/>
                  <a:pt x="576544" y="40849"/>
                </a:cubicBezTo>
                <a:cubicBezTo>
                  <a:pt x="573825" y="40849"/>
                  <a:pt x="571383" y="41667"/>
                  <a:pt x="569218" y="43303"/>
                </a:cubicBezTo>
                <a:cubicBezTo>
                  <a:pt x="567052" y="44939"/>
                  <a:pt x="565508" y="47208"/>
                  <a:pt x="564587" y="50111"/>
                </a:cubicBezTo>
                <a:cubicBezTo>
                  <a:pt x="563204" y="54535"/>
                  <a:pt x="562513" y="59373"/>
                  <a:pt x="562513" y="64626"/>
                </a:cubicBezTo>
                <a:lnTo>
                  <a:pt x="562513" y="103056"/>
                </a:lnTo>
                <a:lnTo>
                  <a:pt x="550072" y="103056"/>
                </a:lnTo>
                <a:close/>
                <a:moveTo>
                  <a:pt x="645063" y="94001"/>
                </a:moveTo>
                <a:cubicBezTo>
                  <a:pt x="640455" y="97918"/>
                  <a:pt x="636020" y="100683"/>
                  <a:pt x="631757" y="102296"/>
                </a:cubicBezTo>
                <a:cubicBezTo>
                  <a:pt x="627495" y="103908"/>
                  <a:pt x="622922" y="104715"/>
                  <a:pt x="618037" y="104715"/>
                </a:cubicBezTo>
                <a:cubicBezTo>
                  <a:pt x="609974" y="104715"/>
                  <a:pt x="603776" y="102745"/>
                  <a:pt x="599444" y="98805"/>
                </a:cubicBezTo>
                <a:cubicBezTo>
                  <a:pt x="595113" y="94865"/>
                  <a:pt x="592947" y="89831"/>
                  <a:pt x="592947" y="83703"/>
                </a:cubicBezTo>
                <a:cubicBezTo>
                  <a:pt x="592947" y="80109"/>
                  <a:pt x="593765" y="76825"/>
                  <a:pt x="595401" y="73853"/>
                </a:cubicBezTo>
                <a:cubicBezTo>
                  <a:pt x="597037" y="70881"/>
                  <a:pt x="599179" y="68497"/>
                  <a:pt x="601829" y="66700"/>
                </a:cubicBezTo>
                <a:cubicBezTo>
                  <a:pt x="604479" y="64902"/>
                  <a:pt x="607462" y="63543"/>
                  <a:pt x="610780" y="62622"/>
                </a:cubicBezTo>
                <a:cubicBezTo>
                  <a:pt x="613222" y="61976"/>
                  <a:pt x="616908" y="61354"/>
                  <a:pt x="621839" y="60755"/>
                </a:cubicBezTo>
                <a:cubicBezTo>
                  <a:pt x="631884" y="59557"/>
                  <a:pt x="639280" y="58129"/>
                  <a:pt x="644026" y="56470"/>
                </a:cubicBezTo>
                <a:cubicBezTo>
                  <a:pt x="644072" y="54765"/>
                  <a:pt x="644095" y="53682"/>
                  <a:pt x="644095" y="53221"/>
                </a:cubicBezTo>
                <a:cubicBezTo>
                  <a:pt x="644095" y="48153"/>
                  <a:pt x="642920" y="44582"/>
                  <a:pt x="640570" y="42508"/>
                </a:cubicBezTo>
                <a:cubicBezTo>
                  <a:pt x="637391" y="39697"/>
                  <a:pt x="632667" y="38292"/>
                  <a:pt x="626401" y="38292"/>
                </a:cubicBezTo>
                <a:cubicBezTo>
                  <a:pt x="620549" y="38292"/>
                  <a:pt x="616229" y="39317"/>
                  <a:pt x="613441" y="41368"/>
                </a:cubicBezTo>
                <a:cubicBezTo>
                  <a:pt x="610653" y="43418"/>
                  <a:pt x="608591" y="47047"/>
                  <a:pt x="607255" y="52254"/>
                </a:cubicBezTo>
                <a:lnTo>
                  <a:pt x="595090" y="50595"/>
                </a:lnTo>
                <a:cubicBezTo>
                  <a:pt x="596196" y="45388"/>
                  <a:pt x="598016" y="41183"/>
                  <a:pt x="600550" y="37981"/>
                </a:cubicBezTo>
                <a:cubicBezTo>
                  <a:pt x="603085" y="34778"/>
                  <a:pt x="606748" y="32313"/>
                  <a:pt x="611540" y="30585"/>
                </a:cubicBezTo>
                <a:cubicBezTo>
                  <a:pt x="616332" y="28857"/>
                  <a:pt x="621885" y="27993"/>
                  <a:pt x="628198" y="27993"/>
                </a:cubicBezTo>
                <a:cubicBezTo>
                  <a:pt x="634465" y="27993"/>
                  <a:pt x="639556" y="28730"/>
                  <a:pt x="643473" y="30205"/>
                </a:cubicBezTo>
                <a:cubicBezTo>
                  <a:pt x="647390" y="31679"/>
                  <a:pt x="650270" y="33534"/>
                  <a:pt x="652113" y="35769"/>
                </a:cubicBezTo>
                <a:cubicBezTo>
                  <a:pt x="653956" y="38004"/>
                  <a:pt x="655246" y="40826"/>
                  <a:pt x="655983" y="44236"/>
                </a:cubicBezTo>
                <a:cubicBezTo>
                  <a:pt x="656398" y="46356"/>
                  <a:pt x="656606" y="50180"/>
                  <a:pt x="656606" y="55710"/>
                </a:cubicBezTo>
                <a:lnTo>
                  <a:pt x="656606" y="72298"/>
                </a:lnTo>
                <a:cubicBezTo>
                  <a:pt x="656606" y="83864"/>
                  <a:pt x="656871" y="91179"/>
                  <a:pt x="657400" y="94243"/>
                </a:cubicBezTo>
                <a:cubicBezTo>
                  <a:pt x="657930" y="97308"/>
                  <a:pt x="658979" y="100245"/>
                  <a:pt x="660545" y="103056"/>
                </a:cubicBezTo>
                <a:lnTo>
                  <a:pt x="647551" y="103056"/>
                </a:lnTo>
                <a:cubicBezTo>
                  <a:pt x="646261" y="100476"/>
                  <a:pt x="645431" y="97457"/>
                  <a:pt x="645063" y="94001"/>
                </a:cubicBezTo>
                <a:moveTo>
                  <a:pt x="644026" y="66216"/>
                </a:moveTo>
                <a:cubicBezTo>
                  <a:pt x="639510" y="68059"/>
                  <a:pt x="632737" y="69626"/>
                  <a:pt x="623705" y="70916"/>
                </a:cubicBezTo>
                <a:cubicBezTo>
                  <a:pt x="618590" y="71653"/>
                  <a:pt x="614973" y="72482"/>
                  <a:pt x="612853" y="73404"/>
                </a:cubicBezTo>
                <a:cubicBezTo>
                  <a:pt x="610734" y="74326"/>
                  <a:pt x="609098" y="75673"/>
                  <a:pt x="607946" y="77447"/>
                </a:cubicBezTo>
                <a:cubicBezTo>
                  <a:pt x="606794" y="79222"/>
                  <a:pt x="606218" y="81191"/>
                  <a:pt x="606218" y="83357"/>
                </a:cubicBezTo>
                <a:cubicBezTo>
                  <a:pt x="606218" y="86675"/>
                  <a:pt x="607474" y="89440"/>
                  <a:pt x="609985" y="91651"/>
                </a:cubicBezTo>
                <a:cubicBezTo>
                  <a:pt x="612496" y="93863"/>
                  <a:pt x="616171" y="94969"/>
                  <a:pt x="621009" y="94969"/>
                </a:cubicBezTo>
                <a:cubicBezTo>
                  <a:pt x="625802" y="94969"/>
                  <a:pt x="630064" y="93921"/>
                  <a:pt x="633796" y="91824"/>
                </a:cubicBezTo>
                <a:cubicBezTo>
                  <a:pt x="637529" y="89728"/>
                  <a:pt x="640271" y="86859"/>
                  <a:pt x="642022" y="83219"/>
                </a:cubicBezTo>
                <a:cubicBezTo>
                  <a:pt x="643358" y="80408"/>
                  <a:pt x="644026" y="76261"/>
                  <a:pt x="644026" y="70778"/>
                </a:cubicBezTo>
                <a:lnTo>
                  <a:pt x="644026" y="66216"/>
                </a:lnTo>
                <a:close/>
                <a:moveTo>
                  <a:pt x="675401" y="131187"/>
                </a:moveTo>
                <a:lnTo>
                  <a:pt x="675401" y="29652"/>
                </a:lnTo>
                <a:lnTo>
                  <a:pt x="686737" y="29652"/>
                </a:lnTo>
                <a:lnTo>
                  <a:pt x="686737" y="39190"/>
                </a:lnTo>
                <a:cubicBezTo>
                  <a:pt x="689409" y="35458"/>
                  <a:pt x="692428" y="32659"/>
                  <a:pt x="695791" y="30792"/>
                </a:cubicBezTo>
                <a:cubicBezTo>
                  <a:pt x="699155" y="28926"/>
                  <a:pt x="703233" y="27993"/>
                  <a:pt x="708025" y="27993"/>
                </a:cubicBezTo>
                <a:cubicBezTo>
                  <a:pt x="714292" y="27993"/>
                  <a:pt x="719822" y="29606"/>
                  <a:pt x="724614" y="32831"/>
                </a:cubicBezTo>
                <a:cubicBezTo>
                  <a:pt x="729406" y="36057"/>
                  <a:pt x="733023" y="40607"/>
                  <a:pt x="735465" y="46482"/>
                </a:cubicBezTo>
                <a:cubicBezTo>
                  <a:pt x="737908" y="52357"/>
                  <a:pt x="739129" y="58797"/>
                  <a:pt x="739129" y="65801"/>
                </a:cubicBezTo>
                <a:cubicBezTo>
                  <a:pt x="739129" y="73312"/>
                  <a:pt x="737781" y="80074"/>
                  <a:pt x="735085" y="86087"/>
                </a:cubicBezTo>
                <a:cubicBezTo>
                  <a:pt x="732390" y="92101"/>
                  <a:pt x="728473" y="96709"/>
                  <a:pt x="723335" y="99911"/>
                </a:cubicBezTo>
                <a:cubicBezTo>
                  <a:pt x="718197" y="103114"/>
                  <a:pt x="712794" y="104715"/>
                  <a:pt x="707127" y="104715"/>
                </a:cubicBezTo>
                <a:cubicBezTo>
                  <a:pt x="702980" y="104715"/>
                  <a:pt x="699259" y="103839"/>
                  <a:pt x="695964" y="102088"/>
                </a:cubicBezTo>
                <a:cubicBezTo>
                  <a:pt x="692669" y="100337"/>
                  <a:pt x="689962" y="98125"/>
                  <a:pt x="687843" y="95453"/>
                </a:cubicBezTo>
                <a:lnTo>
                  <a:pt x="687843" y="131187"/>
                </a:lnTo>
                <a:lnTo>
                  <a:pt x="675401" y="131187"/>
                </a:lnTo>
                <a:moveTo>
                  <a:pt x="686668" y="66769"/>
                </a:moveTo>
                <a:cubicBezTo>
                  <a:pt x="686668" y="76215"/>
                  <a:pt x="688580" y="83196"/>
                  <a:pt x="692404" y="87712"/>
                </a:cubicBezTo>
                <a:cubicBezTo>
                  <a:pt x="696229" y="92227"/>
                  <a:pt x="700860" y="94485"/>
                  <a:pt x="706297" y="94485"/>
                </a:cubicBezTo>
                <a:cubicBezTo>
                  <a:pt x="711827" y="94485"/>
                  <a:pt x="716561" y="92147"/>
                  <a:pt x="720501" y="87470"/>
                </a:cubicBezTo>
                <a:cubicBezTo>
                  <a:pt x="724441" y="82793"/>
                  <a:pt x="726411" y="75547"/>
                  <a:pt x="726411" y="65732"/>
                </a:cubicBezTo>
                <a:cubicBezTo>
                  <a:pt x="726411" y="56378"/>
                  <a:pt x="724487" y="49374"/>
                  <a:pt x="720639" y="44720"/>
                </a:cubicBezTo>
                <a:cubicBezTo>
                  <a:pt x="716792" y="40066"/>
                  <a:pt x="712195" y="37739"/>
                  <a:pt x="706850" y="37739"/>
                </a:cubicBezTo>
                <a:cubicBezTo>
                  <a:pt x="701551" y="37739"/>
                  <a:pt x="696863" y="40216"/>
                  <a:pt x="692785" y="45169"/>
                </a:cubicBezTo>
                <a:cubicBezTo>
                  <a:pt x="688707" y="50123"/>
                  <a:pt x="686668" y="57322"/>
                  <a:pt x="686668" y="66769"/>
                </a:cubicBezTo>
                <a:close/>
                <a:moveTo>
                  <a:pt x="753638" y="103056"/>
                </a:moveTo>
                <a:lnTo>
                  <a:pt x="753638" y="1728"/>
                </a:lnTo>
                <a:lnTo>
                  <a:pt x="766080" y="1728"/>
                </a:lnTo>
                <a:lnTo>
                  <a:pt x="766080" y="38084"/>
                </a:lnTo>
                <a:cubicBezTo>
                  <a:pt x="771886" y="31357"/>
                  <a:pt x="779212" y="27993"/>
                  <a:pt x="788060" y="27993"/>
                </a:cubicBezTo>
                <a:cubicBezTo>
                  <a:pt x="793497" y="27993"/>
                  <a:pt x="798220" y="29064"/>
                  <a:pt x="802229" y="31207"/>
                </a:cubicBezTo>
                <a:cubicBezTo>
                  <a:pt x="806238" y="33350"/>
                  <a:pt x="809106" y="36310"/>
                  <a:pt x="810834" y="40089"/>
                </a:cubicBezTo>
                <a:cubicBezTo>
                  <a:pt x="812562" y="43867"/>
                  <a:pt x="813426" y="49351"/>
                  <a:pt x="813426" y="56539"/>
                </a:cubicBezTo>
                <a:lnTo>
                  <a:pt x="813426" y="103056"/>
                </a:lnTo>
                <a:lnTo>
                  <a:pt x="800985" y="103056"/>
                </a:lnTo>
                <a:lnTo>
                  <a:pt x="800985" y="56539"/>
                </a:lnTo>
                <a:cubicBezTo>
                  <a:pt x="800985" y="50318"/>
                  <a:pt x="799637" y="45791"/>
                  <a:pt x="796941" y="42957"/>
                </a:cubicBezTo>
                <a:cubicBezTo>
                  <a:pt x="794246" y="40123"/>
                  <a:pt x="790433" y="38706"/>
                  <a:pt x="785502" y="38706"/>
                </a:cubicBezTo>
                <a:cubicBezTo>
                  <a:pt x="781816" y="38706"/>
                  <a:pt x="778348" y="39663"/>
                  <a:pt x="775100" y="41575"/>
                </a:cubicBezTo>
                <a:cubicBezTo>
                  <a:pt x="771851" y="43487"/>
                  <a:pt x="769536" y="46079"/>
                  <a:pt x="768153" y="49351"/>
                </a:cubicBezTo>
                <a:cubicBezTo>
                  <a:pt x="766771" y="52622"/>
                  <a:pt x="766080" y="57138"/>
                  <a:pt x="766080" y="62898"/>
                </a:cubicBezTo>
                <a:lnTo>
                  <a:pt x="766080" y="103056"/>
                </a:lnTo>
                <a:lnTo>
                  <a:pt x="753638" y="103056"/>
                </a:lnTo>
                <a:close/>
                <a:moveTo>
                  <a:pt x="826899" y="81145"/>
                </a:moveTo>
                <a:lnTo>
                  <a:pt x="839203" y="79210"/>
                </a:lnTo>
                <a:cubicBezTo>
                  <a:pt x="839894" y="84140"/>
                  <a:pt x="841818" y="87919"/>
                  <a:pt x="844974" y="90545"/>
                </a:cubicBezTo>
                <a:cubicBezTo>
                  <a:pt x="848130" y="93172"/>
                  <a:pt x="852542" y="94485"/>
                  <a:pt x="858210" y="94485"/>
                </a:cubicBezTo>
                <a:cubicBezTo>
                  <a:pt x="863924" y="94485"/>
                  <a:pt x="868163" y="93322"/>
                  <a:pt x="870928" y="90995"/>
                </a:cubicBezTo>
                <a:cubicBezTo>
                  <a:pt x="873693" y="88668"/>
                  <a:pt x="875075" y="85938"/>
                  <a:pt x="875075" y="82804"/>
                </a:cubicBezTo>
                <a:cubicBezTo>
                  <a:pt x="875075" y="79993"/>
                  <a:pt x="873854" y="77782"/>
                  <a:pt x="871412" y="76169"/>
                </a:cubicBezTo>
                <a:cubicBezTo>
                  <a:pt x="869707" y="75063"/>
                  <a:pt x="865468" y="73657"/>
                  <a:pt x="858694" y="71953"/>
                </a:cubicBezTo>
                <a:cubicBezTo>
                  <a:pt x="849570" y="69649"/>
                  <a:pt x="843246" y="67656"/>
                  <a:pt x="839721" y="65974"/>
                </a:cubicBezTo>
                <a:cubicBezTo>
                  <a:pt x="836196" y="64292"/>
                  <a:pt x="833523" y="61965"/>
                  <a:pt x="831703" y="58993"/>
                </a:cubicBezTo>
                <a:cubicBezTo>
                  <a:pt x="829883" y="56021"/>
                  <a:pt x="828973" y="52738"/>
                  <a:pt x="828973" y="49143"/>
                </a:cubicBezTo>
                <a:cubicBezTo>
                  <a:pt x="828973" y="45872"/>
                  <a:pt x="829722" y="42842"/>
                  <a:pt x="831219" y="40054"/>
                </a:cubicBezTo>
                <a:cubicBezTo>
                  <a:pt x="832717" y="37266"/>
                  <a:pt x="834756" y="34951"/>
                  <a:pt x="837336" y="33108"/>
                </a:cubicBezTo>
                <a:cubicBezTo>
                  <a:pt x="839272" y="31679"/>
                  <a:pt x="841910" y="30470"/>
                  <a:pt x="845250" y="29479"/>
                </a:cubicBezTo>
                <a:cubicBezTo>
                  <a:pt x="848591" y="28488"/>
                  <a:pt x="852174" y="27993"/>
                  <a:pt x="855998" y="27993"/>
                </a:cubicBezTo>
                <a:cubicBezTo>
                  <a:pt x="861758" y="27993"/>
                  <a:pt x="866815" y="28822"/>
                  <a:pt x="871170" y="30481"/>
                </a:cubicBezTo>
                <a:cubicBezTo>
                  <a:pt x="875524" y="32140"/>
                  <a:pt x="878738" y="34387"/>
                  <a:pt x="880812" y="37220"/>
                </a:cubicBezTo>
                <a:cubicBezTo>
                  <a:pt x="882886" y="40054"/>
                  <a:pt x="884314" y="43844"/>
                  <a:pt x="885097" y="48590"/>
                </a:cubicBezTo>
                <a:lnTo>
                  <a:pt x="872932" y="50249"/>
                </a:lnTo>
                <a:cubicBezTo>
                  <a:pt x="872380" y="46471"/>
                  <a:pt x="870778" y="43522"/>
                  <a:pt x="868129" y="41402"/>
                </a:cubicBezTo>
                <a:cubicBezTo>
                  <a:pt x="865479" y="39282"/>
                  <a:pt x="861735" y="38223"/>
                  <a:pt x="856897" y="38223"/>
                </a:cubicBezTo>
                <a:cubicBezTo>
                  <a:pt x="851183" y="38223"/>
                  <a:pt x="847105" y="39167"/>
                  <a:pt x="844663" y="41056"/>
                </a:cubicBezTo>
                <a:cubicBezTo>
                  <a:pt x="842221" y="42946"/>
                  <a:pt x="841000" y="45158"/>
                  <a:pt x="841000" y="47692"/>
                </a:cubicBezTo>
                <a:cubicBezTo>
                  <a:pt x="841000" y="49305"/>
                  <a:pt x="841507" y="50756"/>
                  <a:pt x="842520" y="52046"/>
                </a:cubicBezTo>
                <a:cubicBezTo>
                  <a:pt x="843534" y="53383"/>
                  <a:pt x="845124" y="54489"/>
                  <a:pt x="847289" y="55364"/>
                </a:cubicBezTo>
                <a:cubicBezTo>
                  <a:pt x="848534" y="55825"/>
                  <a:pt x="852197" y="56885"/>
                  <a:pt x="858279" y="58544"/>
                </a:cubicBezTo>
                <a:cubicBezTo>
                  <a:pt x="867080" y="60894"/>
                  <a:pt x="873220" y="62817"/>
                  <a:pt x="876699" y="64315"/>
                </a:cubicBezTo>
                <a:cubicBezTo>
                  <a:pt x="880178" y="65812"/>
                  <a:pt x="882909" y="67990"/>
                  <a:pt x="884890" y="70847"/>
                </a:cubicBezTo>
                <a:cubicBezTo>
                  <a:pt x="886871" y="73704"/>
                  <a:pt x="887862" y="77252"/>
                  <a:pt x="887862" y="81491"/>
                </a:cubicBezTo>
                <a:cubicBezTo>
                  <a:pt x="887862" y="85638"/>
                  <a:pt x="886653" y="89543"/>
                  <a:pt x="884233" y="93207"/>
                </a:cubicBezTo>
                <a:cubicBezTo>
                  <a:pt x="881814" y="96870"/>
                  <a:pt x="878324" y="99704"/>
                  <a:pt x="873762" y="101708"/>
                </a:cubicBezTo>
                <a:cubicBezTo>
                  <a:pt x="869200" y="103713"/>
                  <a:pt x="864039" y="104715"/>
                  <a:pt x="858279" y="104715"/>
                </a:cubicBezTo>
                <a:cubicBezTo>
                  <a:pt x="848741" y="104715"/>
                  <a:pt x="841472" y="102733"/>
                  <a:pt x="836472" y="98771"/>
                </a:cubicBezTo>
                <a:cubicBezTo>
                  <a:pt x="831473" y="94808"/>
                  <a:pt x="828282" y="88933"/>
                  <a:pt x="826899" y="811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1D361-74E4-41D7-AC1D-EBEE4324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316" y="1197614"/>
            <a:ext cx="280508" cy="510791"/>
          </a:xfrm>
          <a:custGeom xmlns:a="http://schemas.openxmlformats.org/drawingml/2006/main">
            <a:pathLst>
              <a:path w="280508" h="510791">
                <a:moveTo>
                  <a:pt x="20679" y="0"/>
                </a:moveTo>
                <a:lnTo>
                  <a:pt x="0" y="11058"/>
                </a:lnTo>
                <a:lnTo>
                  <a:pt x="236995" y="454280"/>
                </a:lnTo>
                <a:lnTo>
                  <a:pt x="216316" y="465338"/>
                </a:lnTo>
                <a:lnTo>
                  <a:pt x="280508" y="510791"/>
                </a:lnTo>
                <a:lnTo>
                  <a:pt x="278355" y="432165"/>
                </a:lnTo>
                <a:lnTo>
                  <a:pt x="257675" y="443222"/>
                </a:lnTo>
                <a:lnTo>
                  <a:pt x="2067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80DE1-AFAF-43F1-B50A-A0B15AE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822" y="154271"/>
            <a:ext cx="1845333" cy="1222831"/>
          </a:xfrm>
          <a:custGeom xmlns:a="http://schemas.openxmlformats.org/drawingml/2006/main">
            <a:pathLst>
              <a:path w="1845333" h="1222831">
                <a:moveTo>
                  <a:pt x="0" y="0"/>
                </a:moveTo>
                <a:lnTo>
                  <a:pt x="1845333" y="0"/>
                </a:lnTo>
                <a:lnTo>
                  <a:pt x="1845333" y="1222831"/>
                </a:lnTo>
                <a:lnTo>
                  <a:pt x="0" y="12228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9E5F1-0C5B-4DB5-B079-33760A76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821" y="154271"/>
            <a:ext cx="1845333" cy="1222831"/>
          </a:xfrm>
          <a:custGeom xmlns:a="http://schemas.openxmlformats.org/drawingml/2006/main">
            <a:pathLst>
              <a:path w="1845333" h="1222831" fill="none">
                <a:moveTo>
                  <a:pt x="0" y="0"/>
                </a:moveTo>
                <a:lnTo>
                  <a:pt x="1845333" y="0"/>
                </a:lnTo>
                <a:lnTo>
                  <a:pt x="1845333" y="1222831"/>
                </a:lnTo>
                <a:lnTo>
                  <a:pt x="0" y="12228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88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AB1A2-EB2E-43FC-B71D-0B33917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912" y="880806"/>
            <a:ext cx="158610" cy="160316"/>
          </a:xfrm>
          <a:custGeom xmlns:a="http://schemas.openxmlformats.org/drawingml/2006/main">
            <a:pathLst>
              <a:path w="158610" h="160316">
                <a:moveTo>
                  <a:pt x="0" y="80158"/>
                </a:moveTo>
                <a:cubicBezTo>
                  <a:pt x="0" y="35888"/>
                  <a:pt x="35505" y="0"/>
                  <a:pt x="79305" y="0"/>
                </a:cubicBezTo>
                <a:cubicBezTo>
                  <a:pt x="123104" y="0"/>
                  <a:pt x="158610" y="35888"/>
                  <a:pt x="158610" y="80158"/>
                </a:cubicBezTo>
                <a:cubicBezTo>
                  <a:pt x="158610" y="124429"/>
                  <a:pt x="123104" y="160316"/>
                  <a:pt x="79305" y="160316"/>
                </a:cubicBezTo>
                <a:cubicBezTo>
                  <a:pt x="35505" y="160316"/>
                  <a:pt x="0" y="124429"/>
                  <a:pt x="0" y="80158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E88F1-1D59-4ACB-9EAE-1A3C833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199" y="275361"/>
            <a:ext cx="160315" cy="160315"/>
          </a:xfrm>
          <a:custGeom xmlns:a="http://schemas.openxmlformats.org/drawingml/2006/main">
            <a:pathLst>
              <a:path w="160315" h="160315">
                <a:moveTo>
                  <a:pt x="0" y="80157"/>
                </a:moveTo>
                <a:cubicBezTo>
                  <a:pt x="0" y="35888"/>
                  <a:pt x="35888" y="0"/>
                  <a:pt x="80157" y="0"/>
                </a:cubicBezTo>
                <a:cubicBezTo>
                  <a:pt x="124427" y="0"/>
                  <a:pt x="160315" y="35888"/>
                  <a:pt x="160315" y="80157"/>
                </a:cubicBezTo>
                <a:cubicBezTo>
                  <a:pt x="160315" y="124427"/>
                  <a:pt x="124427" y="160315"/>
                  <a:pt x="80157" y="160315"/>
                </a:cubicBezTo>
                <a:cubicBezTo>
                  <a:pt x="35888" y="160315"/>
                  <a:pt x="0" y="124427"/>
                  <a:pt x="0" y="80157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5B9F8-5006-4E30-9D77-64609D8B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747" y="374278"/>
            <a:ext cx="158611" cy="158611"/>
          </a:xfrm>
          <a:custGeom xmlns:a="http://schemas.openxmlformats.org/drawingml/2006/main">
            <a:pathLst>
              <a:path w="158611" h="158611">
                <a:moveTo>
                  <a:pt x="0" y="79305"/>
                </a:moveTo>
                <a:cubicBezTo>
                  <a:pt x="0" y="35506"/>
                  <a:pt x="35506" y="0"/>
                  <a:pt x="79305" y="0"/>
                </a:cubicBezTo>
                <a:cubicBezTo>
                  <a:pt x="123104" y="0"/>
                  <a:pt x="158611" y="35506"/>
                  <a:pt x="158611" y="79305"/>
                </a:cubicBezTo>
                <a:cubicBezTo>
                  <a:pt x="158611" y="123104"/>
                  <a:pt x="123104" y="158611"/>
                  <a:pt x="79305" y="158611"/>
                </a:cubicBezTo>
                <a:cubicBezTo>
                  <a:pt x="35506" y="158611"/>
                  <a:pt x="0" y="123104"/>
                  <a:pt x="0" y="79305"/>
                </a:cubicBez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DFEFB-E3D9-46AA-901A-C6D4EA1F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521" y="960964"/>
            <a:ext cx="266809" cy="10"/>
          </a:xfrm>
          <a:custGeom xmlns:a="http://schemas.openxmlformats.org/drawingml/2006/main">
            <a:pathLst>
              <a:path w="266809" h="1" fill="none">
                <a:moveTo>
                  <a:pt x="0" y="0"/>
                </a:moveTo>
                <a:lnTo>
                  <a:pt x="266809" y="1"/>
                </a:lnTo>
              </a:path>
            </a:pathLst>
          </a:custGeom>
          <a:noFill xmlns:a="http://schemas.openxmlformats.org/drawingml/2006/main"/>
          <a:ln xmlns:a="http://schemas.openxmlformats.org/drawingml/2006/main" w="23450" cap="flat">
            <a:solidFill>
              <a:srgbClr val="1F4E79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7AD21-996C-44E9-B545-B67D448C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809" y="613047"/>
            <a:ext cx="160316" cy="160315"/>
          </a:xfrm>
          <a:custGeom xmlns:a="http://schemas.openxmlformats.org/drawingml/2006/main">
            <a:pathLst>
              <a:path w="160316" h="160315">
                <a:moveTo>
                  <a:pt x="0" y="80157"/>
                </a:moveTo>
                <a:cubicBezTo>
                  <a:pt x="0" y="35888"/>
                  <a:pt x="35888" y="0"/>
                  <a:pt x="80158" y="0"/>
                </a:cubicBezTo>
                <a:cubicBezTo>
                  <a:pt x="124428" y="0"/>
                  <a:pt x="160316" y="35888"/>
                  <a:pt x="160316" y="80157"/>
                </a:cubicBezTo>
                <a:cubicBezTo>
                  <a:pt x="160316" y="124427"/>
                  <a:pt x="124428" y="160315"/>
                  <a:pt x="80158" y="160315"/>
                </a:cubicBezTo>
                <a:cubicBezTo>
                  <a:pt x="35888" y="160315"/>
                  <a:pt x="0" y="124427"/>
                  <a:pt x="0" y="80157"/>
                </a:cubicBez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A803E-FB1D-42E6-A7F9-224D4808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623" y="561881"/>
            <a:ext cx="160315" cy="158611"/>
          </a:xfrm>
          <a:custGeom xmlns:a="http://schemas.openxmlformats.org/drawingml/2006/main">
            <a:pathLst>
              <a:path w="160315" h="158611">
                <a:moveTo>
                  <a:pt x="0" y="79305"/>
                </a:moveTo>
                <a:cubicBezTo>
                  <a:pt x="0" y="35506"/>
                  <a:pt x="35888" y="0"/>
                  <a:pt x="80157" y="0"/>
                </a:cubicBezTo>
                <a:cubicBezTo>
                  <a:pt x="124427" y="0"/>
                  <a:pt x="160315" y="35506"/>
                  <a:pt x="160315" y="79305"/>
                </a:cubicBezTo>
                <a:cubicBezTo>
                  <a:pt x="160315" y="123104"/>
                  <a:pt x="124427" y="158611"/>
                  <a:pt x="80157" y="158611"/>
                </a:cubicBezTo>
                <a:cubicBezTo>
                  <a:pt x="35888" y="158611"/>
                  <a:pt x="0" y="123104"/>
                  <a:pt x="0" y="7930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C33CA-D8F6-4813-A1E0-22359AA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283" y="880806"/>
            <a:ext cx="158609" cy="160316"/>
          </a:xfrm>
          <a:custGeom xmlns:a="http://schemas.openxmlformats.org/drawingml/2006/main">
            <a:pathLst>
              <a:path w="158609" h="160316">
                <a:moveTo>
                  <a:pt x="0" y="80158"/>
                </a:moveTo>
                <a:cubicBezTo>
                  <a:pt x="0" y="35888"/>
                  <a:pt x="35505" y="0"/>
                  <a:pt x="79305" y="0"/>
                </a:cubicBezTo>
                <a:cubicBezTo>
                  <a:pt x="123104" y="0"/>
                  <a:pt x="158609" y="35888"/>
                  <a:pt x="158609" y="80158"/>
                </a:cubicBezTo>
                <a:cubicBezTo>
                  <a:pt x="158609" y="124429"/>
                  <a:pt x="123104" y="160316"/>
                  <a:pt x="79305" y="160316"/>
                </a:cubicBezTo>
                <a:cubicBezTo>
                  <a:pt x="35505" y="160316"/>
                  <a:pt x="0" y="124429"/>
                  <a:pt x="0" y="80158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C6A1B-6911-41DB-B857-91A07097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870" y="386218"/>
            <a:ext cx="272674" cy="66662"/>
          </a:xfrm>
          <a:custGeom xmlns:a="http://schemas.openxmlformats.org/drawingml/2006/main">
            <a:pathLst>
              <a:path w="272674" h="66662" fill="none">
                <a:moveTo>
                  <a:pt x="0" y="0"/>
                </a:moveTo>
                <a:lnTo>
                  <a:pt x="272674" y="66662"/>
                </a:lnTo>
              </a:path>
            </a:pathLst>
          </a:custGeom>
          <a:noFill xmlns:a="http://schemas.openxmlformats.org/drawingml/2006/main"/>
          <a:ln xmlns:a="http://schemas.openxmlformats.org/drawingml/2006/main" w="23450" cap="flat">
            <a:solidFill>
              <a:srgbClr val="1F4E79"/>
            </a:solidFill>
            <a:miter/>
          </a:ln>
        </p:spPr>
      </p:sp>
      <p:sp>
        <p:nvSpPr>
          <p:cNvPr id="109" name="Text kitchencabinet">
            <a:extLst xmlns:a="http://schemas.openxmlformats.org/drawingml/2006/main">
              <a:ext uri="{FF2B5EF4-FFF2-40B4-BE49-F238E27FC236}">
                <a16:creationId xmlns:a16="http://schemas.microsoft.com/office/drawing/2014/main" id="{6C3AE470-7FF2-40CC-A940-4B3DBB2F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428" y="222639"/>
            <a:ext cx="927625" cy="102987"/>
          </a:xfrm>
          <a:custGeom xmlns:a="http://schemas.openxmlformats.org/drawingml/2006/main">
            <a:pathLst>
              <a:path w="927625" h="102987">
                <a:moveTo>
                  <a:pt x="0" y="101328"/>
                </a:moveTo>
                <a:lnTo>
                  <a:pt x="0" y="0"/>
                </a:lnTo>
                <a:lnTo>
                  <a:pt x="12441" y="0"/>
                </a:lnTo>
                <a:lnTo>
                  <a:pt x="12441" y="57783"/>
                </a:lnTo>
                <a:lnTo>
                  <a:pt x="41886" y="27924"/>
                </a:lnTo>
                <a:lnTo>
                  <a:pt x="57991" y="27924"/>
                </a:lnTo>
                <a:lnTo>
                  <a:pt x="29928" y="55157"/>
                </a:lnTo>
                <a:lnTo>
                  <a:pt x="60824" y="101328"/>
                </a:lnTo>
                <a:lnTo>
                  <a:pt x="45480" y="101328"/>
                </a:lnTo>
                <a:lnTo>
                  <a:pt x="21219" y="63797"/>
                </a:lnTo>
                <a:lnTo>
                  <a:pt x="12441" y="72229"/>
                </a:lnTo>
                <a:lnTo>
                  <a:pt x="12441" y="101328"/>
                </a:lnTo>
                <a:lnTo>
                  <a:pt x="0" y="101328"/>
                </a:lnTo>
                <a:close/>
                <a:moveTo>
                  <a:pt x="70353" y="14308"/>
                </a:moveTo>
                <a:lnTo>
                  <a:pt x="70353" y="0"/>
                </a:lnTo>
                <a:lnTo>
                  <a:pt x="82794" y="0"/>
                </a:lnTo>
                <a:lnTo>
                  <a:pt x="82794" y="14308"/>
                </a:lnTo>
                <a:lnTo>
                  <a:pt x="70353" y="14308"/>
                </a:lnTo>
                <a:moveTo>
                  <a:pt x="70353" y="101328"/>
                </a:moveTo>
                <a:lnTo>
                  <a:pt x="70353" y="27924"/>
                </a:lnTo>
                <a:lnTo>
                  <a:pt x="82794" y="27924"/>
                </a:lnTo>
                <a:lnTo>
                  <a:pt x="82794" y="101328"/>
                </a:lnTo>
                <a:lnTo>
                  <a:pt x="70353" y="101328"/>
                </a:lnTo>
                <a:close/>
                <a:moveTo>
                  <a:pt x="128732" y="90200"/>
                </a:moveTo>
                <a:lnTo>
                  <a:pt x="130529" y="101190"/>
                </a:lnTo>
                <a:cubicBezTo>
                  <a:pt x="127027" y="101927"/>
                  <a:pt x="123893" y="102296"/>
                  <a:pt x="121128" y="102296"/>
                </a:cubicBezTo>
                <a:cubicBezTo>
                  <a:pt x="116613" y="102296"/>
                  <a:pt x="113111" y="101581"/>
                  <a:pt x="110622" y="100153"/>
                </a:cubicBezTo>
                <a:cubicBezTo>
                  <a:pt x="108134" y="98724"/>
                  <a:pt x="106383" y="96847"/>
                  <a:pt x="105369" y="94520"/>
                </a:cubicBezTo>
                <a:cubicBezTo>
                  <a:pt x="104356" y="92193"/>
                  <a:pt x="103849" y="87297"/>
                  <a:pt x="103849" y="79832"/>
                </a:cubicBezTo>
                <a:lnTo>
                  <a:pt x="103849" y="37601"/>
                </a:lnTo>
                <a:lnTo>
                  <a:pt x="94725" y="37601"/>
                </a:lnTo>
                <a:lnTo>
                  <a:pt x="94725" y="27924"/>
                </a:lnTo>
                <a:lnTo>
                  <a:pt x="103849" y="27924"/>
                </a:lnTo>
                <a:lnTo>
                  <a:pt x="103849" y="9746"/>
                </a:lnTo>
                <a:lnTo>
                  <a:pt x="116221" y="2281"/>
                </a:lnTo>
                <a:lnTo>
                  <a:pt x="116221" y="27924"/>
                </a:lnTo>
                <a:lnTo>
                  <a:pt x="128732" y="27924"/>
                </a:lnTo>
                <a:lnTo>
                  <a:pt x="128732" y="37601"/>
                </a:lnTo>
                <a:lnTo>
                  <a:pt x="116221" y="37601"/>
                </a:lnTo>
                <a:lnTo>
                  <a:pt x="116221" y="80523"/>
                </a:lnTo>
                <a:cubicBezTo>
                  <a:pt x="116221" y="84071"/>
                  <a:pt x="116440" y="86352"/>
                  <a:pt x="116878" y="87366"/>
                </a:cubicBezTo>
                <a:cubicBezTo>
                  <a:pt x="117315" y="88380"/>
                  <a:pt x="118030" y="89186"/>
                  <a:pt x="119020" y="89785"/>
                </a:cubicBezTo>
                <a:cubicBezTo>
                  <a:pt x="120011" y="90384"/>
                  <a:pt x="121428" y="90684"/>
                  <a:pt x="123271" y="90684"/>
                </a:cubicBezTo>
                <a:cubicBezTo>
                  <a:pt x="124654" y="90684"/>
                  <a:pt x="126474" y="90522"/>
                  <a:pt x="128732" y="90200"/>
                </a:cubicBezTo>
                <a:close/>
                <a:moveTo>
                  <a:pt x="188536" y="74441"/>
                </a:moveTo>
                <a:lnTo>
                  <a:pt x="200770" y="76031"/>
                </a:lnTo>
                <a:cubicBezTo>
                  <a:pt x="199434" y="84463"/>
                  <a:pt x="196013" y="91064"/>
                  <a:pt x="190506" y="95833"/>
                </a:cubicBezTo>
                <a:cubicBezTo>
                  <a:pt x="185000" y="100602"/>
                  <a:pt x="178238" y="102987"/>
                  <a:pt x="170220" y="102987"/>
                </a:cubicBezTo>
                <a:cubicBezTo>
                  <a:pt x="160175" y="102987"/>
                  <a:pt x="152099" y="99704"/>
                  <a:pt x="145994" y="93137"/>
                </a:cubicBezTo>
                <a:cubicBezTo>
                  <a:pt x="139888" y="86571"/>
                  <a:pt x="136836" y="77159"/>
                  <a:pt x="136836" y="64902"/>
                </a:cubicBezTo>
                <a:cubicBezTo>
                  <a:pt x="136836" y="56977"/>
                  <a:pt x="138149" y="50042"/>
                  <a:pt x="140775" y="44098"/>
                </a:cubicBezTo>
                <a:cubicBezTo>
                  <a:pt x="143402" y="38154"/>
                  <a:pt x="147399" y="33695"/>
                  <a:pt x="152767" y="30723"/>
                </a:cubicBezTo>
                <a:cubicBezTo>
                  <a:pt x="158136" y="27751"/>
                  <a:pt x="163976" y="26265"/>
                  <a:pt x="170289" y="26265"/>
                </a:cubicBezTo>
                <a:cubicBezTo>
                  <a:pt x="178261" y="26265"/>
                  <a:pt x="184781" y="28281"/>
                  <a:pt x="189850" y="32313"/>
                </a:cubicBezTo>
                <a:cubicBezTo>
                  <a:pt x="194918" y="36345"/>
                  <a:pt x="198167" y="42070"/>
                  <a:pt x="199595" y="49489"/>
                </a:cubicBezTo>
                <a:lnTo>
                  <a:pt x="187499" y="51355"/>
                </a:lnTo>
                <a:cubicBezTo>
                  <a:pt x="186348" y="46425"/>
                  <a:pt x="184309" y="42715"/>
                  <a:pt x="181382" y="40227"/>
                </a:cubicBezTo>
                <a:cubicBezTo>
                  <a:pt x="178456" y="37739"/>
                  <a:pt x="174920" y="36495"/>
                  <a:pt x="170773" y="36495"/>
                </a:cubicBezTo>
                <a:cubicBezTo>
                  <a:pt x="164506" y="36495"/>
                  <a:pt x="159414" y="38741"/>
                  <a:pt x="155498" y="43234"/>
                </a:cubicBezTo>
                <a:cubicBezTo>
                  <a:pt x="151581" y="47726"/>
                  <a:pt x="149622" y="54834"/>
                  <a:pt x="149622" y="64557"/>
                </a:cubicBezTo>
                <a:cubicBezTo>
                  <a:pt x="149622" y="74418"/>
                  <a:pt x="151512" y="81583"/>
                  <a:pt x="155290" y="86053"/>
                </a:cubicBezTo>
                <a:cubicBezTo>
                  <a:pt x="159069" y="90522"/>
                  <a:pt x="163999" y="92757"/>
                  <a:pt x="170082" y="92757"/>
                </a:cubicBezTo>
                <a:cubicBezTo>
                  <a:pt x="174966" y="92757"/>
                  <a:pt x="179044" y="91260"/>
                  <a:pt x="182316" y="88265"/>
                </a:cubicBezTo>
                <a:cubicBezTo>
                  <a:pt x="185587" y="85269"/>
                  <a:pt x="187661" y="80661"/>
                  <a:pt x="188536" y="74441"/>
                </a:cubicBezTo>
                <a:close/>
                <a:moveTo>
                  <a:pt x="210990" y="101328"/>
                </a:moveTo>
                <a:lnTo>
                  <a:pt x="210990" y="0"/>
                </a:lnTo>
                <a:lnTo>
                  <a:pt x="223431" y="0"/>
                </a:lnTo>
                <a:lnTo>
                  <a:pt x="223431" y="36356"/>
                </a:lnTo>
                <a:cubicBezTo>
                  <a:pt x="229237" y="29629"/>
                  <a:pt x="236563" y="26265"/>
                  <a:pt x="245411" y="26265"/>
                </a:cubicBezTo>
                <a:cubicBezTo>
                  <a:pt x="250848" y="26265"/>
                  <a:pt x="255571" y="27336"/>
                  <a:pt x="259580" y="29479"/>
                </a:cubicBezTo>
                <a:cubicBezTo>
                  <a:pt x="263589" y="31622"/>
                  <a:pt x="266457" y="34582"/>
                  <a:pt x="268185" y="38361"/>
                </a:cubicBezTo>
                <a:cubicBezTo>
                  <a:pt x="269913" y="42139"/>
                  <a:pt x="270777" y="47623"/>
                  <a:pt x="270777" y="54811"/>
                </a:cubicBezTo>
                <a:lnTo>
                  <a:pt x="270777" y="101328"/>
                </a:lnTo>
                <a:lnTo>
                  <a:pt x="258336" y="101328"/>
                </a:lnTo>
                <a:lnTo>
                  <a:pt x="258336" y="54811"/>
                </a:lnTo>
                <a:cubicBezTo>
                  <a:pt x="258336" y="48590"/>
                  <a:pt x="256988" y="44063"/>
                  <a:pt x="254292" y="41229"/>
                </a:cubicBezTo>
                <a:cubicBezTo>
                  <a:pt x="251597" y="38395"/>
                  <a:pt x="247784" y="36978"/>
                  <a:pt x="242853" y="36978"/>
                </a:cubicBezTo>
                <a:cubicBezTo>
                  <a:pt x="239167" y="36978"/>
                  <a:pt x="235699" y="37935"/>
                  <a:pt x="232451" y="39847"/>
                </a:cubicBezTo>
                <a:cubicBezTo>
                  <a:pt x="229202" y="41759"/>
                  <a:pt x="226887" y="44351"/>
                  <a:pt x="225504" y="47623"/>
                </a:cubicBezTo>
                <a:cubicBezTo>
                  <a:pt x="224122" y="50894"/>
                  <a:pt x="223431" y="55410"/>
                  <a:pt x="223431" y="61170"/>
                </a:cubicBezTo>
                <a:lnTo>
                  <a:pt x="223431" y="101328"/>
                </a:lnTo>
                <a:lnTo>
                  <a:pt x="210990" y="101328"/>
                </a:lnTo>
                <a:close/>
                <a:moveTo>
                  <a:pt x="339377" y="77689"/>
                </a:moveTo>
                <a:lnTo>
                  <a:pt x="352233" y="79279"/>
                </a:lnTo>
                <a:cubicBezTo>
                  <a:pt x="350206" y="86790"/>
                  <a:pt x="346450" y="92619"/>
                  <a:pt x="340967" y="96766"/>
                </a:cubicBezTo>
                <a:cubicBezTo>
                  <a:pt x="335483" y="100913"/>
                  <a:pt x="328479" y="102987"/>
                  <a:pt x="319955" y="102987"/>
                </a:cubicBezTo>
                <a:cubicBezTo>
                  <a:pt x="309218" y="102987"/>
                  <a:pt x="300705" y="99681"/>
                  <a:pt x="294415" y="93068"/>
                </a:cubicBezTo>
                <a:cubicBezTo>
                  <a:pt x="288126" y="86456"/>
                  <a:pt x="284981" y="77183"/>
                  <a:pt x="284981" y="65248"/>
                </a:cubicBezTo>
                <a:cubicBezTo>
                  <a:pt x="284981" y="52899"/>
                  <a:pt x="288160" y="43314"/>
                  <a:pt x="294519" y="36495"/>
                </a:cubicBezTo>
                <a:cubicBezTo>
                  <a:pt x="300878" y="29675"/>
                  <a:pt x="309126" y="26265"/>
                  <a:pt x="319264" y="26265"/>
                </a:cubicBezTo>
                <a:cubicBezTo>
                  <a:pt x="329078" y="26265"/>
                  <a:pt x="337096" y="29606"/>
                  <a:pt x="343317" y="36287"/>
                </a:cubicBezTo>
                <a:cubicBezTo>
                  <a:pt x="349538" y="42969"/>
                  <a:pt x="352648" y="52369"/>
                  <a:pt x="352648" y="64488"/>
                </a:cubicBezTo>
                <a:cubicBezTo>
                  <a:pt x="352648" y="65225"/>
                  <a:pt x="352625" y="66331"/>
                  <a:pt x="352579" y="67805"/>
                </a:cubicBezTo>
                <a:lnTo>
                  <a:pt x="297837" y="67805"/>
                </a:lnTo>
                <a:cubicBezTo>
                  <a:pt x="298298" y="75869"/>
                  <a:pt x="300579" y="82044"/>
                  <a:pt x="304680" y="86329"/>
                </a:cubicBezTo>
                <a:cubicBezTo>
                  <a:pt x="308781" y="90615"/>
                  <a:pt x="313895" y="92757"/>
                  <a:pt x="320024" y="92757"/>
                </a:cubicBezTo>
                <a:cubicBezTo>
                  <a:pt x="324586" y="92757"/>
                  <a:pt x="328479" y="91559"/>
                  <a:pt x="331705" y="89163"/>
                </a:cubicBezTo>
                <a:cubicBezTo>
                  <a:pt x="334931" y="86767"/>
                  <a:pt x="337488" y="82942"/>
                  <a:pt x="339377" y="77689"/>
                </a:cubicBezTo>
                <a:moveTo>
                  <a:pt x="298528" y="57576"/>
                </a:moveTo>
                <a:lnTo>
                  <a:pt x="339515" y="57576"/>
                </a:lnTo>
                <a:cubicBezTo>
                  <a:pt x="338962" y="51401"/>
                  <a:pt x="337396" y="46770"/>
                  <a:pt x="334815" y="43683"/>
                </a:cubicBezTo>
                <a:cubicBezTo>
                  <a:pt x="330853" y="38891"/>
                  <a:pt x="325715" y="36495"/>
                  <a:pt x="319402" y="36495"/>
                </a:cubicBezTo>
                <a:cubicBezTo>
                  <a:pt x="313688" y="36495"/>
                  <a:pt x="308884" y="38407"/>
                  <a:pt x="304991" y="42232"/>
                </a:cubicBezTo>
                <a:cubicBezTo>
                  <a:pt x="301097" y="46056"/>
                  <a:pt x="298943" y="51171"/>
                  <a:pt x="298528" y="57576"/>
                </a:cubicBezTo>
                <a:close/>
                <a:moveTo>
                  <a:pt x="367267" y="101328"/>
                </a:moveTo>
                <a:lnTo>
                  <a:pt x="367267" y="27924"/>
                </a:lnTo>
                <a:lnTo>
                  <a:pt x="378464" y="27924"/>
                </a:lnTo>
                <a:lnTo>
                  <a:pt x="378464" y="38361"/>
                </a:lnTo>
                <a:cubicBezTo>
                  <a:pt x="383855" y="30297"/>
                  <a:pt x="391642" y="26265"/>
                  <a:pt x="401826" y="26265"/>
                </a:cubicBezTo>
                <a:cubicBezTo>
                  <a:pt x="406249" y="26265"/>
                  <a:pt x="410316" y="27060"/>
                  <a:pt x="414025" y="28650"/>
                </a:cubicBezTo>
                <a:cubicBezTo>
                  <a:pt x="417735" y="30239"/>
                  <a:pt x="420511" y="32324"/>
                  <a:pt x="422354" y="34905"/>
                </a:cubicBezTo>
                <a:cubicBezTo>
                  <a:pt x="424197" y="37485"/>
                  <a:pt x="425487" y="40550"/>
                  <a:pt x="426225" y="44098"/>
                </a:cubicBezTo>
                <a:cubicBezTo>
                  <a:pt x="426686" y="46402"/>
                  <a:pt x="426916" y="50434"/>
                  <a:pt x="426916" y="56193"/>
                </a:cubicBezTo>
                <a:lnTo>
                  <a:pt x="426916" y="101328"/>
                </a:lnTo>
                <a:lnTo>
                  <a:pt x="414475" y="101328"/>
                </a:lnTo>
                <a:lnTo>
                  <a:pt x="414475" y="56677"/>
                </a:lnTo>
                <a:cubicBezTo>
                  <a:pt x="414475" y="51609"/>
                  <a:pt x="413991" y="47819"/>
                  <a:pt x="413023" y="45307"/>
                </a:cubicBezTo>
                <a:cubicBezTo>
                  <a:pt x="412055" y="42796"/>
                  <a:pt x="410339" y="40792"/>
                  <a:pt x="407874" y="39294"/>
                </a:cubicBezTo>
                <a:cubicBezTo>
                  <a:pt x="405408" y="37796"/>
                  <a:pt x="402517" y="37048"/>
                  <a:pt x="399199" y="37048"/>
                </a:cubicBezTo>
                <a:cubicBezTo>
                  <a:pt x="393900" y="37048"/>
                  <a:pt x="389327" y="38729"/>
                  <a:pt x="385479" y="42093"/>
                </a:cubicBezTo>
                <a:cubicBezTo>
                  <a:pt x="381632" y="45457"/>
                  <a:pt x="379708" y="51839"/>
                  <a:pt x="379708" y="61239"/>
                </a:cubicBezTo>
                <a:lnTo>
                  <a:pt x="379708" y="101328"/>
                </a:lnTo>
                <a:lnTo>
                  <a:pt x="367267" y="101328"/>
                </a:lnTo>
                <a:close/>
                <a:moveTo>
                  <a:pt x="532373" y="74441"/>
                </a:moveTo>
                <a:lnTo>
                  <a:pt x="544607" y="76031"/>
                </a:lnTo>
                <a:cubicBezTo>
                  <a:pt x="543271" y="84463"/>
                  <a:pt x="539850" y="91064"/>
                  <a:pt x="534343" y="95833"/>
                </a:cubicBezTo>
                <a:cubicBezTo>
                  <a:pt x="528837" y="100602"/>
                  <a:pt x="522075" y="102987"/>
                  <a:pt x="514057" y="102987"/>
                </a:cubicBezTo>
                <a:cubicBezTo>
                  <a:pt x="504012" y="102987"/>
                  <a:pt x="495936" y="99704"/>
                  <a:pt x="489831" y="93137"/>
                </a:cubicBezTo>
                <a:cubicBezTo>
                  <a:pt x="483725" y="86571"/>
                  <a:pt x="480672" y="77159"/>
                  <a:pt x="480672" y="64902"/>
                </a:cubicBezTo>
                <a:cubicBezTo>
                  <a:pt x="480672" y="56977"/>
                  <a:pt x="481986" y="50042"/>
                  <a:pt x="484612" y="44098"/>
                </a:cubicBezTo>
                <a:cubicBezTo>
                  <a:pt x="487239" y="38154"/>
                  <a:pt x="491236" y="33695"/>
                  <a:pt x="496604" y="30723"/>
                </a:cubicBezTo>
                <a:cubicBezTo>
                  <a:pt x="501973" y="27751"/>
                  <a:pt x="507813" y="26265"/>
                  <a:pt x="514126" y="26265"/>
                </a:cubicBezTo>
                <a:cubicBezTo>
                  <a:pt x="522098" y="26265"/>
                  <a:pt x="528618" y="28281"/>
                  <a:pt x="533687" y="32313"/>
                </a:cubicBezTo>
                <a:cubicBezTo>
                  <a:pt x="538755" y="36345"/>
                  <a:pt x="542004" y="42070"/>
                  <a:pt x="543432" y="49489"/>
                </a:cubicBezTo>
                <a:lnTo>
                  <a:pt x="531336" y="51355"/>
                </a:lnTo>
                <a:cubicBezTo>
                  <a:pt x="530184" y="46425"/>
                  <a:pt x="528145" y="42715"/>
                  <a:pt x="525219" y="40227"/>
                </a:cubicBezTo>
                <a:cubicBezTo>
                  <a:pt x="522293" y="37739"/>
                  <a:pt x="518757" y="36495"/>
                  <a:pt x="514610" y="36495"/>
                </a:cubicBezTo>
                <a:cubicBezTo>
                  <a:pt x="508343" y="36495"/>
                  <a:pt x="503251" y="38741"/>
                  <a:pt x="499335" y="43234"/>
                </a:cubicBezTo>
                <a:cubicBezTo>
                  <a:pt x="495418" y="47726"/>
                  <a:pt x="493459" y="54834"/>
                  <a:pt x="493459" y="64557"/>
                </a:cubicBezTo>
                <a:cubicBezTo>
                  <a:pt x="493459" y="74418"/>
                  <a:pt x="495349" y="81583"/>
                  <a:pt x="499127" y="86053"/>
                </a:cubicBezTo>
                <a:cubicBezTo>
                  <a:pt x="502906" y="90522"/>
                  <a:pt x="507836" y="92757"/>
                  <a:pt x="513919" y="92757"/>
                </a:cubicBezTo>
                <a:cubicBezTo>
                  <a:pt x="518803" y="92757"/>
                  <a:pt x="522881" y="91260"/>
                  <a:pt x="526153" y="88265"/>
                </a:cubicBezTo>
                <a:cubicBezTo>
                  <a:pt x="529424" y="85269"/>
                  <a:pt x="531498" y="80661"/>
                  <a:pt x="532373" y="74441"/>
                </a:cubicBezTo>
                <a:close/>
                <a:moveTo>
                  <a:pt x="602726" y="92273"/>
                </a:moveTo>
                <a:cubicBezTo>
                  <a:pt x="598118" y="96190"/>
                  <a:pt x="593683" y="98955"/>
                  <a:pt x="589421" y="100568"/>
                </a:cubicBezTo>
                <a:cubicBezTo>
                  <a:pt x="585159" y="102180"/>
                  <a:pt x="580585" y="102987"/>
                  <a:pt x="575701" y="102987"/>
                </a:cubicBezTo>
                <a:cubicBezTo>
                  <a:pt x="567637" y="102987"/>
                  <a:pt x="561439" y="101017"/>
                  <a:pt x="557108" y="97077"/>
                </a:cubicBezTo>
                <a:cubicBezTo>
                  <a:pt x="552777" y="93137"/>
                  <a:pt x="550611" y="88103"/>
                  <a:pt x="550611" y="81975"/>
                </a:cubicBezTo>
                <a:cubicBezTo>
                  <a:pt x="550611" y="78381"/>
                  <a:pt x="551429" y="75097"/>
                  <a:pt x="553065" y="72125"/>
                </a:cubicBezTo>
                <a:cubicBezTo>
                  <a:pt x="554700" y="69153"/>
                  <a:pt x="556843" y="66769"/>
                  <a:pt x="559493" y="64972"/>
                </a:cubicBezTo>
                <a:cubicBezTo>
                  <a:pt x="562142" y="63174"/>
                  <a:pt x="565126" y="61815"/>
                  <a:pt x="568443" y="60894"/>
                </a:cubicBezTo>
                <a:cubicBezTo>
                  <a:pt x="570886" y="60248"/>
                  <a:pt x="574572" y="59626"/>
                  <a:pt x="579502" y="59027"/>
                </a:cubicBezTo>
                <a:cubicBezTo>
                  <a:pt x="589548" y="57829"/>
                  <a:pt x="596943" y="56401"/>
                  <a:pt x="601690" y="54742"/>
                </a:cubicBezTo>
                <a:cubicBezTo>
                  <a:pt x="601736" y="53037"/>
                  <a:pt x="601759" y="51954"/>
                  <a:pt x="601759" y="51493"/>
                </a:cubicBezTo>
                <a:cubicBezTo>
                  <a:pt x="601759" y="46425"/>
                  <a:pt x="600584" y="42854"/>
                  <a:pt x="598234" y="40780"/>
                </a:cubicBezTo>
                <a:cubicBezTo>
                  <a:pt x="595054" y="37969"/>
                  <a:pt x="590331" y="36564"/>
                  <a:pt x="584064" y="36564"/>
                </a:cubicBezTo>
                <a:cubicBezTo>
                  <a:pt x="578212" y="36564"/>
                  <a:pt x="573892" y="37589"/>
                  <a:pt x="571105" y="39640"/>
                </a:cubicBezTo>
                <a:cubicBezTo>
                  <a:pt x="568317" y="41690"/>
                  <a:pt x="566255" y="45319"/>
                  <a:pt x="564918" y="50526"/>
                </a:cubicBezTo>
                <a:lnTo>
                  <a:pt x="552754" y="48867"/>
                </a:lnTo>
                <a:cubicBezTo>
                  <a:pt x="553859" y="43660"/>
                  <a:pt x="555680" y="39455"/>
                  <a:pt x="558214" y="36253"/>
                </a:cubicBezTo>
                <a:cubicBezTo>
                  <a:pt x="560748" y="33050"/>
                  <a:pt x="564412" y="30585"/>
                  <a:pt x="569204" y="28857"/>
                </a:cubicBezTo>
                <a:cubicBezTo>
                  <a:pt x="573996" y="27129"/>
                  <a:pt x="579549" y="26265"/>
                  <a:pt x="585861" y="26265"/>
                </a:cubicBezTo>
                <a:cubicBezTo>
                  <a:pt x="592128" y="26265"/>
                  <a:pt x="597220" y="27002"/>
                  <a:pt x="601137" y="28477"/>
                </a:cubicBezTo>
                <a:cubicBezTo>
                  <a:pt x="605053" y="29951"/>
                  <a:pt x="607933" y="31806"/>
                  <a:pt x="609776" y="34041"/>
                </a:cubicBezTo>
                <a:cubicBezTo>
                  <a:pt x="611620" y="36276"/>
                  <a:pt x="612910" y="39098"/>
                  <a:pt x="613647" y="42508"/>
                </a:cubicBezTo>
                <a:cubicBezTo>
                  <a:pt x="614062" y="44628"/>
                  <a:pt x="614269" y="48452"/>
                  <a:pt x="614269" y="53982"/>
                </a:cubicBezTo>
                <a:lnTo>
                  <a:pt x="614269" y="70570"/>
                </a:lnTo>
                <a:cubicBezTo>
                  <a:pt x="614269" y="82136"/>
                  <a:pt x="614534" y="89451"/>
                  <a:pt x="615064" y="92515"/>
                </a:cubicBezTo>
                <a:cubicBezTo>
                  <a:pt x="615594" y="95580"/>
                  <a:pt x="616642" y="98517"/>
                  <a:pt x="618209" y="101328"/>
                </a:cubicBezTo>
                <a:lnTo>
                  <a:pt x="605215" y="101328"/>
                </a:lnTo>
                <a:cubicBezTo>
                  <a:pt x="603924" y="98748"/>
                  <a:pt x="603095" y="95729"/>
                  <a:pt x="602726" y="92273"/>
                </a:cubicBezTo>
                <a:moveTo>
                  <a:pt x="601690" y="64488"/>
                </a:moveTo>
                <a:cubicBezTo>
                  <a:pt x="597174" y="66331"/>
                  <a:pt x="590400" y="67898"/>
                  <a:pt x="581369" y="69188"/>
                </a:cubicBezTo>
                <a:cubicBezTo>
                  <a:pt x="576254" y="69925"/>
                  <a:pt x="572637" y="70754"/>
                  <a:pt x="570517" y="71676"/>
                </a:cubicBezTo>
                <a:cubicBezTo>
                  <a:pt x="568397" y="72598"/>
                  <a:pt x="566762" y="73945"/>
                  <a:pt x="565610" y="75720"/>
                </a:cubicBezTo>
                <a:cubicBezTo>
                  <a:pt x="564458" y="77494"/>
                  <a:pt x="563882" y="79463"/>
                  <a:pt x="563882" y="81629"/>
                </a:cubicBezTo>
                <a:cubicBezTo>
                  <a:pt x="563882" y="84947"/>
                  <a:pt x="565137" y="87712"/>
                  <a:pt x="567649" y="89923"/>
                </a:cubicBezTo>
                <a:cubicBezTo>
                  <a:pt x="570160" y="92135"/>
                  <a:pt x="573835" y="93241"/>
                  <a:pt x="578673" y="93241"/>
                </a:cubicBezTo>
                <a:cubicBezTo>
                  <a:pt x="583465" y="93241"/>
                  <a:pt x="587728" y="92193"/>
                  <a:pt x="591460" y="90096"/>
                </a:cubicBezTo>
                <a:cubicBezTo>
                  <a:pt x="595192" y="88000"/>
                  <a:pt x="597934" y="85131"/>
                  <a:pt x="599685" y="81491"/>
                </a:cubicBezTo>
                <a:cubicBezTo>
                  <a:pt x="601021" y="78680"/>
                  <a:pt x="601690" y="74533"/>
                  <a:pt x="601690" y="69050"/>
                </a:cubicBezTo>
                <a:lnTo>
                  <a:pt x="601690" y="64488"/>
                </a:lnTo>
                <a:close/>
                <a:moveTo>
                  <a:pt x="644439" y="101328"/>
                </a:moveTo>
                <a:lnTo>
                  <a:pt x="632896" y="101328"/>
                </a:lnTo>
                <a:lnTo>
                  <a:pt x="632896" y="0"/>
                </a:lnTo>
                <a:lnTo>
                  <a:pt x="645338" y="0"/>
                </a:lnTo>
                <a:lnTo>
                  <a:pt x="645338" y="36149"/>
                </a:lnTo>
                <a:cubicBezTo>
                  <a:pt x="650591" y="29560"/>
                  <a:pt x="657295" y="26265"/>
                  <a:pt x="665451" y="26265"/>
                </a:cubicBezTo>
                <a:cubicBezTo>
                  <a:pt x="669967" y="26265"/>
                  <a:pt x="674241" y="27175"/>
                  <a:pt x="678273" y="28995"/>
                </a:cubicBezTo>
                <a:cubicBezTo>
                  <a:pt x="682305" y="30815"/>
                  <a:pt x="685622" y="33373"/>
                  <a:pt x="688226" y="36667"/>
                </a:cubicBezTo>
                <a:cubicBezTo>
                  <a:pt x="690829" y="39962"/>
                  <a:pt x="692868" y="43936"/>
                  <a:pt x="694343" y="48590"/>
                </a:cubicBezTo>
                <a:cubicBezTo>
                  <a:pt x="695817" y="53244"/>
                  <a:pt x="696555" y="58221"/>
                  <a:pt x="696555" y="63520"/>
                </a:cubicBezTo>
                <a:cubicBezTo>
                  <a:pt x="696555" y="76100"/>
                  <a:pt x="693444" y="85822"/>
                  <a:pt x="687224" y="92688"/>
                </a:cubicBezTo>
                <a:cubicBezTo>
                  <a:pt x="681003" y="99554"/>
                  <a:pt x="673538" y="102987"/>
                  <a:pt x="664829" y="102987"/>
                </a:cubicBezTo>
                <a:cubicBezTo>
                  <a:pt x="656166" y="102987"/>
                  <a:pt x="649370" y="99370"/>
                  <a:pt x="644439" y="92135"/>
                </a:cubicBezTo>
                <a:lnTo>
                  <a:pt x="644439" y="101328"/>
                </a:lnTo>
                <a:moveTo>
                  <a:pt x="644301" y="64073"/>
                </a:moveTo>
                <a:cubicBezTo>
                  <a:pt x="644301" y="72874"/>
                  <a:pt x="645499" y="79233"/>
                  <a:pt x="647895" y="83150"/>
                </a:cubicBezTo>
                <a:cubicBezTo>
                  <a:pt x="651812" y="89555"/>
                  <a:pt x="657111" y="92757"/>
                  <a:pt x="663792" y="92757"/>
                </a:cubicBezTo>
                <a:cubicBezTo>
                  <a:pt x="669230" y="92757"/>
                  <a:pt x="673930" y="90396"/>
                  <a:pt x="677893" y="85673"/>
                </a:cubicBezTo>
                <a:cubicBezTo>
                  <a:pt x="681855" y="80949"/>
                  <a:pt x="683837" y="73911"/>
                  <a:pt x="683837" y="64557"/>
                </a:cubicBezTo>
                <a:cubicBezTo>
                  <a:pt x="683837" y="54972"/>
                  <a:pt x="681936" y="47899"/>
                  <a:pt x="678134" y="43337"/>
                </a:cubicBezTo>
                <a:cubicBezTo>
                  <a:pt x="674333" y="38776"/>
                  <a:pt x="669737" y="36495"/>
                  <a:pt x="664345" y="36495"/>
                </a:cubicBezTo>
                <a:cubicBezTo>
                  <a:pt x="658908" y="36495"/>
                  <a:pt x="654208" y="38856"/>
                  <a:pt x="650245" y="43579"/>
                </a:cubicBezTo>
                <a:cubicBezTo>
                  <a:pt x="646282" y="48302"/>
                  <a:pt x="644301" y="55134"/>
                  <a:pt x="644301" y="64073"/>
                </a:cubicBezTo>
                <a:close/>
                <a:moveTo>
                  <a:pt x="711173" y="14308"/>
                </a:moveTo>
                <a:lnTo>
                  <a:pt x="711173" y="0"/>
                </a:lnTo>
                <a:lnTo>
                  <a:pt x="723614" y="0"/>
                </a:lnTo>
                <a:lnTo>
                  <a:pt x="723614" y="14308"/>
                </a:lnTo>
                <a:lnTo>
                  <a:pt x="711173" y="14308"/>
                </a:lnTo>
                <a:moveTo>
                  <a:pt x="711173" y="101328"/>
                </a:moveTo>
                <a:lnTo>
                  <a:pt x="711173" y="27924"/>
                </a:lnTo>
                <a:lnTo>
                  <a:pt x="723614" y="27924"/>
                </a:lnTo>
                <a:lnTo>
                  <a:pt x="723614" y="101328"/>
                </a:lnTo>
                <a:lnTo>
                  <a:pt x="711173" y="101328"/>
                </a:lnTo>
                <a:close/>
                <a:moveTo>
                  <a:pt x="742387" y="101328"/>
                </a:moveTo>
                <a:lnTo>
                  <a:pt x="742387" y="27924"/>
                </a:lnTo>
                <a:lnTo>
                  <a:pt x="753584" y="27924"/>
                </a:lnTo>
                <a:lnTo>
                  <a:pt x="753584" y="38361"/>
                </a:lnTo>
                <a:cubicBezTo>
                  <a:pt x="758976" y="30297"/>
                  <a:pt x="766763" y="26265"/>
                  <a:pt x="776946" y="26265"/>
                </a:cubicBezTo>
                <a:cubicBezTo>
                  <a:pt x="781370" y="26265"/>
                  <a:pt x="785437" y="27060"/>
                  <a:pt x="789146" y="28650"/>
                </a:cubicBezTo>
                <a:cubicBezTo>
                  <a:pt x="792855" y="30239"/>
                  <a:pt x="795632" y="32324"/>
                  <a:pt x="797475" y="34905"/>
                </a:cubicBezTo>
                <a:cubicBezTo>
                  <a:pt x="799318" y="37485"/>
                  <a:pt x="800608" y="40550"/>
                  <a:pt x="801345" y="44098"/>
                </a:cubicBezTo>
                <a:cubicBezTo>
                  <a:pt x="801806" y="46402"/>
                  <a:pt x="802037" y="50434"/>
                  <a:pt x="802037" y="56193"/>
                </a:cubicBezTo>
                <a:lnTo>
                  <a:pt x="802037" y="101328"/>
                </a:lnTo>
                <a:lnTo>
                  <a:pt x="789595" y="101328"/>
                </a:lnTo>
                <a:lnTo>
                  <a:pt x="789595" y="56677"/>
                </a:lnTo>
                <a:cubicBezTo>
                  <a:pt x="789595" y="51609"/>
                  <a:pt x="789111" y="47819"/>
                  <a:pt x="788144" y="45307"/>
                </a:cubicBezTo>
                <a:cubicBezTo>
                  <a:pt x="787176" y="42796"/>
                  <a:pt x="785460" y="40792"/>
                  <a:pt x="782994" y="39294"/>
                </a:cubicBezTo>
                <a:cubicBezTo>
                  <a:pt x="780529" y="37796"/>
                  <a:pt x="777638" y="37048"/>
                  <a:pt x="774320" y="37048"/>
                </a:cubicBezTo>
                <a:cubicBezTo>
                  <a:pt x="769021" y="37048"/>
                  <a:pt x="764447" y="38729"/>
                  <a:pt x="760600" y="42093"/>
                </a:cubicBezTo>
                <a:cubicBezTo>
                  <a:pt x="756752" y="45457"/>
                  <a:pt x="754828" y="51839"/>
                  <a:pt x="754828" y="61239"/>
                </a:cubicBezTo>
                <a:lnTo>
                  <a:pt x="754828" y="101328"/>
                </a:lnTo>
                <a:lnTo>
                  <a:pt x="742387" y="101328"/>
                </a:lnTo>
                <a:close/>
                <a:moveTo>
                  <a:pt x="870775" y="77689"/>
                </a:moveTo>
                <a:lnTo>
                  <a:pt x="883631" y="79279"/>
                </a:lnTo>
                <a:cubicBezTo>
                  <a:pt x="881604" y="86790"/>
                  <a:pt x="877848" y="92619"/>
                  <a:pt x="872365" y="96766"/>
                </a:cubicBezTo>
                <a:cubicBezTo>
                  <a:pt x="866881" y="100913"/>
                  <a:pt x="859877" y="102987"/>
                  <a:pt x="851353" y="102987"/>
                </a:cubicBezTo>
                <a:cubicBezTo>
                  <a:pt x="840616" y="102987"/>
                  <a:pt x="832103" y="99681"/>
                  <a:pt x="825813" y="93068"/>
                </a:cubicBezTo>
                <a:cubicBezTo>
                  <a:pt x="819524" y="86456"/>
                  <a:pt x="816379" y="77183"/>
                  <a:pt x="816379" y="65248"/>
                </a:cubicBezTo>
                <a:cubicBezTo>
                  <a:pt x="816379" y="52899"/>
                  <a:pt x="819558" y="43314"/>
                  <a:pt x="825917" y="36495"/>
                </a:cubicBezTo>
                <a:cubicBezTo>
                  <a:pt x="832276" y="29675"/>
                  <a:pt x="840524" y="26265"/>
                  <a:pt x="850661" y="26265"/>
                </a:cubicBezTo>
                <a:cubicBezTo>
                  <a:pt x="860476" y="26265"/>
                  <a:pt x="868494" y="29606"/>
                  <a:pt x="874715" y="36287"/>
                </a:cubicBezTo>
                <a:cubicBezTo>
                  <a:pt x="880935" y="42969"/>
                  <a:pt x="884046" y="52369"/>
                  <a:pt x="884046" y="64488"/>
                </a:cubicBezTo>
                <a:cubicBezTo>
                  <a:pt x="884046" y="65225"/>
                  <a:pt x="884023" y="66331"/>
                  <a:pt x="883977" y="67805"/>
                </a:cubicBezTo>
                <a:lnTo>
                  <a:pt x="829235" y="67805"/>
                </a:lnTo>
                <a:cubicBezTo>
                  <a:pt x="829695" y="75869"/>
                  <a:pt x="831976" y="82044"/>
                  <a:pt x="836077" y="86329"/>
                </a:cubicBezTo>
                <a:cubicBezTo>
                  <a:pt x="840178" y="90615"/>
                  <a:pt x="845293" y="92757"/>
                  <a:pt x="851422" y="92757"/>
                </a:cubicBezTo>
                <a:cubicBezTo>
                  <a:pt x="855984" y="92757"/>
                  <a:pt x="859877" y="91559"/>
                  <a:pt x="863103" y="89163"/>
                </a:cubicBezTo>
                <a:cubicBezTo>
                  <a:pt x="866328" y="86767"/>
                  <a:pt x="868886" y="82942"/>
                  <a:pt x="870775" y="77689"/>
                </a:cubicBezTo>
                <a:moveTo>
                  <a:pt x="829926" y="57576"/>
                </a:moveTo>
                <a:lnTo>
                  <a:pt x="870913" y="57576"/>
                </a:lnTo>
                <a:cubicBezTo>
                  <a:pt x="870360" y="51401"/>
                  <a:pt x="868794" y="46770"/>
                  <a:pt x="866213" y="43683"/>
                </a:cubicBezTo>
                <a:cubicBezTo>
                  <a:pt x="862250" y="38891"/>
                  <a:pt x="857113" y="36495"/>
                  <a:pt x="850800" y="36495"/>
                </a:cubicBezTo>
                <a:cubicBezTo>
                  <a:pt x="845086" y="36495"/>
                  <a:pt x="840282" y="38407"/>
                  <a:pt x="836388" y="42232"/>
                </a:cubicBezTo>
                <a:cubicBezTo>
                  <a:pt x="832495" y="46056"/>
                  <a:pt x="830341" y="51171"/>
                  <a:pt x="829926" y="57576"/>
                </a:cubicBezTo>
                <a:close/>
                <a:moveTo>
                  <a:pt x="925828" y="90200"/>
                </a:moveTo>
                <a:lnTo>
                  <a:pt x="927625" y="101190"/>
                </a:lnTo>
                <a:cubicBezTo>
                  <a:pt x="924123" y="101927"/>
                  <a:pt x="920989" y="102296"/>
                  <a:pt x="918225" y="102296"/>
                </a:cubicBezTo>
                <a:cubicBezTo>
                  <a:pt x="913709" y="102296"/>
                  <a:pt x="910207" y="101581"/>
                  <a:pt x="907719" y="100153"/>
                </a:cubicBezTo>
                <a:cubicBezTo>
                  <a:pt x="905230" y="98724"/>
                  <a:pt x="903479" y="96847"/>
                  <a:pt x="902466" y="94520"/>
                </a:cubicBezTo>
                <a:cubicBezTo>
                  <a:pt x="901452" y="92193"/>
                  <a:pt x="900945" y="87297"/>
                  <a:pt x="900945" y="79832"/>
                </a:cubicBezTo>
                <a:lnTo>
                  <a:pt x="900945" y="37601"/>
                </a:lnTo>
                <a:lnTo>
                  <a:pt x="891821" y="37601"/>
                </a:lnTo>
                <a:lnTo>
                  <a:pt x="891821" y="27924"/>
                </a:lnTo>
                <a:lnTo>
                  <a:pt x="900945" y="27924"/>
                </a:lnTo>
                <a:lnTo>
                  <a:pt x="900945" y="9746"/>
                </a:lnTo>
                <a:lnTo>
                  <a:pt x="913317" y="2281"/>
                </a:lnTo>
                <a:lnTo>
                  <a:pt x="913317" y="27924"/>
                </a:lnTo>
                <a:lnTo>
                  <a:pt x="925828" y="27924"/>
                </a:lnTo>
                <a:lnTo>
                  <a:pt x="925828" y="37601"/>
                </a:lnTo>
                <a:lnTo>
                  <a:pt x="913317" y="37601"/>
                </a:lnTo>
                <a:lnTo>
                  <a:pt x="913317" y="80523"/>
                </a:lnTo>
                <a:cubicBezTo>
                  <a:pt x="913317" y="84071"/>
                  <a:pt x="913536" y="86352"/>
                  <a:pt x="913974" y="87366"/>
                </a:cubicBezTo>
                <a:cubicBezTo>
                  <a:pt x="914412" y="88380"/>
                  <a:pt x="915126" y="89186"/>
                  <a:pt x="916117" y="89785"/>
                </a:cubicBezTo>
                <a:cubicBezTo>
                  <a:pt x="917107" y="90384"/>
                  <a:pt x="918524" y="90684"/>
                  <a:pt x="920367" y="90684"/>
                </a:cubicBezTo>
                <a:cubicBezTo>
                  <a:pt x="921750" y="90684"/>
                  <a:pt x="923570" y="90522"/>
                  <a:pt x="925828" y="902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(closed)">
            <a:extLst xmlns:a="http://schemas.openxmlformats.org/drawingml/2006/main">
              <a:ext uri="{FF2B5EF4-FFF2-40B4-BE49-F238E27FC236}">
                <a16:creationId xmlns:a16="http://schemas.microsoft.com/office/drawing/2014/main" id="{5898DD85-7EDF-47E8-8183-A4298771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469" y="389754"/>
            <a:ext cx="487010" cy="132846"/>
          </a:xfrm>
          <a:custGeom xmlns:a="http://schemas.openxmlformats.org/drawingml/2006/main">
            <a:pathLst>
              <a:path w="487010" h="132846">
                <a:moveTo>
                  <a:pt x="24537" y="132846"/>
                </a:moveTo>
                <a:cubicBezTo>
                  <a:pt x="17671" y="124183"/>
                  <a:pt x="11865" y="114046"/>
                  <a:pt x="7119" y="102434"/>
                </a:cubicBezTo>
                <a:cubicBezTo>
                  <a:pt x="2373" y="90822"/>
                  <a:pt x="0" y="78795"/>
                  <a:pt x="0" y="66354"/>
                </a:cubicBezTo>
                <a:cubicBezTo>
                  <a:pt x="0" y="55387"/>
                  <a:pt x="1774" y="44881"/>
                  <a:pt x="5322" y="34836"/>
                </a:cubicBezTo>
                <a:cubicBezTo>
                  <a:pt x="9469" y="23178"/>
                  <a:pt x="15874" y="11566"/>
                  <a:pt x="24537" y="0"/>
                </a:cubicBezTo>
                <a:lnTo>
                  <a:pt x="33453" y="0"/>
                </a:lnTo>
                <a:cubicBezTo>
                  <a:pt x="27878" y="9584"/>
                  <a:pt x="24192" y="16427"/>
                  <a:pt x="22394" y="20528"/>
                </a:cubicBezTo>
                <a:cubicBezTo>
                  <a:pt x="19584" y="26887"/>
                  <a:pt x="17372" y="33523"/>
                  <a:pt x="15759" y="40434"/>
                </a:cubicBezTo>
                <a:cubicBezTo>
                  <a:pt x="13778" y="49051"/>
                  <a:pt x="12787" y="57714"/>
                  <a:pt x="12787" y="66423"/>
                </a:cubicBezTo>
                <a:cubicBezTo>
                  <a:pt x="12787" y="88587"/>
                  <a:pt x="19676" y="110728"/>
                  <a:pt x="33453" y="132846"/>
                </a:cubicBezTo>
                <a:lnTo>
                  <a:pt x="24537" y="132846"/>
                </a:lnTo>
                <a:close/>
                <a:moveTo>
                  <a:pt x="95557" y="76169"/>
                </a:moveTo>
                <a:lnTo>
                  <a:pt x="107791" y="77759"/>
                </a:lnTo>
                <a:cubicBezTo>
                  <a:pt x="106455" y="86191"/>
                  <a:pt x="103033" y="92792"/>
                  <a:pt x="97527" y="97561"/>
                </a:cubicBezTo>
                <a:cubicBezTo>
                  <a:pt x="92020" y="102330"/>
                  <a:pt x="85258" y="104715"/>
                  <a:pt x="77240" y="104715"/>
                </a:cubicBezTo>
                <a:cubicBezTo>
                  <a:pt x="67195" y="104715"/>
                  <a:pt x="59120" y="101432"/>
                  <a:pt x="53014" y="94865"/>
                </a:cubicBezTo>
                <a:cubicBezTo>
                  <a:pt x="46909" y="88299"/>
                  <a:pt x="43856" y="78887"/>
                  <a:pt x="43856" y="66630"/>
                </a:cubicBezTo>
                <a:cubicBezTo>
                  <a:pt x="43856" y="58705"/>
                  <a:pt x="45169" y="51770"/>
                  <a:pt x="47796" y="45826"/>
                </a:cubicBezTo>
                <a:cubicBezTo>
                  <a:pt x="50422" y="39881"/>
                  <a:pt x="54420" y="35423"/>
                  <a:pt x="59788" y="32451"/>
                </a:cubicBezTo>
                <a:cubicBezTo>
                  <a:pt x="65156" y="29479"/>
                  <a:pt x="70997" y="27993"/>
                  <a:pt x="77310" y="27993"/>
                </a:cubicBezTo>
                <a:cubicBezTo>
                  <a:pt x="85281" y="27993"/>
                  <a:pt x="91801" y="30009"/>
                  <a:pt x="96870" y="34041"/>
                </a:cubicBezTo>
                <a:cubicBezTo>
                  <a:pt x="101939" y="38073"/>
                  <a:pt x="105187" y="43798"/>
                  <a:pt x="106616" y="51217"/>
                </a:cubicBezTo>
                <a:lnTo>
                  <a:pt x="94520" y="53083"/>
                </a:lnTo>
                <a:cubicBezTo>
                  <a:pt x="93368" y="48153"/>
                  <a:pt x="91329" y="44443"/>
                  <a:pt x="88403" y="41955"/>
                </a:cubicBezTo>
                <a:cubicBezTo>
                  <a:pt x="85477" y="39467"/>
                  <a:pt x="81940" y="38223"/>
                  <a:pt x="77793" y="38223"/>
                </a:cubicBezTo>
                <a:cubicBezTo>
                  <a:pt x="71527" y="38223"/>
                  <a:pt x="66435" y="40469"/>
                  <a:pt x="62518" y="44962"/>
                </a:cubicBezTo>
                <a:cubicBezTo>
                  <a:pt x="58601" y="49454"/>
                  <a:pt x="56643" y="56562"/>
                  <a:pt x="56643" y="66285"/>
                </a:cubicBezTo>
                <a:cubicBezTo>
                  <a:pt x="56643" y="76146"/>
                  <a:pt x="58532" y="83311"/>
                  <a:pt x="62311" y="87781"/>
                </a:cubicBezTo>
                <a:cubicBezTo>
                  <a:pt x="66089" y="92250"/>
                  <a:pt x="71020" y="94485"/>
                  <a:pt x="77102" y="94485"/>
                </a:cubicBezTo>
                <a:cubicBezTo>
                  <a:pt x="81987" y="94485"/>
                  <a:pt x="86065" y="92988"/>
                  <a:pt x="89336" y="89993"/>
                </a:cubicBezTo>
                <a:cubicBezTo>
                  <a:pt x="92608" y="86997"/>
                  <a:pt x="94681" y="82389"/>
                  <a:pt x="95557" y="76169"/>
                </a:cubicBezTo>
                <a:close/>
                <a:moveTo>
                  <a:pt x="117776" y="103056"/>
                </a:moveTo>
                <a:lnTo>
                  <a:pt x="117776" y="1728"/>
                </a:lnTo>
                <a:lnTo>
                  <a:pt x="130218" y="1728"/>
                </a:lnTo>
                <a:lnTo>
                  <a:pt x="130218" y="103056"/>
                </a:lnTo>
                <a:lnTo>
                  <a:pt x="117776" y="103056"/>
                </a:lnTo>
                <a:close/>
                <a:moveTo>
                  <a:pt x="144748" y="66354"/>
                </a:moveTo>
                <a:cubicBezTo>
                  <a:pt x="144748" y="52761"/>
                  <a:pt x="148527" y="42692"/>
                  <a:pt x="156084" y="36149"/>
                </a:cubicBezTo>
                <a:cubicBezTo>
                  <a:pt x="162397" y="30712"/>
                  <a:pt x="170092" y="27993"/>
                  <a:pt x="179169" y="27993"/>
                </a:cubicBezTo>
                <a:cubicBezTo>
                  <a:pt x="189261" y="27993"/>
                  <a:pt x="197509" y="31299"/>
                  <a:pt x="203914" y="37912"/>
                </a:cubicBezTo>
                <a:cubicBezTo>
                  <a:pt x="210319" y="44524"/>
                  <a:pt x="213521" y="53659"/>
                  <a:pt x="213521" y="65317"/>
                </a:cubicBezTo>
                <a:cubicBezTo>
                  <a:pt x="213521" y="74763"/>
                  <a:pt x="212104" y="82194"/>
                  <a:pt x="209270" y="87608"/>
                </a:cubicBezTo>
                <a:cubicBezTo>
                  <a:pt x="206437" y="93022"/>
                  <a:pt x="202313" y="97227"/>
                  <a:pt x="196898" y="100222"/>
                </a:cubicBezTo>
                <a:cubicBezTo>
                  <a:pt x="191484" y="103217"/>
                  <a:pt x="185574" y="104715"/>
                  <a:pt x="179169" y="104715"/>
                </a:cubicBezTo>
                <a:cubicBezTo>
                  <a:pt x="168894" y="104715"/>
                  <a:pt x="160588" y="101420"/>
                  <a:pt x="154252" y="94831"/>
                </a:cubicBezTo>
                <a:cubicBezTo>
                  <a:pt x="147916" y="88242"/>
                  <a:pt x="144748" y="78749"/>
                  <a:pt x="144748" y="66354"/>
                </a:cubicBezTo>
                <a:moveTo>
                  <a:pt x="157535" y="66354"/>
                </a:moveTo>
                <a:cubicBezTo>
                  <a:pt x="157535" y="75754"/>
                  <a:pt x="159586" y="82793"/>
                  <a:pt x="163687" y="87470"/>
                </a:cubicBezTo>
                <a:cubicBezTo>
                  <a:pt x="167788" y="92147"/>
                  <a:pt x="172949" y="94485"/>
                  <a:pt x="179169" y="94485"/>
                </a:cubicBezTo>
                <a:cubicBezTo>
                  <a:pt x="185344" y="94485"/>
                  <a:pt x="190482" y="92135"/>
                  <a:pt x="194583" y="87435"/>
                </a:cubicBezTo>
                <a:cubicBezTo>
                  <a:pt x="198684" y="82735"/>
                  <a:pt x="200734" y="75570"/>
                  <a:pt x="200734" y="65939"/>
                </a:cubicBezTo>
                <a:cubicBezTo>
                  <a:pt x="200734" y="56862"/>
                  <a:pt x="198672" y="49984"/>
                  <a:pt x="194548" y="45307"/>
                </a:cubicBezTo>
                <a:cubicBezTo>
                  <a:pt x="190424" y="40630"/>
                  <a:pt x="185298" y="38292"/>
                  <a:pt x="179169" y="38292"/>
                </a:cubicBezTo>
                <a:cubicBezTo>
                  <a:pt x="172949" y="38292"/>
                  <a:pt x="167788" y="40619"/>
                  <a:pt x="163687" y="45273"/>
                </a:cubicBezTo>
                <a:cubicBezTo>
                  <a:pt x="159586" y="49927"/>
                  <a:pt x="157535" y="56954"/>
                  <a:pt x="157535" y="66354"/>
                </a:cubicBezTo>
                <a:close/>
                <a:moveTo>
                  <a:pt x="222584" y="81145"/>
                </a:moveTo>
                <a:lnTo>
                  <a:pt x="234887" y="79210"/>
                </a:lnTo>
                <a:cubicBezTo>
                  <a:pt x="235578" y="84140"/>
                  <a:pt x="237502" y="87919"/>
                  <a:pt x="240658" y="90545"/>
                </a:cubicBezTo>
                <a:cubicBezTo>
                  <a:pt x="243814" y="93172"/>
                  <a:pt x="248227" y="94485"/>
                  <a:pt x="253894" y="94485"/>
                </a:cubicBezTo>
                <a:cubicBezTo>
                  <a:pt x="259608" y="94485"/>
                  <a:pt x="263847" y="93322"/>
                  <a:pt x="266612" y="90995"/>
                </a:cubicBezTo>
                <a:cubicBezTo>
                  <a:pt x="269377" y="88668"/>
                  <a:pt x="270759" y="85938"/>
                  <a:pt x="270759" y="82804"/>
                </a:cubicBezTo>
                <a:cubicBezTo>
                  <a:pt x="270759" y="79993"/>
                  <a:pt x="269538" y="77782"/>
                  <a:pt x="267096" y="76169"/>
                </a:cubicBezTo>
                <a:cubicBezTo>
                  <a:pt x="265391" y="75063"/>
                  <a:pt x="261152" y="73657"/>
                  <a:pt x="254378" y="71953"/>
                </a:cubicBezTo>
                <a:cubicBezTo>
                  <a:pt x="245254" y="69649"/>
                  <a:pt x="238930" y="67656"/>
                  <a:pt x="235405" y="65974"/>
                </a:cubicBezTo>
                <a:cubicBezTo>
                  <a:pt x="231880" y="64292"/>
                  <a:pt x="229207" y="61965"/>
                  <a:pt x="227387" y="58993"/>
                </a:cubicBezTo>
                <a:cubicBezTo>
                  <a:pt x="225567" y="56021"/>
                  <a:pt x="224657" y="52738"/>
                  <a:pt x="224657" y="49143"/>
                </a:cubicBezTo>
                <a:cubicBezTo>
                  <a:pt x="224657" y="45872"/>
                  <a:pt x="225406" y="42842"/>
                  <a:pt x="226903" y="40054"/>
                </a:cubicBezTo>
                <a:cubicBezTo>
                  <a:pt x="228401" y="37266"/>
                  <a:pt x="230440" y="34951"/>
                  <a:pt x="233020" y="33108"/>
                </a:cubicBezTo>
                <a:cubicBezTo>
                  <a:pt x="234956" y="31679"/>
                  <a:pt x="237594" y="30470"/>
                  <a:pt x="240935" y="29479"/>
                </a:cubicBezTo>
                <a:cubicBezTo>
                  <a:pt x="244275" y="28488"/>
                  <a:pt x="247858" y="27993"/>
                  <a:pt x="251682" y="27993"/>
                </a:cubicBezTo>
                <a:cubicBezTo>
                  <a:pt x="257442" y="27993"/>
                  <a:pt x="262500" y="28822"/>
                  <a:pt x="266854" y="30481"/>
                </a:cubicBezTo>
                <a:cubicBezTo>
                  <a:pt x="271209" y="32140"/>
                  <a:pt x="274423" y="34387"/>
                  <a:pt x="276496" y="37220"/>
                </a:cubicBezTo>
                <a:cubicBezTo>
                  <a:pt x="278570" y="40054"/>
                  <a:pt x="279998" y="43844"/>
                  <a:pt x="280781" y="48590"/>
                </a:cubicBezTo>
                <a:lnTo>
                  <a:pt x="268617" y="50249"/>
                </a:lnTo>
                <a:cubicBezTo>
                  <a:pt x="268064" y="46471"/>
                  <a:pt x="266462" y="43522"/>
                  <a:pt x="263813" y="41402"/>
                </a:cubicBezTo>
                <a:cubicBezTo>
                  <a:pt x="261163" y="39282"/>
                  <a:pt x="257419" y="38223"/>
                  <a:pt x="252581" y="38223"/>
                </a:cubicBezTo>
                <a:cubicBezTo>
                  <a:pt x="246867" y="38223"/>
                  <a:pt x="242789" y="39167"/>
                  <a:pt x="240347" y="41056"/>
                </a:cubicBezTo>
                <a:cubicBezTo>
                  <a:pt x="237905" y="42946"/>
                  <a:pt x="236684" y="45158"/>
                  <a:pt x="236684" y="47692"/>
                </a:cubicBezTo>
                <a:cubicBezTo>
                  <a:pt x="236684" y="49305"/>
                  <a:pt x="237191" y="50756"/>
                  <a:pt x="238204" y="52046"/>
                </a:cubicBezTo>
                <a:cubicBezTo>
                  <a:pt x="239218" y="53383"/>
                  <a:pt x="240808" y="54489"/>
                  <a:pt x="242974" y="55364"/>
                </a:cubicBezTo>
                <a:cubicBezTo>
                  <a:pt x="244218" y="55825"/>
                  <a:pt x="247881" y="56885"/>
                  <a:pt x="253963" y="58544"/>
                </a:cubicBezTo>
                <a:cubicBezTo>
                  <a:pt x="262765" y="60894"/>
                  <a:pt x="268905" y="62817"/>
                  <a:pt x="272384" y="64315"/>
                </a:cubicBezTo>
                <a:cubicBezTo>
                  <a:pt x="275863" y="65812"/>
                  <a:pt x="278593" y="67990"/>
                  <a:pt x="280574" y="70847"/>
                </a:cubicBezTo>
                <a:cubicBezTo>
                  <a:pt x="282556" y="73704"/>
                  <a:pt x="283546" y="77252"/>
                  <a:pt x="283546" y="81491"/>
                </a:cubicBezTo>
                <a:cubicBezTo>
                  <a:pt x="283546" y="85638"/>
                  <a:pt x="282337" y="89543"/>
                  <a:pt x="279917" y="93207"/>
                </a:cubicBezTo>
                <a:cubicBezTo>
                  <a:pt x="277498" y="96870"/>
                  <a:pt x="274008" y="99704"/>
                  <a:pt x="269446" y="101708"/>
                </a:cubicBezTo>
                <a:cubicBezTo>
                  <a:pt x="264884" y="103713"/>
                  <a:pt x="259723" y="104715"/>
                  <a:pt x="253963" y="104715"/>
                </a:cubicBezTo>
                <a:cubicBezTo>
                  <a:pt x="244425" y="104715"/>
                  <a:pt x="237156" y="102733"/>
                  <a:pt x="232156" y="98771"/>
                </a:cubicBezTo>
                <a:cubicBezTo>
                  <a:pt x="227157" y="94808"/>
                  <a:pt x="223966" y="88933"/>
                  <a:pt x="222584" y="81145"/>
                </a:cubicBezTo>
                <a:close/>
                <a:moveTo>
                  <a:pt x="348204" y="79417"/>
                </a:moveTo>
                <a:lnTo>
                  <a:pt x="361061" y="81007"/>
                </a:lnTo>
                <a:cubicBezTo>
                  <a:pt x="359033" y="88518"/>
                  <a:pt x="355278" y="94347"/>
                  <a:pt x="349794" y="98494"/>
                </a:cubicBezTo>
                <a:cubicBezTo>
                  <a:pt x="344311" y="102641"/>
                  <a:pt x="337307" y="104715"/>
                  <a:pt x="328782" y="104715"/>
                </a:cubicBezTo>
                <a:cubicBezTo>
                  <a:pt x="318046" y="104715"/>
                  <a:pt x="309533" y="101409"/>
                  <a:pt x="303243" y="94796"/>
                </a:cubicBezTo>
                <a:cubicBezTo>
                  <a:pt x="296953" y="88184"/>
                  <a:pt x="293808" y="78910"/>
                  <a:pt x="293808" y="66976"/>
                </a:cubicBezTo>
                <a:cubicBezTo>
                  <a:pt x="293808" y="54627"/>
                  <a:pt x="296988" y="45042"/>
                  <a:pt x="303346" y="38223"/>
                </a:cubicBezTo>
                <a:cubicBezTo>
                  <a:pt x="309705" y="31403"/>
                  <a:pt x="317954" y="27993"/>
                  <a:pt x="328091" y="27993"/>
                </a:cubicBezTo>
                <a:cubicBezTo>
                  <a:pt x="337906" y="27993"/>
                  <a:pt x="345924" y="31334"/>
                  <a:pt x="352144" y="38015"/>
                </a:cubicBezTo>
                <a:cubicBezTo>
                  <a:pt x="358365" y="44697"/>
                  <a:pt x="361475" y="54097"/>
                  <a:pt x="361475" y="66216"/>
                </a:cubicBezTo>
                <a:cubicBezTo>
                  <a:pt x="361475" y="66953"/>
                  <a:pt x="361452" y="68059"/>
                  <a:pt x="361406" y="69533"/>
                </a:cubicBezTo>
                <a:lnTo>
                  <a:pt x="306664" y="69533"/>
                </a:lnTo>
                <a:cubicBezTo>
                  <a:pt x="307125" y="77597"/>
                  <a:pt x="309406" y="83772"/>
                  <a:pt x="313507" y="88057"/>
                </a:cubicBezTo>
                <a:cubicBezTo>
                  <a:pt x="317608" y="92343"/>
                  <a:pt x="322723" y="94485"/>
                  <a:pt x="328851" y="94485"/>
                </a:cubicBezTo>
                <a:cubicBezTo>
                  <a:pt x="333413" y="94485"/>
                  <a:pt x="337307" y="93287"/>
                  <a:pt x="340532" y="90891"/>
                </a:cubicBezTo>
                <a:cubicBezTo>
                  <a:pt x="343758" y="88495"/>
                  <a:pt x="346315" y="84670"/>
                  <a:pt x="348204" y="79417"/>
                </a:cubicBezTo>
                <a:moveTo>
                  <a:pt x="307355" y="59304"/>
                </a:moveTo>
                <a:lnTo>
                  <a:pt x="348343" y="59304"/>
                </a:lnTo>
                <a:cubicBezTo>
                  <a:pt x="347790" y="53129"/>
                  <a:pt x="346223" y="48498"/>
                  <a:pt x="343643" y="45411"/>
                </a:cubicBezTo>
                <a:cubicBezTo>
                  <a:pt x="339680" y="40619"/>
                  <a:pt x="334542" y="38223"/>
                  <a:pt x="328229" y="38223"/>
                </a:cubicBezTo>
                <a:cubicBezTo>
                  <a:pt x="322515" y="38223"/>
                  <a:pt x="317712" y="40135"/>
                  <a:pt x="313818" y="43959"/>
                </a:cubicBezTo>
                <a:cubicBezTo>
                  <a:pt x="309924" y="47784"/>
                  <a:pt x="307770" y="52899"/>
                  <a:pt x="307355" y="59304"/>
                </a:cubicBezTo>
                <a:close/>
                <a:moveTo>
                  <a:pt x="423759" y="103056"/>
                </a:moveTo>
                <a:lnTo>
                  <a:pt x="423759" y="93794"/>
                </a:lnTo>
                <a:cubicBezTo>
                  <a:pt x="419105" y="101075"/>
                  <a:pt x="412262" y="104715"/>
                  <a:pt x="403231" y="104715"/>
                </a:cubicBezTo>
                <a:cubicBezTo>
                  <a:pt x="397379" y="104715"/>
                  <a:pt x="391999" y="103102"/>
                  <a:pt x="387092" y="99876"/>
                </a:cubicBezTo>
                <a:cubicBezTo>
                  <a:pt x="382184" y="96651"/>
                  <a:pt x="378383" y="92147"/>
                  <a:pt x="375687" y="86364"/>
                </a:cubicBezTo>
                <a:cubicBezTo>
                  <a:pt x="372991" y="80581"/>
                  <a:pt x="371644" y="73934"/>
                  <a:pt x="371644" y="66423"/>
                </a:cubicBezTo>
                <a:cubicBezTo>
                  <a:pt x="371644" y="59096"/>
                  <a:pt x="372865" y="52450"/>
                  <a:pt x="375307" y="46482"/>
                </a:cubicBezTo>
                <a:cubicBezTo>
                  <a:pt x="377749" y="40515"/>
                  <a:pt x="381412" y="35942"/>
                  <a:pt x="386297" y="32762"/>
                </a:cubicBezTo>
                <a:cubicBezTo>
                  <a:pt x="391181" y="29583"/>
                  <a:pt x="396642" y="27993"/>
                  <a:pt x="402678" y="27993"/>
                </a:cubicBezTo>
                <a:cubicBezTo>
                  <a:pt x="407102" y="27993"/>
                  <a:pt x="411041" y="28926"/>
                  <a:pt x="414497" y="30792"/>
                </a:cubicBezTo>
                <a:cubicBezTo>
                  <a:pt x="417953" y="32659"/>
                  <a:pt x="420764" y="35089"/>
                  <a:pt x="422930" y="38084"/>
                </a:cubicBezTo>
                <a:lnTo>
                  <a:pt x="422930" y="1728"/>
                </a:lnTo>
                <a:lnTo>
                  <a:pt x="435302" y="1728"/>
                </a:lnTo>
                <a:lnTo>
                  <a:pt x="435302" y="103056"/>
                </a:lnTo>
                <a:lnTo>
                  <a:pt x="423759" y="103056"/>
                </a:lnTo>
                <a:moveTo>
                  <a:pt x="384431" y="66423"/>
                </a:moveTo>
                <a:cubicBezTo>
                  <a:pt x="384431" y="75823"/>
                  <a:pt x="386412" y="82850"/>
                  <a:pt x="390375" y="87504"/>
                </a:cubicBezTo>
                <a:cubicBezTo>
                  <a:pt x="394338" y="92158"/>
                  <a:pt x="399015" y="94485"/>
                  <a:pt x="404406" y="94485"/>
                </a:cubicBezTo>
                <a:cubicBezTo>
                  <a:pt x="409843" y="94485"/>
                  <a:pt x="414463" y="92262"/>
                  <a:pt x="418264" y="87815"/>
                </a:cubicBezTo>
                <a:cubicBezTo>
                  <a:pt x="422066" y="83369"/>
                  <a:pt x="423966" y="76583"/>
                  <a:pt x="423966" y="67460"/>
                </a:cubicBezTo>
                <a:cubicBezTo>
                  <a:pt x="423966" y="57415"/>
                  <a:pt x="422031" y="50042"/>
                  <a:pt x="418161" y="45342"/>
                </a:cubicBezTo>
                <a:cubicBezTo>
                  <a:pt x="414290" y="40642"/>
                  <a:pt x="409521" y="38292"/>
                  <a:pt x="403853" y="38292"/>
                </a:cubicBezTo>
                <a:cubicBezTo>
                  <a:pt x="398323" y="38292"/>
                  <a:pt x="393704" y="40550"/>
                  <a:pt x="389995" y="45065"/>
                </a:cubicBezTo>
                <a:cubicBezTo>
                  <a:pt x="386285" y="49581"/>
                  <a:pt x="384431" y="56700"/>
                  <a:pt x="384431" y="66423"/>
                </a:cubicBezTo>
                <a:close/>
                <a:moveTo>
                  <a:pt x="462473" y="132846"/>
                </a:moveTo>
                <a:lnTo>
                  <a:pt x="453557" y="132846"/>
                </a:lnTo>
                <a:cubicBezTo>
                  <a:pt x="467334" y="110728"/>
                  <a:pt x="474223" y="88587"/>
                  <a:pt x="474223" y="66423"/>
                </a:cubicBezTo>
                <a:cubicBezTo>
                  <a:pt x="474223" y="57760"/>
                  <a:pt x="473232" y="49166"/>
                  <a:pt x="471251" y="40642"/>
                </a:cubicBezTo>
                <a:cubicBezTo>
                  <a:pt x="469684" y="33730"/>
                  <a:pt x="467496" y="27095"/>
                  <a:pt x="464685" y="20736"/>
                </a:cubicBezTo>
                <a:cubicBezTo>
                  <a:pt x="462888" y="16588"/>
                  <a:pt x="459178" y="9677"/>
                  <a:pt x="453557" y="0"/>
                </a:cubicBezTo>
                <a:lnTo>
                  <a:pt x="462473" y="0"/>
                </a:lnTo>
                <a:cubicBezTo>
                  <a:pt x="471136" y="11566"/>
                  <a:pt x="477541" y="23178"/>
                  <a:pt x="481688" y="34836"/>
                </a:cubicBezTo>
                <a:cubicBezTo>
                  <a:pt x="485236" y="44881"/>
                  <a:pt x="487010" y="55387"/>
                  <a:pt x="487010" y="66354"/>
                </a:cubicBezTo>
                <a:cubicBezTo>
                  <a:pt x="487010" y="78795"/>
                  <a:pt x="484626" y="90822"/>
                  <a:pt x="479856" y="102434"/>
                </a:cubicBezTo>
                <a:cubicBezTo>
                  <a:pt x="475087" y="114046"/>
                  <a:pt x="469293" y="124183"/>
                  <a:pt x="462473" y="1328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kitchen">
            <a:extLst xmlns:a="http://schemas.openxmlformats.org/drawingml/2006/main">
              <a:ext uri="{FF2B5EF4-FFF2-40B4-BE49-F238E27FC236}">
                <a16:creationId xmlns:a16="http://schemas.microsoft.com/office/drawing/2014/main" id="{60D0E595-09F0-4860-BE30-39A56AFB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836" y="654126"/>
            <a:ext cx="426916" cy="102987"/>
          </a:xfrm>
          <a:custGeom xmlns:a="http://schemas.openxmlformats.org/drawingml/2006/main">
            <a:pathLst>
              <a:path w="426916" h="102987">
                <a:moveTo>
                  <a:pt x="0" y="101328"/>
                </a:moveTo>
                <a:lnTo>
                  <a:pt x="0" y="0"/>
                </a:lnTo>
                <a:lnTo>
                  <a:pt x="12441" y="0"/>
                </a:lnTo>
                <a:lnTo>
                  <a:pt x="12441" y="57783"/>
                </a:lnTo>
                <a:lnTo>
                  <a:pt x="41886" y="27924"/>
                </a:lnTo>
                <a:lnTo>
                  <a:pt x="57991" y="27924"/>
                </a:lnTo>
                <a:lnTo>
                  <a:pt x="29928" y="55157"/>
                </a:lnTo>
                <a:lnTo>
                  <a:pt x="60824" y="101328"/>
                </a:lnTo>
                <a:lnTo>
                  <a:pt x="45480" y="101328"/>
                </a:lnTo>
                <a:lnTo>
                  <a:pt x="21219" y="63797"/>
                </a:lnTo>
                <a:lnTo>
                  <a:pt x="12441" y="72229"/>
                </a:lnTo>
                <a:lnTo>
                  <a:pt x="12441" y="101328"/>
                </a:lnTo>
                <a:lnTo>
                  <a:pt x="0" y="101328"/>
                </a:lnTo>
                <a:close/>
                <a:moveTo>
                  <a:pt x="70353" y="14308"/>
                </a:moveTo>
                <a:lnTo>
                  <a:pt x="70353" y="0"/>
                </a:lnTo>
                <a:lnTo>
                  <a:pt x="82794" y="0"/>
                </a:lnTo>
                <a:lnTo>
                  <a:pt x="82794" y="14308"/>
                </a:lnTo>
                <a:lnTo>
                  <a:pt x="70353" y="14308"/>
                </a:lnTo>
                <a:moveTo>
                  <a:pt x="70353" y="101328"/>
                </a:moveTo>
                <a:lnTo>
                  <a:pt x="70353" y="27924"/>
                </a:lnTo>
                <a:lnTo>
                  <a:pt x="82794" y="27924"/>
                </a:lnTo>
                <a:lnTo>
                  <a:pt x="82794" y="101328"/>
                </a:lnTo>
                <a:lnTo>
                  <a:pt x="70353" y="101328"/>
                </a:lnTo>
                <a:close/>
                <a:moveTo>
                  <a:pt x="128731" y="90200"/>
                </a:moveTo>
                <a:lnTo>
                  <a:pt x="130528" y="101190"/>
                </a:lnTo>
                <a:cubicBezTo>
                  <a:pt x="127026" y="101927"/>
                  <a:pt x="123893" y="102296"/>
                  <a:pt x="121128" y="102296"/>
                </a:cubicBezTo>
                <a:cubicBezTo>
                  <a:pt x="116612" y="102296"/>
                  <a:pt x="113110" y="101581"/>
                  <a:pt x="110622" y="100153"/>
                </a:cubicBezTo>
                <a:cubicBezTo>
                  <a:pt x="108134" y="98724"/>
                  <a:pt x="106383" y="96847"/>
                  <a:pt x="105369" y="94520"/>
                </a:cubicBezTo>
                <a:cubicBezTo>
                  <a:pt x="104355" y="92193"/>
                  <a:pt x="103849" y="87297"/>
                  <a:pt x="103849" y="79832"/>
                </a:cubicBezTo>
                <a:lnTo>
                  <a:pt x="103849" y="37601"/>
                </a:lnTo>
                <a:lnTo>
                  <a:pt x="94725" y="37601"/>
                </a:lnTo>
                <a:lnTo>
                  <a:pt x="94725" y="27924"/>
                </a:lnTo>
                <a:lnTo>
                  <a:pt x="103849" y="27924"/>
                </a:lnTo>
                <a:lnTo>
                  <a:pt x="103849" y="9746"/>
                </a:lnTo>
                <a:lnTo>
                  <a:pt x="116221" y="2281"/>
                </a:lnTo>
                <a:lnTo>
                  <a:pt x="116221" y="27924"/>
                </a:lnTo>
                <a:lnTo>
                  <a:pt x="128731" y="27924"/>
                </a:lnTo>
                <a:lnTo>
                  <a:pt x="128731" y="37601"/>
                </a:lnTo>
                <a:lnTo>
                  <a:pt x="116221" y="37601"/>
                </a:lnTo>
                <a:lnTo>
                  <a:pt x="116221" y="80523"/>
                </a:lnTo>
                <a:cubicBezTo>
                  <a:pt x="116221" y="84071"/>
                  <a:pt x="116440" y="86352"/>
                  <a:pt x="116877" y="87366"/>
                </a:cubicBezTo>
                <a:cubicBezTo>
                  <a:pt x="117315" y="88380"/>
                  <a:pt x="118029" y="89186"/>
                  <a:pt x="119020" y="89785"/>
                </a:cubicBezTo>
                <a:cubicBezTo>
                  <a:pt x="120011" y="90384"/>
                  <a:pt x="121428" y="90684"/>
                  <a:pt x="123271" y="90684"/>
                </a:cubicBezTo>
                <a:cubicBezTo>
                  <a:pt x="124653" y="90684"/>
                  <a:pt x="126473" y="90522"/>
                  <a:pt x="128731" y="90200"/>
                </a:cubicBezTo>
                <a:close/>
                <a:moveTo>
                  <a:pt x="188536" y="74441"/>
                </a:moveTo>
                <a:lnTo>
                  <a:pt x="200770" y="76031"/>
                </a:lnTo>
                <a:cubicBezTo>
                  <a:pt x="199434" y="84463"/>
                  <a:pt x="196012" y="91064"/>
                  <a:pt x="190506" y="95833"/>
                </a:cubicBezTo>
                <a:cubicBezTo>
                  <a:pt x="184999" y="100602"/>
                  <a:pt x="178237" y="102987"/>
                  <a:pt x="170220" y="102987"/>
                </a:cubicBezTo>
                <a:cubicBezTo>
                  <a:pt x="160174" y="102987"/>
                  <a:pt x="152099" y="99704"/>
                  <a:pt x="145993" y="93137"/>
                </a:cubicBezTo>
                <a:cubicBezTo>
                  <a:pt x="139888" y="86571"/>
                  <a:pt x="136835" y="77159"/>
                  <a:pt x="136835" y="64902"/>
                </a:cubicBezTo>
                <a:cubicBezTo>
                  <a:pt x="136835" y="56977"/>
                  <a:pt x="138148" y="50042"/>
                  <a:pt x="140775" y="44098"/>
                </a:cubicBezTo>
                <a:cubicBezTo>
                  <a:pt x="143402" y="38154"/>
                  <a:pt x="147399" y="33695"/>
                  <a:pt x="152767" y="30723"/>
                </a:cubicBezTo>
                <a:cubicBezTo>
                  <a:pt x="158135" y="27751"/>
                  <a:pt x="163976" y="26265"/>
                  <a:pt x="170289" y="26265"/>
                </a:cubicBezTo>
                <a:cubicBezTo>
                  <a:pt x="178260" y="26265"/>
                  <a:pt x="184781" y="28281"/>
                  <a:pt x="189849" y="32313"/>
                </a:cubicBezTo>
                <a:cubicBezTo>
                  <a:pt x="194918" y="36345"/>
                  <a:pt x="198167" y="42070"/>
                  <a:pt x="199595" y="49489"/>
                </a:cubicBezTo>
                <a:lnTo>
                  <a:pt x="187499" y="51355"/>
                </a:lnTo>
                <a:cubicBezTo>
                  <a:pt x="186347" y="46425"/>
                  <a:pt x="184308" y="42715"/>
                  <a:pt x="181382" y="40227"/>
                </a:cubicBezTo>
                <a:cubicBezTo>
                  <a:pt x="178456" y="37739"/>
                  <a:pt x="174920" y="36495"/>
                  <a:pt x="170772" y="36495"/>
                </a:cubicBezTo>
                <a:cubicBezTo>
                  <a:pt x="164506" y="36495"/>
                  <a:pt x="159414" y="38741"/>
                  <a:pt x="155497" y="43234"/>
                </a:cubicBezTo>
                <a:cubicBezTo>
                  <a:pt x="151581" y="47726"/>
                  <a:pt x="149622" y="54834"/>
                  <a:pt x="149622" y="64557"/>
                </a:cubicBezTo>
                <a:cubicBezTo>
                  <a:pt x="149622" y="74418"/>
                  <a:pt x="151511" y="81583"/>
                  <a:pt x="155290" y="86053"/>
                </a:cubicBezTo>
                <a:cubicBezTo>
                  <a:pt x="159068" y="90522"/>
                  <a:pt x="163999" y="92757"/>
                  <a:pt x="170081" y="92757"/>
                </a:cubicBezTo>
                <a:cubicBezTo>
                  <a:pt x="174966" y="92757"/>
                  <a:pt x="179044" y="91260"/>
                  <a:pt x="182315" y="88265"/>
                </a:cubicBezTo>
                <a:cubicBezTo>
                  <a:pt x="185587" y="85269"/>
                  <a:pt x="187660" y="80661"/>
                  <a:pt x="188536" y="74441"/>
                </a:cubicBezTo>
                <a:close/>
                <a:moveTo>
                  <a:pt x="210989" y="101328"/>
                </a:moveTo>
                <a:lnTo>
                  <a:pt x="210989" y="0"/>
                </a:lnTo>
                <a:lnTo>
                  <a:pt x="223431" y="0"/>
                </a:lnTo>
                <a:lnTo>
                  <a:pt x="223431" y="36356"/>
                </a:lnTo>
                <a:cubicBezTo>
                  <a:pt x="229237" y="29629"/>
                  <a:pt x="236563" y="26265"/>
                  <a:pt x="245410" y="26265"/>
                </a:cubicBezTo>
                <a:cubicBezTo>
                  <a:pt x="250848" y="26265"/>
                  <a:pt x="255571" y="27336"/>
                  <a:pt x="259580" y="29479"/>
                </a:cubicBezTo>
                <a:cubicBezTo>
                  <a:pt x="263589" y="31622"/>
                  <a:pt x="266457" y="34582"/>
                  <a:pt x="268185" y="38361"/>
                </a:cubicBezTo>
                <a:cubicBezTo>
                  <a:pt x="269913" y="42139"/>
                  <a:pt x="270777" y="47623"/>
                  <a:pt x="270777" y="54811"/>
                </a:cubicBezTo>
                <a:lnTo>
                  <a:pt x="270777" y="101328"/>
                </a:lnTo>
                <a:lnTo>
                  <a:pt x="258336" y="101328"/>
                </a:lnTo>
                <a:lnTo>
                  <a:pt x="258336" y="54811"/>
                </a:lnTo>
                <a:cubicBezTo>
                  <a:pt x="258336" y="48590"/>
                  <a:pt x="256988" y="44063"/>
                  <a:pt x="254292" y="41229"/>
                </a:cubicBezTo>
                <a:cubicBezTo>
                  <a:pt x="251596" y="38395"/>
                  <a:pt x="247783" y="36978"/>
                  <a:pt x="242853" y="36978"/>
                </a:cubicBezTo>
                <a:cubicBezTo>
                  <a:pt x="239167" y="36978"/>
                  <a:pt x="235699" y="37935"/>
                  <a:pt x="232451" y="39847"/>
                </a:cubicBezTo>
                <a:cubicBezTo>
                  <a:pt x="229202" y="41759"/>
                  <a:pt x="226887" y="44351"/>
                  <a:pt x="225504" y="47623"/>
                </a:cubicBezTo>
                <a:cubicBezTo>
                  <a:pt x="224122" y="50894"/>
                  <a:pt x="223431" y="55410"/>
                  <a:pt x="223431" y="61170"/>
                </a:cubicBezTo>
                <a:lnTo>
                  <a:pt x="223431" y="101328"/>
                </a:lnTo>
                <a:lnTo>
                  <a:pt x="210989" y="101328"/>
                </a:lnTo>
                <a:close/>
                <a:moveTo>
                  <a:pt x="339377" y="77689"/>
                </a:moveTo>
                <a:lnTo>
                  <a:pt x="352234" y="79279"/>
                </a:lnTo>
                <a:cubicBezTo>
                  <a:pt x="350206" y="86790"/>
                  <a:pt x="346451" y="92619"/>
                  <a:pt x="340967" y="96766"/>
                </a:cubicBezTo>
                <a:cubicBezTo>
                  <a:pt x="335484" y="100913"/>
                  <a:pt x="328480" y="102987"/>
                  <a:pt x="319955" y="102987"/>
                </a:cubicBezTo>
                <a:cubicBezTo>
                  <a:pt x="309219" y="102987"/>
                  <a:pt x="300706" y="99681"/>
                  <a:pt x="294416" y="93068"/>
                </a:cubicBezTo>
                <a:cubicBezTo>
                  <a:pt x="288126" y="86456"/>
                  <a:pt x="284981" y="77183"/>
                  <a:pt x="284981" y="65248"/>
                </a:cubicBezTo>
                <a:cubicBezTo>
                  <a:pt x="284981" y="52899"/>
                  <a:pt x="288161" y="43314"/>
                  <a:pt x="294519" y="36495"/>
                </a:cubicBezTo>
                <a:cubicBezTo>
                  <a:pt x="300878" y="29675"/>
                  <a:pt x="309127" y="26265"/>
                  <a:pt x="319264" y="26265"/>
                </a:cubicBezTo>
                <a:cubicBezTo>
                  <a:pt x="329079" y="26265"/>
                  <a:pt x="337097" y="29606"/>
                  <a:pt x="343317" y="36287"/>
                </a:cubicBezTo>
                <a:cubicBezTo>
                  <a:pt x="349538" y="42969"/>
                  <a:pt x="352648" y="52369"/>
                  <a:pt x="352648" y="64488"/>
                </a:cubicBezTo>
                <a:cubicBezTo>
                  <a:pt x="352648" y="65225"/>
                  <a:pt x="352625" y="66331"/>
                  <a:pt x="352579" y="67805"/>
                </a:cubicBezTo>
                <a:lnTo>
                  <a:pt x="297837" y="67805"/>
                </a:lnTo>
                <a:cubicBezTo>
                  <a:pt x="298298" y="75869"/>
                  <a:pt x="300579" y="82044"/>
                  <a:pt x="304680" y="86329"/>
                </a:cubicBezTo>
                <a:cubicBezTo>
                  <a:pt x="308781" y="90615"/>
                  <a:pt x="313896" y="92757"/>
                  <a:pt x="320024" y="92757"/>
                </a:cubicBezTo>
                <a:cubicBezTo>
                  <a:pt x="324586" y="92757"/>
                  <a:pt x="328480" y="91559"/>
                  <a:pt x="331705" y="89163"/>
                </a:cubicBezTo>
                <a:cubicBezTo>
                  <a:pt x="334931" y="86767"/>
                  <a:pt x="337488" y="82942"/>
                  <a:pt x="339377" y="77689"/>
                </a:cubicBezTo>
                <a:moveTo>
                  <a:pt x="298528" y="57576"/>
                </a:moveTo>
                <a:lnTo>
                  <a:pt x="339516" y="57576"/>
                </a:lnTo>
                <a:cubicBezTo>
                  <a:pt x="338963" y="51401"/>
                  <a:pt x="337396" y="46770"/>
                  <a:pt x="334816" y="43683"/>
                </a:cubicBezTo>
                <a:cubicBezTo>
                  <a:pt x="330853" y="38891"/>
                  <a:pt x="325715" y="36495"/>
                  <a:pt x="319402" y="36495"/>
                </a:cubicBezTo>
                <a:cubicBezTo>
                  <a:pt x="313688" y="36495"/>
                  <a:pt x="308885" y="38407"/>
                  <a:pt x="304991" y="42232"/>
                </a:cubicBezTo>
                <a:cubicBezTo>
                  <a:pt x="301097" y="46056"/>
                  <a:pt x="298943" y="51171"/>
                  <a:pt x="298528" y="57576"/>
                </a:cubicBezTo>
                <a:close/>
                <a:moveTo>
                  <a:pt x="367266" y="101328"/>
                </a:moveTo>
                <a:lnTo>
                  <a:pt x="367266" y="27924"/>
                </a:lnTo>
                <a:lnTo>
                  <a:pt x="378463" y="27924"/>
                </a:lnTo>
                <a:lnTo>
                  <a:pt x="378463" y="38361"/>
                </a:lnTo>
                <a:cubicBezTo>
                  <a:pt x="383855" y="30297"/>
                  <a:pt x="391642" y="26265"/>
                  <a:pt x="401826" y="26265"/>
                </a:cubicBezTo>
                <a:cubicBezTo>
                  <a:pt x="406249" y="26265"/>
                  <a:pt x="410316" y="27060"/>
                  <a:pt x="414025" y="28650"/>
                </a:cubicBezTo>
                <a:cubicBezTo>
                  <a:pt x="417734" y="30239"/>
                  <a:pt x="420511" y="32324"/>
                  <a:pt x="422354" y="34905"/>
                </a:cubicBezTo>
                <a:cubicBezTo>
                  <a:pt x="424197" y="37485"/>
                  <a:pt x="425487" y="40550"/>
                  <a:pt x="426224" y="44098"/>
                </a:cubicBezTo>
                <a:cubicBezTo>
                  <a:pt x="426685" y="46402"/>
                  <a:pt x="426916" y="50434"/>
                  <a:pt x="426916" y="56193"/>
                </a:cubicBezTo>
                <a:lnTo>
                  <a:pt x="426916" y="101328"/>
                </a:lnTo>
                <a:lnTo>
                  <a:pt x="414474" y="101328"/>
                </a:lnTo>
                <a:lnTo>
                  <a:pt x="414474" y="56677"/>
                </a:lnTo>
                <a:cubicBezTo>
                  <a:pt x="414474" y="51609"/>
                  <a:pt x="413990" y="47819"/>
                  <a:pt x="413023" y="45307"/>
                </a:cubicBezTo>
                <a:cubicBezTo>
                  <a:pt x="412055" y="42796"/>
                  <a:pt x="410339" y="40792"/>
                  <a:pt x="407873" y="39294"/>
                </a:cubicBezTo>
                <a:cubicBezTo>
                  <a:pt x="405408" y="37796"/>
                  <a:pt x="402517" y="37048"/>
                  <a:pt x="399199" y="37048"/>
                </a:cubicBezTo>
                <a:cubicBezTo>
                  <a:pt x="393900" y="37048"/>
                  <a:pt x="389327" y="38729"/>
                  <a:pt x="385479" y="42093"/>
                </a:cubicBezTo>
                <a:cubicBezTo>
                  <a:pt x="381631" y="45457"/>
                  <a:pt x="379708" y="51839"/>
                  <a:pt x="379708" y="61239"/>
                </a:cubicBezTo>
                <a:lnTo>
                  <a:pt x="379708" y="101328"/>
                </a:lnTo>
                <a:lnTo>
                  <a:pt x="367266" y="10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table">
            <a:extLst xmlns:a="http://schemas.openxmlformats.org/drawingml/2006/main">
              <a:ext uri="{FF2B5EF4-FFF2-40B4-BE49-F238E27FC236}">
                <a16:creationId xmlns:a16="http://schemas.microsoft.com/office/drawing/2014/main" id="{6E09AB86-B6AA-4D3F-BFB8-957E4945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75" y="822969"/>
            <a:ext cx="297049" cy="102987"/>
          </a:xfrm>
          <a:custGeom xmlns:a="http://schemas.openxmlformats.org/drawingml/2006/main">
            <a:pathLst>
              <a:path w="297049" h="102987">
                <a:moveTo>
                  <a:pt x="34006" y="90200"/>
                </a:moveTo>
                <a:lnTo>
                  <a:pt x="35803" y="101190"/>
                </a:lnTo>
                <a:cubicBezTo>
                  <a:pt x="32301" y="101927"/>
                  <a:pt x="29168" y="102296"/>
                  <a:pt x="26403" y="102296"/>
                </a:cubicBezTo>
                <a:cubicBezTo>
                  <a:pt x="21888" y="102296"/>
                  <a:pt x="18386" y="101581"/>
                  <a:pt x="15897" y="100153"/>
                </a:cubicBezTo>
                <a:cubicBezTo>
                  <a:pt x="13409" y="98724"/>
                  <a:pt x="11658" y="96847"/>
                  <a:pt x="10644" y="94520"/>
                </a:cubicBezTo>
                <a:cubicBezTo>
                  <a:pt x="9631" y="92193"/>
                  <a:pt x="9124" y="87297"/>
                  <a:pt x="9124" y="79832"/>
                </a:cubicBezTo>
                <a:lnTo>
                  <a:pt x="9124" y="37601"/>
                </a:lnTo>
                <a:lnTo>
                  <a:pt x="0" y="37601"/>
                </a:lnTo>
                <a:lnTo>
                  <a:pt x="0" y="27924"/>
                </a:lnTo>
                <a:lnTo>
                  <a:pt x="9124" y="27924"/>
                </a:lnTo>
                <a:lnTo>
                  <a:pt x="9124" y="9746"/>
                </a:lnTo>
                <a:lnTo>
                  <a:pt x="21496" y="2281"/>
                </a:lnTo>
                <a:lnTo>
                  <a:pt x="21496" y="27924"/>
                </a:lnTo>
                <a:lnTo>
                  <a:pt x="34006" y="27924"/>
                </a:lnTo>
                <a:lnTo>
                  <a:pt x="34006" y="37601"/>
                </a:lnTo>
                <a:lnTo>
                  <a:pt x="21496" y="37601"/>
                </a:lnTo>
                <a:lnTo>
                  <a:pt x="21496" y="80523"/>
                </a:lnTo>
                <a:cubicBezTo>
                  <a:pt x="21496" y="84071"/>
                  <a:pt x="21715" y="86352"/>
                  <a:pt x="22153" y="87366"/>
                </a:cubicBezTo>
                <a:cubicBezTo>
                  <a:pt x="22590" y="88380"/>
                  <a:pt x="23305" y="89186"/>
                  <a:pt x="24295" y="89785"/>
                </a:cubicBezTo>
                <a:cubicBezTo>
                  <a:pt x="25286" y="90384"/>
                  <a:pt x="26703" y="90684"/>
                  <a:pt x="28546" y="90684"/>
                </a:cubicBezTo>
                <a:cubicBezTo>
                  <a:pt x="29928" y="90684"/>
                  <a:pt x="31749" y="90522"/>
                  <a:pt x="34006" y="90200"/>
                </a:cubicBezTo>
                <a:close/>
                <a:moveTo>
                  <a:pt x="93825" y="92273"/>
                </a:moveTo>
                <a:cubicBezTo>
                  <a:pt x="89218" y="96190"/>
                  <a:pt x="84782" y="98955"/>
                  <a:pt x="80520" y="100568"/>
                </a:cubicBezTo>
                <a:cubicBezTo>
                  <a:pt x="76258" y="102180"/>
                  <a:pt x="71684" y="102987"/>
                  <a:pt x="66800" y="102987"/>
                </a:cubicBezTo>
                <a:cubicBezTo>
                  <a:pt x="58736" y="102987"/>
                  <a:pt x="52539" y="101017"/>
                  <a:pt x="48207" y="97077"/>
                </a:cubicBezTo>
                <a:cubicBezTo>
                  <a:pt x="43876" y="93137"/>
                  <a:pt x="41710" y="88103"/>
                  <a:pt x="41710" y="81975"/>
                </a:cubicBezTo>
                <a:cubicBezTo>
                  <a:pt x="41710" y="78381"/>
                  <a:pt x="42528" y="75097"/>
                  <a:pt x="44164" y="72125"/>
                </a:cubicBezTo>
                <a:cubicBezTo>
                  <a:pt x="45799" y="69153"/>
                  <a:pt x="47942" y="66769"/>
                  <a:pt x="50592" y="64972"/>
                </a:cubicBezTo>
                <a:cubicBezTo>
                  <a:pt x="53241" y="63174"/>
                  <a:pt x="56225" y="61815"/>
                  <a:pt x="59543" y="60894"/>
                </a:cubicBezTo>
                <a:cubicBezTo>
                  <a:pt x="61985" y="60248"/>
                  <a:pt x="65671" y="59626"/>
                  <a:pt x="70602" y="59027"/>
                </a:cubicBezTo>
                <a:cubicBezTo>
                  <a:pt x="80647" y="57829"/>
                  <a:pt x="88043" y="56401"/>
                  <a:pt x="92789" y="54742"/>
                </a:cubicBezTo>
                <a:cubicBezTo>
                  <a:pt x="92835" y="53037"/>
                  <a:pt x="92858" y="51954"/>
                  <a:pt x="92858" y="51493"/>
                </a:cubicBezTo>
                <a:cubicBezTo>
                  <a:pt x="92858" y="46425"/>
                  <a:pt x="91683" y="42854"/>
                  <a:pt x="89333" y="40780"/>
                </a:cubicBezTo>
                <a:cubicBezTo>
                  <a:pt x="86153" y="37969"/>
                  <a:pt x="81430" y="36564"/>
                  <a:pt x="75163" y="36564"/>
                </a:cubicBezTo>
                <a:cubicBezTo>
                  <a:pt x="69311" y="36564"/>
                  <a:pt x="64991" y="37589"/>
                  <a:pt x="62204" y="39640"/>
                </a:cubicBezTo>
                <a:cubicBezTo>
                  <a:pt x="59416" y="41690"/>
                  <a:pt x="57354" y="45319"/>
                  <a:pt x="56018" y="50526"/>
                </a:cubicBezTo>
                <a:lnTo>
                  <a:pt x="43853" y="48867"/>
                </a:lnTo>
                <a:cubicBezTo>
                  <a:pt x="44959" y="43660"/>
                  <a:pt x="46779" y="39455"/>
                  <a:pt x="49313" y="36253"/>
                </a:cubicBezTo>
                <a:cubicBezTo>
                  <a:pt x="51847" y="33050"/>
                  <a:pt x="55511" y="30585"/>
                  <a:pt x="60303" y="28857"/>
                </a:cubicBezTo>
                <a:cubicBezTo>
                  <a:pt x="65095" y="27129"/>
                  <a:pt x="70648" y="26265"/>
                  <a:pt x="76960" y="26265"/>
                </a:cubicBezTo>
                <a:cubicBezTo>
                  <a:pt x="83227" y="26265"/>
                  <a:pt x="88319" y="27002"/>
                  <a:pt x="92236" y="28477"/>
                </a:cubicBezTo>
                <a:cubicBezTo>
                  <a:pt x="96152" y="29951"/>
                  <a:pt x="99032" y="31806"/>
                  <a:pt x="100876" y="34041"/>
                </a:cubicBezTo>
                <a:cubicBezTo>
                  <a:pt x="102719" y="36276"/>
                  <a:pt x="104009" y="39098"/>
                  <a:pt x="104746" y="42508"/>
                </a:cubicBezTo>
                <a:cubicBezTo>
                  <a:pt x="105161" y="44628"/>
                  <a:pt x="105368" y="48452"/>
                  <a:pt x="105368" y="53982"/>
                </a:cubicBezTo>
                <a:lnTo>
                  <a:pt x="105368" y="70570"/>
                </a:lnTo>
                <a:cubicBezTo>
                  <a:pt x="105368" y="82136"/>
                  <a:pt x="105633" y="89451"/>
                  <a:pt x="106163" y="92515"/>
                </a:cubicBezTo>
                <a:cubicBezTo>
                  <a:pt x="106693" y="95580"/>
                  <a:pt x="107741" y="98517"/>
                  <a:pt x="109308" y="101328"/>
                </a:cubicBezTo>
                <a:lnTo>
                  <a:pt x="96314" y="101328"/>
                </a:lnTo>
                <a:cubicBezTo>
                  <a:pt x="95023" y="98748"/>
                  <a:pt x="94194" y="95729"/>
                  <a:pt x="93825" y="92273"/>
                </a:cubicBezTo>
                <a:moveTo>
                  <a:pt x="92789" y="64488"/>
                </a:moveTo>
                <a:cubicBezTo>
                  <a:pt x="88273" y="66331"/>
                  <a:pt x="81499" y="67898"/>
                  <a:pt x="72468" y="69188"/>
                </a:cubicBezTo>
                <a:cubicBezTo>
                  <a:pt x="67353" y="69925"/>
                  <a:pt x="63736" y="70754"/>
                  <a:pt x="61616" y="71676"/>
                </a:cubicBezTo>
                <a:cubicBezTo>
                  <a:pt x="59497" y="72598"/>
                  <a:pt x="57861" y="73945"/>
                  <a:pt x="56709" y="75720"/>
                </a:cubicBezTo>
                <a:cubicBezTo>
                  <a:pt x="55557" y="77494"/>
                  <a:pt x="54981" y="79463"/>
                  <a:pt x="54981" y="81629"/>
                </a:cubicBezTo>
                <a:cubicBezTo>
                  <a:pt x="54981" y="84947"/>
                  <a:pt x="56236" y="87712"/>
                  <a:pt x="58748" y="89923"/>
                </a:cubicBezTo>
                <a:cubicBezTo>
                  <a:pt x="61259" y="92135"/>
                  <a:pt x="64934" y="93241"/>
                  <a:pt x="69772" y="93241"/>
                </a:cubicBezTo>
                <a:cubicBezTo>
                  <a:pt x="74564" y="93241"/>
                  <a:pt x="78827" y="92193"/>
                  <a:pt x="82559" y="90096"/>
                </a:cubicBezTo>
                <a:cubicBezTo>
                  <a:pt x="86292" y="88000"/>
                  <a:pt x="89033" y="85131"/>
                  <a:pt x="90784" y="81491"/>
                </a:cubicBezTo>
                <a:cubicBezTo>
                  <a:pt x="92121" y="78680"/>
                  <a:pt x="92789" y="74533"/>
                  <a:pt x="92789" y="69050"/>
                </a:cubicBezTo>
                <a:lnTo>
                  <a:pt x="92789" y="64488"/>
                </a:lnTo>
                <a:close/>
                <a:moveTo>
                  <a:pt x="135552" y="101328"/>
                </a:moveTo>
                <a:lnTo>
                  <a:pt x="124009" y="101328"/>
                </a:lnTo>
                <a:lnTo>
                  <a:pt x="124009" y="0"/>
                </a:lnTo>
                <a:lnTo>
                  <a:pt x="136451" y="0"/>
                </a:lnTo>
                <a:lnTo>
                  <a:pt x="136451" y="36149"/>
                </a:lnTo>
                <a:cubicBezTo>
                  <a:pt x="141704" y="29560"/>
                  <a:pt x="148408" y="26265"/>
                  <a:pt x="156564" y="26265"/>
                </a:cubicBezTo>
                <a:cubicBezTo>
                  <a:pt x="161080" y="26265"/>
                  <a:pt x="165354" y="27175"/>
                  <a:pt x="169386" y="28995"/>
                </a:cubicBezTo>
                <a:cubicBezTo>
                  <a:pt x="173418" y="30815"/>
                  <a:pt x="176735" y="33373"/>
                  <a:pt x="179339" y="36667"/>
                </a:cubicBezTo>
                <a:cubicBezTo>
                  <a:pt x="181942" y="39962"/>
                  <a:pt x="183981" y="43936"/>
                  <a:pt x="185456" y="48590"/>
                </a:cubicBezTo>
                <a:cubicBezTo>
                  <a:pt x="186930" y="53244"/>
                  <a:pt x="187668" y="58221"/>
                  <a:pt x="187668" y="63520"/>
                </a:cubicBezTo>
                <a:cubicBezTo>
                  <a:pt x="187668" y="76100"/>
                  <a:pt x="184557" y="85822"/>
                  <a:pt x="178337" y="92688"/>
                </a:cubicBezTo>
                <a:cubicBezTo>
                  <a:pt x="172116" y="99554"/>
                  <a:pt x="164651" y="102987"/>
                  <a:pt x="155942" y="102987"/>
                </a:cubicBezTo>
                <a:cubicBezTo>
                  <a:pt x="147279" y="102987"/>
                  <a:pt x="140483" y="99370"/>
                  <a:pt x="135552" y="92135"/>
                </a:cubicBezTo>
                <a:lnTo>
                  <a:pt x="135552" y="101328"/>
                </a:lnTo>
                <a:moveTo>
                  <a:pt x="135414" y="64073"/>
                </a:moveTo>
                <a:cubicBezTo>
                  <a:pt x="135414" y="72874"/>
                  <a:pt x="136612" y="79233"/>
                  <a:pt x="139008" y="83150"/>
                </a:cubicBezTo>
                <a:cubicBezTo>
                  <a:pt x="142925" y="89555"/>
                  <a:pt x="148224" y="92757"/>
                  <a:pt x="154905" y="92757"/>
                </a:cubicBezTo>
                <a:cubicBezTo>
                  <a:pt x="160343" y="92757"/>
                  <a:pt x="165043" y="90396"/>
                  <a:pt x="169006" y="85673"/>
                </a:cubicBezTo>
                <a:cubicBezTo>
                  <a:pt x="172968" y="80949"/>
                  <a:pt x="174950" y="73911"/>
                  <a:pt x="174950" y="64557"/>
                </a:cubicBezTo>
                <a:cubicBezTo>
                  <a:pt x="174950" y="54972"/>
                  <a:pt x="173049" y="47899"/>
                  <a:pt x="169248" y="43337"/>
                </a:cubicBezTo>
                <a:cubicBezTo>
                  <a:pt x="165446" y="38776"/>
                  <a:pt x="160850" y="36495"/>
                  <a:pt x="155458" y="36495"/>
                </a:cubicBezTo>
                <a:cubicBezTo>
                  <a:pt x="150021" y="36495"/>
                  <a:pt x="145321" y="38856"/>
                  <a:pt x="141358" y="43579"/>
                </a:cubicBezTo>
                <a:cubicBezTo>
                  <a:pt x="137395" y="48302"/>
                  <a:pt x="135414" y="55134"/>
                  <a:pt x="135414" y="64073"/>
                </a:cubicBezTo>
                <a:close/>
                <a:moveTo>
                  <a:pt x="201955" y="101328"/>
                </a:moveTo>
                <a:lnTo>
                  <a:pt x="201955" y="0"/>
                </a:lnTo>
                <a:lnTo>
                  <a:pt x="214396" y="0"/>
                </a:lnTo>
                <a:lnTo>
                  <a:pt x="214396" y="101328"/>
                </a:lnTo>
                <a:lnTo>
                  <a:pt x="201955" y="101328"/>
                </a:lnTo>
                <a:close/>
                <a:moveTo>
                  <a:pt x="283778" y="77689"/>
                </a:moveTo>
                <a:lnTo>
                  <a:pt x="296634" y="79279"/>
                </a:lnTo>
                <a:cubicBezTo>
                  <a:pt x="294607" y="86790"/>
                  <a:pt x="290851" y="92619"/>
                  <a:pt x="285368" y="96766"/>
                </a:cubicBezTo>
                <a:cubicBezTo>
                  <a:pt x="279885" y="100913"/>
                  <a:pt x="272881" y="102987"/>
                  <a:pt x="264356" y="102987"/>
                </a:cubicBezTo>
                <a:cubicBezTo>
                  <a:pt x="253620" y="102987"/>
                  <a:pt x="245106" y="99681"/>
                  <a:pt x="238817" y="93068"/>
                </a:cubicBezTo>
                <a:cubicBezTo>
                  <a:pt x="232527" y="86456"/>
                  <a:pt x="229382" y="77183"/>
                  <a:pt x="229382" y="65248"/>
                </a:cubicBezTo>
                <a:cubicBezTo>
                  <a:pt x="229382" y="52899"/>
                  <a:pt x="232561" y="43314"/>
                  <a:pt x="238920" y="36495"/>
                </a:cubicBezTo>
                <a:cubicBezTo>
                  <a:pt x="245279" y="29675"/>
                  <a:pt x="253527" y="26265"/>
                  <a:pt x="263665" y="26265"/>
                </a:cubicBezTo>
                <a:cubicBezTo>
                  <a:pt x="273480" y="26265"/>
                  <a:pt x="281497" y="29606"/>
                  <a:pt x="287718" y="36287"/>
                </a:cubicBezTo>
                <a:cubicBezTo>
                  <a:pt x="293939" y="42969"/>
                  <a:pt x="297049" y="52369"/>
                  <a:pt x="297049" y="64488"/>
                </a:cubicBezTo>
                <a:cubicBezTo>
                  <a:pt x="297049" y="65225"/>
                  <a:pt x="297026" y="66331"/>
                  <a:pt x="296980" y="67805"/>
                </a:cubicBezTo>
                <a:lnTo>
                  <a:pt x="242238" y="67805"/>
                </a:lnTo>
                <a:cubicBezTo>
                  <a:pt x="242699" y="75869"/>
                  <a:pt x="244980" y="82044"/>
                  <a:pt x="249081" y="86329"/>
                </a:cubicBezTo>
                <a:cubicBezTo>
                  <a:pt x="253182" y="90615"/>
                  <a:pt x="258297" y="92757"/>
                  <a:pt x="264425" y="92757"/>
                </a:cubicBezTo>
                <a:cubicBezTo>
                  <a:pt x="268987" y="92757"/>
                  <a:pt x="272881" y="91559"/>
                  <a:pt x="276106" y="89163"/>
                </a:cubicBezTo>
                <a:cubicBezTo>
                  <a:pt x="279332" y="86767"/>
                  <a:pt x="281889" y="82942"/>
                  <a:pt x="283778" y="77689"/>
                </a:cubicBezTo>
                <a:moveTo>
                  <a:pt x="242929" y="57576"/>
                </a:moveTo>
                <a:lnTo>
                  <a:pt x="283917" y="57576"/>
                </a:lnTo>
                <a:cubicBezTo>
                  <a:pt x="283364" y="51401"/>
                  <a:pt x="281797" y="46770"/>
                  <a:pt x="279217" y="43683"/>
                </a:cubicBezTo>
                <a:cubicBezTo>
                  <a:pt x="275254" y="38891"/>
                  <a:pt x="270116" y="36495"/>
                  <a:pt x="263803" y="36495"/>
                </a:cubicBezTo>
                <a:cubicBezTo>
                  <a:pt x="258089" y="36495"/>
                  <a:pt x="253286" y="38407"/>
                  <a:pt x="249392" y="42232"/>
                </a:cubicBezTo>
                <a:cubicBezTo>
                  <a:pt x="245498" y="46056"/>
                  <a:pt x="243344" y="51171"/>
                  <a:pt x="242929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cupcake">
            <a:extLst xmlns:a="http://schemas.openxmlformats.org/drawingml/2006/main">
              <a:ext uri="{FF2B5EF4-FFF2-40B4-BE49-F238E27FC236}">
                <a16:creationId xmlns:a16="http://schemas.microsoft.com/office/drawing/2014/main" id="{74985427-2EA5-43F5-B089-48949C80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24" y="1060031"/>
            <a:ext cx="512795" cy="129459"/>
          </a:xfrm>
          <a:custGeom xmlns:a="http://schemas.openxmlformats.org/drawingml/2006/main">
            <a:pathLst>
              <a:path w="512795" h="129459">
                <a:moveTo>
                  <a:pt x="51701" y="74441"/>
                </a:moveTo>
                <a:lnTo>
                  <a:pt x="63935" y="76031"/>
                </a:lnTo>
                <a:cubicBezTo>
                  <a:pt x="62598" y="84463"/>
                  <a:pt x="59177" y="91064"/>
                  <a:pt x="53671" y="95833"/>
                </a:cubicBezTo>
                <a:cubicBezTo>
                  <a:pt x="48164" y="100602"/>
                  <a:pt x="41402" y="102987"/>
                  <a:pt x="33384" y="102987"/>
                </a:cubicBezTo>
                <a:cubicBezTo>
                  <a:pt x="23339" y="102987"/>
                  <a:pt x="15264" y="99704"/>
                  <a:pt x="9158" y="93137"/>
                </a:cubicBezTo>
                <a:cubicBezTo>
                  <a:pt x="3053" y="86571"/>
                  <a:pt x="0" y="77159"/>
                  <a:pt x="0" y="64902"/>
                </a:cubicBezTo>
                <a:cubicBezTo>
                  <a:pt x="0" y="56977"/>
                  <a:pt x="1313" y="50042"/>
                  <a:pt x="3940" y="44098"/>
                </a:cubicBezTo>
                <a:cubicBezTo>
                  <a:pt x="6566" y="38154"/>
                  <a:pt x="10564" y="33695"/>
                  <a:pt x="15932" y="30723"/>
                </a:cubicBezTo>
                <a:cubicBezTo>
                  <a:pt x="21300" y="27751"/>
                  <a:pt x="27141" y="26265"/>
                  <a:pt x="33453" y="26265"/>
                </a:cubicBezTo>
                <a:cubicBezTo>
                  <a:pt x="41425" y="26265"/>
                  <a:pt x="47945" y="28281"/>
                  <a:pt x="53014" y="32313"/>
                </a:cubicBezTo>
                <a:cubicBezTo>
                  <a:pt x="58083" y="36345"/>
                  <a:pt x="61331" y="42070"/>
                  <a:pt x="62760" y="49489"/>
                </a:cubicBezTo>
                <a:lnTo>
                  <a:pt x="50664" y="51355"/>
                </a:lnTo>
                <a:cubicBezTo>
                  <a:pt x="49512" y="46425"/>
                  <a:pt x="47473" y="42715"/>
                  <a:pt x="44547" y="40227"/>
                </a:cubicBezTo>
                <a:cubicBezTo>
                  <a:pt x="41621" y="37739"/>
                  <a:pt x="38084" y="36495"/>
                  <a:pt x="33937" y="36495"/>
                </a:cubicBezTo>
                <a:cubicBezTo>
                  <a:pt x="27671" y="36495"/>
                  <a:pt x="22579" y="38741"/>
                  <a:pt x="18662" y="43234"/>
                </a:cubicBezTo>
                <a:cubicBezTo>
                  <a:pt x="14745" y="47726"/>
                  <a:pt x="12787" y="54834"/>
                  <a:pt x="12787" y="64557"/>
                </a:cubicBezTo>
                <a:cubicBezTo>
                  <a:pt x="12787" y="74418"/>
                  <a:pt x="14676" y="81583"/>
                  <a:pt x="18455" y="86053"/>
                </a:cubicBezTo>
                <a:cubicBezTo>
                  <a:pt x="22233" y="90522"/>
                  <a:pt x="27164" y="92757"/>
                  <a:pt x="33246" y="92757"/>
                </a:cubicBezTo>
                <a:cubicBezTo>
                  <a:pt x="38130" y="92757"/>
                  <a:pt x="42208" y="91260"/>
                  <a:pt x="45480" y="88265"/>
                </a:cubicBezTo>
                <a:cubicBezTo>
                  <a:pt x="48752" y="85269"/>
                  <a:pt x="50825" y="80661"/>
                  <a:pt x="51701" y="74441"/>
                </a:cubicBezTo>
                <a:close/>
                <a:moveTo>
                  <a:pt x="122261" y="101328"/>
                </a:moveTo>
                <a:lnTo>
                  <a:pt x="122261" y="90545"/>
                </a:lnTo>
                <a:cubicBezTo>
                  <a:pt x="116547" y="98840"/>
                  <a:pt x="108783" y="102987"/>
                  <a:pt x="98968" y="102987"/>
                </a:cubicBezTo>
                <a:cubicBezTo>
                  <a:pt x="94636" y="102987"/>
                  <a:pt x="90593" y="102157"/>
                  <a:pt x="86838" y="100499"/>
                </a:cubicBezTo>
                <a:cubicBezTo>
                  <a:pt x="83082" y="98840"/>
                  <a:pt x="80294" y="96755"/>
                  <a:pt x="78474" y="94243"/>
                </a:cubicBezTo>
                <a:cubicBezTo>
                  <a:pt x="76654" y="91732"/>
                  <a:pt x="75375" y="88656"/>
                  <a:pt x="74638" y="85016"/>
                </a:cubicBezTo>
                <a:cubicBezTo>
                  <a:pt x="74131" y="82574"/>
                  <a:pt x="73878" y="78703"/>
                  <a:pt x="73878" y="73404"/>
                </a:cubicBezTo>
                <a:lnTo>
                  <a:pt x="73878" y="27924"/>
                </a:lnTo>
                <a:lnTo>
                  <a:pt x="86319" y="27924"/>
                </a:lnTo>
                <a:lnTo>
                  <a:pt x="86319" y="68635"/>
                </a:lnTo>
                <a:cubicBezTo>
                  <a:pt x="86319" y="75132"/>
                  <a:pt x="86573" y="79510"/>
                  <a:pt x="87080" y="81767"/>
                </a:cubicBezTo>
                <a:cubicBezTo>
                  <a:pt x="87863" y="85039"/>
                  <a:pt x="89522" y="87608"/>
                  <a:pt x="92056" y="89474"/>
                </a:cubicBezTo>
                <a:cubicBezTo>
                  <a:pt x="94590" y="91340"/>
                  <a:pt x="97724" y="92273"/>
                  <a:pt x="101456" y="92273"/>
                </a:cubicBezTo>
                <a:cubicBezTo>
                  <a:pt x="105189" y="92273"/>
                  <a:pt x="108691" y="91317"/>
                  <a:pt x="111962" y="89405"/>
                </a:cubicBezTo>
                <a:cubicBezTo>
                  <a:pt x="115234" y="87493"/>
                  <a:pt x="117549" y="84889"/>
                  <a:pt x="118909" y="81595"/>
                </a:cubicBezTo>
                <a:cubicBezTo>
                  <a:pt x="120268" y="78300"/>
                  <a:pt x="120948" y="73519"/>
                  <a:pt x="120948" y="67252"/>
                </a:cubicBezTo>
                <a:lnTo>
                  <a:pt x="120948" y="27924"/>
                </a:lnTo>
                <a:lnTo>
                  <a:pt x="133389" y="27924"/>
                </a:lnTo>
                <a:lnTo>
                  <a:pt x="133389" y="101328"/>
                </a:lnTo>
                <a:lnTo>
                  <a:pt x="122261" y="101328"/>
                </a:lnTo>
                <a:close/>
                <a:moveTo>
                  <a:pt x="152293" y="129459"/>
                </a:moveTo>
                <a:lnTo>
                  <a:pt x="152293" y="27924"/>
                </a:lnTo>
                <a:lnTo>
                  <a:pt x="163628" y="27924"/>
                </a:lnTo>
                <a:lnTo>
                  <a:pt x="163628" y="37462"/>
                </a:lnTo>
                <a:cubicBezTo>
                  <a:pt x="166301" y="33730"/>
                  <a:pt x="169319" y="30931"/>
                  <a:pt x="172683" y="29064"/>
                </a:cubicBezTo>
                <a:cubicBezTo>
                  <a:pt x="176047" y="27198"/>
                  <a:pt x="180125" y="26265"/>
                  <a:pt x="184917" y="26265"/>
                </a:cubicBezTo>
                <a:cubicBezTo>
                  <a:pt x="191184" y="26265"/>
                  <a:pt x="196713" y="27878"/>
                  <a:pt x="201505" y="31103"/>
                </a:cubicBezTo>
                <a:cubicBezTo>
                  <a:pt x="206298" y="34329"/>
                  <a:pt x="209915" y="38879"/>
                  <a:pt x="212357" y="44754"/>
                </a:cubicBezTo>
                <a:cubicBezTo>
                  <a:pt x="214799" y="50629"/>
                  <a:pt x="216020" y="57069"/>
                  <a:pt x="216020" y="64073"/>
                </a:cubicBezTo>
                <a:cubicBezTo>
                  <a:pt x="216020" y="71584"/>
                  <a:pt x="214673" y="78346"/>
                  <a:pt x="211977" y="84359"/>
                </a:cubicBezTo>
                <a:cubicBezTo>
                  <a:pt x="209281" y="90373"/>
                  <a:pt x="205365" y="94981"/>
                  <a:pt x="200227" y="98183"/>
                </a:cubicBezTo>
                <a:cubicBezTo>
                  <a:pt x="195089" y="101386"/>
                  <a:pt x="189686" y="102987"/>
                  <a:pt x="184018" y="102987"/>
                </a:cubicBezTo>
                <a:cubicBezTo>
                  <a:pt x="179871" y="102987"/>
                  <a:pt x="176150" y="102111"/>
                  <a:pt x="172856" y="100360"/>
                </a:cubicBezTo>
                <a:cubicBezTo>
                  <a:pt x="169561" y="98609"/>
                  <a:pt x="166854" y="96398"/>
                  <a:pt x="164734" y="93725"/>
                </a:cubicBezTo>
                <a:lnTo>
                  <a:pt x="164734" y="129459"/>
                </a:lnTo>
                <a:lnTo>
                  <a:pt x="152293" y="129459"/>
                </a:lnTo>
                <a:moveTo>
                  <a:pt x="163559" y="65041"/>
                </a:moveTo>
                <a:cubicBezTo>
                  <a:pt x="163559" y="74487"/>
                  <a:pt x="165472" y="81468"/>
                  <a:pt x="169296" y="85984"/>
                </a:cubicBezTo>
                <a:cubicBezTo>
                  <a:pt x="173121" y="90499"/>
                  <a:pt x="177752" y="92757"/>
                  <a:pt x="183189" y="92757"/>
                </a:cubicBezTo>
                <a:cubicBezTo>
                  <a:pt x="188718" y="92757"/>
                  <a:pt x="193453" y="90419"/>
                  <a:pt x="197393" y="85742"/>
                </a:cubicBezTo>
                <a:cubicBezTo>
                  <a:pt x="201333" y="81065"/>
                  <a:pt x="203303" y="73819"/>
                  <a:pt x="203303" y="64004"/>
                </a:cubicBezTo>
                <a:cubicBezTo>
                  <a:pt x="203303" y="54650"/>
                  <a:pt x="201379" y="47646"/>
                  <a:pt x="197531" y="42992"/>
                </a:cubicBezTo>
                <a:cubicBezTo>
                  <a:pt x="193684" y="38338"/>
                  <a:pt x="189087" y="36011"/>
                  <a:pt x="183742" y="36011"/>
                </a:cubicBezTo>
                <a:cubicBezTo>
                  <a:pt x="178443" y="36011"/>
                  <a:pt x="173754" y="38488"/>
                  <a:pt x="169676" y="43441"/>
                </a:cubicBezTo>
                <a:cubicBezTo>
                  <a:pt x="165598" y="48395"/>
                  <a:pt x="163559" y="55594"/>
                  <a:pt x="163559" y="65041"/>
                </a:cubicBezTo>
                <a:close/>
                <a:moveTo>
                  <a:pt x="278331" y="74441"/>
                </a:moveTo>
                <a:lnTo>
                  <a:pt x="290565" y="76031"/>
                </a:lnTo>
                <a:cubicBezTo>
                  <a:pt x="289228" y="84463"/>
                  <a:pt x="285807" y="91064"/>
                  <a:pt x="280300" y="95833"/>
                </a:cubicBezTo>
                <a:cubicBezTo>
                  <a:pt x="274794" y="100602"/>
                  <a:pt x="268032" y="102987"/>
                  <a:pt x="260014" y="102987"/>
                </a:cubicBezTo>
                <a:cubicBezTo>
                  <a:pt x="249969" y="102987"/>
                  <a:pt x="241893" y="99704"/>
                  <a:pt x="235788" y="93137"/>
                </a:cubicBezTo>
                <a:cubicBezTo>
                  <a:pt x="229682" y="86571"/>
                  <a:pt x="226630" y="77159"/>
                  <a:pt x="226630" y="64902"/>
                </a:cubicBezTo>
                <a:cubicBezTo>
                  <a:pt x="226630" y="56977"/>
                  <a:pt x="227943" y="50042"/>
                  <a:pt x="230570" y="44098"/>
                </a:cubicBezTo>
                <a:cubicBezTo>
                  <a:pt x="233196" y="38154"/>
                  <a:pt x="237193" y="33695"/>
                  <a:pt x="242562" y="30723"/>
                </a:cubicBezTo>
                <a:cubicBezTo>
                  <a:pt x="247930" y="27751"/>
                  <a:pt x="253770" y="26265"/>
                  <a:pt x="260083" y="26265"/>
                </a:cubicBezTo>
                <a:cubicBezTo>
                  <a:pt x="268055" y="26265"/>
                  <a:pt x="274575" y="28281"/>
                  <a:pt x="279644" y="32313"/>
                </a:cubicBezTo>
                <a:cubicBezTo>
                  <a:pt x="284712" y="36345"/>
                  <a:pt x="287961" y="42070"/>
                  <a:pt x="289390" y="49489"/>
                </a:cubicBezTo>
                <a:lnTo>
                  <a:pt x="277294" y="51355"/>
                </a:lnTo>
                <a:cubicBezTo>
                  <a:pt x="276142" y="46425"/>
                  <a:pt x="274103" y="42715"/>
                  <a:pt x="271177" y="40227"/>
                </a:cubicBezTo>
                <a:cubicBezTo>
                  <a:pt x="268251" y="37739"/>
                  <a:pt x="264714" y="36495"/>
                  <a:pt x="260567" y="36495"/>
                </a:cubicBezTo>
                <a:cubicBezTo>
                  <a:pt x="254300" y="36495"/>
                  <a:pt x="249209" y="38741"/>
                  <a:pt x="245292" y="43234"/>
                </a:cubicBezTo>
                <a:cubicBezTo>
                  <a:pt x="241375" y="47726"/>
                  <a:pt x="239417" y="54834"/>
                  <a:pt x="239417" y="64557"/>
                </a:cubicBezTo>
                <a:cubicBezTo>
                  <a:pt x="239417" y="74418"/>
                  <a:pt x="241306" y="81583"/>
                  <a:pt x="245084" y="86053"/>
                </a:cubicBezTo>
                <a:cubicBezTo>
                  <a:pt x="248863" y="90522"/>
                  <a:pt x="253793" y="92757"/>
                  <a:pt x="259876" y="92757"/>
                </a:cubicBezTo>
                <a:cubicBezTo>
                  <a:pt x="264760" y="92757"/>
                  <a:pt x="268838" y="91260"/>
                  <a:pt x="272110" y="88265"/>
                </a:cubicBezTo>
                <a:cubicBezTo>
                  <a:pt x="275381" y="85269"/>
                  <a:pt x="277455" y="80661"/>
                  <a:pt x="278331" y="74441"/>
                </a:cubicBezTo>
                <a:close/>
                <a:moveTo>
                  <a:pt x="348683" y="92273"/>
                </a:moveTo>
                <a:cubicBezTo>
                  <a:pt x="344075" y="96190"/>
                  <a:pt x="339640" y="98955"/>
                  <a:pt x="335378" y="100568"/>
                </a:cubicBezTo>
                <a:cubicBezTo>
                  <a:pt x="331115" y="102180"/>
                  <a:pt x="326542" y="102987"/>
                  <a:pt x="321658" y="102987"/>
                </a:cubicBezTo>
                <a:cubicBezTo>
                  <a:pt x="313594" y="102987"/>
                  <a:pt x="307396" y="101017"/>
                  <a:pt x="303065" y="97077"/>
                </a:cubicBezTo>
                <a:cubicBezTo>
                  <a:pt x="298733" y="93137"/>
                  <a:pt x="296568" y="88103"/>
                  <a:pt x="296568" y="81975"/>
                </a:cubicBezTo>
                <a:cubicBezTo>
                  <a:pt x="296568" y="78381"/>
                  <a:pt x="297385" y="75097"/>
                  <a:pt x="299021" y="72125"/>
                </a:cubicBezTo>
                <a:cubicBezTo>
                  <a:pt x="300657" y="69153"/>
                  <a:pt x="302800" y="66769"/>
                  <a:pt x="305449" y="64972"/>
                </a:cubicBezTo>
                <a:cubicBezTo>
                  <a:pt x="308099" y="63174"/>
                  <a:pt x="311082" y="61815"/>
                  <a:pt x="314400" y="60894"/>
                </a:cubicBezTo>
                <a:cubicBezTo>
                  <a:pt x="316842" y="60248"/>
                  <a:pt x="320529" y="59626"/>
                  <a:pt x="325459" y="59027"/>
                </a:cubicBezTo>
                <a:cubicBezTo>
                  <a:pt x="335504" y="57829"/>
                  <a:pt x="342900" y="56401"/>
                  <a:pt x="347646" y="54742"/>
                </a:cubicBezTo>
                <a:cubicBezTo>
                  <a:pt x="347692" y="53037"/>
                  <a:pt x="347715" y="51954"/>
                  <a:pt x="347715" y="51493"/>
                </a:cubicBezTo>
                <a:cubicBezTo>
                  <a:pt x="347715" y="46425"/>
                  <a:pt x="346540" y="42854"/>
                  <a:pt x="344190" y="40780"/>
                </a:cubicBezTo>
                <a:cubicBezTo>
                  <a:pt x="341011" y="37969"/>
                  <a:pt x="336288" y="36564"/>
                  <a:pt x="330021" y="36564"/>
                </a:cubicBezTo>
                <a:cubicBezTo>
                  <a:pt x="324169" y="36564"/>
                  <a:pt x="319849" y="37589"/>
                  <a:pt x="317061" y="39640"/>
                </a:cubicBezTo>
                <a:cubicBezTo>
                  <a:pt x="314273" y="41690"/>
                  <a:pt x="312211" y="45319"/>
                  <a:pt x="310875" y="50526"/>
                </a:cubicBezTo>
                <a:lnTo>
                  <a:pt x="298710" y="48867"/>
                </a:lnTo>
                <a:cubicBezTo>
                  <a:pt x="299816" y="43660"/>
                  <a:pt x="301636" y="39455"/>
                  <a:pt x="304171" y="36253"/>
                </a:cubicBezTo>
                <a:cubicBezTo>
                  <a:pt x="306705" y="33050"/>
                  <a:pt x="310368" y="30585"/>
                  <a:pt x="315160" y="28857"/>
                </a:cubicBezTo>
                <a:cubicBezTo>
                  <a:pt x="319953" y="27129"/>
                  <a:pt x="325505" y="26265"/>
                  <a:pt x="331818" y="26265"/>
                </a:cubicBezTo>
                <a:cubicBezTo>
                  <a:pt x="338085" y="26265"/>
                  <a:pt x="343177" y="27002"/>
                  <a:pt x="347093" y="28477"/>
                </a:cubicBezTo>
                <a:cubicBezTo>
                  <a:pt x="351010" y="29951"/>
                  <a:pt x="353890" y="31806"/>
                  <a:pt x="355733" y="34041"/>
                </a:cubicBezTo>
                <a:cubicBezTo>
                  <a:pt x="357576" y="36276"/>
                  <a:pt x="358867" y="39098"/>
                  <a:pt x="359604" y="42508"/>
                </a:cubicBezTo>
                <a:cubicBezTo>
                  <a:pt x="360018" y="44628"/>
                  <a:pt x="360226" y="48452"/>
                  <a:pt x="360226" y="53982"/>
                </a:cubicBezTo>
                <a:lnTo>
                  <a:pt x="360226" y="70570"/>
                </a:lnTo>
                <a:cubicBezTo>
                  <a:pt x="360226" y="82136"/>
                  <a:pt x="360491" y="89451"/>
                  <a:pt x="361021" y="92515"/>
                </a:cubicBezTo>
                <a:cubicBezTo>
                  <a:pt x="361551" y="95580"/>
                  <a:pt x="362599" y="98517"/>
                  <a:pt x="364166" y="101328"/>
                </a:cubicBezTo>
                <a:lnTo>
                  <a:pt x="351171" y="101328"/>
                </a:lnTo>
                <a:cubicBezTo>
                  <a:pt x="349881" y="98748"/>
                  <a:pt x="349052" y="95729"/>
                  <a:pt x="348683" y="92273"/>
                </a:cubicBezTo>
                <a:moveTo>
                  <a:pt x="347646" y="64488"/>
                </a:moveTo>
                <a:cubicBezTo>
                  <a:pt x="343130" y="66331"/>
                  <a:pt x="336357" y="67898"/>
                  <a:pt x="327325" y="69188"/>
                </a:cubicBezTo>
                <a:cubicBezTo>
                  <a:pt x="322211" y="69925"/>
                  <a:pt x="318593" y="70754"/>
                  <a:pt x="316474" y="71676"/>
                </a:cubicBezTo>
                <a:cubicBezTo>
                  <a:pt x="314354" y="72598"/>
                  <a:pt x="312718" y="73945"/>
                  <a:pt x="311566" y="75720"/>
                </a:cubicBezTo>
                <a:cubicBezTo>
                  <a:pt x="310414" y="77494"/>
                  <a:pt x="309838" y="79463"/>
                  <a:pt x="309838" y="81629"/>
                </a:cubicBezTo>
                <a:cubicBezTo>
                  <a:pt x="309838" y="84947"/>
                  <a:pt x="311094" y="87712"/>
                  <a:pt x="313605" y="89923"/>
                </a:cubicBezTo>
                <a:cubicBezTo>
                  <a:pt x="316117" y="92135"/>
                  <a:pt x="319791" y="93241"/>
                  <a:pt x="324630" y="93241"/>
                </a:cubicBezTo>
                <a:cubicBezTo>
                  <a:pt x="329422" y="93241"/>
                  <a:pt x="333684" y="92193"/>
                  <a:pt x="337417" y="90096"/>
                </a:cubicBezTo>
                <a:cubicBezTo>
                  <a:pt x="341149" y="88000"/>
                  <a:pt x="343891" y="85131"/>
                  <a:pt x="345642" y="81491"/>
                </a:cubicBezTo>
                <a:cubicBezTo>
                  <a:pt x="346978" y="78680"/>
                  <a:pt x="347646" y="74533"/>
                  <a:pt x="347646" y="69050"/>
                </a:cubicBezTo>
                <a:lnTo>
                  <a:pt x="347646" y="64488"/>
                </a:lnTo>
                <a:close/>
                <a:moveTo>
                  <a:pt x="378992" y="101328"/>
                </a:moveTo>
                <a:lnTo>
                  <a:pt x="378992" y="0"/>
                </a:lnTo>
                <a:lnTo>
                  <a:pt x="391433" y="0"/>
                </a:lnTo>
                <a:lnTo>
                  <a:pt x="391433" y="57783"/>
                </a:lnTo>
                <a:lnTo>
                  <a:pt x="420878" y="27924"/>
                </a:lnTo>
                <a:lnTo>
                  <a:pt x="436982" y="27924"/>
                </a:lnTo>
                <a:lnTo>
                  <a:pt x="408920" y="55157"/>
                </a:lnTo>
                <a:lnTo>
                  <a:pt x="439816" y="101328"/>
                </a:lnTo>
                <a:lnTo>
                  <a:pt x="424472" y="101328"/>
                </a:lnTo>
                <a:lnTo>
                  <a:pt x="400211" y="63797"/>
                </a:lnTo>
                <a:lnTo>
                  <a:pt x="391433" y="72229"/>
                </a:lnTo>
                <a:lnTo>
                  <a:pt x="391433" y="101328"/>
                </a:lnTo>
                <a:lnTo>
                  <a:pt x="378992" y="101328"/>
                </a:lnTo>
                <a:close/>
                <a:moveTo>
                  <a:pt x="499524" y="77689"/>
                </a:moveTo>
                <a:lnTo>
                  <a:pt x="512381" y="79279"/>
                </a:lnTo>
                <a:cubicBezTo>
                  <a:pt x="510353" y="86790"/>
                  <a:pt x="506598" y="92619"/>
                  <a:pt x="501114" y="96766"/>
                </a:cubicBezTo>
                <a:cubicBezTo>
                  <a:pt x="495631" y="100913"/>
                  <a:pt x="488627" y="102987"/>
                  <a:pt x="480102" y="102987"/>
                </a:cubicBezTo>
                <a:cubicBezTo>
                  <a:pt x="469366" y="102987"/>
                  <a:pt x="460853" y="99681"/>
                  <a:pt x="454563" y="93068"/>
                </a:cubicBezTo>
                <a:cubicBezTo>
                  <a:pt x="448273" y="86456"/>
                  <a:pt x="445128" y="77183"/>
                  <a:pt x="445128" y="65248"/>
                </a:cubicBezTo>
                <a:cubicBezTo>
                  <a:pt x="445128" y="52899"/>
                  <a:pt x="448308" y="43314"/>
                  <a:pt x="454666" y="36495"/>
                </a:cubicBezTo>
                <a:cubicBezTo>
                  <a:pt x="461025" y="29675"/>
                  <a:pt x="469274" y="26265"/>
                  <a:pt x="479411" y="26265"/>
                </a:cubicBezTo>
                <a:cubicBezTo>
                  <a:pt x="489226" y="26265"/>
                  <a:pt x="497244" y="29606"/>
                  <a:pt x="503464" y="36287"/>
                </a:cubicBezTo>
                <a:cubicBezTo>
                  <a:pt x="509685" y="42969"/>
                  <a:pt x="512795" y="52369"/>
                  <a:pt x="512795" y="64488"/>
                </a:cubicBezTo>
                <a:cubicBezTo>
                  <a:pt x="512795" y="65225"/>
                  <a:pt x="512772" y="66331"/>
                  <a:pt x="512726" y="67805"/>
                </a:cubicBezTo>
                <a:lnTo>
                  <a:pt x="457984" y="67805"/>
                </a:lnTo>
                <a:cubicBezTo>
                  <a:pt x="458445" y="75869"/>
                  <a:pt x="460726" y="82044"/>
                  <a:pt x="464827" y="86329"/>
                </a:cubicBezTo>
                <a:cubicBezTo>
                  <a:pt x="468928" y="90615"/>
                  <a:pt x="474043" y="92757"/>
                  <a:pt x="480171" y="92757"/>
                </a:cubicBezTo>
                <a:cubicBezTo>
                  <a:pt x="484733" y="92757"/>
                  <a:pt x="488627" y="91559"/>
                  <a:pt x="491852" y="89163"/>
                </a:cubicBezTo>
                <a:cubicBezTo>
                  <a:pt x="495078" y="86767"/>
                  <a:pt x="497635" y="82942"/>
                  <a:pt x="499524" y="77689"/>
                </a:cubicBezTo>
                <a:moveTo>
                  <a:pt x="458675" y="57576"/>
                </a:moveTo>
                <a:lnTo>
                  <a:pt x="499663" y="57576"/>
                </a:lnTo>
                <a:cubicBezTo>
                  <a:pt x="499110" y="51401"/>
                  <a:pt x="497543" y="46770"/>
                  <a:pt x="494963" y="43683"/>
                </a:cubicBezTo>
                <a:cubicBezTo>
                  <a:pt x="491000" y="38891"/>
                  <a:pt x="485862" y="36495"/>
                  <a:pt x="479549" y="36495"/>
                </a:cubicBezTo>
                <a:cubicBezTo>
                  <a:pt x="473835" y="36495"/>
                  <a:pt x="469032" y="38407"/>
                  <a:pt x="465138" y="42232"/>
                </a:cubicBezTo>
                <a:cubicBezTo>
                  <a:pt x="461244" y="46056"/>
                  <a:pt x="459090" y="51171"/>
                  <a:pt x="458675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apple">
            <a:extLst xmlns:a="http://schemas.openxmlformats.org/drawingml/2006/main">
              <a:ext uri="{FF2B5EF4-FFF2-40B4-BE49-F238E27FC236}">
                <a16:creationId xmlns:a16="http://schemas.microsoft.com/office/drawing/2014/main" id="{1F3545E7-6729-489A-B3EB-2520203F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648" y="191940"/>
            <a:ext cx="333548" cy="129459"/>
          </a:xfrm>
          <a:custGeom xmlns:a="http://schemas.openxmlformats.org/drawingml/2006/main">
            <a:pathLst>
              <a:path w="333548" h="129459">
                <a:moveTo>
                  <a:pt x="52115" y="92273"/>
                </a:moveTo>
                <a:cubicBezTo>
                  <a:pt x="47508" y="96190"/>
                  <a:pt x="43072" y="98955"/>
                  <a:pt x="38810" y="100568"/>
                </a:cubicBezTo>
                <a:cubicBezTo>
                  <a:pt x="34548" y="102180"/>
                  <a:pt x="29974" y="102987"/>
                  <a:pt x="25090" y="102987"/>
                </a:cubicBezTo>
                <a:cubicBezTo>
                  <a:pt x="17026" y="102987"/>
                  <a:pt x="10829" y="101017"/>
                  <a:pt x="6497" y="97077"/>
                </a:cubicBezTo>
                <a:cubicBezTo>
                  <a:pt x="2166" y="93137"/>
                  <a:pt x="0" y="88103"/>
                  <a:pt x="0" y="81975"/>
                </a:cubicBezTo>
                <a:cubicBezTo>
                  <a:pt x="0" y="78381"/>
                  <a:pt x="818" y="75097"/>
                  <a:pt x="2454" y="72125"/>
                </a:cubicBezTo>
                <a:cubicBezTo>
                  <a:pt x="4090" y="69153"/>
                  <a:pt x="6232" y="66769"/>
                  <a:pt x="8882" y="64972"/>
                </a:cubicBezTo>
                <a:cubicBezTo>
                  <a:pt x="11531" y="63174"/>
                  <a:pt x="14515" y="61815"/>
                  <a:pt x="17833" y="60894"/>
                </a:cubicBezTo>
                <a:cubicBezTo>
                  <a:pt x="20275" y="60248"/>
                  <a:pt x="23961" y="59626"/>
                  <a:pt x="28892" y="59027"/>
                </a:cubicBezTo>
                <a:cubicBezTo>
                  <a:pt x="38937" y="57829"/>
                  <a:pt x="46333" y="56401"/>
                  <a:pt x="51079" y="54742"/>
                </a:cubicBezTo>
                <a:cubicBezTo>
                  <a:pt x="51125" y="53037"/>
                  <a:pt x="51148" y="51954"/>
                  <a:pt x="51148" y="51493"/>
                </a:cubicBezTo>
                <a:cubicBezTo>
                  <a:pt x="51148" y="46425"/>
                  <a:pt x="49973" y="42854"/>
                  <a:pt x="47623" y="40780"/>
                </a:cubicBezTo>
                <a:cubicBezTo>
                  <a:pt x="44443" y="37969"/>
                  <a:pt x="39720" y="36564"/>
                  <a:pt x="33453" y="36564"/>
                </a:cubicBezTo>
                <a:cubicBezTo>
                  <a:pt x="27601" y="36564"/>
                  <a:pt x="23281" y="37589"/>
                  <a:pt x="20494" y="39640"/>
                </a:cubicBezTo>
                <a:cubicBezTo>
                  <a:pt x="17706" y="41690"/>
                  <a:pt x="15644" y="45319"/>
                  <a:pt x="14308" y="50526"/>
                </a:cubicBezTo>
                <a:lnTo>
                  <a:pt x="2143" y="48867"/>
                </a:lnTo>
                <a:cubicBezTo>
                  <a:pt x="3249" y="43660"/>
                  <a:pt x="5069" y="39455"/>
                  <a:pt x="7603" y="36253"/>
                </a:cubicBezTo>
                <a:cubicBezTo>
                  <a:pt x="10137" y="33050"/>
                  <a:pt x="13801" y="30585"/>
                  <a:pt x="18593" y="28857"/>
                </a:cubicBezTo>
                <a:cubicBezTo>
                  <a:pt x="23385" y="27129"/>
                  <a:pt x="28938" y="26265"/>
                  <a:pt x="35251" y="26265"/>
                </a:cubicBezTo>
                <a:cubicBezTo>
                  <a:pt x="41517" y="26265"/>
                  <a:pt x="46609" y="27002"/>
                  <a:pt x="50526" y="28477"/>
                </a:cubicBezTo>
                <a:cubicBezTo>
                  <a:pt x="54442" y="29951"/>
                  <a:pt x="57322" y="31806"/>
                  <a:pt x="59166" y="34041"/>
                </a:cubicBezTo>
                <a:cubicBezTo>
                  <a:pt x="61009" y="36276"/>
                  <a:pt x="62299" y="39098"/>
                  <a:pt x="63036" y="42508"/>
                </a:cubicBezTo>
                <a:cubicBezTo>
                  <a:pt x="63451" y="44628"/>
                  <a:pt x="63658" y="48452"/>
                  <a:pt x="63658" y="53982"/>
                </a:cubicBezTo>
                <a:lnTo>
                  <a:pt x="63658" y="70570"/>
                </a:lnTo>
                <a:cubicBezTo>
                  <a:pt x="63658" y="82136"/>
                  <a:pt x="63923" y="89451"/>
                  <a:pt x="64453" y="92515"/>
                </a:cubicBezTo>
                <a:cubicBezTo>
                  <a:pt x="64983" y="95580"/>
                  <a:pt x="66031" y="98517"/>
                  <a:pt x="67598" y="101328"/>
                </a:cubicBezTo>
                <a:lnTo>
                  <a:pt x="54604" y="101328"/>
                </a:lnTo>
                <a:cubicBezTo>
                  <a:pt x="53314" y="98748"/>
                  <a:pt x="52484" y="95729"/>
                  <a:pt x="52115" y="92273"/>
                </a:cubicBezTo>
                <a:moveTo>
                  <a:pt x="51079" y="64488"/>
                </a:moveTo>
                <a:cubicBezTo>
                  <a:pt x="46563" y="66331"/>
                  <a:pt x="39789" y="67898"/>
                  <a:pt x="30758" y="69188"/>
                </a:cubicBezTo>
                <a:cubicBezTo>
                  <a:pt x="25643" y="69925"/>
                  <a:pt x="22026" y="70754"/>
                  <a:pt x="19906" y="71676"/>
                </a:cubicBezTo>
                <a:cubicBezTo>
                  <a:pt x="17787" y="72598"/>
                  <a:pt x="16151" y="73945"/>
                  <a:pt x="14999" y="75720"/>
                </a:cubicBezTo>
                <a:cubicBezTo>
                  <a:pt x="13847" y="77494"/>
                  <a:pt x="13271" y="79463"/>
                  <a:pt x="13271" y="81629"/>
                </a:cubicBezTo>
                <a:cubicBezTo>
                  <a:pt x="13271" y="84947"/>
                  <a:pt x="14526" y="87712"/>
                  <a:pt x="17038" y="89923"/>
                </a:cubicBezTo>
                <a:cubicBezTo>
                  <a:pt x="19549" y="92135"/>
                  <a:pt x="23224" y="93241"/>
                  <a:pt x="28062" y="93241"/>
                </a:cubicBezTo>
                <a:cubicBezTo>
                  <a:pt x="32854" y="93241"/>
                  <a:pt x="37117" y="92193"/>
                  <a:pt x="40849" y="90096"/>
                </a:cubicBezTo>
                <a:cubicBezTo>
                  <a:pt x="44582" y="88000"/>
                  <a:pt x="47323" y="85131"/>
                  <a:pt x="49074" y="81491"/>
                </a:cubicBezTo>
                <a:cubicBezTo>
                  <a:pt x="50411" y="78680"/>
                  <a:pt x="51079" y="74533"/>
                  <a:pt x="51079" y="69050"/>
                </a:cubicBezTo>
                <a:lnTo>
                  <a:pt x="51079" y="64488"/>
                </a:lnTo>
                <a:close/>
                <a:moveTo>
                  <a:pt x="82383" y="129459"/>
                </a:moveTo>
                <a:lnTo>
                  <a:pt x="82383" y="27924"/>
                </a:lnTo>
                <a:lnTo>
                  <a:pt x="93718" y="27924"/>
                </a:lnTo>
                <a:lnTo>
                  <a:pt x="93718" y="37462"/>
                </a:lnTo>
                <a:cubicBezTo>
                  <a:pt x="96391" y="33730"/>
                  <a:pt x="99409" y="30931"/>
                  <a:pt x="102773" y="29064"/>
                </a:cubicBezTo>
                <a:cubicBezTo>
                  <a:pt x="106136" y="27198"/>
                  <a:pt x="110214" y="26265"/>
                  <a:pt x="115007" y="26265"/>
                </a:cubicBezTo>
                <a:cubicBezTo>
                  <a:pt x="121273" y="26265"/>
                  <a:pt x="126803" y="27878"/>
                  <a:pt x="131595" y="31103"/>
                </a:cubicBezTo>
                <a:cubicBezTo>
                  <a:pt x="136387" y="34329"/>
                  <a:pt x="140005" y="38879"/>
                  <a:pt x="142447" y="44754"/>
                </a:cubicBezTo>
                <a:cubicBezTo>
                  <a:pt x="144889" y="50629"/>
                  <a:pt x="146110" y="57069"/>
                  <a:pt x="146110" y="64073"/>
                </a:cubicBezTo>
                <a:cubicBezTo>
                  <a:pt x="146110" y="71584"/>
                  <a:pt x="144762" y="78346"/>
                  <a:pt x="142067" y="84359"/>
                </a:cubicBezTo>
                <a:cubicBezTo>
                  <a:pt x="139371" y="90373"/>
                  <a:pt x="135454" y="94981"/>
                  <a:pt x="130316" y="98183"/>
                </a:cubicBezTo>
                <a:cubicBezTo>
                  <a:pt x="125179" y="101386"/>
                  <a:pt x="119776" y="102987"/>
                  <a:pt x="114108" y="102987"/>
                </a:cubicBezTo>
                <a:cubicBezTo>
                  <a:pt x="109961" y="102987"/>
                  <a:pt x="106240" y="102111"/>
                  <a:pt x="102945" y="100360"/>
                </a:cubicBezTo>
                <a:cubicBezTo>
                  <a:pt x="99651" y="98609"/>
                  <a:pt x="96944" y="96398"/>
                  <a:pt x="94824" y="93725"/>
                </a:cubicBezTo>
                <a:lnTo>
                  <a:pt x="94824" y="129459"/>
                </a:lnTo>
                <a:lnTo>
                  <a:pt x="82383" y="129459"/>
                </a:lnTo>
                <a:moveTo>
                  <a:pt x="93649" y="65041"/>
                </a:moveTo>
                <a:cubicBezTo>
                  <a:pt x="93649" y="74487"/>
                  <a:pt x="95561" y="81468"/>
                  <a:pt x="99386" y="85984"/>
                </a:cubicBezTo>
                <a:cubicBezTo>
                  <a:pt x="103210" y="90499"/>
                  <a:pt x="107841" y="92757"/>
                  <a:pt x="113279" y="92757"/>
                </a:cubicBezTo>
                <a:cubicBezTo>
                  <a:pt x="118808" y="92757"/>
                  <a:pt x="123543" y="90419"/>
                  <a:pt x="127483" y="85742"/>
                </a:cubicBezTo>
                <a:cubicBezTo>
                  <a:pt x="131422" y="81065"/>
                  <a:pt x="133392" y="73819"/>
                  <a:pt x="133392" y="64004"/>
                </a:cubicBezTo>
                <a:cubicBezTo>
                  <a:pt x="133392" y="54650"/>
                  <a:pt x="131468" y="47646"/>
                  <a:pt x="127621" y="42992"/>
                </a:cubicBezTo>
                <a:cubicBezTo>
                  <a:pt x="123773" y="38338"/>
                  <a:pt x="119177" y="36011"/>
                  <a:pt x="113832" y="36011"/>
                </a:cubicBezTo>
                <a:cubicBezTo>
                  <a:pt x="108532" y="36011"/>
                  <a:pt x="103844" y="38488"/>
                  <a:pt x="99766" y="43441"/>
                </a:cubicBezTo>
                <a:cubicBezTo>
                  <a:pt x="95688" y="48395"/>
                  <a:pt x="93649" y="55594"/>
                  <a:pt x="93649" y="65041"/>
                </a:cubicBezTo>
                <a:close/>
                <a:moveTo>
                  <a:pt x="160549" y="129459"/>
                </a:moveTo>
                <a:lnTo>
                  <a:pt x="160549" y="27924"/>
                </a:lnTo>
                <a:lnTo>
                  <a:pt x="171885" y="27924"/>
                </a:lnTo>
                <a:lnTo>
                  <a:pt x="171885" y="37462"/>
                </a:lnTo>
                <a:cubicBezTo>
                  <a:pt x="174557" y="33730"/>
                  <a:pt x="177575" y="30931"/>
                  <a:pt x="180939" y="29064"/>
                </a:cubicBezTo>
                <a:cubicBezTo>
                  <a:pt x="184303" y="27198"/>
                  <a:pt x="188381" y="26265"/>
                  <a:pt x="193173" y="26265"/>
                </a:cubicBezTo>
                <a:cubicBezTo>
                  <a:pt x="199440" y="26265"/>
                  <a:pt x="204969" y="27878"/>
                  <a:pt x="209762" y="31103"/>
                </a:cubicBezTo>
                <a:cubicBezTo>
                  <a:pt x="214554" y="34329"/>
                  <a:pt x="218171" y="38879"/>
                  <a:pt x="220613" y="44754"/>
                </a:cubicBezTo>
                <a:cubicBezTo>
                  <a:pt x="223056" y="50629"/>
                  <a:pt x="224277" y="57069"/>
                  <a:pt x="224277" y="64073"/>
                </a:cubicBezTo>
                <a:cubicBezTo>
                  <a:pt x="224277" y="71584"/>
                  <a:pt x="222929" y="78346"/>
                  <a:pt x="220233" y="84359"/>
                </a:cubicBezTo>
                <a:cubicBezTo>
                  <a:pt x="217538" y="90373"/>
                  <a:pt x="213621" y="94981"/>
                  <a:pt x="208483" y="98183"/>
                </a:cubicBezTo>
                <a:cubicBezTo>
                  <a:pt x="203345" y="101386"/>
                  <a:pt x="197942" y="102987"/>
                  <a:pt x="192275" y="102987"/>
                </a:cubicBezTo>
                <a:cubicBezTo>
                  <a:pt x="188128" y="102987"/>
                  <a:pt x="184407" y="102111"/>
                  <a:pt x="181112" y="100360"/>
                </a:cubicBezTo>
                <a:cubicBezTo>
                  <a:pt x="177817" y="98609"/>
                  <a:pt x="175110" y="96398"/>
                  <a:pt x="172991" y="93725"/>
                </a:cubicBezTo>
                <a:lnTo>
                  <a:pt x="172991" y="129459"/>
                </a:lnTo>
                <a:lnTo>
                  <a:pt x="160549" y="129459"/>
                </a:lnTo>
                <a:moveTo>
                  <a:pt x="171816" y="65041"/>
                </a:moveTo>
                <a:cubicBezTo>
                  <a:pt x="171816" y="74487"/>
                  <a:pt x="173728" y="81468"/>
                  <a:pt x="177552" y="85984"/>
                </a:cubicBezTo>
                <a:cubicBezTo>
                  <a:pt x="181377" y="90499"/>
                  <a:pt x="186008" y="92757"/>
                  <a:pt x="191445" y="92757"/>
                </a:cubicBezTo>
                <a:cubicBezTo>
                  <a:pt x="196975" y="92757"/>
                  <a:pt x="201709" y="90419"/>
                  <a:pt x="205649" y="85742"/>
                </a:cubicBezTo>
                <a:cubicBezTo>
                  <a:pt x="209589" y="81065"/>
                  <a:pt x="211559" y="73819"/>
                  <a:pt x="211559" y="64004"/>
                </a:cubicBezTo>
                <a:cubicBezTo>
                  <a:pt x="211559" y="54650"/>
                  <a:pt x="209635" y="47646"/>
                  <a:pt x="205787" y="42992"/>
                </a:cubicBezTo>
                <a:cubicBezTo>
                  <a:pt x="201940" y="38338"/>
                  <a:pt x="197343" y="36011"/>
                  <a:pt x="191998" y="36011"/>
                </a:cubicBezTo>
                <a:cubicBezTo>
                  <a:pt x="186699" y="36011"/>
                  <a:pt x="182011" y="38488"/>
                  <a:pt x="177933" y="43441"/>
                </a:cubicBezTo>
                <a:cubicBezTo>
                  <a:pt x="173855" y="48395"/>
                  <a:pt x="171816" y="55594"/>
                  <a:pt x="171816" y="65041"/>
                </a:cubicBezTo>
                <a:close/>
                <a:moveTo>
                  <a:pt x="238440" y="101328"/>
                </a:moveTo>
                <a:lnTo>
                  <a:pt x="238440" y="0"/>
                </a:lnTo>
                <a:lnTo>
                  <a:pt x="250881" y="0"/>
                </a:lnTo>
                <a:lnTo>
                  <a:pt x="250881" y="101328"/>
                </a:lnTo>
                <a:lnTo>
                  <a:pt x="238440" y="101328"/>
                </a:lnTo>
                <a:close/>
                <a:moveTo>
                  <a:pt x="320278" y="77689"/>
                </a:moveTo>
                <a:lnTo>
                  <a:pt x="333134" y="79279"/>
                </a:lnTo>
                <a:cubicBezTo>
                  <a:pt x="331106" y="86790"/>
                  <a:pt x="327351" y="92619"/>
                  <a:pt x="321867" y="96766"/>
                </a:cubicBezTo>
                <a:cubicBezTo>
                  <a:pt x="316384" y="100913"/>
                  <a:pt x="309380" y="102987"/>
                  <a:pt x="300855" y="102987"/>
                </a:cubicBezTo>
                <a:cubicBezTo>
                  <a:pt x="290119" y="102987"/>
                  <a:pt x="281606" y="99681"/>
                  <a:pt x="275316" y="93068"/>
                </a:cubicBezTo>
                <a:cubicBezTo>
                  <a:pt x="269026" y="86456"/>
                  <a:pt x="265881" y="77183"/>
                  <a:pt x="265881" y="65248"/>
                </a:cubicBezTo>
                <a:cubicBezTo>
                  <a:pt x="265881" y="52899"/>
                  <a:pt x="269061" y="43314"/>
                  <a:pt x="275420" y="36495"/>
                </a:cubicBezTo>
                <a:cubicBezTo>
                  <a:pt x="281778" y="29675"/>
                  <a:pt x="290027" y="26265"/>
                  <a:pt x="300164" y="26265"/>
                </a:cubicBezTo>
                <a:cubicBezTo>
                  <a:pt x="309979" y="26265"/>
                  <a:pt x="317997" y="29606"/>
                  <a:pt x="324217" y="36287"/>
                </a:cubicBezTo>
                <a:cubicBezTo>
                  <a:pt x="330438" y="42969"/>
                  <a:pt x="333548" y="52369"/>
                  <a:pt x="333548" y="64488"/>
                </a:cubicBezTo>
                <a:cubicBezTo>
                  <a:pt x="333548" y="65225"/>
                  <a:pt x="333525" y="66331"/>
                  <a:pt x="333479" y="67805"/>
                </a:cubicBezTo>
                <a:lnTo>
                  <a:pt x="278737" y="67805"/>
                </a:lnTo>
                <a:cubicBezTo>
                  <a:pt x="279198" y="75869"/>
                  <a:pt x="281479" y="82044"/>
                  <a:pt x="285580" y="86329"/>
                </a:cubicBezTo>
                <a:cubicBezTo>
                  <a:pt x="289681" y="90615"/>
                  <a:pt x="294796" y="92757"/>
                  <a:pt x="300924" y="92757"/>
                </a:cubicBezTo>
                <a:cubicBezTo>
                  <a:pt x="305486" y="92757"/>
                  <a:pt x="309380" y="91559"/>
                  <a:pt x="312605" y="89163"/>
                </a:cubicBezTo>
                <a:cubicBezTo>
                  <a:pt x="315831" y="86767"/>
                  <a:pt x="318388" y="82942"/>
                  <a:pt x="320278" y="77689"/>
                </a:cubicBezTo>
                <a:moveTo>
                  <a:pt x="279428" y="57576"/>
                </a:moveTo>
                <a:lnTo>
                  <a:pt x="320416" y="57576"/>
                </a:lnTo>
                <a:cubicBezTo>
                  <a:pt x="319863" y="51401"/>
                  <a:pt x="318296" y="46770"/>
                  <a:pt x="315716" y="43683"/>
                </a:cubicBezTo>
                <a:cubicBezTo>
                  <a:pt x="311753" y="38891"/>
                  <a:pt x="306615" y="36495"/>
                  <a:pt x="300302" y="36495"/>
                </a:cubicBezTo>
                <a:cubicBezTo>
                  <a:pt x="294588" y="36495"/>
                  <a:pt x="289785" y="38407"/>
                  <a:pt x="285891" y="42232"/>
                </a:cubicBezTo>
                <a:cubicBezTo>
                  <a:pt x="281997" y="46056"/>
                  <a:pt x="279843" y="51171"/>
                  <a:pt x="279428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person">
            <a:extLst xmlns:a="http://schemas.openxmlformats.org/drawingml/2006/main">
              <a:ext uri="{FF2B5EF4-FFF2-40B4-BE49-F238E27FC236}">
                <a16:creationId xmlns:a16="http://schemas.microsoft.com/office/drawing/2014/main" id="{21C9D360-3495-4F78-AB62-3B28119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855" y="477439"/>
            <a:ext cx="411414" cy="103194"/>
          </a:xfrm>
          <a:custGeom xmlns:a="http://schemas.openxmlformats.org/drawingml/2006/main">
            <a:pathLst>
              <a:path w="411414" h="103194">
                <a:moveTo>
                  <a:pt x="0" y="103194"/>
                </a:moveTo>
                <a:lnTo>
                  <a:pt x="0" y="1659"/>
                </a:lnTo>
                <a:lnTo>
                  <a:pt x="11335" y="1659"/>
                </a:lnTo>
                <a:lnTo>
                  <a:pt x="11335" y="11197"/>
                </a:lnTo>
                <a:cubicBezTo>
                  <a:pt x="14008" y="7465"/>
                  <a:pt x="17026" y="4666"/>
                  <a:pt x="20390" y="2799"/>
                </a:cubicBezTo>
                <a:cubicBezTo>
                  <a:pt x="23754" y="933"/>
                  <a:pt x="27832" y="0"/>
                  <a:pt x="32624" y="0"/>
                </a:cubicBezTo>
                <a:cubicBezTo>
                  <a:pt x="38891" y="0"/>
                  <a:pt x="44420" y="1613"/>
                  <a:pt x="49212" y="4838"/>
                </a:cubicBezTo>
                <a:cubicBezTo>
                  <a:pt x="54005" y="8064"/>
                  <a:pt x="57622" y="12614"/>
                  <a:pt x="60064" y="18489"/>
                </a:cubicBezTo>
                <a:cubicBezTo>
                  <a:pt x="62506" y="24364"/>
                  <a:pt x="63727" y="30804"/>
                  <a:pt x="63727" y="37808"/>
                </a:cubicBezTo>
                <a:cubicBezTo>
                  <a:pt x="63727" y="45319"/>
                  <a:pt x="62380" y="52081"/>
                  <a:pt x="59684" y="58094"/>
                </a:cubicBezTo>
                <a:cubicBezTo>
                  <a:pt x="56988" y="64108"/>
                  <a:pt x="53072" y="68715"/>
                  <a:pt x="47934" y="71918"/>
                </a:cubicBezTo>
                <a:cubicBezTo>
                  <a:pt x="42796" y="75120"/>
                  <a:pt x="37393" y="76722"/>
                  <a:pt x="31725" y="76722"/>
                </a:cubicBezTo>
                <a:cubicBezTo>
                  <a:pt x="27578" y="76722"/>
                  <a:pt x="23857" y="75846"/>
                  <a:pt x="20563" y="74095"/>
                </a:cubicBezTo>
                <a:cubicBezTo>
                  <a:pt x="17268" y="72344"/>
                  <a:pt x="14561" y="70132"/>
                  <a:pt x="12441" y="67460"/>
                </a:cubicBezTo>
                <a:lnTo>
                  <a:pt x="12441" y="103194"/>
                </a:lnTo>
                <a:lnTo>
                  <a:pt x="0" y="103194"/>
                </a:lnTo>
                <a:moveTo>
                  <a:pt x="11266" y="38776"/>
                </a:moveTo>
                <a:cubicBezTo>
                  <a:pt x="11266" y="48222"/>
                  <a:pt x="13179" y="55203"/>
                  <a:pt x="17003" y="59719"/>
                </a:cubicBezTo>
                <a:cubicBezTo>
                  <a:pt x="20828" y="64234"/>
                  <a:pt x="25459" y="66492"/>
                  <a:pt x="30896" y="66492"/>
                </a:cubicBezTo>
                <a:cubicBezTo>
                  <a:pt x="36426" y="66492"/>
                  <a:pt x="41160" y="64154"/>
                  <a:pt x="45100" y="59477"/>
                </a:cubicBezTo>
                <a:cubicBezTo>
                  <a:pt x="49040" y="54800"/>
                  <a:pt x="51010" y="47554"/>
                  <a:pt x="51010" y="37739"/>
                </a:cubicBezTo>
                <a:cubicBezTo>
                  <a:pt x="51010" y="28385"/>
                  <a:pt x="49086" y="21381"/>
                  <a:pt x="45238" y="16727"/>
                </a:cubicBezTo>
                <a:cubicBezTo>
                  <a:pt x="41391" y="12073"/>
                  <a:pt x="36794" y="9746"/>
                  <a:pt x="31449" y="9746"/>
                </a:cubicBezTo>
                <a:cubicBezTo>
                  <a:pt x="26150" y="9746"/>
                  <a:pt x="21461" y="12222"/>
                  <a:pt x="17383" y="17176"/>
                </a:cubicBezTo>
                <a:cubicBezTo>
                  <a:pt x="13305" y="22129"/>
                  <a:pt x="11266" y="29329"/>
                  <a:pt x="11266" y="38776"/>
                </a:cubicBezTo>
                <a:close/>
                <a:moveTo>
                  <a:pt x="128416" y="51424"/>
                </a:moveTo>
                <a:lnTo>
                  <a:pt x="141272" y="53014"/>
                </a:lnTo>
                <a:cubicBezTo>
                  <a:pt x="139244" y="60525"/>
                  <a:pt x="135489" y="66354"/>
                  <a:pt x="130006" y="70501"/>
                </a:cubicBezTo>
                <a:cubicBezTo>
                  <a:pt x="124522" y="74648"/>
                  <a:pt x="117518" y="76722"/>
                  <a:pt x="108994" y="76722"/>
                </a:cubicBezTo>
                <a:cubicBezTo>
                  <a:pt x="98257" y="76722"/>
                  <a:pt x="89744" y="73416"/>
                  <a:pt x="83454" y="66803"/>
                </a:cubicBezTo>
                <a:cubicBezTo>
                  <a:pt x="77164" y="60191"/>
                  <a:pt x="74020" y="50917"/>
                  <a:pt x="74020" y="38983"/>
                </a:cubicBezTo>
                <a:cubicBezTo>
                  <a:pt x="74020" y="26634"/>
                  <a:pt x="77199" y="17049"/>
                  <a:pt x="83558" y="10230"/>
                </a:cubicBezTo>
                <a:cubicBezTo>
                  <a:pt x="89917" y="3410"/>
                  <a:pt x="98165" y="0"/>
                  <a:pt x="108302" y="0"/>
                </a:cubicBezTo>
                <a:cubicBezTo>
                  <a:pt x="118117" y="0"/>
                  <a:pt x="126135" y="3341"/>
                  <a:pt x="132356" y="10022"/>
                </a:cubicBezTo>
                <a:cubicBezTo>
                  <a:pt x="138576" y="16704"/>
                  <a:pt x="141687" y="26104"/>
                  <a:pt x="141687" y="38223"/>
                </a:cubicBezTo>
                <a:cubicBezTo>
                  <a:pt x="141687" y="38960"/>
                  <a:pt x="141664" y="40066"/>
                  <a:pt x="141618" y="41540"/>
                </a:cubicBezTo>
                <a:lnTo>
                  <a:pt x="86876" y="41540"/>
                </a:lnTo>
                <a:cubicBezTo>
                  <a:pt x="87336" y="49604"/>
                  <a:pt x="89617" y="55779"/>
                  <a:pt x="93718" y="60064"/>
                </a:cubicBezTo>
                <a:cubicBezTo>
                  <a:pt x="97819" y="64349"/>
                  <a:pt x="102934" y="66492"/>
                  <a:pt x="109063" y="66492"/>
                </a:cubicBezTo>
                <a:cubicBezTo>
                  <a:pt x="113625" y="66492"/>
                  <a:pt x="117518" y="65294"/>
                  <a:pt x="120744" y="62898"/>
                </a:cubicBezTo>
                <a:cubicBezTo>
                  <a:pt x="123969" y="60502"/>
                  <a:pt x="126527" y="56677"/>
                  <a:pt x="128416" y="51424"/>
                </a:cubicBezTo>
                <a:moveTo>
                  <a:pt x="87567" y="31311"/>
                </a:moveTo>
                <a:lnTo>
                  <a:pt x="128554" y="31311"/>
                </a:lnTo>
                <a:cubicBezTo>
                  <a:pt x="128001" y="25136"/>
                  <a:pt x="126434" y="20505"/>
                  <a:pt x="123854" y="17418"/>
                </a:cubicBezTo>
                <a:cubicBezTo>
                  <a:pt x="119891" y="12626"/>
                  <a:pt x="114753" y="10230"/>
                  <a:pt x="108441" y="10230"/>
                </a:cubicBezTo>
                <a:cubicBezTo>
                  <a:pt x="102727" y="10230"/>
                  <a:pt x="97923" y="12142"/>
                  <a:pt x="94029" y="15966"/>
                </a:cubicBezTo>
                <a:cubicBezTo>
                  <a:pt x="90136" y="19791"/>
                  <a:pt x="87981" y="24906"/>
                  <a:pt x="87567" y="31311"/>
                </a:cubicBezTo>
                <a:close/>
                <a:moveTo>
                  <a:pt x="156195" y="75063"/>
                </a:moveTo>
                <a:lnTo>
                  <a:pt x="156195" y="1659"/>
                </a:lnTo>
                <a:lnTo>
                  <a:pt x="167392" y="1659"/>
                </a:lnTo>
                <a:lnTo>
                  <a:pt x="167392" y="12787"/>
                </a:lnTo>
                <a:cubicBezTo>
                  <a:pt x="170249" y="7580"/>
                  <a:pt x="172887" y="4147"/>
                  <a:pt x="175306" y="2488"/>
                </a:cubicBezTo>
                <a:cubicBezTo>
                  <a:pt x="177725" y="829"/>
                  <a:pt x="180387" y="0"/>
                  <a:pt x="183290" y="0"/>
                </a:cubicBezTo>
                <a:cubicBezTo>
                  <a:pt x="187483" y="0"/>
                  <a:pt x="191745" y="1336"/>
                  <a:pt x="196076" y="4009"/>
                </a:cubicBezTo>
                <a:lnTo>
                  <a:pt x="191791" y="15552"/>
                </a:lnTo>
                <a:cubicBezTo>
                  <a:pt x="188750" y="13755"/>
                  <a:pt x="185709" y="12856"/>
                  <a:pt x="182667" y="12856"/>
                </a:cubicBezTo>
                <a:cubicBezTo>
                  <a:pt x="179949" y="12856"/>
                  <a:pt x="177507" y="13674"/>
                  <a:pt x="175341" y="15310"/>
                </a:cubicBezTo>
                <a:cubicBezTo>
                  <a:pt x="173175" y="16946"/>
                  <a:pt x="171632" y="19215"/>
                  <a:pt x="170710" y="22118"/>
                </a:cubicBezTo>
                <a:cubicBezTo>
                  <a:pt x="169328" y="26542"/>
                  <a:pt x="168636" y="31380"/>
                  <a:pt x="168636" y="36633"/>
                </a:cubicBezTo>
                <a:lnTo>
                  <a:pt x="168636" y="75063"/>
                </a:lnTo>
                <a:lnTo>
                  <a:pt x="156195" y="75063"/>
                </a:lnTo>
                <a:close/>
                <a:moveTo>
                  <a:pt x="198240" y="53152"/>
                </a:moveTo>
                <a:lnTo>
                  <a:pt x="210543" y="51217"/>
                </a:lnTo>
                <a:cubicBezTo>
                  <a:pt x="211234" y="56147"/>
                  <a:pt x="213158" y="59926"/>
                  <a:pt x="216314" y="62552"/>
                </a:cubicBezTo>
                <a:cubicBezTo>
                  <a:pt x="219471" y="65179"/>
                  <a:pt x="223883" y="66492"/>
                  <a:pt x="229550" y="66492"/>
                </a:cubicBezTo>
                <a:cubicBezTo>
                  <a:pt x="235264" y="66492"/>
                  <a:pt x="239504" y="65329"/>
                  <a:pt x="242268" y="63002"/>
                </a:cubicBezTo>
                <a:cubicBezTo>
                  <a:pt x="245033" y="60675"/>
                  <a:pt x="246415" y="57944"/>
                  <a:pt x="246415" y="54811"/>
                </a:cubicBezTo>
                <a:cubicBezTo>
                  <a:pt x="246415" y="52000"/>
                  <a:pt x="245194" y="49788"/>
                  <a:pt x="242752" y="48176"/>
                </a:cubicBezTo>
                <a:cubicBezTo>
                  <a:pt x="241047" y="47070"/>
                  <a:pt x="236808" y="45664"/>
                  <a:pt x="230034" y="43959"/>
                </a:cubicBezTo>
                <a:cubicBezTo>
                  <a:pt x="220911" y="41656"/>
                  <a:pt x="214586" y="39663"/>
                  <a:pt x="211061" y="37981"/>
                </a:cubicBezTo>
                <a:cubicBezTo>
                  <a:pt x="207536" y="36299"/>
                  <a:pt x="204864" y="33972"/>
                  <a:pt x="203043" y="31000"/>
                </a:cubicBezTo>
                <a:cubicBezTo>
                  <a:pt x="201223" y="28028"/>
                  <a:pt x="200313" y="24744"/>
                  <a:pt x="200313" y="21150"/>
                </a:cubicBezTo>
                <a:cubicBezTo>
                  <a:pt x="200313" y="17879"/>
                  <a:pt x="201062" y="14849"/>
                  <a:pt x="202560" y="12061"/>
                </a:cubicBezTo>
                <a:cubicBezTo>
                  <a:pt x="204057" y="9273"/>
                  <a:pt x="206096" y="6958"/>
                  <a:pt x="208677" y="5115"/>
                </a:cubicBezTo>
                <a:cubicBezTo>
                  <a:pt x="210612" y="3686"/>
                  <a:pt x="213250" y="2477"/>
                  <a:pt x="216591" y="1486"/>
                </a:cubicBezTo>
                <a:cubicBezTo>
                  <a:pt x="219931" y="495"/>
                  <a:pt x="223514" y="0"/>
                  <a:pt x="227339" y="0"/>
                </a:cubicBezTo>
                <a:cubicBezTo>
                  <a:pt x="233099" y="0"/>
                  <a:pt x="238156" y="829"/>
                  <a:pt x="242510" y="2488"/>
                </a:cubicBezTo>
                <a:cubicBezTo>
                  <a:pt x="246865" y="4147"/>
                  <a:pt x="250079" y="6393"/>
                  <a:pt x="252152" y="9227"/>
                </a:cubicBezTo>
                <a:cubicBezTo>
                  <a:pt x="254226" y="12061"/>
                  <a:pt x="255654" y="15851"/>
                  <a:pt x="256438" y="20597"/>
                </a:cubicBezTo>
                <a:lnTo>
                  <a:pt x="244273" y="22256"/>
                </a:lnTo>
                <a:cubicBezTo>
                  <a:pt x="243720" y="18478"/>
                  <a:pt x="242119" y="15529"/>
                  <a:pt x="239469" y="13409"/>
                </a:cubicBezTo>
                <a:cubicBezTo>
                  <a:pt x="236819" y="11289"/>
                  <a:pt x="233076" y="10230"/>
                  <a:pt x="228237" y="10230"/>
                </a:cubicBezTo>
                <a:cubicBezTo>
                  <a:pt x="222523" y="10230"/>
                  <a:pt x="218445" y="11174"/>
                  <a:pt x="216003" y="13063"/>
                </a:cubicBezTo>
                <a:cubicBezTo>
                  <a:pt x="213561" y="14953"/>
                  <a:pt x="212340" y="17164"/>
                  <a:pt x="212340" y="19699"/>
                </a:cubicBezTo>
                <a:cubicBezTo>
                  <a:pt x="212340" y="21312"/>
                  <a:pt x="212847" y="22763"/>
                  <a:pt x="213861" y="24053"/>
                </a:cubicBezTo>
                <a:cubicBezTo>
                  <a:pt x="214874" y="25390"/>
                  <a:pt x="216464" y="26495"/>
                  <a:pt x="218630" y="27371"/>
                </a:cubicBezTo>
                <a:cubicBezTo>
                  <a:pt x="219874" y="27832"/>
                  <a:pt x="223537" y="28892"/>
                  <a:pt x="229620" y="30550"/>
                </a:cubicBezTo>
                <a:cubicBezTo>
                  <a:pt x="238421" y="32900"/>
                  <a:pt x="244561" y="34824"/>
                  <a:pt x="248040" y="36322"/>
                </a:cubicBezTo>
                <a:cubicBezTo>
                  <a:pt x="251519" y="37819"/>
                  <a:pt x="254249" y="39997"/>
                  <a:pt x="256230" y="42854"/>
                </a:cubicBezTo>
                <a:cubicBezTo>
                  <a:pt x="258212" y="45710"/>
                  <a:pt x="259202" y="49259"/>
                  <a:pt x="259202" y="53498"/>
                </a:cubicBezTo>
                <a:cubicBezTo>
                  <a:pt x="259202" y="57645"/>
                  <a:pt x="257993" y="61550"/>
                  <a:pt x="255574" y="65213"/>
                </a:cubicBezTo>
                <a:cubicBezTo>
                  <a:pt x="253154" y="68877"/>
                  <a:pt x="249664" y="71711"/>
                  <a:pt x="245102" y="73715"/>
                </a:cubicBezTo>
                <a:cubicBezTo>
                  <a:pt x="240540" y="75720"/>
                  <a:pt x="235379" y="76722"/>
                  <a:pt x="229620" y="76722"/>
                </a:cubicBezTo>
                <a:cubicBezTo>
                  <a:pt x="220081" y="76722"/>
                  <a:pt x="212812" y="74740"/>
                  <a:pt x="207813" y="70778"/>
                </a:cubicBezTo>
                <a:cubicBezTo>
                  <a:pt x="202813" y="66815"/>
                  <a:pt x="199622" y="60940"/>
                  <a:pt x="198240" y="53152"/>
                </a:cubicBezTo>
                <a:close/>
                <a:moveTo>
                  <a:pt x="268967" y="38361"/>
                </a:moveTo>
                <a:cubicBezTo>
                  <a:pt x="268967" y="24768"/>
                  <a:pt x="272745" y="14699"/>
                  <a:pt x="280302" y="8156"/>
                </a:cubicBezTo>
                <a:cubicBezTo>
                  <a:pt x="286615" y="2719"/>
                  <a:pt x="294310" y="0"/>
                  <a:pt x="303388" y="0"/>
                </a:cubicBezTo>
                <a:cubicBezTo>
                  <a:pt x="313479" y="0"/>
                  <a:pt x="321727" y="3306"/>
                  <a:pt x="328132" y="9919"/>
                </a:cubicBezTo>
                <a:cubicBezTo>
                  <a:pt x="334537" y="16531"/>
                  <a:pt x="337740" y="25666"/>
                  <a:pt x="337740" y="37324"/>
                </a:cubicBezTo>
                <a:cubicBezTo>
                  <a:pt x="337740" y="46770"/>
                  <a:pt x="336323" y="54201"/>
                  <a:pt x="333489" y="59615"/>
                </a:cubicBezTo>
                <a:cubicBezTo>
                  <a:pt x="330655" y="65029"/>
                  <a:pt x="326531" y="69234"/>
                  <a:pt x="321117" y="72229"/>
                </a:cubicBezTo>
                <a:cubicBezTo>
                  <a:pt x="315702" y="75224"/>
                  <a:pt x="309793" y="76722"/>
                  <a:pt x="303388" y="76722"/>
                </a:cubicBezTo>
                <a:cubicBezTo>
                  <a:pt x="293112" y="76722"/>
                  <a:pt x="284806" y="73427"/>
                  <a:pt x="278470" y="66838"/>
                </a:cubicBezTo>
                <a:cubicBezTo>
                  <a:pt x="272135" y="60248"/>
                  <a:pt x="268967" y="50756"/>
                  <a:pt x="268967" y="38361"/>
                </a:cubicBezTo>
                <a:moveTo>
                  <a:pt x="281754" y="38361"/>
                </a:moveTo>
                <a:cubicBezTo>
                  <a:pt x="281754" y="47761"/>
                  <a:pt x="283804" y="54800"/>
                  <a:pt x="287905" y="59477"/>
                </a:cubicBezTo>
                <a:cubicBezTo>
                  <a:pt x="292006" y="64154"/>
                  <a:pt x="297167" y="66492"/>
                  <a:pt x="303388" y="66492"/>
                </a:cubicBezTo>
                <a:cubicBezTo>
                  <a:pt x="309562" y="66492"/>
                  <a:pt x="314700" y="64142"/>
                  <a:pt x="318801" y="59442"/>
                </a:cubicBezTo>
                <a:cubicBezTo>
                  <a:pt x="322902" y="54742"/>
                  <a:pt x="324953" y="47577"/>
                  <a:pt x="324953" y="37946"/>
                </a:cubicBezTo>
                <a:cubicBezTo>
                  <a:pt x="324953" y="28869"/>
                  <a:pt x="322891" y="21991"/>
                  <a:pt x="318767" y="17314"/>
                </a:cubicBezTo>
                <a:cubicBezTo>
                  <a:pt x="314643" y="12637"/>
                  <a:pt x="309516" y="10299"/>
                  <a:pt x="303388" y="10299"/>
                </a:cubicBezTo>
                <a:cubicBezTo>
                  <a:pt x="297167" y="10299"/>
                  <a:pt x="292006" y="12626"/>
                  <a:pt x="287905" y="17280"/>
                </a:cubicBezTo>
                <a:cubicBezTo>
                  <a:pt x="283804" y="21934"/>
                  <a:pt x="281754" y="28961"/>
                  <a:pt x="281754" y="38361"/>
                </a:cubicBezTo>
                <a:close/>
                <a:moveTo>
                  <a:pt x="351765" y="75063"/>
                </a:moveTo>
                <a:lnTo>
                  <a:pt x="351765" y="1659"/>
                </a:lnTo>
                <a:lnTo>
                  <a:pt x="362962" y="1659"/>
                </a:lnTo>
                <a:lnTo>
                  <a:pt x="362962" y="12096"/>
                </a:lnTo>
                <a:cubicBezTo>
                  <a:pt x="368353" y="4032"/>
                  <a:pt x="376140" y="0"/>
                  <a:pt x="386324" y="0"/>
                </a:cubicBezTo>
                <a:cubicBezTo>
                  <a:pt x="390747" y="0"/>
                  <a:pt x="394814" y="795"/>
                  <a:pt x="398523" y="2385"/>
                </a:cubicBezTo>
                <a:cubicBezTo>
                  <a:pt x="402233" y="3974"/>
                  <a:pt x="405009" y="6059"/>
                  <a:pt x="406852" y="8640"/>
                </a:cubicBezTo>
                <a:cubicBezTo>
                  <a:pt x="408695" y="11220"/>
                  <a:pt x="409985" y="14285"/>
                  <a:pt x="410723" y="17833"/>
                </a:cubicBezTo>
                <a:cubicBezTo>
                  <a:pt x="411184" y="20137"/>
                  <a:pt x="411414" y="24168"/>
                  <a:pt x="411414" y="29928"/>
                </a:cubicBezTo>
                <a:lnTo>
                  <a:pt x="411414" y="75063"/>
                </a:lnTo>
                <a:lnTo>
                  <a:pt x="398973" y="75063"/>
                </a:lnTo>
                <a:lnTo>
                  <a:pt x="398973" y="30412"/>
                </a:lnTo>
                <a:cubicBezTo>
                  <a:pt x="398973" y="25344"/>
                  <a:pt x="398489" y="21554"/>
                  <a:pt x="397521" y="19042"/>
                </a:cubicBezTo>
                <a:cubicBezTo>
                  <a:pt x="396553" y="16531"/>
                  <a:pt x="394837" y="14526"/>
                  <a:pt x="392372" y="13029"/>
                </a:cubicBezTo>
                <a:cubicBezTo>
                  <a:pt x="389907" y="11531"/>
                  <a:pt x="387015" y="10783"/>
                  <a:pt x="383697" y="10783"/>
                </a:cubicBezTo>
                <a:cubicBezTo>
                  <a:pt x="378398" y="10783"/>
                  <a:pt x="373825" y="12464"/>
                  <a:pt x="369977" y="15828"/>
                </a:cubicBezTo>
                <a:cubicBezTo>
                  <a:pt x="366130" y="19192"/>
                  <a:pt x="364206" y="25574"/>
                  <a:pt x="364206" y="34974"/>
                </a:cubicBezTo>
                <a:lnTo>
                  <a:pt x="364206" y="75063"/>
                </a:lnTo>
                <a:lnTo>
                  <a:pt x="351765" y="75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Fridge">
            <a:extLst xmlns:a="http://schemas.openxmlformats.org/drawingml/2006/main">
              <a:ext uri="{FF2B5EF4-FFF2-40B4-BE49-F238E27FC236}">
                <a16:creationId xmlns:a16="http://schemas.microsoft.com/office/drawing/2014/main" id="{736EC7AC-39E3-4AEF-BAB3-6A75173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610" y="1042976"/>
            <a:ext cx="381861" cy="131118"/>
          </a:xfrm>
          <a:custGeom xmlns:a="http://schemas.openxmlformats.org/drawingml/2006/main">
            <a:pathLst>
              <a:path w="381861" h="131118">
                <a:moveTo>
                  <a:pt x="0" y="101328"/>
                </a:moveTo>
                <a:lnTo>
                  <a:pt x="0" y="0"/>
                </a:lnTo>
                <a:lnTo>
                  <a:pt x="68358" y="0"/>
                </a:lnTo>
                <a:lnTo>
                  <a:pt x="68358" y="11958"/>
                </a:lnTo>
                <a:lnTo>
                  <a:pt x="13409" y="11958"/>
                </a:lnTo>
                <a:lnTo>
                  <a:pt x="13409" y="43337"/>
                </a:lnTo>
                <a:lnTo>
                  <a:pt x="60963" y="43337"/>
                </a:lnTo>
                <a:lnTo>
                  <a:pt x="60963" y="55295"/>
                </a:lnTo>
                <a:lnTo>
                  <a:pt x="13409" y="55295"/>
                </a:lnTo>
                <a:lnTo>
                  <a:pt x="13409" y="101328"/>
                </a:lnTo>
                <a:lnTo>
                  <a:pt x="0" y="101328"/>
                </a:lnTo>
                <a:close/>
                <a:moveTo>
                  <a:pt x="83562" y="101328"/>
                </a:moveTo>
                <a:lnTo>
                  <a:pt x="83562" y="27924"/>
                </a:lnTo>
                <a:lnTo>
                  <a:pt x="94759" y="27924"/>
                </a:lnTo>
                <a:lnTo>
                  <a:pt x="94759" y="39052"/>
                </a:lnTo>
                <a:cubicBezTo>
                  <a:pt x="97616" y="33845"/>
                  <a:pt x="100254" y="30412"/>
                  <a:pt x="102673" y="28753"/>
                </a:cubicBezTo>
                <a:cubicBezTo>
                  <a:pt x="105092" y="27095"/>
                  <a:pt x="107753" y="26265"/>
                  <a:pt x="110656" y="26265"/>
                </a:cubicBezTo>
                <a:cubicBezTo>
                  <a:pt x="114849" y="26265"/>
                  <a:pt x="119112" y="27601"/>
                  <a:pt x="123443" y="30274"/>
                </a:cubicBezTo>
                <a:lnTo>
                  <a:pt x="119158" y="41817"/>
                </a:lnTo>
                <a:cubicBezTo>
                  <a:pt x="116116" y="40020"/>
                  <a:pt x="113075" y="39121"/>
                  <a:pt x="110034" y="39121"/>
                </a:cubicBezTo>
                <a:cubicBezTo>
                  <a:pt x="107315" y="39121"/>
                  <a:pt x="104873" y="39939"/>
                  <a:pt x="102707" y="41575"/>
                </a:cubicBezTo>
                <a:cubicBezTo>
                  <a:pt x="100542" y="43211"/>
                  <a:pt x="98998" y="45480"/>
                  <a:pt x="98077" y="48383"/>
                </a:cubicBezTo>
                <a:cubicBezTo>
                  <a:pt x="96694" y="52807"/>
                  <a:pt x="96003" y="57645"/>
                  <a:pt x="96003" y="62898"/>
                </a:cubicBezTo>
                <a:lnTo>
                  <a:pt x="96003" y="101328"/>
                </a:lnTo>
                <a:lnTo>
                  <a:pt x="83562" y="101328"/>
                </a:lnTo>
                <a:close/>
                <a:moveTo>
                  <a:pt x="130680" y="14308"/>
                </a:moveTo>
                <a:lnTo>
                  <a:pt x="130680" y="0"/>
                </a:lnTo>
                <a:lnTo>
                  <a:pt x="143122" y="0"/>
                </a:lnTo>
                <a:lnTo>
                  <a:pt x="143122" y="14308"/>
                </a:lnTo>
                <a:lnTo>
                  <a:pt x="130680" y="14308"/>
                </a:lnTo>
                <a:moveTo>
                  <a:pt x="130680" y="101328"/>
                </a:moveTo>
                <a:lnTo>
                  <a:pt x="130680" y="27924"/>
                </a:lnTo>
                <a:lnTo>
                  <a:pt x="143122" y="27924"/>
                </a:lnTo>
                <a:lnTo>
                  <a:pt x="143122" y="101328"/>
                </a:lnTo>
                <a:lnTo>
                  <a:pt x="130680" y="101328"/>
                </a:lnTo>
                <a:close/>
                <a:moveTo>
                  <a:pt x="209574" y="101328"/>
                </a:moveTo>
                <a:lnTo>
                  <a:pt x="209574" y="92066"/>
                </a:lnTo>
                <a:cubicBezTo>
                  <a:pt x="204920" y="99347"/>
                  <a:pt x="198077" y="102987"/>
                  <a:pt x="189046" y="102987"/>
                </a:cubicBezTo>
                <a:cubicBezTo>
                  <a:pt x="183194" y="102987"/>
                  <a:pt x="177814" y="101374"/>
                  <a:pt x="172907" y="98149"/>
                </a:cubicBezTo>
                <a:cubicBezTo>
                  <a:pt x="167999" y="94923"/>
                  <a:pt x="164198" y="90419"/>
                  <a:pt x="161502" y="84636"/>
                </a:cubicBezTo>
                <a:cubicBezTo>
                  <a:pt x="158806" y="78853"/>
                  <a:pt x="157459" y="72206"/>
                  <a:pt x="157459" y="64695"/>
                </a:cubicBezTo>
                <a:cubicBezTo>
                  <a:pt x="157459" y="57368"/>
                  <a:pt x="158680" y="50722"/>
                  <a:pt x="161122" y="44754"/>
                </a:cubicBezTo>
                <a:cubicBezTo>
                  <a:pt x="163564" y="38787"/>
                  <a:pt x="167227" y="34214"/>
                  <a:pt x="172112" y="31034"/>
                </a:cubicBezTo>
                <a:cubicBezTo>
                  <a:pt x="176996" y="27855"/>
                  <a:pt x="182457" y="26265"/>
                  <a:pt x="188493" y="26265"/>
                </a:cubicBezTo>
                <a:cubicBezTo>
                  <a:pt x="192916" y="26265"/>
                  <a:pt x="196856" y="27198"/>
                  <a:pt x="200312" y="29064"/>
                </a:cubicBezTo>
                <a:cubicBezTo>
                  <a:pt x="203768" y="30931"/>
                  <a:pt x="206579" y="33361"/>
                  <a:pt x="208745" y="36356"/>
                </a:cubicBezTo>
                <a:lnTo>
                  <a:pt x="208745" y="0"/>
                </a:lnTo>
                <a:lnTo>
                  <a:pt x="221117" y="0"/>
                </a:lnTo>
                <a:lnTo>
                  <a:pt x="221117" y="101328"/>
                </a:lnTo>
                <a:lnTo>
                  <a:pt x="209574" y="101328"/>
                </a:lnTo>
                <a:moveTo>
                  <a:pt x="170246" y="64695"/>
                </a:moveTo>
                <a:cubicBezTo>
                  <a:pt x="170246" y="74095"/>
                  <a:pt x="172227" y="81122"/>
                  <a:pt x="176190" y="85776"/>
                </a:cubicBezTo>
                <a:cubicBezTo>
                  <a:pt x="180153" y="90430"/>
                  <a:pt x="184830" y="92757"/>
                  <a:pt x="190221" y="92757"/>
                </a:cubicBezTo>
                <a:cubicBezTo>
                  <a:pt x="195658" y="92757"/>
                  <a:pt x="200278" y="90534"/>
                  <a:pt x="204079" y="86087"/>
                </a:cubicBezTo>
                <a:cubicBezTo>
                  <a:pt x="207881" y="81641"/>
                  <a:pt x="209781" y="74856"/>
                  <a:pt x="209781" y="65732"/>
                </a:cubicBezTo>
                <a:cubicBezTo>
                  <a:pt x="209781" y="55687"/>
                  <a:pt x="207846" y="48314"/>
                  <a:pt x="203975" y="43614"/>
                </a:cubicBezTo>
                <a:cubicBezTo>
                  <a:pt x="200105" y="38914"/>
                  <a:pt x="195336" y="36564"/>
                  <a:pt x="189668" y="36564"/>
                </a:cubicBezTo>
                <a:cubicBezTo>
                  <a:pt x="184138" y="36564"/>
                  <a:pt x="179519" y="38822"/>
                  <a:pt x="175810" y="43337"/>
                </a:cubicBezTo>
                <a:cubicBezTo>
                  <a:pt x="172100" y="47853"/>
                  <a:pt x="170246" y="54972"/>
                  <a:pt x="170246" y="64695"/>
                </a:cubicBezTo>
                <a:close/>
                <a:moveTo>
                  <a:pt x="237865" y="107410"/>
                </a:moveTo>
                <a:lnTo>
                  <a:pt x="249961" y="109207"/>
                </a:lnTo>
                <a:cubicBezTo>
                  <a:pt x="250468" y="112940"/>
                  <a:pt x="251873" y="115659"/>
                  <a:pt x="254177" y="117363"/>
                </a:cubicBezTo>
                <a:cubicBezTo>
                  <a:pt x="257265" y="119667"/>
                  <a:pt x="261481" y="120819"/>
                  <a:pt x="266826" y="120819"/>
                </a:cubicBezTo>
                <a:cubicBezTo>
                  <a:pt x="272586" y="120819"/>
                  <a:pt x="277033" y="119667"/>
                  <a:pt x="280166" y="117363"/>
                </a:cubicBezTo>
                <a:cubicBezTo>
                  <a:pt x="283299" y="115060"/>
                  <a:pt x="285419" y="111834"/>
                  <a:pt x="286525" y="107687"/>
                </a:cubicBezTo>
                <a:cubicBezTo>
                  <a:pt x="287170" y="105153"/>
                  <a:pt x="287469" y="99830"/>
                  <a:pt x="287423" y="91720"/>
                </a:cubicBezTo>
                <a:cubicBezTo>
                  <a:pt x="281986" y="98125"/>
                  <a:pt x="275212" y="101328"/>
                  <a:pt x="267103" y="101328"/>
                </a:cubicBezTo>
                <a:cubicBezTo>
                  <a:pt x="257011" y="101328"/>
                  <a:pt x="249201" y="97688"/>
                  <a:pt x="243671" y="90407"/>
                </a:cubicBezTo>
                <a:cubicBezTo>
                  <a:pt x="238142" y="83127"/>
                  <a:pt x="235377" y="74395"/>
                  <a:pt x="235377" y="64211"/>
                </a:cubicBezTo>
                <a:cubicBezTo>
                  <a:pt x="235377" y="57207"/>
                  <a:pt x="236644" y="50745"/>
                  <a:pt x="239179" y="44823"/>
                </a:cubicBezTo>
                <a:cubicBezTo>
                  <a:pt x="241713" y="38902"/>
                  <a:pt x="245388" y="34329"/>
                  <a:pt x="250203" y="31103"/>
                </a:cubicBezTo>
                <a:cubicBezTo>
                  <a:pt x="255018" y="27878"/>
                  <a:pt x="260674" y="26265"/>
                  <a:pt x="267172" y="26265"/>
                </a:cubicBezTo>
                <a:cubicBezTo>
                  <a:pt x="275835" y="26265"/>
                  <a:pt x="282977" y="29767"/>
                  <a:pt x="288598" y="36771"/>
                </a:cubicBezTo>
                <a:lnTo>
                  <a:pt x="288598" y="27924"/>
                </a:lnTo>
                <a:lnTo>
                  <a:pt x="300072" y="27924"/>
                </a:lnTo>
                <a:lnTo>
                  <a:pt x="300072" y="91375"/>
                </a:lnTo>
                <a:cubicBezTo>
                  <a:pt x="300072" y="102802"/>
                  <a:pt x="298909" y="110901"/>
                  <a:pt x="296582" y="115670"/>
                </a:cubicBezTo>
                <a:cubicBezTo>
                  <a:pt x="294255" y="120439"/>
                  <a:pt x="290568" y="124206"/>
                  <a:pt x="285523" y="126971"/>
                </a:cubicBezTo>
                <a:cubicBezTo>
                  <a:pt x="280477" y="129736"/>
                  <a:pt x="274268" y="131118"/>
                  <a:pt x="266895" y="131118"/>
                </a:cubicBezTo>
                <a:cubicBezTo>
                  <a:pt x="258140" y="131118"/>
                  <a:pt x="251067" y="129148"/>
                  <a:pt x="245676" y="125208"/>
                </a:cubicBezTo>
                <a:cubicBezTo>
                  <a:pt x="240284" y="121269"/>
                  <a:pt x="237681" y="115336"/>
                  <a:pt x="237865" y="107410"/>
                </a:cubicBezTo>
                <a:moveTo>
                  <a:pt x="248164" y="63313"/>
                </a:moveTo>
                <a:cubicBezTo>
                  <a:pt x="248164" y="72943"/>
                  <a:pt x="250076" y="79970"/>
                  <a:pt x="253901" y="84394"/>
                </a:cubicBezTo>
                <a:cubicBezTo>
                  <a:pt x="257725" y="88817"/>
                  <a:pt x="262518" y="91029"/>
                  <a:pt x="268278" y="91029"/>
                </a:cubicBezTo>
                <a:cubicBezTo>
                  <a:pt x="273991" y="91029"/>
                  <a:pt x="278784" y="88829"/>
                  <a:pt x="282654" y="84428"/>
                </a:cubicBezTo>
                <a:cubicBezTo>
                  <a:pt x="286525" y="80028"/>
                  <a:pt x="288460" y="73128"/>
                  <a:pt x="288460" y="63727"/>
                </a:cubicBezTo>
                <a:cubicBezTo>
                  <a:pt x="288460" y="54742"/>
                  <a:pt x="286467" y="47968"/>
                  <a:pt x="282481" y="43407"/>
                </a:cubicBezTo>
                <a:cubicBezTo>
                  <a:pt x="278496" y="38845"/>
                  <a:pt x="273692" y="36564"/>
                  <a:pt x="268070" y="36564"/>
                </a:cubicBezTo>
                <a:cubicBezTo>
                  <a:pt x="262541" y="36564"/>
                  <a:pt x="257841" y="38810"/>
                  <a:pt x="253970" y="43303"/>
                </a:cubicBezTo>
                <a:cubicBezTo>
                  <a:pt x="250099" y="47796"/>
                  <a:pt x="248164" y="54466"/>
                  <a:pt x="248164" y="63313"/>
                </a:cubicBezTo>
                <a:close/>
                <a:moveTo>
                  <a:pt x="368590" y="77689"/>
                </a:moveTo>
                <a:lnTo>
                  <a:pt x="381447" y="79279"/>
                </a:lnTo>
                <a:cubicBezTo>
                  <a:pt x="379419" y="86790"/>
                  <a:pt x="375664" y="92619"/>
                  <a:pt x="370180" y="96766"/>
                </a:cubicBezTo>
                <a:cubicBezTo>
                  <a:pt x="364697" y="100913"/>
                  <a:pt x="357693" y="102987"/>
                  <a:pt x="349168" y="102987"/>
                </a:cubicBezTo>
                <a:cubicBezTo>
                  <a:pt x="338432" y="102987"/>
                  <a:pt x="329919" y="99681"/>
                  <a:pt x="323629" y="93068"/>
                </a:cubicBezTo>
                <a:cubicBezTo>
                  <a:pt x="317339" y="86456"/>
                  <a:pt x="314194" y="77183"/>
                  <a:pt x="314194" y="65248"/>
                </a:cubicBezTo>
                <a:cubicBezTo>
                  <a:pt x="314194" y="52899"/>
                  <a:pt x="317373" y="43314"/>
                  <a:pt x="323732" y="36495"/>
                </a:cubicBezTo>
                <a:cubicBezTo>
                  <a:pt x="330091" y="29675"/>
                  <a:pt x="338339" y="26265"/>
                  <a:pt x="348477" y="26265"/>
                </a:cubicBezTo>
                <a:cubicBezTo>
                  <a:pt x="358292" y="26265"/>
                  <a:pt x="366310" y="29606"/>
                  <a:pt x="372530" y="36287"/>
                </a:cubicBezTo>
                <a:cubicBezTo>
                  <a:pt x="378751" y="42969"/>
                  <a:pt x="381861" y="52369"/>
                  <a:pt x="381861" y="64488"/>
                </a:cubicBezTo>
                <a:cubicBezTo>
                  <a:pt x="381861" y="65225"/>
                  <a:pt x="381838" y="66331"/>
                  <a:pt x="381792" y="67805"/>
                </a:cubicBezTo>
                <a:lnTo>
                  <a:pt x="327050" y="67805"/>
                </a:lnTo>
                <a:cubicBezTo>
                  <a:pt x="327511" y="75869"/>
                  <a:pt x="329792" y="82044"/>
                  <a:pt x="333893" y="86329"/>
                </a:cubicBezTo>
                <a:cubicBezTo>
                  <a:pt x="337994" y="90615"/>
                  <a:pt x="343109" y="92757"/>
                  <a:pt x="349237" y="92757"/>
                </a:cubicBezTo>
                <a:cubicBezTo>
                  <a:pt x="353799" y="92757"/>
                  <a:pt x="357693" y="91559"/>
                  <a:pt x="360918" y="89163"/>
                </a:cubicBezTo>
                <a:cubicBezTo>
                  <a:pt x="364144" y="86767"/>
                  <a:pt x="366701" y="82942"/>
                  <a:pt x="368590" y="77689"/>
                </a:cubicBezTo>
                <a:moveTo>
                  <a:pt x="327741" y="57576"/>
                </a:moveTo>
                <a:lnTo>
                  <a:pt x="368729" y="57576"/>
                </a:lnTo>
                <a:cubicBezTo>
                  <a:pt x="368176" y="51401"/>
                  <a:pt x="366609" y="46770"/>
                  <a:pt x="364029" y="43683"/>
                </a:cubicBezTo>
                <a:cubicBezTo>
                  <a:pt x="360066" y="38891"/>
                  <a:pt x="354928" y="36495"/>
                  <a:pt x="348615" y="36495"/>
                </a:cubicBezTo>
                <a:cubicBezTo>
                  <a:pt x="342901" y="36495"/>
                  <a:pt x="338098" y="38407"/>
                  <a:pt x="334204" y="42232"/>
                </a:cubicBezTo>
                <a:cubicBezTo>
                  <a:pt x="330310" y="46056"/>
                  <a:pt x="328156" y="51171"/>
                  <a:pt x="327741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(closed)">
            <a:extLst xmlns:a="http://schemas.openxmlformats.org/drawingml/2006/main">
              <a:ext uri="{FF2B5EF4-FFF2-40B4-BE49-F238E27FC236}">
                <a16:creationId xmlns:a16="http://schemas.microsoft.com/office/drawing/2014/main" id="{CB5A7C26-4320-49C8-A9B5-AC4BDB61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759" y="1210091"/>
            <a:ext cx="487010" cy="132846"/>
          </a:xfrm>
          <a:custGeom xmlns:a="http://schemas.openxmlformats.org/drawingml/2006/main">
            <a:pathLst>
              <a:path w="487010" h="132846">
                <a:moveTo>
                  <a:pt x="24537" y="132846"/>
                </a:moveTo>
                <a:cubicBezTo>
                  <a:pt x="17671" y="124183"/>
                  <a:pt x="11865" y="114046"/>
                  <a:pt x="7119" y="102434"/>
                </a:cubicBezTo>
                <a:cubicBezTo>
                  <a:pt x="2373" y="90822"/>
                  <a:pt x="0" y="78795"/>
                  <a:pt x="0" y="66354"/>
                </a:cubicBezTo>
                <a:cubicBezTo>
                  <a:pt x="0" y="55387"/>
                  <a:pt x="1774" y="44881"/>
                  <a:pt x="5322" y="34836"/>
                </a:cubicBezTo>
                <a:cubicBezTo>
                  <a:pt x="9469" y="23178"/>
                  <a:pt x="15874" y="11566"/>
                  <a:pt x="24537" y="0"/>
                </a:cubicBezTo>
                <a:lnTo>
                  <a:pt x="33453" y="0"/>
                </a:lnTo>
                <a:cubicBezTo>
                  <a:pt x="27878" y="9584"/>
                  <a:pt x="24192" y="16427"/>
                  <a:pt x="22394" y="20528"/>
                </a:cubicBezTo>
                <a:cubicBezTo>
                  <a:pt x="19584" y="26887"/>
                  <a:pt x="17372" y="33523"/>
                  <a:pt x="15759" y="40434"/>
                </a:cubicBezTo>
                <a:cubicBezTo>
                  <a:pt x="13778" y="49051"/>
                  <a:pt x="12787" y="57714"/>
                  <a:pt x="12787" y="66423"/>
                </a:cubicBezTo>
                <a:cubicBezTo>
                  <a:pt x="12787" y="88587"/>
                  <a:pt x="19676" y="110728"/>
                  <a:pt x="33453" y="132846"/>
                </a:cubicBezTo>
                <a:lnTo>
                  <a:pt x="24537" y="132846"/>
                </a:lnTo>
                <a:close/>
                <a:moveTo>
                  <a:pt x="95557" y="76169"/>
                </a:moveTo>
                <a:lnTo>
                  <a:pt x="107791" y="77759"/>
                </a:lnTo>
                <a:cubicBezTo>
                  <a:pt x="106454" y="86191"/>
                  <a:pt x="103033" y="92792"/>
                  <a:pt x="97526" y="97561"/>
                </a:cubicBezTo>
                <a:cubicBezTo>
                  <a:pt x="92020" y="102330"/>
                  <a:pt x="85258" y="104715"/>
                  <a:pt x="77240" y="104715"/>
                </a:cubicBezTo>
                <a:cubicBezTo>
                  <a:pt x="67195" y="104715"/>
                  <a:pt x="59119" y="101432"/>
                  <a:pt x="53014" y="94865"/>
                </a:cubicBezTo>
                <a:cubicBezTo>
                  <a:pt x="46909" y="88299"/>
                  <a:pt x="43856" y="78887"/>
                  <a:pt x="43856" y="66630"/>
                </a:cubicBezTo>
                <a:cubicBezTo>
                  <a:pt x="43856" y="58705"/>
                  <a:pt x="45169" y="51770"/>
                  <a:pt x="47796" y="45826"/>
                </a:cubicBezTo>
                <a:cubicBezTo>
                  <a:pt x="50422" y="39881"/>
                  <a:pt x="54419" y="35423"/>
                  <a:pt x="59788" y="32451"/>
                </a:cubicBezTo>
                <a:cubicBezTo>
                  <a:pt x="65156" y="29479"/>
                  <a:pt x="70996" y="27993"/>
                  <a:pt x="77309" y="27993"/>
                </a:cubicBezTo>
                <a:cubicBezTo>
                  <a:pt x="85281" y="27993"/>
                  <a:pt x="91801" y="30009"/>
                  <a:pt x="96870" y="34041"/>
                </a:cubicBezTo>
                <a:cubicBezTo>
                  <a:pt x="101939" y="38073"/>
                  <a:pt x="105187" y="43798"/>
                  <a:pt x="106616" y="51217"/>
                </a:cubicBezTo>
                <a:lnTo>
                  <a:pt x="94520" y="53083"/>
                </a:lnTo>
                <a:cubicBezTo>
                  <a:pt x="93368" y="48153"/>
                  <a:pt x="91329" y="44443"/>
                  <a:pt x="88403" y="41955"/>
                </a:cubicBezTo>
                <a:cubicBezTo>
                  <a:pt x="85477" y="39467"/>
                  <a:pt x="81940" y="38223"/>
                  <a:pt x="77793" y="38223"/>
                </a:cubicBezTo>
                <a:cubicBezTo>
                  <a:pt x="71526" y="38223"/>
                  <a:pt x="66435" y="40469"/>
                  <a:pt x="62518" y="44962"/>
                </a:cubicBezTo>
                <a:cubicBezTo>
                  <a:pt x="58601" y="49454"/>
                  <a:pt x="56643" y="56562"/>
                  <a:pt x="56643" y="66285"/>
                </a:cubicBezTo>
                <a:cubicBezTo>
                  <a:pt x="56643" y="76146"/>
                  <a:pt x="58532" y="83311"/>
                  <a:pt x="62310" y="87781"/>
                </a:cubicBezTo>
                <a:cubicBezTo>
                  <a:pt x="66089" y="92250"/>
                  <a:pt x="71019" y="94485"/>
                  <a:pt x="77102" y="94485"/>
                </a:cubicBezTo>
                <a:cubicBezTo>
                  <a:pt x="81986" y="94485"/>
                  <a:pt x="86064" y="92988"/>
                  <a:pt x="89336" y="89993"/>
                </a:cubicBezTo>
                <a:cubicBezTo>
                  <a:pt x="92607" y="86997"/>
                  <a:pt x="94681" y="82389"/>
                  <a:pt x="95557" y="76169"/>
                </a:cubicBezTo>
                <a:close/>
                <a:moveTo>
                  <a:pt x="117776" y="103056"/>
                </a:moveTo>
                <a:lnTo>
                  <a:pt x="117776" y="1728"/>
                </a:lnTo>
                <a:lnTo>
                  <a:pt x="130218" y="1728"/>
                </a:lnTo>
                <a:lnTo>
                  <a:pt x="130218" y="103056"/>
                </a:lnTo>
                <a:lnTo>
                  <a:pt x="117776" y="103056"/>
                </a:lnTo>
                <a:close/>
                <a:moveTo>
                  <a:pt x="144748" y="66354"/>
                </a:moveTo>
                <a:cubicBezTo>
                  <a:pt x="144748" y="52761"/>
                  <a:pt x="148526" y="42692"/>
                  <a:pt x="156083" y="36149"/>
                </a:cubicBezTo>
                <a:cubicBezTo>
                  <a:pt x="162396" y="30712"/>
                  <a:pt x="170091" y="27993"/>
                  <a:pt x="179169" y="27993"/>
                </a:cubicBezTo>
                <a:cubicBezTo>
                  <a:pt x="189260" y="27993"/>
                  <a:pt x="197509" y="31299"/>
                  <a:pt x="203914" y="37912"/>
                </a:cubicBezTo>
                <a:cubicBezTo>
                  <a:pt x="210319" y="44524"/>
                  <a:pt x="213521" y="53659"/>
                  <a:pt x="213521" y="65317"/>
                </a:cubicBezTo>
                <a:cubicBezTo>
                  <a:pt x="213521" y="74763"/>
                  <a:pt x="212104" y="82194"/>
                  <a:pt x="209270" y="87608"/>
                </a:cubicBezTo>
                <a:cubicBezTo>
                  <a:pt x="206436" y="93022"/>
                  <a:pt x="202312" y="97227"/>
                  <a:pt x="196898" y="100222"/>
                </a:cubicBezTo>
                <a:cubicBezTo>
                  <a:pt x="191484" y="103217"/>
                  <a:pt x="185574" y="104715"/>
                  <a:pt x="179169" y="104715"/>
                </a:cubicBezTo>
                <a:cubicBezTo>
                  <a:pt x="168893" y="104715"/>
                  <a:pt x="160588" y="101420"/>
                  <a:pt x="154252" y="94831"/>
                </a:cubicBezTo>
                <a:cubicBezTo>
                  <a:pt x="147916" y="88242"/>
                  <a:pt x="144748" y="78749"/>
                  <a:pt x="144748" y="66354"/>
                </a:cubicBezTo>
                <a:moveTo>
                  <a:pt x="157535" y="66354"/>
                </a:moveTo>
                <a:cubicBezTo>
                  <a:pt x="157535" y="75754"/>
                  <a:pt x="159585" y="82793"/>
                  <a:pt x="163686" y="87470"/>
                </a:cubicBezTo>
                <a:cubicBezTo>
                  <a:pt x="167787" y="92147"/>
                  <a:pt x="172948" y="94485"/>
                  <a:pt x="179169" y="94485"/>
                </a:cubicBezTo>
                <a:cubicBezTo>
                  <a:pt x="185344" y="94485"/>
                  <a:pt x="190481" y="92135"/>
                  <a:pt x="194582" y="87435"/>
                </a:cubicBezTo>
                <a:cubicBezTo>
                  <a:pt x="198684" y="82735"/>
                  <a:pt x="200734" y="75570"/>
                  <a:pt x="200734" y="65939"/>
                </a:cubicBezTo>
                <a:cubicBezTo>
                  <a:pt x="200734" y="56862"/>
                  <a:pt x="198672" y="49984"/>
                  <a:pt x="194548" y="45307"/>
                </a:cubicBezTo>
                <a:cubicBezTo>
                  <a:pt x="190424" y="40630"/>
                  <a:pt x="185298" y="38292"/>
                  <a:pt x="179169" y="38292"/>
                </a:cubicBezTo>
                <a:cubicBezTo>
                  <a:pt x="172948" y="38292"/>
                  <a:pt x="167787" y="40619"/>
                  <a:pt x="163686" y="45273"/>
                </a:cubicBezTo>
                <a:cubicBezTo>
                  <a:pt x="159585" y="49927"/>
                  <a:pt x="157535" y="56954"/>
                  <a:pt x="157535" y="66354"/>
                </a:cubicBezTo>
                <a:close/>
                <a:moveTo>
                  <a:pt x="222584" y="81145"/>
                </a:moveTo>
                <a:lnTo>
                  <a:pt x="234887" y="79210"/>
                </a:lnTo>
                <a:cubicBezTo>
                  <a:pt x="235578" y="84140"/>
                  <a:pt x="237502" y="87919"/>
                  <a:pt x="240658" y="90545"/>
                </a:cubicBezTo>
                <a:cubicBezTo>
                  <a:pt x="243814" y="93172"/>
                  <a:pt x="248227" y="94485"/>
                  <a:pt x="253894" y="94485"/>
                </a:cubicBezTo>
                <a:cubicBezTo>
                  <a:pt x="259608" y="94485"/>
                  <a:pt x="263847" y="93322"/>
                  <a:pt x="266612" y="90995"/>
                </a:cubicBezTo>
                <a:cubicBezTo>
                  <a:pt x="269377" y="88668"/>
                  <a:pt x="270759" y="85938"/>
                  <a:pt x="270759" y="82804"/>
                </a:cubicBezTo>
                <a:cubicBezTo>
                  <a:pt x="270759" y="79993"/>
                  <a:pt x="269538" y="77782"/>
                  <a:pt x="267096" y="76169"/>
                </a:cubicBezTo>
                <a:cubicBezTo>
                  <a:pt x="265391" y="75063"/>
                  <a:pt x="261152" y="73657"/>
                  <a:pt x="254378" y="71953"/>
                </a:cubicBezTo>
                <a:cubicBezTo>
                  <a:pt x="245254" y="69649"/>
                  <a:pt x="238930" y="67656"/>
                  <a:pt x="235405" y="65974"/>
                </a:cubicBezTo>
                <a:cubicBezTo>
                  <a:pt x="231880" y="64292"/>
                  <a:pt x="229207" y="61965"/>
                  <a:pt x="227387" y="58993"/>
                </a:cubicBezTo>
                <a:cubicBezTo>
                  <a:pt x="225567" y="56021"/>
                  <a:pt x="224657" y="52738"/>
                  <a:pt x="224657" y="49143"/>
                </a:cubicBezTo>
                <a:cubicBezTo>
                  <a:pt x="224657" y="45872"/>
                  <a:pt x="225406" y="42842"/>
                  <a:pt x="226903" y="40054"/>
                </a:cubicBezTo>
                <a:cubicBezTo>
                  <a:pt x="228401" y="37266"/>
                  <a:pt x="230440" y="34951"/>
                  <a:pt x="233020" y="33108"/>
                </a:cubicBezTo>
                <a:cubicBezTo>
                  <a:pt x="234956" y="31679"/>
                  <a:pt x="237594" y="30470"/>
                  <a:pt x="240935" y="29479"/>
                </a:cubicBezTo>
                <a:cubicBezTo>
                  <a:pt x="244275" y="28488"/>
                  <a:pt x="247858" y="27993"/>
                  <a:pt x="251682" y="27993"/>
                </a:cubicBezTo>
                <a:cubicBezTo>
                  <a:pt x="257442" y="27993"/>
                  <a:pt x="262500" y="28822"/>
                  <a:pt x="266854" y="30481"/>
                </a:cubicBezTo>
                <a:cubicBezTo>
                  <a:pt x="271209" y="32140"/>
                  <a:pt x="274423" y="34387"/>
                  <a:pt x="276496" y="37220"/>
                </a:cubicBezTo>
                <a:cubicBezTo>
                  <a:pt x="278570" y="40054"/>
                  <a:pt x="279998" y="43844"/>
                  <a:pt x="280781" y="48590"/>
                </a:cubicBezTo>
                <a:lnTo>
                  <a:pt x="268617" y="50249"/>
                </a:lnTo>
                <a:cubicBezTo>
                  <a:pt x="268064" y="46471"/>
                  <a:pt x="266462" y="43522"/>
                  <a:pt x="263813" y="41402"/>
                </a:cubicBezTo>
                <a:cubicBezTo>
                  <a:pt x="261163" y="39282"/>
                  <a:pt x="257419" y="38223"/>
                  <a:pt x="252581" y="38223"/>
                </a:cubicBezTo>
                <a:cubicBezTo>
                  <a:pt x="246867" y="38223"/>
                  <a:pt x="242789" y="39167"/>
                  <a:pt x="240347" y="41056"/>
                </a:cubicBezTo>
                <a:cubicBezTo>
                  <a:pt x="237905" y="42946"/>
                  <a:pt x="236684" y="45158"/>
                  <a:pt x="236684" y="47692"/>
                </a:cubicBezTo>
                <a:cubicBezTo>
                  <a:pt x="236684" y="49305"/>
                  <a:pt x="237191" y="50756"/>
                  <a:pt x="238204" y="52046"/>
                </a:cubicBezTo>
                <a:cubicBezTo>
                  <a:pt x="239218" y="53383"/>
                  <a:pt x="240808" y="54489"/>
                  <a:pt x="242974" y="55364"/>
                </a:cubicBezTo>
                <a:cubicBezTo>
                  <a:pt x="244218" y="55825"/>
                  <a:pt x="247881" y="56885"/>
                  <a:pt x="253963" y="58544"/>
                </a:cubicBezTo>
                <a:cubicBezTo>
                  <a:pt x="262765" y="60894"/>
                  <a:pt x="268905" y="62817"/>
                  <a:pt x="272384" y="64315"/>
                </a:cubicBezTo>
                <a:cubicBezTo>
                  <a:pt x="275863" y="65812"/>
                  <a:pt x="278593" y="67990"/>
                  <a:pt x="280574" y="70847"/>
                </a:cubicBezTo>
                <a:cubicBezTo>
                  <a:pt x="282556" y="73704"/>
                  <a:pt x="283546" y="77252"/>
                  <a:pt x="283546" y="81491"/>
                </a:cubicBezTo>
                <a:cubicBezTo>
                  <a:pt x="283546" y="85638"/>
                  <a:pt x="282337" y="89543"/>
                  <a:pt x="279917" y="93207"/>
                </a:cubicBezTo>
                <a:cubicBezTo>
                  <a:pt x="277498" y="96870"/>
                  <a:pt x="274008" y="99704"/>
                  <a:pt x="269446" y="101708"/>
                </a:cubicBezTo>
                <a:cubicBezTo>
                  <a:pt x="264884" y="103713"/>
                  <a:pt x="259723" y="104715"/>
                  <a:pt x="253963" y="104715"/>
                </a:cubicBezTo>
                <a:cubicBezTo>
                  <a:pt x="244425" y="104715"/>
                  <a:pt x="237156" y="102733"/>
                  <a:pt x="232156" y="98771"/>
                </a:cubicBezTo>
                <a:cubicBezTo>
                  <a:pt x="227157" y="94808"/>
                  <a:pt x="223966" y="88933"/>
                  <a:pt x="222584" y="81145"/>
                </a:cubicBezTo>
                <a:close/>
                <a:moveTo>
                  <a:pt x="348204" y="79417"/>
                </a:moveTo>
                <a:lnTo>
                  <a:pt x="361060" y="81007"/>
                </a:lnTo>
                <a:cubicBezTo>
                  <a:pt x="359033" y="88518"/>
                  <a:pt x="355277" y="94347"/>
                  <a:pt x="349794" y="98494"/>
                </a:cubicBezTo>
                <a:cubicBezTo>
                  <a:pt x="344310" y="102641"/>
                  <a:pt x="337306" y="104715"/>
                  <a:pt x="328782" y="104715"/>
                </a:cubicBezTo>
                <a:cubicBezTo>
                  <a:pt x="318045" y="104715"/>
                  <a:pt x="309532" y="101409"/>
                  <a:pt x="303242" y="94796"/>
                </a:cubicBezTo>
                <a:cubicBezTo>
                  <a:pt x="296953" y="88184"/>
                  <a:pt x="293808" y="78910"/>
                  <a:pt x="293808" y="66976"/>
                </a:cubicBezTo>
                <a:cubicBezTo>
                  <a:pt x="293808" y="54627"/>
                  <a:pt x="296987" y="45042"/>
                  <a:pt x="303346" y="38223"/>
                </a:cubicBezTo>
                <a:cubicBezTo>
                  <a:pt x="309705" y="31403"/>
                  <a:pt x="317953" y="27993"/>
                  <a:pt x="328091" y="27993"/>
                </a:cubicBezTo>
                <a:cubicBezTo>
                  <a:pt x="337905" y="27993"/>
                  <a:pt x="345923" y="31334"/>
                  <a:pt x="352144" y="38015"/>
                </a:cubicBezTo>
                <a:cubicBezTo>
                  <a:pt x="358365" y="44697"/>
                  <a:pt x="361475" y="54097"/>
                  <a:pt x="361475" y="66216"/>
                </a:cubicBezTo>
                <a:cubicBezTo>
                  <a:pt x="361475" y="66953"/>
                  <a:pt x="361452" y="68059"/>
                  <a:pt x="361406" y="69533"/>
                </a:cubicBezTo>
                <a:lnTo>
                  <a:pt x="306664" y="69533"/>
                </a:lnTo>
                <a:cubicBezTo>
                  <a:pt x="307125" y="77597"/>
                  <a:pt x="309406" y="83772"/>
                  <a:pt x="313507" y="88057"/>
                </a:cubicBezTo>
                <a:cubicBezTo>
                  <a:pt x="317608" y="92343"/>
                  <a:pt x="322722" y="94485"/>
                  <a:pt x="328851" y="94485"/>
                </a:cubicBezTo>
                <a:cubicBezTo>
                  <a:pt x="333413" y="94485"/>
                  <a:pt x="337306" y="93287"/>
                  <a:pt x="340532" y="90891"/>
                </a:cubicBezTo>
                <a:cubicBezTo>
                  <a:pt x="343758" y="88495"/>
                  <a:pt x="346315" y="84670"/>
                  <a:pt x="348204" y="79417"/>
                </a:cubicBezTo>
                <a:moveTo>
                  <a:pt x="307355" y="59304"/>
                </a:moveTo>
                <a:lnTo>
                  <a:pt x="348342" y="59304"/>
                </a:lnTo>
                <a:cubicBezTo>
                  <a:pt x="347789" y="53129"/>
                  <a:pt x="346223" y="48498"/>
                  <a:pt x="343642" y="45411"/>
                </a:cubicBezTo>
                <a:cubicBezTo>
                  <a:pt x="339680" y="40619"/>
                  <a:pt x="334542" y="38223"/>
                  <a:pt x="328229" y="38223"/>
                </a:cubicBezTo>
                <a:cubicBezTo>
                  <a:pt x="322515" y="38223"/>
                  <a:pt x="317711" y="40135"/>
                  <a:pt x="313818" y="43959"/>
                </a:cubicBezTo>
                <a:cubicBezTo>
                  <a:pt x="309924" y="47784"/>
                  <a:pt x="307770" y="52899"/>
                  <a:pt x="307355" y="59304"/>
                </a:cubicBezTo>
                <a:close/>
                <a:moveTo>
                  <a:pt x="423759" y="103056"/>
                </a:moveTo>
                <a:lnTo>
                  <a:pt x="423759" y="93794"/>
                </a:lnTo>
                <a:cubicBezTo>
                  <a:pt x="419105" y="101075"/>
                  <a:pt x="412262" y="104715"/>
                  <a:pt x="403230" y="104715"/>
                </a:cubicBezTo>
                <a:cubicBezTo>
                  <a:pt x="397378" y="104715"/>
                  <a:pt x="391999" y="103102"/>
                  <a:pt x="387091" y="99876"/>
                </a:cubicBezTo>
                <a:cubicBezTo>
                  <a:pt x="382184" y="96651"/>
                  <a:pt x="378382" y="92147"/>
                  <a:pt x="375687" y="86364"/>
                </a:cubicBezTo>
                <a:cubicBezTo>
                  <a:pt x="372991" y="80581"/>
                  <a:pt x="371643" y="73934"/>
                  <a:pt x="371643" y="66423"/>
                </a:cubicBezTo>
                <a:cubicBezTo>
                  <a:pt x="371643" y="59096"/>
                  <a:pt x="372864" y="52450"/>
                  <a:pt x="375306" y="46482"/>
                </a:cubicBezTo>
                <a:cubicBezTo>
                  <a:pt x="377749" y="40515"/>
                  <a:pt x="381412" y="35942"/>
                  <a:pt x="386296" y="32762"/>
                </a:cubicBezTo>
                <a:cubicBezTo>
                  <a:pt x="391181" y="29583"/>
                  <a:pt x="396641" y="27993"/>
                  <a:pt x="402677" y="27993"/>
                </a:cubicBezTo>
                <a:cubicBezTo>
                  <a:pt x="407101" y="27993"/>
                  <a:pt x="411041" y="28926"/>
                  <a:pt x="414497" y="30792"/>
                </a:cubicBezTo>
                <a:cubicBezTo>
                  <a:pt x="417953" y="32659"/>
                  <a:pt x="420763" y="35089"/>
                  <a:pt x="422929" y="38084"/>
                </a:cubicBezTo>
                <a:lnTo>
                  <a:pt x="422929" y="1728"/>
                </a:lnTo>
                <a:lnTo>
                  <a:pt x="435301" y="1728"/>
                </a:lnTo>
                <a:lnTo>
                  <a:pt x="435301" y="103056"/>
                </a:lnTo>
                <a:lnTo>
                  <a:pt x="423759" y="103056"/>
                </a:lnTo>
                <a:moveTo>
                  <a:pt x="384430" y="66423"/>
                </a:moveTo>
                <a:cubicBezTo>
                  <a:pt x="384430" y="75823"/>
                  <a:pt x="386411" y="82850"/>
                  <a:pt x="390374" y="87504"/>
                </a:cubicBezTo>
                <a:cubicBezTo>
                  <a:pt x="394337" y="92158"/>
                  <a:pt x="399014" y="94485"/>
                  <a:pt x="404405" y="94485"/>
                </a:cubicBezTo>
                <a:cubicBezTo>
                  <a:pt x="409843" y="94485"/>
                  <a:pt x="414462" y="92262"/>
                  <a:pt x="418264" y="87815"/>
                </a:cubicBezTo>
                <a:cubicBezTo>
                  <a:pt x="422065" y="83369"/>
                  <a:pt x="423966" y="76583"/>
                  <a:pt x="423966" y="67460"/>
                </a:cubicBezTo>
                <a:cubicBezTo>
                  <a:pt x="423966" y="57415"/>
                  <a:pt x="422031" y="50042"/>
                  <a:pt x="418160" y="45342"/>
                </a:cubicBezTo>
                <a:cubicBezTo>
                  <a:pt x="414289" y="40642"/>
                  <a:pt x="409520" y="38292"/>
                  <a:pt x="403852" y="38292"/>
                </a:cubicBezTo>
                <a:cubicBezTo>
                  <a:pt x="398323" y="38292"/>
                  <a:pt x="393703" y="40550"/>
                  <a:pt x="389994" y="45065"/>
                </a:cubicBezTo>
                <a:cubicBezTo>
                  <a:pt x="386285" y="49581"/>
                  <a:pt x="384430" y="56700"/>
                  <a:pt x="384430" y="66423"/>
                </a:cubicBezTo>
                <a:close/>
                <a:moveTo>
                  <a:pt x="462473" y="132846"/>
                </a:moveTo>
                <a:lnTo>
                  <a:pt x="453557" y="132846"/>
                </a:lnTo>
                <a:cubicBezTo>
                  <a:pt x="467334" y="110728"/>
                  <a:pt x="474223" y="88587"/>
                  <a:pt x="474223" y="66423"/>
                </a:cubicBezTo>
                <a:cubicBezTo>
                  <a:pt x="474223" y="57760"/>
                  <a:pt x="473232" y="49166"/>
                  <a:pt x="471251" y="40642"/>
                </a:cubicBezTo>
                <a:cubicBezTo>
                  <a:pt x="469684" y="33730"/>
                  <a:pt x="467496" y="27095"/>
                  <a:pt x="464685" y="20736"/>
                </a:cubicBezTo>
                <a:cubicBezTo>
                  <a:pt x="462888" y="16588"/>
                  <a:pt x="459178" y="9677"/>
                  <a:pt x="453557" y="0"/>
                </a:cubicBezTo>
                <a:lnTo>
                  <a:pt x="462473" y="0"/>
                </a:lnTo>
                <a:cubicBezTo>
                  <a:pt x="471136" y="11566"/>
                  <a:pt x="477541" y="23178"/>
                  <a:pt x="481688" y="34836"/>
                </a:cubicBezTo>
                <a:cubicBezTo>
                  <a:pt x="485236" y="44881"/>
                  <a:pt x="487010" y="55387"/>
                  <a:pt x="487010" y="66354"/>
                </a:cubicBezTo>
                <a:cubicBezTo>
                  <a:pt x="487010" y="78795"/>
                  <a:pt x="484626" y="90822"/>
                  <a:pt x="479856" y="102434"/>
                </a:cubicBezTo>
                <a:cubicBezTo>
                  <a:pt x="475087" y="114046"/>
                  <a:pt x="469293" y="124183"/>
                  <a:pt x="462473" y="1328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in">
            <a:extLst xmlns:a="http://schemas.openxmlformats.org/drawingml/2006/main">
              <a:ext uri="{FF2B5EF4-FFF2-40B4-BE49-F238E27FC236}">
                <a16:creationId xmlns:a16="http://schemas.microsoft.com/office/drawing/2014/main" id="{2AED4E7C-7AF7-4FDC-93ED-B0B60FF2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326" y="275509"/>
            <a:ext cx="101771" cy="101328"/>
          </a:xfrm>
          <a:custGeom xmlns:a="http://schemas.openxmlformats.org/drawingml/2006/main">
            <a:pathLst>
              <a:path w="101771" h="101328">
                <a:moveTo>
                  <a:pt x="18247" y="14169"/>
                </a:moveTo>
                <a:lnTo>
                  <a:pt x="21219" y="0"/>
                </a:lnTo>
                <a:lnTo>
                  <a:pt x="33661" y="0"/>
                </a:lnTo>
                <a:lnTo>
                  <a:pt x="30689" y="14169"/>
                </a:lnTo>
                <a:lnTo>
                  <a:pt x="18247" y="14169"/>
                </a:lnTo>
                <a:moveTo>
                  <a:pt x="0" y="101328"/>
                </a:moveTo>
                <a:lnTo>
                  <a:pt x="15344" y="27924"/>
                </a:lnTo>
                <a:lnTo>
                  <a:pt x="27855" y="27924"/>
                </a:lnTo>
                <a:lnTo>
                  <a:pt x="12510" y="101328"/>
                </a:lnTo>
                <a:lnTo>
                  <a:pt x="0" y="101328"/>
                </a:lnTo>
                <a:close/>
                <a:moveTo>
                  <a:pt x="31753" y="101328"/>
                </a:moveTo>
                <a:lnTo>
                  <a:pt x="47098" y="27924"/>
                </a:lnTo>
                <a:lnTo>
                  <a:pt x="58433" y="27924"/>
                </a:lnTo>
                <a:lnTo>
                  <a:pt x="55738" y="40711"/>
                </a:lnTo>
                <a:cubicBezTo>
                  <a:pt x="60668" y="35688"/>
                  <a:pt x="65276" y="32025"/>
                  <a:pt x="69561" y="29721"/>
                </a:cubicBezTo>
                <a:cubicBezTo>
                  <a:pt x="73847" y="27417"/>
                  <a:pt x="78224" y="26265"/>
                  <a:pt x="82694" y="26265"/>
                </a:cubicBezTo>
                <a:cubicBezTo>
                  <a:pt x="88638" y="26265"/>
                  <a:pt x="93304" y="27878"/>
                  <a:pt x="96690" y="31103"/>
                </a:cubicBezTo>
                <a:cubicBezTo>
                  <a:pt x="100077" y="34329"/>
                  <a:pt x="101771" y="38637"/>
                  <a:pt x="101771" y="44029"/>
                </a:cubicBezTo>
                <a:cubicBezTo>
                  <a:pt x="101771" y="46747"/>
                  <a:pt x="101172" y="51033"/>
                  <a:pt x="99974" y="56885"/>
                </a:cubicBezTo>
                <a:lnTo>
                  <a:pt x="90643" y="101328"/>
                </a:lnTo>
                <a:lnTo>
                  <a:pt x="78132" y="101328"/>
                </a:lnTo>
                <a:lnTo>
                  <a:pt x="87878" y="54811"/>
                </a:lnTo>
                <a:cubicBezTo>
                  <a:pt x="88845" y="50295"/>
                  <a:pt x="89329" y="46955"/>
                  <a:pt x="89329" y="44789"/>
                </a:cubicBezTo>
                <a:cubicBezTo>
                  <a:pt x="89329" y="42347"/>
                  <a:pt x="88488" y="40365"/>
                  <a:pt x="86806" y="38845"/>
                </a:cubicBezTo>
                <a:cubicBezTo>
                  <a:pt x="85125" y="37324"/>
                  <a:pt x="82694" y="36564"/>
                  <a:pt x="79514" y="36564"/>
                </a:cubicBezTo>
                <a:cubicBezTo>
                  <a:pt x="73109" y="36564"/>
                  <a:pt x="67407" y="38868"/>
                  <a:pt x="62408" y="43476"/>
                </a:cubicBezTo>
                <a:cubicBezTo>
                  <a:pt x="57408" y="48084"/>
                  <a:pt x="53733" y="55986"/>
                  <a:pt x="51383" y="67183"/>
                </a:cubicBezTo>
                <a:lnTo>
                  <a:pt x="44264" y="101328"/>
                </a:lnTo>
                <a:lnTo>
                  <a:pt x="31753" y="10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DFF46-8CF9-4779-B14A-4D7840CE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061" y="696615"/>
            <a:ext cx="219267" cy="183840"/>
          </a:xfrm>
          <a:custGeom xmlns:a="http://schemas.openxmlformats.org/drawingml/2006/main">
            <a:pathLst>
              <a:path w="219267" h="183840" fill="none">
                <a:moveTo>
                  <a:pt x="0" y="0"/>
                </a:moveTo>
                <a:lnTo>
                  <a:pt x="219267" y="183840"/>
                </a:lnTo>
              </a:path>
            </a:pathLst>
          </a:custGeom>
          <a:noFill xmlns:a="http://schemas.openxmlformats.org/drawingml/2006/main"/>
          <a:ln xmlns:a="http://schemas.openxmlformats.org/drawingml/2006/main" w="23450" cap="flat">
            <a:solidFill>
              <a:srgbClr val="7030A0"/>
            </a:solidFill>
            <a:miter/>
          </a:ln>
        </p:spPr>
      </p:sp>
      <p:sp>
        <p:nvSpPr>
          <p:cNvPr id="120" name="Text close">
            <a:extLst xmlns:a="http://schemas.openxmlformats.org/drawingml/2006/main">
              <a:ext uri="{FF2B5EF4-FFF2-40B4-BE49-F238E27FC236}">
                <a16:creationId xmlns:a16="http://schemas.microsoft.com/office/drawing/2014/main" id="{8FBF76D1-29B6-490B-A905-10E4CC70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407" y="672887"/>
            <a:ext cx="317449" cy="102987"/>
          </a:xfrm>
          <a:custGeom xmlns:a="http://schemas.openxmlformats.org/drawingml/2006/main">
            <a:pathLst>
              <a:path w="317449" h="102987">
                <a:moveTo>
                  <a:pt x="47415" y="74579"/>
                </a:moveTo>
                <a:lnTo>
                  <a:pt x="59926" y="75892"/>
                </a:lnTo>
                <a:cubicBezTo>
                  <a:pt x="56793" y="85062"/>
                  <a:pt x="52334" y="91870"/>
                  <a:pt x="46551" y="96317"/>
                </a:cubicBezTo>
                <a:cubicBezTo>
                  <a:pt x="40768" y="100763"/>
                  <a:pt x="34191" y="102987"/>
                  <a:pt x="26818" y="102987"/>
                </a:cubicBezTo>
                <a:cubicBezTo>
                  <a:pt x="18846" y="102987"/>
                  <a:pt x="12384" y="100406"/>
                  <a:pt x="7430" y="95246"/>
                </a:cubicBezTo>
                <a:cubicBezTo>
                  <a:pt x="2477" y="90085"/>
                  <a:pt x="0" y="82873"/>
                  <a:pt x="0" y="73611"/>
                </a:cubicBezTo>
                <a:cubicBezTo>
                  <a:pt x="0" y="65594"/>
                  <a:pt x="1590" y="57714"/>
                  <a:pt x="4769" y="49973"/>
                </a:cubicBezTo>
                <a:cubicBezTo>
                  <a:pt x="7949" y="42232"/>
                  <a:pt x="12499" y="36345"/>
                  <a:pt x="18420" y="32313"/>
                </a:cubicBezTo>
                <a:cubicBezTo>
                  <a:pt x="24341" y="28281"/>
                  <a:pt x="31103" y="26265"/>
                  <a:pt x="38706" y="26265"/>
                </a:cubicBezTo>
                <a:cubicBezTo>
                  <a:pt x="46586" y="26265"/>
                  <a:pt x="52830" y="28488"/>
                  <a:pt x="57438" y="32935"/>
                </a:cubicBezTo>
                <a:cubicBezTo>
                  <a:pt x="62046" y="37382"/>
                  <a:pt x="64349" y="43268"/>
                  <a:pt x="64349" y="50595"/>
                </a:cubicBezTo>
                <a:lnTo>
                  <a:pt x="52046" y="51424"/>
                </a:lnTo>
                <a:cubicBezTo>
                  <a:pt x="52000" y="46770"/>
                  <a:pt x="50652" y="43130"/>
                  <a:pt x="48003" y="40504"/>
                </a:cubicBezTo>
                <a:cubicBezTo>
                  <a:pt x="45353" y="37877"/>
                  <a:pt x="41863" y="36564"/>
                  <a:pt x="37531" y="36564"/>
                </a:cubicBezTo>
                <a:cubicBezTo>
                  <a:pt x="32509" y="36564"/>
                  <a:pt x="28154" y="38154"/>
                  <a:pt x="24468" y="41333"/>
                </a:cubicBezTo>
                <a:cubicBezTo>
                  <a:pt x="20782" y="44512"/>
                  <a:pt x="17890" y="49339"/>
                  <a:pt x="15794" y="55813"/>
                </a:cubicBezTo>
                <a:cubicBezTo>
                  <a:pt x="13697" y="62287"/>
                  <a:pt x="12649" y="68520"/>
                  <a:pt x="12649" y="74510"/>
                </a:cubicBezTo>
                <a:cubicBezTo>
                  <a:pt x="12649" y="80777"/>
                  <a:pt x="14031" y="85477"/>
                  <a:pt x="16796" y="88610"/>
                </a:cubicBezTo>
                <a:cubicBezTo>
                  <a:pt x="19561" y="91744"/>
                  <a:pt x="22970" y="93310"/>
                  <a:pt x="27025" y="93310"/>
                </a:cubicBezTo>
                <a:cubicBezTo>
                  <a:pt x="31080" y="93310"/>
                  <a:pt x="34963" y="91767"/>
                  <a:pt x="38672" y="88679"/>
                </a:cubicBezTo>
                <a:cubicBezTo>
                  <a:pt x="42381" y="85592"/>
                  <a:pt x="45296" y="80892"/>
                  <a:pt x="47415" y="74579"/>
                </a:cubicBezTo>
                <a:close/>
                <a:moveTo>
                  <a:pt x="66137" y="101328"/>
                </a:moveTo>
                <a:lnTo>
                  <a:pt x="87287" y="0"/>
                </a:lnTo>
                <a:lnTo>
                  <a:pt x="99797" y="0"/>
                </a:lnTo>
                <a:lnTo>
                  <a:pt x="78647" y="101328"/>
                </a:lnTo>
                <a:lnTo>
                  <a:pt x="66137" y="101328"/>
                </a:lnTo>
                <a:close/>
                <a:moveTo>
                  <a:pt x="100600" y="73473"/>
                </a:moveTo>
                <a:cubicBezTo>
                  <a:pt x="100600" y="59143"/>
                  <a:pt x="104816" y="47277"/>
                  <a:pt x="113249" y="37877"/>
                </a:cubicBezTo>
                <a:cubicBezTo>
                  <a:pt x="120207" y="30136"/>
                  <a:pt x="129330" y="26265"/>
                  <a:pt x="140620" y="26265"/>
                </a:cubicBezTo>
                <a:cubicBezTo>
                  <a:pt x="149467" y="26265"/>
                  <a:pt x="156598" y="29030"/>
                  <a:pt x="162012" y="34559"/>
                </a:cubicBezTo>
                <a:cubicBezTo>
                  <a:pt x="167426" y="40089"/>
                  <a:pt x="170133" y="47554"/>
                  <a:pt x="170133" y="56954"/>
                </a:cubicBezTo>
                <a:cubicBezTo>
                  <a:pt x="170133" y="65386"/>
                  <a:pt x="168428" y="73231"/>
                  <a:pt x="165019" y="80489"/>
                </a:cubicBezTo>
                <a:cubicBezTo>
                  <a:pt x="161609" y="87746"/>
                  <a:pt x="156759" y="93310"/>
                  <a:pt x="150469" y="97181"/>
                </a:cubicBezTo>
                <a:cubicBezTo>
                  <a:pt x="144179" y="101051"/>
                  <a:pt x="137555" y="102987"/>
                  <a:pt x="130597" y="102987"/>
                </a:cubicBezTo>
                <a:cubicBezTo>
                  <a:pt x="124884" y="102987"/>
                  <a:pt x="119688" y="101766"/>
                  <a:pt x="115011" y="99324"/>
                </a:cubicBezTo>
                <a:cubicBezTo>
                  <a:pt x="110334" y="96881"/>
                  <a:pt x="106763" y="93425"/>
                  <a:pt x="104298" y="88956"/>
                </a:cubicBezTo>
                <a:cubicBezTo>
                  <a:pt x="101833" y="84486"/>
                  <a:pt x="100600" y="79325"/>
                  <a:pt x="100600" y="73473"/>
                </a:cubicBezTo>
                <a:moveTo>
                  <a:pt x="113110" y="72229"/>
                </a:moveTo>
                <a:cubicBezTo>
                  <a:pt x="113110" y="79141"/>
                  <a:pt x="114769" y="84382"/>
                  <a:pt x="118087" y="87954"/>
                </a:cubicBezTo>
                <a:cubicBezTo>
                  <a:pt x="121405" y="91525"/>
                  <a:pt x="125621" y="93310"/>
                  <a:pt x="130736" y="93310"/>
                </a:cubicBezTo>
                <a:cubicBezTo>
                  <a:pt x="133408" y="93310"/>
                  <a:pt x="136058" y="92769"/>
                  <a:pt x="138684" y="91686"/>
                </a:cubicBezTo>
                <a:cubicBezTo>
                  <a:pt x="141311" y="90603"/>
                  <a:pt x="143753" y="88956"/>
                  <a:pt x="146011" y="86744"/>
                </a:cubicBezTo>
                <a:cubicBezTo>
                  <a:pt x="148269" y="84532"/>
                  <a:pt x="150193" y="82009"/>
                  <a:pt x="151782" y="79175"/>
                </a:cubicBezTo>
                <a:cubicBezTo>
                  <a:pt x="153372" y="76342"/>
                  <a:pt x="154651" y="73289"/>
                  <a:pt x="155618" y="70017"/>
                </a:cubicBezTo>
                <a:cubicBezTo>
                  <a:pt x="157047" y="65455"/>
                  <a:pt x="157761" y="61078"/>
                  <a:pt x="157761" y="56885"/>
                </a:cubicBezTo>
                <a:cubicBezTo>
                  <a:pt x="157761" y="50249"/>
                  <a:pt x="156091" y="45100"/>
                  <a:pt x="152750" y="41437"/>
                </a:cubicBezTo>
                <a:cubicBezTo>
                  <a:pt x="149409" y="37773"/>
                  <a:pt x="145205" y="35942"/>
                  <a:pt x="140136" y="35942"/>
                </a:cubicBezTo>
                <a:cubicBezTo>
                  <a:pt x="136219" y="35942"/>
                  <a:pt x="132648" y="36875"/>
                  <a:pt x="129422" y="38741"/>
                </a:cubicBezTo>
                <a:cubicBezTo>
                  <a:pt x="126197" y="40607"/>
                  <a:pt x="123282" y="43337"/>
                  <a:pt x="120679" y="46932"/>
                </a:cubicBezTo>
                <a:cubicBezTo>
                  <a:pt x="118075" y="50526"/>
                  <a:pt x="116163" y="54707"/>
                  <a:pt x="114942" y="59477"/>
                </a:cubicBezTo>
                <a:cubicBezTo>
                  <a:pt x="113721" y="64246"/>
                  <a:pt x="113110" y="68497"/>
                  <a:pt x="113110" y="72229"/>
                </a:cubicBezTo>
                <a:close/>
                <a:moveTo>
                  <a:pt x="177701" y="76238"/>
                </a:moveTo>
                <a:lnTo>
                  <a:pt x="190212" y="75478"/>
                </a:lnTo>
                <a:cubicBezTo>
                  <a:pt x="190212" y="79072"/>
                  <a:pt x="190765" y="82136"/>
                  <a:pt x="191871" y="84670"/>
                </a:cubicBezTo>
                <a:cubicBezTo>
                  <a:pt x="192977" y="87205"/>
                  <a:pt x="195016" y="89278"/>
                  <a:pt x="197988" y="90891"/>
                </a:cubicBezTo>
                <a:cubicBezTo>
                  <a:pt x="200960" y="92504"/>
                  <a:pt x="204427" y="93310"/>
                  <a:pt x="208390" y="93310"/>
                </a:cubicBezTo>
                <a:cubicBezTo>
                  <a:pt x="213920" y="93310"/>
                  <a:pt x="218067" y="92204"/>
                  <a:pt x="220832" y="89993"/>
                </a:cubicBezTo>
                <a:cubicBezTo>
                  <a:pt x="223596" y="87781"/>
                  <a:pt x="224979" y="85177"/>
                  <a:pt x="224979" y="82182"/>
                </a:cubicBezTo>
                <a:cubicBezTo>
                  <a:pt x="224979" y="80016"/>
                  <a:pt x="224149" y="77966"/>
                  <a:pt x="222490" y="76031"/>
                </a:cubicBezTo>
                <a:cubicBezTo>
                  <a:pt x="220785" y="74095"/>
                  <a:pt x="216627" y="71711"/>
                  <a:pt x="210014" y="68877"/>
                </a:cubicBezTo>
                <a:cubicBezTo>
                  <a:pt x="203402" y="66043"/>
                  <a:pt x="199174" y="64050"/>
                  <a:pt x="197331" y="62898"/>
                </a:cubicBezTo>
                <a:cubicBezTo>
                  <a:pt x="194244" y="61009"/>
                  <a:pt x="191917" y="58785"/>
                  <a:pt x="190350" y="56228"/>
                </a:cubicBezTo>
                <a:cubicBezTo>
                  <a:pt x="188784" y="53671"/>
                  <a:pt x="188000" y="50733"/>
                  <a:pt x="188000" y="47415"/>
                </a:cubicBezTo>
                <a:cubicBezTo>
                  <a:pt x="188000" y="41609"/>
                  <a:pt x="190304" y="36633"/>
                  <a:pt x="194912" y="32486"/>
                </a:cubicBezTo>
                <a:cubicBezTo>
                  <a:pt x="199520" y="28339"/>
                  <a:pt x="205971" y="26265"/>
                  <a:pt x="214265" y="26265"/>
                </a:cubicBezTo>
                <a:cubicBezTo>
                  <a:pt x="223481" y="26265"/>
                  <a:pt x="230497" y="28396"/>
                  <a:pt x="235312" y="32659"/>
                </a:cubicBezTo>
                <a:cubicBezTo>
                  <a:pt x="240127" y="36921"/>
                  <a:pt x="242627" y="42531"/>
                  <a:pt x="242811" y="49489"/>
                </a:cubicBezTo>
                <a:lnTo>
                  <a:pt x="230577" y="50318"/>
                </a:lnTo>
                <a:cubicBezTo>
                  <a:pt x="230393" y="45895"/>
                  <a:pt x="228826" y="42393"/>
                  <a:pt x="225877" y="39812"/>
                </a:cubicBezTo>
                <a:cubicBezTo>
                  <a:pt x="222928" y="37232"/>
                  <a:pt x="218758" y="35942"/>
                  <a:pt x="213367" y="35942"/>
                </a:cubicBezTo>
                <a:cubicBezTo>
                  <a:pt x="209035" y="35942"/>
                  <a:pt x="205672" y="36932"/>
                  <a:pt x="203275" y="38914"/>
                </a:cubicBezTo>
                <a:cubicBezTo>
                  <a:pt x="200879" y="40895"/>
                  <a:pt x="199681" y="43038"/>
                  <a:pt x="199681" y="45342"/>
                </a:cubicBezTo>
                <a:cubicBezTo>
                  <a:pt x="199681" y="47646"/>
                  <a:pt x="200718" y="49673"/>
                  <a:pt x="202792" y="51424"/>
                </a:cubicBezTo>
                <a:cubicBezTo>
                  <a:pt x="204174" y="52622"/>
                  <a:pt x="207745" y="54466"/>
                  <a:pt x="213505" y="56954"/>
                </a:cubicBezTo>
                <a:cubicBezTo>
                  <a:pt x="223089" y="61101"/>
                  <a:pt x="229126" y="64373"/>
                  <a:pt x="231614" y="66769"/>
                </a:cubicBezTo>
                <a:cubicBezTo>
                  <a:pt x="235577" y="70593"/>
                  <a:pt x="237558" y="75247"/>
                  <a:pt x="237558" y="80731"/>
                </a:cubicBezTo>
                <a:cubicBezTo>
                  <a:pt x="237558" y="84371"/>
                  <a:pt x="236441" y="87942"/>
                  <a:pt x="234206" y="91444"/>
                </a:cubicBezTo>
                <a:cubicBezTo>
                  <a:pt x="231971" y="94946"/>
                  <a:pt x="228561" y="97745"/>
                  <a:pt x="223976" y="99842"/>
                </a:cubicBezTo>
                <a:cubicBezTo>
                  <a:pt x="219392" y="101939"/>
                  <a:pt x="213989" y="102987"/>
                  <a:pt x="207768" y="102987"/>
                </a:cubicBezTo>
                <a:cubicBezTo>
                  <a:pt x="199290" y="102987"/>
                  <a:pt x="192078" y="100890"/>
                  <a:pt x="186134" y="96697"/>
                </a:cubicBezTo>
                <a:cubicBezTo>
                  <a:pt x="180190" y="92504"/>
                  <a:pt x="177379" y="85684"/>
                  <a:pt x="177701" y="76238"/>
                </a:cubicBezTo>
                <a:close/>
                <a:moveTo>
                  <a:pt x="300792" y="76376"/>
                </a:moveTo>
                <a:lnTo>
                  <a:pt x="312957" y="77620"/>
                </a:lnTo>
                <a:cubicBezTo>
                  <a:pt x="311206" y="83657"/>
                  <a:pt x="307185" y="89393"/>
                  <a:pt x="300895" y="94831"/>
                </a:cubicBezTo>
                <a:cubicBezTo>
                  <a:pt x="294606" y="100268"/>
                  <a:pt x="287106" y="102987"/>
                  <a:pt x="278397" y="102987"/>
                </a:cubicBezTo>
                <a:cubicBezTo>
                  <a:pt x="272960" y="102987"/>
                  <a:pt x="267972" y="101731"/>
                  <a:pt x="263433" y="99220"/>
                </a:cubicBezTo>
                <a:cubicBezTo>
                  <a:pt x="258894" y="96709"/>
                  <a:pt x="255438" y="93057"/>
                  <a:pt x="253065" y="88265"/>
                </a:cubicBezTo>
                <a:cubicBezTo>
                  <a:pt x="250692" y="83472"/>
                  <a:pt x="249506" y="78012"/>
                  <a:pt x="249506" y="71883"/>
                </a:cubicBezTo>
                <a:cubicBezTo>
                  <a:pt x="249506" y="63866"/>
                  <a:pt x="251360" y="56090"/>
                  <a:pt x="255070" y="48556"/>
                </a:cubicBezTo>
                <a:cubicBezTo>
                  <a:pt x="258779" y="41022"/>
                  <a:pt x="263583" y="35423"/>
                  <a:pt x="269481" y="31760"/>
                </a:cubicBezTo>
                <a:cubicBezTo>
                  <a:pt x="275379" y="28097"/>
                  <a:pt x="281761" y="26265"/>
                  <a:pt x="288627" y="26265"/>
                </a:cubicBezTo>
                <a:cubicBezTo>
                  <a:pt x="297382" y="26265"/>
                  <a:pt x="304374" y="28984"/>
                  <a:pt x="309604" y="34421"/>
                </a:cubicBezTo>
                <a:cubicBezTo>
                  <a:pt x="314834" y="39858"/>
                  <a:pt x="317449" y="47277"/>
                  <a:pt x="317449" y="56677"/>
                </a:cubicBezTo>
                <a:cubicBezTo>
                  <a:pt x="317449" y="60271"/>
                  <a:pt x="317127" y="63958"/>
                  <a:pt x="316482" y="67736"/>
                </a:cubicBezTo>
                <a:lnTo>
                  <a:pt x="262431" y="67736"/>
                </a:lnTo>
                <a:cubicBezTo>
                  <a:pt x="262247" y="69165"/>
                  <a:pt x="262154" y="70455"/>
                  <a:pt x="262154" y="71607"/>
                </a:cubicBezTo>
                <a:cubicBezTo>
                  <a:pt x="262154" y="78473"/>
                  <a:pt x="263733" y="83714"/>
                  <a:pt x="266889" y="87331"/>
                </a:cubicBezTo>
                <a:cubicBezTo>
                  <a:pt x="270046" y="90949"/>
                  <a:pt x="273905" y="92757"/>
                  <a:pt x="278466" y="92757"/>
                </a:cubicBezTo>
                <a:cubicBezTo>
                  <a:pt x="282752" y="92757"/>
                  <a:pt x="286968" y="91352"/>
                  <a:pt x="291115" y="88541"/>
                </a:cubicBezTo>
                <a:cubicBezTo>
                  <a:pt x="295262" y="85730"/>
                  <a:pt x="298488" y="81675"/>
                  <a:pt x="300792" y="76376"/>
                </a:cubicBezTo>
                <a:moveTo>
                  <a:pt x="264435" y="58198"/>
                </a:moveTo>
                <a:lnTo>
                  <a:pt x="305630" y="58198"/>
                </a:lnTo>
                <a:cubicBezTo>
                  <a:pt x="305676" y="56908"/>
                  <a:pt x="305699" y="55986"/>
                  <a:pt x="305699" y="55433"/>
                </a:cubicBezTo>
                <a:cubicBezTo>
                  <a:pt x="305699" y="49166"/>
                  <a:pt x="304133" y="44363"/>
                  <a:pt x="300999" y="41022"/>
                </a:cubicBezTo>
                <a:cubicBezTo>
                  <a:pt x="297866" y="37681"/>
                  <a:pt x="293834" y="36011"/>
                  <a:pt x="288903" y="36011"/>
                </a:cubicBezTo>
                <a:cubicBezTo>
                  <a:pt x="283558" y="36011"/>
                  <a:pt x="278685" y="37854"/>
                  <a:pt x="274285" y="41540"/>
                </a:cubicBezTo>
                <a:cubicBezTo>
                  <a:pt x="269884" y="45227"/>
                  <a:pt x="266601" y="50779"/>
                  <a:pt x="264435" y="58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7E3A3-E814-49DA-A3F5-6542C71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876" y="338463"/>
            <a:ext cx="1847038" cy="1222831"/>
          </a:xfrm>
          <a:custGeom xmlns:a="http://schemas.openxmlformats.org/drawingml/2006/main">
            <a:pathLst>
              <a:path w="1847038" h="1222831">
                <a:moveTo>
                  <a:pt x="0" y="0"/>
                </a:moveTo>
                <a:lnTo>
                  <a:pt x="1847038" y="0"/>
                </a:lnTo>
                <a:lnTo>
                  <a:pt x="1847038" y="1222831"/>
                </a:lnTo>
                <a:lnTo>
                  <a:pt x="0" y="12228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4783A-4EE7-4105-9BF0-C23D735F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876" y="338463"/>
            <a:ext cx="1847038" cy="1222831"/>
          </a:xfrm>
          <a:custGeom xmlns:a="http://schemas.openxmlformats.org/drawingml/2006/main">
            <a:pathLst>
              <a:path w="1847038" h="1222831" fill="none">
                <a:moveTo>
                  <a:pt x="0" y="0"/>
                </a:moveTo>
                <a:lnTo>
                  <a:pt x="1847038" y="0"/>
                </a:lnTo>
                <a:lnTo>
                  <a:pt x="1847038" y="1222831"/>
                </a:lnTo>
                <a:lnTo>
                  <a:pt x="0" y="12228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88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3AFC4-1F09-4821-93F7-20FAB659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672" y="1064999"/>
            <a:ext cx="158609" cy="160315"/>
          </a:xfrm>
          <a:custGeom xmlns:a="http://schemas.openxmlformats.org/drawingml/2006/main">
            <a:pathLst>
              <a:path w="158609" h="160315">
                <a:moveTo>
                  <a:pt x="0" y="80158"/>
                </a:moveTo>
                <a:cubicBezTo>
                  <a:pt x="0" y="35888"/>
                  <a:pt x="35505" y="0"/>
                  <a:pt x="79305" y="0"/>
                </a:cubicBezTo>
                <a:cubicBezTo>
                  <a:pt x="123104" y="0"/>
                  <a:pt x="158609" y="35888"/>
                  <a:pt x="158609" y="80158"/>
                </a:cubicBezTo>
                <a:cubicBezTo>
                  <a:pt x="158609" y="124428"/>
                  <a:pt x="123104" y="160315"/>
                  <a:pt x="79305" y="160315"/>
                </a:cubicBezTo>
                <a:cubicBezTo>
                  <a:pt x="35505" y="160315"/>
                  <a:pt x="0" y="124428"/>
                  <a:pt x="0" y="80158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53BE8-6047-4A74-8248-CB4212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959" y="459553"/>
            <a:ext cx="158611" cy="160315"/>
          </a:xfrm>
          <a:custGeom xmlns:a="http://schemas.openxmlformats.org/drawingml/2006/main">
            <a:pathLst>
              <a:path w="158611" h="160315">
                <a:moveTo>
                  <a:pt x="0" y="80157"/>
                </a:moveTo>
                <a:cubicBezTo>
                  <a:pt x="0" y="35888"/>
                  <a:pt x="35506" y="0"/>
                  <a:pt x="79305" y="0"/>
                </a:cubicBezTo>
                <a:cubicBezTo>
                  <a:pt x="123104" y="0"/>
                  <a:pt x="158611" y="35888"/>
                  <a:pt x="158611" y="80157"/>
                </a:cubicBezTo>
                <a:cubicBezTo>
                  <a:pt x="158611" y="124427"/>
                  <a:pt x="123104" y="160315"/>
                  <a:pt x="79305" y="160315"/>
                </a:cubicBezTo>
                <a:cubicBezTo>
                  <a:pt x="35506" y="160315"/>
                  <a:pt x="0" y="124427"/>
                  <a:pt x="0" y="80157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3E8F4-4121-4309-8003-86FFC382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507" y="558471"/>
            <a:ext cx="158610" cy="158610"/>
          </a:xfrm>
          <a:custGeom xmlns:a="http://schemas.openxmlformats.org/drawingml/2006/main">
            <a:pathLst>
              <a:path w="158610" h="158610">
                <a:moveTo>
                  <a:pt x="0" y="79305"/>
                </a:moveTo>
                <a:cubicBezTo>
                  <a:pt x="0" y="35506"/>
                  <a:pt x="35506" y="0"/>
                  <a:pt x="79305" y="0"/>
                </a:cubicBezTo>
                <a:cubicBezTo>
                  <a:pt x="123104" y="0"/>
                  <a:pt x="158610" y="35506"/>
                  <a:pt x="158610" y="79305"/>
                </a:cubicBezTo>
                <a:cubicBezTo>
                  <a:pt x="158610" y="123104"/>
                  <a:pt x="123104" y="158610"/>
                  <a:pt x="79305" y="158610"/>
                </a:cubicBezTo>
                <a:cubicBezTo>
                  <a:pt x="35506" y="158610"/>
                  <a:pt x="0" y="123104"/>
                  <a:pt x="0" y="79305"/>
                </a:cubicBez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C8E94-525F-4521-B212-A06ABC7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281" y="1145156"/>
            <a:ext cx="266809" cy="10"/>
          </a:xfrm>
          <a:custGeom xmlns:a="http://schemas.openxmlformats.org/drawingml/2006/main">
            <a:pathLst>
              <a:path w="266809" h="1" fill="none">
                <a:moveTo>
                  <a:pt x="0" y="0"/>
                </a:moveTo>
                <a:lnTo>
                  <a:pt x="266809" y="1"/>
                </a:lnTo>
              </a:path>
            </a:pathLst>
          </a:custGeom>
          <a:noFill xmlns:a="http://schemas.openxmlformats.org/drawingml/2006/main"/>
          <a:ln xmlns:a="http://schemas.openxmlformats.org/drawingml/2006/main" w="23450" cap="flat">
            <a:solidFill>
              <a:srgbClr val="1F4E79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58DE2-1278-4285-87BA-2A4A4A85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569" y="798944"/>
            <a:ext cx="158610" cy="158609"/>
          </a:xfrm>
          <a:custGeom xmlns:a="http://schemas.openxmlformats.org/drawingml/2006/main">
            <a:pathLst>
              <a:path w="158610" h="158609">
                <a:moveTo>
                  <a:pt x="0" y="79305"/>
                </a:moveTo>
                <a:cubicBezTo>
                  <a:pt x="0" y="35505"/>
                  <a:pt x="35506" y="0"/>
                  <a:pt x="79305" y="0"/>
                </a:cubicBezTo>
                <a:cubicBezTo>
                  <a:pt x="123104" y="0"/>
                  <a:pt x="158610" y="35505"/>
                  <a:pt x="158610" y="79305"/>
                </a:cubicBezTo>
                <a:cubicBezTo>
                  <a:pt x="158610" y="123104"/>
                  <a:pt x="123104" y="158609"/>
                  <a:pt x="79305" y="158609"/>
                </a:cubicBezTo>
                <a:cubicBezTo>
                  <a:pt x="35506" y="158609"/>
                  <a:pt x="0" y="123104"/>
                  <a:pt x="0" y="79305"/>
                </a:cubicBez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18733-B03C-4116-98DE-AD4AD8BC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383" y="746074"/>
            <a:ext cx="158610" cy="158610"/>
          </a:xfrm>
          <a:custGeom xmlns:a="http://schemas.openxmlformats.org/drawingml/2006/main">
            <a:pathLst>
              <a:path w="158610" h="158610">
                <a:moveTo>
                  <a:pt x="0" y="79305"/>
                </a:moveTo>
                <a:cubicBezTo>
                  <a:pt x="0" y="35506"/>
                  <a:pt x="35505" y="0"/>
                  <a:pt x="79305" y="0"/>
                </a:cubicBezTo>
                <a:cubicBezTo>
                  <a:pt x="123104" y="0"/>
                  <a:pt x="158610" y="35506"/>
                  <a:pt x="158610" y="79305"/>
                </a:cubicBezTo>
                <a:cubicBezTo>
                  <a:pt x="158610" y="123104"/>
                  <a:pt x="123104" y="158610"/>
                  <a:pt x="79305" y="158610"/>
                </a:cubicBezTo>
                <a:cubicBezTo>
                  <a:pt x="35505" y="158610"/>
                  <a:pt x="0" y="123104"/>
                  <a:pt x="0" y="7930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321E9-BA8F-4B30-AA7B-EA73F716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336" y="1064999"/>
            <a:ext cx="160315" cy="160315"/>
          </a:xfrm>
          <a:custGeom xmlns:a="http://schemas.openxmlformats.org/drawingml/2006/main">
            <a:pathLst>
              <a:path w="160315" h="160315">
                <a:moveTo>
                  <a:pt x="0" y="80158"/>
                </a:moveTo>
                <a:cubicBezTo>
                  <a:pt x="0" y="35888"/>
                  <a:pt x="35888" y="0"/>
                  <a:pt x="80157" y="0"/>
                </a:cubicBezTo>
                <a:cubicBezTo>
                  <a:pt x="124427" y="0"/>
                  <a:pt x="160315" y="35888"/>
                  <a:pt x="160315" y="80158"/>
                </a:cubicBezTo>
                <a:cubicBezTo>
                  <a:pt x="160315" y="124428"/>
                  <a:pt x="124427" y="160315"/>
                  <a:pt x="80157" y="160315"/>
                </a:cubicBezTo>
                <a:cubicBezTo>
                  <a:pt x="35888" y="160315"/>
                  <a:pt x="0" y="124428"/>
                  <a:pt x="0" y="80158"/>
                </a:cubicBezTo>
                <a:close/>
              </a:path>
            </a:pathLst>
          </a:custGeom>
          <a:solidFill xmlns:a="http://schemas.openxmlformats.org/drawingml/2006/main">
            <a:srgbClr val="00206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5549D-9BB0-4B4B-AF51-EE1699E7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631" y="570410"/>
            <a:ext cx="272674" cy="66662"/>
          </a:xfrm>
          <a:custGeom xmlns:a="http://schemas.openxmlformats.org/drawingml/2006/main">
            <a:pathLst>
              <a:path w="272674" h="66662" fill="none">
                <a:moveTo>
                  <a:pt x="0" y="0"/>
                </a:moveTo>
                <a:lnTo>
                  <a:pt x="272674" y="66662"/>
                </a:lnTo>
              </a:path>
            </a:pathLst>
          </a:custGeom>
          <a:noFill xmlns:a="http://schemas.openxmlformats.org/drawingml/2006/main"/>
          <a:ln xmlns:a="http://schemas.openxmlformats.org/drawingml/2006/main" w="23450" cap="flat">
            <a:solidFill>
              <a:srgbClr val="1F4E79"/>
            </a:solidFill>
            <a:miter/>
          </a:ln>
        </p:spPr>
      </p:sp>
      <p:sp>
        <p:nvSpPr>
          <p:cNvPr id="131" name="Text kitchencabinet">
            <a:extLst xmlns:a="http://schemas.openxmlformats.org/drawingml/2006/main">
              <a:ext uri="{FF2B5EF4-FFF2-40B4-BE49-F238E27FC236}">
                <a16:creationId xmlns:a16="http://schemas.microsoft.com/office/drawing/2014/main" id="{A0F5274F-6CED-4531-BEFE-63560812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14" y="406831"/>
            <a:ext cx="927625" cy="102987"/>
          </a:xfrm>
          <a:custGeom xmlns:a="http://schemas.openxmlformats.org/drawingml/2006/main">
            <a:pathLst>
              <a:path w="927625" h="102987">
                <a:moveTo>
                  <a:pt x="0" y="101328"/>
                </a:moveTo>
                <a:lnTo>
                  <a:pt x="0" y="0"/>
                </a:lnTo>
                <a:lnTo>
                  <a:pt x="12441" y="0"/>
                </a:lnTo>
                <a:lnTo>
                  <a:pt x="12441" y="57783"/>
                </a:lnTo>
                <a:lnTo>
                  <a:pt x="41886" y="27924"/>
                </a:lnTo>
                <a:lnTo>
                  <a:pt x="57991" y="27924"/>
                </a:lnTo>
                <a:lnTo>
                  <a:pt x="29928" y="55157"/>
                </a:lnTo>
                <a:lnTo>
                  <a:pt x="60824" y="101328"/>
                </a:lnTo>
                <a:lnTo>
                  <a:pt x="45480" y="101328"/>
                </a:lnTo>
                <a:lnTo>
                  <a:pt x="21219" y="63797"/>
                </a:lnTo>
                <a:lnTo>
                  <a:pt x="12441" y="72229"/>
                </a:lnTo>
                <a:lnTo>
                  <a:pt x="12441" y="101328"/>
                </a:lnTo>
                <a:lnTo>
                  <a:pt x="0" y="101328"/>
                </a:lnTo>
                <a:close/>
                <a:moveTo>
                  <a:pt x="70353" y="14308"/>
                </a:moveTo>
                <a:lnTo>
                  <a:pt x="70353" y="0"/>
                </a:lnTo>
                <a:lnTo>
                  <a:pt x="82794" y="0"/>
                </a:lnTo>
                <a:lnTo>
                  <a:pt x="82794" y="14308"/>
                </a:lnTo>
                <a:lnTo>
                  <a:pt x="70353" y="14308"/>
                </a:lnTo>
                <a:moveTo>
                  <a:pt x="70353" y="101328"/>
                </a:moveTo>
                <a:lnTo>
                  <a:pt x="70353" y="27924"/>
                </a:lnTo>
                <a:lnTo>
                  <a:pt x="82794" y="27924"/>
                </a:lnTo>
                <a:lnTo>
                  <a:pt x="82794" y="101328"/>
                </a:lnTo>
                <a:lnTo>
                  <a:pt x="70353" y="101328"/>
                </a:lnTo>
                <a:close/>
                <a:moveTo>
                  <a:pt x="128731" y="90200"/>
                </a:moveTo>
                <a:lnTo>
                  <a:pt x="130528" y="101190"/>
                </a:lnTo>
                <a:cubicBezTo>
                  <a:pt x="127026" y="101927"/>
                  <a:pt x="123893" y="102296"/>
                  <a:pt x="121128" y="102296"/>
                </a:cubicBezTo>
                <a:cubicBezTo>
                  <a:pt x="116612" y="102296"/>
                  <a:pt x="113110" y="101581"/>
                  <a:pt x="110622" y="100153"/>
                </a:cubicBezTo>
                <a:cubicBezTo>
                  <a:pt x="108134" y="98724"/>
                  <a:pt x="106383" y="96847"/>
                  <a:pt x="105369" y="94520"/>
                </a:cubicBezTo>
                <a:cubicBezTo>
                  <a:pt x="104355" y="92193"/>
                  <a:pt x="103849" y="87297"/>
                  <a:pt x="103849" y="79832"/>
                </a:cubicBezTo>
                <a:lnTo>
                  <a:pt x="103849" y="37601"/>
                </a:lnTo>
                <a:lnTo>
                  <a:pt x="94725" y="37601"/>
                </a:lnTo>
                <a:lnTo>
                  <a:pt x="94725" y="27924"/>
                </a:lnTo>
                <a:lnTo>
                  <a:pt x="103849" y="27924"/>
                </a:lnTo>
                <a:lnTo>
                  <a:pt x="103849" y="9746"/>
                </a:lnTo>
                <a:lnTo>
                  <a:pt x="116221" y="2281"/>
                </a:lnTo>
                <a:lnTo>
                  <a:pt x="116221" y="27924"/>
                </a:lnTo>
                <a:lnTo>
                  <a:pt x="128731" y="27924"/>
                </a:lnTo>
                <a:lnTo>
                  <a:pt x="128731" y="37601"/>
                </a:lnTo>
                <a:lnTo>
                  <a:pt x="116221" y="37601"/>
                </a:lnTo>
                <a:lnTo>
                  <a:pt x="116221" y="80523"/>
                </a:lnTo>
                <a:cubicBezTo>
                  <a:pt x="116221" y="84071"/>
                  <a:pt x="116440" y="86352"/>
                  <a:pt x="116877" y="87366"/>
                </a:cubicBezTo>
                <a:cubicBezTo>
                  <a:pt x="117315" y="88380"/>
                  <a:pt x="118029" y="89186"/>
                  <a:pt x="119020" y="89785"/>
                </a:cubicBezTo>
                <a:cubicBezTo>
                  <a:pt x="120011" y="90384"/>
                  <a:pt x="121428" y="90684"/>
                  <a:pt x="123271" y="90684"/>
                </a:cubicBezTo>
                <a:cubicBezTo>
                  <a:pt x="124653" y="90684"/>
                  <a:pt x="126473" y="90522"/>
                  <a:pt x="128731" y="90200"/>
                </a:cubicBezTo>
                <a:close/>
                <a:moveTo>
                  <a:pt x="188536" y="74441"/>
                </a:moveTo>
                <a:lnTo>
                  <a:pt x="200770" y="76031"/>
                </a:lnTo>
                <a:cubicBezTo>
                  <a:pt x="199433" y="84463"/>
                  <a:pt x="196012" y="91064"/>
                  <a:pt x="190506" y="95833"/>
                </a:cubicBezTo>
                <a:cubicBezTo>
                  <a:pt x="184999" y="100602"/>
                  <a:pt x="178237" y="102987"/>
                  <a:pt x="170219" y="102987"/>
                </a:cubicBezTo>
                <a:cubicBezTo>
                  <a:pt x="160174" y="102987"/>
                  <a:pt x="152099" y="99704"/>
                  <a:pt x="145993" y="93137"/>
                </a:cubicBezTo>
                <a:cubicBezTo>
                  <a:pt x="139888" y="86571"/>
                  <a:pt x="136835" y="77159"/>
                  <a:pt x="136835" y="64902"/>
                </a:cubicBezTo>
                <a:cubicBezTo>
                  <a:pt x="136835" y="56977"/>
                  <a:pt x="138148" y="50042"/>
                  <a:pt x="140775" y="44098"/>
                </a:cubicBezTo>
                <a:cubicBezTo>
                  <a:pt x="143401" y="38154"/>
                  <a:pt x="147399" y="33695"/>
                  <a:pt x="152767" y="30723"/>
                </a:cubicBezTo>
                <a:cubicBezTo>
                  <a:pt x="158135" y="27751"/>
                  <a:pt x="163976" y="26265"/>
                  <a:pt x="170288" y="26265"/>
                </a:cubicBezTo>
                <a:cubicBezTo>
                  <a:pt x="178260" y="26265"/>
                  <a:pt x="184780" y="28281"/>
                  <a:pt x="189849" y="32313"/>
                </a:cubicBezTo>
                <a:cubicBezTo>
                  <a:pt x="194918" y="36345"/>
                  <a:pt x="198166" y="42070"/>
                  <a:pt x="199595" y="49489"/>
                </a:cubicBezTo>
                <a:lnTo>
                  <a:pt x="187499" y="51355"/>
                </a:lnTo>
                <a:cubicBezTo>
                  <a:pt x="186347" y="46425"/>
                  <a:pt x="184308" y="42715"/>
                  <a:pt x="181382" y="40227"/>
                </a:cubicBezTo>
                <a:cubicBezTo>
                  <a:pt x="178456" y="37739"/>
                  <a:pt x="174919" y="36495"/>
                  <a:pt x="170772" y="36495"/>
                </a:cubicBezTo>
                <a:cubicBezTo>
                  <a:pt x="164505" y="36495"/>
                  <a:pt x="159414" y="38741"/>
                  <a:pt x="155497" y="43234"/>
                </a:cubicBezTo>
                <a:cubicBezTo>
                  <a:pt x="151580" y="47726"/>
                  <a:pt x="149622" y="54834"/>
                  <a:pt x="149622" y="64557"/>
                </a:cubicBezTo>
                <a:cubicBezTo>
                  <a:pt x="149622" y="74418"/>
                  <a:pt x="151511" y="81583"/>
                  <a:pt x="155290" y="86053"/>
                </a:cubicBezTo>
                <a:cubicBezTo>
                  <a:pt x="159068" y="90522"/>
                  <a:pt x="163999" y="92757"/>
                  <a:pt x="170081" y="92757"/>
                </a:cubicBezTo>
                <a:cubicBezTo>
                  <a:pt x="174965" y="92757"/>
                  <a:pt x="179043" y="91260"/>
                  <a:pt x="182315" y="88265"/>
                </a:cubicBezTo>
                <a:cubicBezTo>
                  <a:pt x="185587" y="85269"/>
                  <a:pt x="187660" y="80661"/>
                  <a:pt x="188536" y="74441"/>
                </a:cubicBezTo>
                <a:close/>
                <a:moveTo>
                  <a:pt x="210990" y="101328"/>
                </a:moveTo>
                <a:lnTo>
                  <a:pt x="210990" y="0"/>
                </a:lnTo>
                <a:lnTo>
                  <a:pt x="223431" y="0"/>
                </a:lnTo>
                <a:lnTo>
                  <a:pt x="223431" y="36356"/>
                </a:lnTo>
                <a:cubicBezTo>
                  <a:pt x="229237" y="29629"/>
                  <a:pt x="236563" y="26265"/>
                  <a:pt x="245411" y="26265"/>
                </a:cubicBezTo>
                <a:cubicBezTo>
                  <a:pt x="250848" y="26265"/>
                  <a:pt x="255571" y="27336"/>
                  <a:pt x="259580" y="29479"/>
                </a:cubicBezTo>
                <a:cubicBezTo>
                  <a:pt x="263589" y="31622"/>
                  <a:pt x="266457" y="34582"/>
                  <a:pt x="268185" y="38361"/>
                </a:cubicBezTo>
                <a:cubicBezTo>
                  <a:pt x="269913" y="42139"/>
                  <a:pt x="270777" y="47623"/>
                  <a:pt x="270777" y="54811"/>
                </a:cubicBezTo>
                <a:lnTo>
                  <a:pt x="270777" y="101328"/>
                </a:lnTo>
                <a:lnTo>
                  <a:pt x="258336" y="101328"/>
                </a:lnTo>
                <a:lnTo>
                  <a:pt x="258336" y="54811"/>
                </a:lnTo>
                <a:cubicBezTo>
                  <a:pt x="258336" y="48590"/>
                  <a:pt x="256988" y="44063"/>
                  <a:pt x="254292" y="41229"/>
                </a:cubicBezTo>
                <a:cubicBezTo>
                  <a:pt x="251597" y="38395"/>
                  <a:pt x="247784" y="36978"/>
                  <a:pt x="242853" y="36978"/>
                </a:cubicBezTo>
                <a:cubicBezTo>
                  <a:pt x="239167" y="36978"/>
                  <a:pt x="235699" y="37935"/>
                  <a:pt x="232451" y="39847"/>
                </a:cubicBezTo>
                <a:cubicBezTo>
                  <a:pt x="229202" y="41759"/>
                  <a:pt x="226887" y="44351"/>
                  <a:pt x="225504" y="47623"/>
                </a:cubicBezTo>
                <a:cubicBezTo>
                  <a:pt x="224122" y="50894"/>
                  <a:pt x="223431" y="55410"/>
                  <a:pt x="223431" y="61170"/>
                </a:cubicBezTo>
                <a:lnTo>
                  <a:pt x="223431" y="101328"/>
                </a:lnTo>
                <a:lnTo>
                  <a:pt x="210990" y="101328"/>
                </a:lnTo>
                <a:close/>
                <a:moveTo>
                  <a:pt x="339377" y="77689"/>
                </a:moveTo>
                <a:lnTo>
                  <a:pt x="352234" y="79279"/>
                </a:lnTo>
                <a:cubicBezTo>
                  <a:pt x="350206" y="86790"/>
                  <a:pt x="346451" y="92619"/>
                  <a:pt x="340967" y="96766"/>
                </a:cubicBezTo>
                <a:cubicBezTo>
                  <a:pt x="335484" y="100913"/>
                  <a:pt x="328480" y="102987"/>
                  <a:pt x="319955" y="102987"/>
                </a:cubicBezTo>
                <a:cubicBezTo>
                  <a:pt x="309219" y="102987"/>
                  <a:pt x="300706" y="99681"/>
                  <a:pt x="294416" y="93068"/>
                </a:cubicBezTo>
                <a:cubicBezTo>
                  <a:pt x="288126" y="86456"/>
                  <a:pt x="284981" y="77183"/>
                  <a:pt x="284981" y="65248"/>
                </a:cubicBezTo>
                <a:cubicBezTo>
                  <a:pt x="284981" y="52899"/>
                  <a:pt x="288161" y="43314"/>
                  <a:pt x="294519" y="36495"/>
                </a:cubicBezTo>
                <a:cubicBezTo>
                  <a:pt x="300878" y="29675"/>
                  <a:pt x="309127" y="26265"/>
                  <a:pt x="319264" y="26265"/>
                </a:cubicBezTo>
                <a:cubicBezTo>
                  <a:pt x="329079" y="26265"/>
                  <a:pt x="337097" y="29606"/>
                  <a:pt x="343317" y="36287"/>
                </a:cubicBezTo>
                <a:cubicBezTo>
                  <a:pt x="349538" y="42969"/>
                  <a:pt x="352648" y="52369"/>
                  <a:pt x="352648" y="64488"/>
                </a:cubicBezTo>
                <a:cubicBezTo>
                  <a:pt x="352648" y="65225"/>
                  <a:pt x="352625" y="66331"/>
                  <a:pt x="352579" y="67805"/>
                </a:cubicBezTo>
                <a:lnTo>
                  <a:pt x="297837" y="67805"/>
                </a:lnTo>
                <a:cubicBezTo>
                  <a:pt x="298298" y="75869"/>
                  <a:pt x="300579" y="82044"/>
                  <a:pt x="304680" y="86329"/>
                </a:cubicBezTo>
                <a:cubicBezTo>
                  <a:pt x="308781" y="90615"/>
                  <a:pt x="313896" y="92757"/>
                  <a:pt x="320024" y="92757"/>
                </a:cubicBezTo>
                <a:cubicBezTo>
                  <a:pt x="324586" y="92757"/>
                  <a:pt x="328480" y="91559"/>
                  <a:pt x="331705" y="89163"/>
                </a:cubicBezTo>
                <a:cubicBezTo>
                  <a:pt x="334931" y="86767"/>
                  <a:pt x="337488" y="82942"/>
                  <a:pt x="339377" y="77689"/>
                </a:cubicBezTo>
                <a:moveTo>
                  <a:pt x="298528" y="57576"/>
                </a:moveTo>
                <a:lnTo>
                  <a:pt x="339516" y="57576"/>
                </a:lnTo>
                <a:cubicBezTo>
                  <a:pt x="338963" y="51401"/>
                  <a:pt x="337396" y="46770"/>
                  <a:pt x="334816" y="43683"/>
                </a:cubicBezTo>
                <a:cubicBezTo>
                  <a:pt x="330853" y="38891"/>
                  <a:pt x="325715" y="36495"/>
                  <a:pt x="319402" y="36495"/>
                </a:cubicBezTo>
                <a:cubicBezTo>
                  <a:pt x="313688" y="36495"/>
                  <a:pt x="308885" y="38407"/>
                  <a:pt x="304991" y="42232"/>
                </a:cubicBezTo>
                <a:cubicBezTo>
                  <a:pt x="301097" y="46056"/>
                  <a:pt x="298943" y="51171"/>
                  <a:pt x="298528" y="57576"/>
                </a:cubicBezTo>
                <a:close/>
                <a:moveTo>
                  <a:pt x="367267" y="101328"/>
                </a:moveTo>
                <a:lnTo>
                  <a:pt x="367267" y="27924"/>
                </a:lnTo>
                <a:lnTo>
                  <a:pt x="378464" y="27924"/>
                </a:lnTo>
                <a:lnTo>
                  <a:pt x="378464" y="38361"/>
                </a:lnTo>
                <a:cubicBezTo>
                  <a:pt x="383855" y="30297"/>
                  <a:pt x="391642" y="26265"/>
                  <a:pt x="401826" y="26265"/>
                </a:cubicBezTo>
                <a:cubicBezTo>
                  <a:pt x="406249" y="26265"/>
                  <a:pt x="410316" y="27060"/>
                  <a:pt x="414025" y="28650"/>
                </a:cubicBezTo>
                <a:cubicBezTo>
                  <a:pt x="417735" y="30239"/>
                  <a:pt x="420511" y="32324"/>
                  <a:pt x="422354" y="34905"/>
                </a:cubicBezTo>
                <a:cubicBezTo>
                  <a:pt x="424197" y="37485"/>
                  <a:pt x="425487" y="40550"/>
                  <a:pt x="426225" y="44098"/>
                </a:cubicBezTo>
                <a:cubicBezTo>
                  <a:pt x="426686" y="46402"/>
                  <a:pt x="426916" y="50434"/>
                  <a:pt x="426916" y="56193"/>
                </a:cubicBezTo>
                <a:lnTo>
                  <a:pt x="426916" y="101328"/>
                </a:lnTo>
                <a:lnTo>
                  <a:pt x="414475" y="101328"/>
                </a:lnTo>
                <a:lnTo>
                  <a:pt x="414475" y="56677"/>
                </a:lnTo>
                <a:cubicBezTo>
                  <a:pt x="414475" y="51609"/>
                  <a:pt x="413991" y="47819"/>
                  <a:pt x="413023" y="45307"/>
                </a:cubicBezTo>
                <a:cubicBezTo>
                  <a:pt x="412055" y="42796"/>
                  <a:pt x="410339" y="40792"/>
                  <a:pt x="407874" y="39294"/>
                </a:cubicBezTo>
                <a:cubicBezTo>
                  <a:pt x="405408" y="37796"/>
                  <a:pt x="402517" y="37048"/>
                  <a:pt x="399199" y="37048"/>
                </a:cubicBezTo>
                <a:cubicBezTo>
                  <a:pt x="393900" y="37048"/>
                  <a:pt x="389327" y="38729"/>
                  <a:pt x="385479" y="42093"/>
                </a:cubicBezTo>
                <a:cubicBezTo>
                  <a:pt x="381632" y="45457"/>
                  <a:pt x="379708" y="51839"/>
                  <a:pt x="379708" y="61239"/>
                </a:cubicBezTo>
                <a:lnTo>
                  <a:pt x="379708" y="101328"/>
                </a:lnTo>
                <a:lnTo>
                  <a:pt x="367267" y="101328"/>
                </a:lnTo>
                <a:close/>
                <a:moveTo>
                  <a:pt x="532373" y="74441"/>
                </a:moveTo>
                <a:lnTo>
                  <a:pt x="544607" y="76031"/>
                </a:lnTo>
                <a:cubicBezTo>
                  <a:pt x="543271" y="84463"/>
                  <a:pt x="539849" y="91064"/>
                  <a:pt x="534343" y="95833"/>
                </a:cubicBezTo>
                <a:cubicBezTo>
                  <a:pt x="528836" y="100602"/>
                  <a:pt x="522074" y="102987"/>
                  <a:pt x="514057" y="102987"/>
                </a:cubicBezTo>
                <a:cubicBezTo>
                  <a:pt x="504011" y="102987"/>
                  <a:pt x="495936" y="99704"/>
                  <a:pt x="489830" y="93137"/>
                </a:cubicBezTo>
                <a:cubicBezTo>
                  <a:pt x="483725" y="86571"/>
                  <a:pt x="480672" y="77159"/>
                  <a:pt x="480672" y="64902"/>
                </a:cubicBezTo>
                <a:cubicBezTo>
                  <a:pt x="480672" y="56977"/>
                  <a:pt x="481985" y="50042"/>
                  <a:pt x="484612" y="44098"/>
                </a:cubicBezTo>
                <a:cubicBezTo>
                  <a:pt x="487238" y="38154"/>
                  <a:pt x="491236" y="33695"/>
                  <a:pt x="496604" y="30723"/>
                </a:cubicBezTo>
                <a:cubicBezTo>
                  <a:pt x="501972" y="27751"/>
                  <a:pt x="507813" y="26265"/>
                  <a:pt x="514126" y="26265"/>
                </a:cubicBezTo>
                <a:cubicBezTo>
                  <a:pt x="522097" y="26265"/>
                  <a:pt x="528618" y="28281"/>
                  <a:pt x="533686" y="32313"/>
                </a:cubicBezTo>
                <a:cubicBezTo>
                  <a:pt x="538755" y="36345"/>
                  <a:pt x="542003" y="42070"/>
                  <a:pt x="543432" y="49489"/>
                </a:cubicBezTo>
                <a:lnTo>
                  <a:pt x="531336" y="51355"/>
                </a:lnTo>
                <a:cubicBezTo>
                  <a:pt x="530184" y="46425"/>
                  <a:pt x="528145" y="42715"/>
                  <a:pt x="525219" y="40227"/>
                </a:cubicBezTo>
                <a:cubicBezTo>
                  <a:pt x="522293" y="37739"/>
                  <a:pt x="518757" y="36495"/>
                  <a:pt x="514609" y="36495"/>
                </a:cubicBezTo>
                <a:cubicBezTo>
                  <a:pt x="508343" y="36495"/>
                  <a:pt x="503251" y="38741"/>
                  <a:pt x="499334" y="43234"/>
                </a:cubicBezTo>
                <a:cubicBezTo>
                  <a:pt x="495418" y="47726"/>
                  <a:pt x="493459" y="54834"/>
                  <a:pt x="493459" y="64557"/>
                </a:cubicBezTo>
                <a:cubicBezTo>
                  <a:pt x="493459" y="74418"/>
                  <a:pt x="495348" y="81583"/>
                  <a:pt x="499127" y="86053"/>
                </a:cubicBezTo>
                <a:cubicBezTo>
                  <a:pt x="502905" y="90522"/>
                  <a:pt x="507836" y="92757"/>
                  <a:pt x="513918" y="92757"/>
                </a:cubicBezTo>
                <a:cubicBezTo>
                  <a:pt x="518803" y="92757"/>
                  <a:pt x="522881" y="91260"/>
                  <a:pt x="526152" y="88265"/>
                </a:cubicBezTo>
                <a:cubicBezTo>
                  <a:pt x="529424" y="85269"/>
                  <a:pt x="531497" y="80661"/>
                  <a:pt x="532373" y="74441"/>
                </a:cubicBezTo>
                <a:close/>
                <a:moveTo>
                  <a:pt x="602726" y="92273"/>
                </a:moveTo>
                <a:cubicBezTo>
                  <a:pt x="598118" y="96190"/>
                  <a:pt x="593683" y="98955"/>
                  <a:pt x="589421" y="100568"/>
                </a:cubicBezTo>
                <a:cubicBezTo>
                  <a:pt x="585158" y="102180"/>
                  <a:pt x="580585" y="102987"/>
                  <a:pt x="575701" y="102987"/>
                </a:cubicBezTo>
                <a:cubicBezTo>
                  <a:pt x="567637" y="102987"/>
                  <a:pt x="561439" y="101017"/>
                  <a:pt x="557108" y="97077"/>
                </a:cubicBezTo>
                <a:cubicBezTo>
                  <a:pt x="552776" y="93137"/>
                  <a:pt x="550611" y="88103"/>
                  <a:pt x="550611" y="81975"/>
                </a:cubicBezTo>
                <a:cubicBezTo>
                  <a:pt x="550611" y="78381"/>
                  <a:pt x="551428" y="75097"/>
                  <a:pt x="553064" y="72125"/>
                </a:cubicBezTo>
                <a:cubicBezTo>
                  <a:pt x="554700" y="69153"/>
                  <a:pt x="556843" y="66769"/>
                  <a:pt x="559492" y="64972"/>
                </a:cubicBezTo>
                <a:cubicBezTo>
                  <a:pt x="562142" y="63174"/>
                  <a:pt x="565125" y="61815"/>
                  <a:pt x="568443" y="60894"/>
                </a:cubicBezTo>
                <a:cubicBezTo>
                  <a:pt x="570885" y="60248"/>
                  <a:pt x="574572" y="59626"/>
                  <a:pt x="579502" y="59027"/>
                </a:cubicBezTo>
                <a:cubicBezTo>
                  <a:pt x="589547" y="57829"/>
                  <a:pt x="596943" y="56401"/>
                  <a:pt x="601689" y="54742"/>
                </a:cubicBezTo>
                <a:cubicBezTo>
                  <a:pt x="601735" y="53037"/>
                  <a:pt x="601758" y="51954"/>
                  <a:pt x="601758" y="51493"/>
                </a:cubicBezTo>
                <a:cubicBezTo>
                  <a:pt x="601758" y="46425"/>
                  <a:pt x="600583" y="42854"/>
                  <a:pt x="598233" y="40780"/>
                </a:cubicBezTo>
                <a:cubicBezTo>
                  <a:pt x="595054" y="37969"/>
                  <a:pt x="590331" y="36564"/>
                  <a:pt x="584064" y="36564"/>
                </a:cubicBezTo>
                <a:cubicBezTo>
                  <a:pt x="578212" y="36564"/>
                  <a:pt x="573892" y="37589"/>
                  <a:pt x="571104" y="39640"/>
                </a:cubicBezTo>
                <a:cubicBezTo>
                  <a:pt x="568316" y="41690"/>
                  <a:pt x="566254" y="45319"/>
                  <a:pt x="564918" y="50526"/>
                </a:cubicBezTo>
                <a:lnTo>
                  <a:pt x="552753" y="48867"/>
                </a:lnTo>
                <a:cubicBezTo>
                  <a:pt x="553859" y="43660"/>
                  <a:pt x="555679" y="39455"/>
                  <a:pt x="558214" y="36253"/>
                </a:cubicBezTo>
                <a:cubicBezTo>
                  <a:pt x="560748" y="33050"/>
                  <a:pt x="564411" y="30585"/>
                  <a:pt x="569203" y="28857"/>
                </a:cubicBezTo>
                <a:cubicBezTo>
                  <a:pt x="573996" y="27129"/>
                  <a:pt x="579548" y="26265"/>
                  <a:pt x="585861" y="26265"/>
                </a:cubicBezTo>
                <a:cubicBezTo>
                  <a:pt x="592128" y="26265"/>
                  <a:pt x="597220" y="27002"/>
                  <a:pt x="601136" y="28477"/>
                </a:cubicBezTo>
                <a:cubicBezTo>
                  <a:pt x="605053" y="29951"/>
                  <a:pt x="607933" y="31806"/>
                  <a:pt x="609776" y="34041"/>
                </a:cubicBezTo>
                <a:cubicBezTo>
                  <a:pt x="611619" y="36276"/>
                  <a:pt x="612910" y="39098"/>
                  <a:pt x="613647" y="42508"/>
                </a:cubicBezTo>
                <a:cubicBezTo>
                  <a:pt x="614062" y="44628"/>
                  <a:pt x="614269" y="48452"/>
                  <a:pt x="614269" y="53982"/>
                </a:cubicBezTo>
                <a:lnTo>
                  <a:pt x="614269" y="70570"/>
                </a:lnTo>
                <a:cubicBezTo>
                  <a:pt x="614269" y="82136"/>
                  <a:pt x="614534" y="89451"/>
                  <a:pt x="615064" y="92515"/>
                </a:cubicBezTo>
                <a:cubicBezTo>
                  <a:pt x="615594" y="95580"/>
                  <a:pt x="616642" y="98517"/>
                  <a:pt x="618209" y="101328"/>
                </a:cubicBezTo>
                <a:lnTo>
                  <a:pt x="605214" y="101328"/>
                </a:lnTo>
                <a:cubicBezTo>
                  <a:pt x="603924" y="98748"/>
                  <a:pt x="603095" y="95729"/>
                  <a:pt x="602726" y="92273"/>
                </a:cubicBezTo>
                <a:moveTo>
                  <a:pt x="601689" y="64488"/>
                </a:moveTo>
                <a:cubicBezTo>
                  <a:pt x="597174" y="66331"/>
                  <a:pt x="590400" y="67898"/>
                  <a:pt x="581368" y="69188"/>
                </a:cubicBezTo>
                <a:cubicBezTo>
                  <a:pt x="576254" y="69925"/>
                  <a:pt x="572636" y="70754"/>
                  <a:pt x="570517" y="71676"/>
                </a:cubicBezTo>
                <a:cubicBezTo>
                  <a:pt x="568397" y="72598"/>
                  <a:pt x="566761" y="73945"/>
                  <a:pt x="565609" y="75720"/>
                </a:cubicBezTo>
                <a:cubicBezTo>
                  <a:pt x="564457" y="77494"/>
                  <a:pt x="563881" y="79463"/>
                  <a:pt x="563881" y="81629"/>
                </a:cubicBezTo>
                <a:cubicBezTo>
                  <a:pt x="563881" y="84947"/>
                  <a:pt x="565137" y="87712"/>
                  <a:pt x="567648" y="89923"/>
                </a:cubicBezTo>
                <a:cubicBezTo>
                  <a:pt x="570160" y="92135"/>
                  <a:pt x="573834" y="93241"/>
                  <a:pt x="578673" y="93241"/>
                </a:cubicBezTo>
                <a:cubicBezTo>
                  <a:pt x="583465" y="93241"/>
                  <a:pt x="587727" y="92193"/>
                  <a:pt x="591460" y="90096"/>
                </a:cubicBezTo>
                <a:cubicBezTo>
                  <a:pt x="595192" y="88000"/>
                  <a:pt x="597934" y="85131"/>
                  <a:pt x="599685" y="81491"/>
                </a:cubicBezTo>
                <a:cubicBezTo>
                  <a:pt x="601021" y="78680"/>
                  <a:pt x="601689" y="74533"/>
                  <a:pt x="601689" y="69050"/>
                </a:cubicBezTo>
                <a:lnTo>
                  <a:pt x="601689" y="64488"/>
                </a:lnTo>
                <a:close/>
                <a:moveTo>
                  <a:pt x="644439" y="101328"/>
                </a:moveTo>
                <a:lnTo>
                  <a:pt x="632896" y="101328"/>
                </a:lnTo>
                <a:lnTo>
                  <a:pt x="632896" y="0"/>
                </a:lnTo>
                <a:lnTo>
                  <a:pt x="645337" y="0"/>
                </a:lnTo>
                <a:lnTo>
                  <a:pt x="645337" y="36149"/>
                </a:lnTo>
                <a:cubicBezTo>
                  <a:pt x="650590" y="29560"/>
                  <a:pt x="657295" y="26265"/>
                  <a:pt x="665451" y="26265"/>
                </a:cubicBezTo>
                <a:cubicBezTo>
                  <a:pt x="669967" y="26265"/>
                  <a:pt x="674241" y="27175"/>
                  <a:pt x="678272" y="28995"/>
                </a:cubicBezTo>
                <a:cubicBezTo>
                  <a:pt x="682304" y="30815"/>
                  <a:pt x="685622" y="33373"/>
                  <a:pt x="688226" y="36667"/>
                </a:cubicBezTo>
                <a:cubicBezTo>
                  <a:pt x="690829" y="39962"/>
                  <a:pt x="692868" y="43936"/>
                  <a:pt x="694343" y="48590"/>
                </a:cubicBezTo>
                <a:cubicBezTo>
                  <a:pt x="695817" y="53244"/>
                  <a:pt x="696554" y="58221"/>
                  <a:pt x="696554" y="63520"/>
                </a:cubicBezTo>
                <a:cubicBezTo>
                  <a:pt x="696554" y="76100"/>
                  <a:pt x="693444" y="85822"/>
                  <a:pt x="687223" y="92688"/>
                </a:cubicBezTo>
                <a:cubicBezTo>
                  <a:pt x="681003" y="99554"/>
                  <a:pt x="673538" y="102987"/>
                  <a:pt x="664829" y="102987"/>
                </a:cubicBezTo>
                <a:cubicBezTo>
                  <a:pt x="656166" y="102987"/>
                  <a:pt x="649369" y="99370"/>
                  <a:pt x="644439" y="92135"/>
                </a:cubicBezTo>
                <a:lnTo>
                  <a:pt x="644439" y="101328"/>
                </a:lnTo>
                <a:moveTo>
                  <a:pt x="644301" y="64073"/>
                </a:moveTo>
                <a:cubicBezTo>
                  <a:pt x="644301" y="72874"/>
                  <a:pt x="645499" y="79233"/>
                  <a:pt x="647895" y="83150"/>
                </a:cubicBezTo>
                <a:cubicBezTo>
                  <a:pt x="651812" y="89555"/>
                  <a:pt x="657111" y="92757"/>
                  <a:pt x="663792" y="92757"/>
                </a:cubicBezTo>
                <a:cubicBezTo>
                  <a:pt x="669229" y="92757"/>
                  <a:pt x="673929" y="90396"/>
                  <a:pt x="677892" y="85673"/>
                </a:cubicBezTo>
                <a:cubicBezTo>
                  <a:pt x="681855" y="80949"/>
                  <a:pt x="683836" y="73911"/>
                  <a:pt x="683836" y="64557"/>
                </a:cubicBezTo>
                <a:cubicBezTo>
                  <a:pt x="683836" y="54972"/>
                  <a:pt x="681936" y="47899"/>
                  <a:pt x="678134" y="43337"/>
                </a:cubicBezTo>
                <a:cubicBezTo>
                  <a:pt x="674333" y="38776"/>
                  <a:pt x="669736" y="36495"/>
                  <a:pt x="664345" y="36495"/>
                </a:cubicBezTo>
                <a:cubicBezTo>
                  <a:pt x="658908" y="36495"/>
                  <a:pt x="654208" y="38856"/>
                  <a:pt x="650245" y="43579"/>
                </a:cubicBezTo>
                <a:cubicBezTo>
                  <a:pt x="646282" y="48302"/>
                  <a:pt x="644301" y="55134"/>
                  <a:pt x="644301" y="64073"/>
                </a:cubicBezTo>
                <a:close/>
                <a:moveTo>
                  <a:pt x="711173" y="14308"/>
                </a:moveTo>
                <a:lnTo>
                  <a:pt x="711173" y="0"/>
                </a:lnTo>
                <a:lnTo>
                  <a:pt x="723614" y="0"/>
                </a:lnTo>
                <a:lnTo>
                  <a:pt x="723614" y="14308"/>
                </a:lnTo>
                <a:lnTo>
                  <a:pt x="711173" y="14308"/>
                </a:lnTo>
                <a:moveTo>
                  <a:pt x="711173" y="101328"/>
                </a:moveTo>
                <a:lnTo>
                  <a:pt x="711173" y="27924"/>
                </a:lnTo>
                <a:lnTo>
                  <a:pt x="723614" y="27924"/>
                </a:lnTo>
                <a:lnTo>
                  <a:pt x="723614" y="101328"/>
                </a:lnTo>
                <a:lnTo>
                  <a:pt x="711173" y="101328"/>
                </a:lnTo>
                <a:close/>
                <a:moveTo>
                  <a:pt x="742387" y="101328"/>
                </a:moveTo>
                <a:lnTo>
                  <a:pt x="742387" y="27924"/>
                </a:lnTo>
                <a:lnTo>
                  <a:pt x="753584" y="27924"/>
                </a:lnTo>
                <a:lnTo>
                  <a:pt x="753584" y="38361"/>
                </a:lnTo>
                <a:cubicBezTo>
                  <a:pt x="758975" y="30297"/>
                  <a:pt x="766763" y="26265"/>
                  <a:pt x="776946" y="26265"/>
                </a:cubicBezTo>
                <a:cubicBezTo>
                  <a:pt x="781370" y="26265"/>
                  <a:pt x="785436" y="27060"/>
                  <a:pt x="789146" y="28650"/>
                </a:cubicBezTo>
                <a:cubicBezTo>
                  <a:pt x="792855" y="30239"/>
                  <a:pt x="795631" y="32324"/>
                  <a:pt x="797474" y="34905"/>
                </a:cubicBezTo>
                <a:cubicBezTo>
                  <a:pt x="799318" y="37485"/>
                  <a:pt x="800608" y="40550"/>
                  <a:pt x="801345" y="44098"/>
                </a:cubicBezTo>
                <a:cubicBezTo>
                  <a:pt x="801806" y="46402"/>
                  <a:pt x="802036" y="50434"/>
                  <a:pt x="802036" y="56193"/>
                </a:cubicBezTo>
                <a:lnTo>
                  <a:pt x="802036" y="101328"/>
                </a:lnTo>
                <a:lnTo>
                  <a:pt x="789595" y="101328"/>
                </a:lnTo>
                <a:lnTo>
                  <a:pt x="789595" y="56677"/>
                </a:lnTo>
                <a:cubicBezTo>
                  <a:pt x="789595" y="51609"/>
                  <a:pt x="789111" y="47819"/>
                  <a:pt x="788143" y="45307"/>
                </a:cubicBezTo>
                <a:cubicBezTo>
                  <a:pt x="787176" y="42796"/>
                  <a:pt x="785459" y="40792"/>
                  <a:pt x="782994" y="39294"/>
                </a:cubicBezTo>
                <a:cubicBezTo>
                  <a:pt x="780529" y="37796"/>
                  <a:pt x="777637" y="37048"/>
                  <a:pt x="774320" y="37048"/>
                </a:cubicBezTo>
                <a:cubicBezTo>
                  <a:pt x="769021" y="37048"/>
                  <a:pt x="764447" y="38729"/>
                  <a:pt x="760600" y="42093"/>
                </a:cubicBezTo>
                <a:cubicBezTo>
                  <a:pt x="756752" y="45457"/>
                  <a:pt x="754828" y="51839"/>
                  <a:pt x="754828" y="61239"/>
                </a:cubicBezTo>
                <a:lnTo>
                  <a:pt x="754828" y="101328"/>
                </a:lnTo>
                <a:lnTo>
                  <a:pt x="742387" y="101328"/>
                </a:lnTo>
                <a:close/>
                <a:moveTo>
                  <a:pt x="870775" y="77689"/>
                </a:moveTo>
                <a:lnTo>
                  <a:pt x="883631" y="79279"/>
                </a:lnTo>
                <a:cubicBezTo>
                  <a:pt x="881604" y="86790"/>
                  <a:pt x="877848" y="92619"/>
                  <a:pt x="872365" y="96766"/>
                </a:cubicBezTo>
                <a:cubicBezTo>
                  <a:pt x="866881" y="100913"/>
                  <a:pt x="859877" y="102987"/>
                  <a:pt x="851353" y="102987"/>
                </a:cubicBezTo>
                <a:cubicBezTo>
                  <a:pt x="840616" y="102987"/>
                  <a:pt x="832103" y="99681"/>
                  <a:pt x="825813" y="93068"/>
                </a:cubicBezTo>
                <a:cubicBezTo>
                  <a:pt x="819524" y="86456"/>
                  <a:pt x="816379" y="77183"/>
                  <a:pt x="816379" y="65248"/>
                </a:cubicBezTo>
                <a:cubicBezTo>
                  <a:pt x="816379" y="52899"/>
                  <a:pt x="819558" y="43314"/>
                  <a:pt x="825917" y="36495"/>
                </a:cubicBezTo>
                <a:cubicBezTo>
                  <a:pt x="832276" y="29675"/>
                  <a:pt x="840524" y="26265"/>
                  <a:pt x="850661" y="26265"/>
                </a:cubicBezTo>
                <a:cubicBezTo>
                  <a:pt x="860476" y="26265"/>
                  <a:pt x="868494" y="29606"/>
                  <a:pt x="874715" y="36287"/>
                </a:cubicBezTo>
                <a:cubicBezTo>
                  <a:pt x="880935" y="42969"/>
                  <a:pt x="884046" y="52369"/>
                  <a:pt x="884046" y="64488"/>
                </a:cubicBezTo>
                <a:cubicBezTo>
                  <a:pt x="884046" y="65225"/>
                  <a:pt x="884023" y="66331"/>
                  <a:pt x="883977" y="67805"/>
                </a:cubicBezTo>
                <a:lnTo>
                  <a:pt x="829235" y="67805"/>
                </a:lnTo>
                <a:cubicBezTo>
                  <a:pt x="829695" y="75869"/>
                  <a:pt x="831976" y="82044"/>
                  <a:pt x="836077" y="86329"/>
                </a:cubicBezTo>
                <a:cubicBezTo>
                  <a:pt x="840178" y="90615"/>
                  <a:pt x="845293" y="92757"/>
                  <a:pt x="851422" y="92757"/>
                </a:cubicBezTo>
                <a:cubicBezTo>
                  <a:pt x="855984" y="92757"/>
                  <a:pt x="859877" y="91559"/>
                  <a:pt x="863103" y="89163"/>
                </a:cubicBezTo>
                <a:cubicBezTo>
                  <a:pt x="866328" y="86767"/>
                  <a:pt x="868886" y="82942"/>
                  <a:pt x="870775" y="77689"/>
                </a:cubicBezTo>
                <a:moveTo>
                  <a:pt x="829926" y="57576"/>
                </a:moveTo>
                <a:lnTo>
                  <a:pt x="870913" y="57576"/>
                </a:lnTo>
                <a:cubicBezTo>
                  <a:pt x="870360" y="51401"/>
                  <a:pt x="868794" y="46770"/>
                  <a:pt x="866213" y="43683"/>
                </a:cubicBezTo>
                <a:cubicBezTo>
                  <a:pt x="862250" y="38891"/>
                  <a:pt x="857113" y="36495"/>
                  <a:pt x="850800" y="36495"/>
                </a:cubicBezTo>
                <a:cubicBezTo>
                  <a:pt x="845086" y="36495"/>
                  <a:pt x="840282" y="38407"/>
                  <a:pt x="836388" y="42232"/>
                </a:cubicBezTo>
                <a:cubicBezTo>
                  <a:pt x="832495" y="46056"/>
                  <a:pt x="830341" y="51171"/>
                  <a:pt x="829926" y="57576"/>
                </a:cubicBezTo>
                <a:close/>
                <a:moveTo>
                  <a:pt x="925827" y="90200"/>
                </a:moveTo>
                <a:lnTo>
                  <a:pt x="927625" y="101190"/>
                </a:lnTo>
                <a:cubicBezTo>
                  <a:pt x="924122" y="101927"/>
                  <a:pt x="920989" y="102296"/>
                  <a:pt x="918224" y="102296"/>
                </a:cubicBezTo>
                <a:cubicBezTo>
                  <a:pt x="913709" y="102296"/>
                  <a:pt x="910207" y="101581"/>
                  <a:pt x="907718" y="100153"/>
                </a:cubicBezTo>
                <a:cubicBezTo>
                  <a:pt x="905230" y="98724"/>
                  <a:pt x="903479" y="96847"/>
                  <a:pt x="902465" y="94520"/>
                </a:cubicBezTo>
                <a:cubicBezTo>
                  <a:pt x="901452" y="92193"/>
                  <a:pt x="900945" y="87297"/>
                  <a:pt x="900945" y="79832"/>
                </a:cubicBezTo>
                <a:lnTo>
                  <a:pt x="900945" y="37601"/>
                </a:lnTo>
                <a:lnTo>
                  <a:pt x="891821" y="37601"/>
                </a:lnTo>
                <a:lnTo>
                  <a:pt x="891821" y="27924"/>
                </a:lnTo>
                <a:lnTo>
                  <a:pt x="900945" y="27924"/>
                </a:lnTo>
                <a:lnTo>
                  <a:pt x="900945" y="9746"/>
                </a:lnTo>
                <a:lnTo>
                  <a:pt x="913317" y="2281"/>
                </a:lnTo>
                <a:lnTo>
                  <a:pt x="913317" y="27924"/>
                </a:lnTo>
                <a:lnTo>
                  <a:pt x="925827" y="27924"/>
                </a:lnTo>
                <a:lnTo>
                  <a:pt x="925827" y="37601"/>
                </a:lnTo>
                <a:lnTo>
                  <a:pt x="913317" y="37601"/>
                </a:lnTo>
                <a:lnTo>
                  <a:pt x="913317" y="80523"/>
                </a:lnTo>
                <a:cubicBezTo>
                  <a:pt x="913317" y="84071"/>
                  <a:pt x="913536" y="86352"/>
                  <a:pt x="913974" y="87366"/>
                </a:cubicBezTo>
                <a:cubicBezTo>
                  <a:pt x="914411" y="88380"/>
                  <a:pt x="915126" y="89186"/>
                  <a:pt x="916116" y="89785"/>
                </a:cubicBezTo>
                <a:cubicBezTo>
                  <a:pt x="917107" y="90384"/>
                  <a:pt x="918524" y="90684"/>
                  <a:pt x="920367" y="90684"/>
                </a:cubicBezTo>
                <a:cubicBezTo>
                  <a:pt x="921749" y="90684"/>
                  <a:pt x="923570" y="90522"/>
                  <a:pt x="925827" y="902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(closed)">
            <a:extLst xmlns:a="http://schemas.openxmlformats.org/drawingml/2006/main">
              <a:ext uri="{FF2B5EF4-FFF2-40B4-BE49-F238E27FC236}">
                <a16:creationId xmlns:a16="http://schemas.microsoft.com/office/drawing/2014/main" id="{B274E514-0EF2-4C04-B511-F2D65CC6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454" y="573946"/>
            <a:ext cx="487010" cy="132846"/>
          </a:xfrm>
          <a:custGeom xmlns:a="http://schemas.openxmlformats.org/drawingml/2006/main">
            <a:pathLst>
              <a:path w="487010" h="132846">
                <a:moveTo>
                  <a:pt x="24537" y="132846"/>
                </a:moveTo>
                <a:cubicBezTo>
                  <a:pt x="17671" y="124183"/>
                  <a:pt x="11865" y="114046"/>
                  <a:pt x="7119" y="102434"/>
                </a:cubicBezTo>
                <a:cubicBezTo>
                  <a:pt x="2373" y="90822"/>
                  <a:pt x="0" y="78795"/>
                  <a:pt x="0" y="66354"/>
                </a:cubicBezTo>
                <a:cubicBezTo>
                  <a:pt x="0" y="55387"/>
                  <a:pt x="1774" y="44881"/>
                  <a:pt x="5322" y="34836"/>
                </a:cubicBezTo>
                <a:cubicBezTo>
                  <a:pt x="9469" y="23178"/>
                  <a:pt x="15874" y="11566"/>
                  <a:pt x="24537" y="0"/>
                </a:cubicBezTo>
                <a:lnTo>
                  <a:pt x="33453" y="0"/>
                </a:lnTo>
                <a:cubicBezTo>
                  <a:pt x="27878" y="9584"/>
                  <a:pt x="24192" y="16427"/>
                  <a:pt x="22394" y="20528"/>
                </a:cubicBezTo>
                <a:cubicBezTo>
                  <a:pt x="19584" y="26887"/>
                  <a:pt x="17372" y="33523"/>
                  <a:pt x="15759" y="40434"/>
                </a:cubicBezTo>
                <a:cubicBezTo>
                  <a:pt x="13778" y="49051"/>
                  <a:pt x="12787" y="57714"/>
                  <a:pt x="12787" y="66423"/>
                </a:cubicBezTo>
                <a:cubicBezTo>
                  <a:pt x="12787" y="88587"/>
                  <a:pt x="19676" y="110728"/>
                  <a:pt x="33453" y="132846"/>
                </a:cubicBezTo>
                <a:lnTo>
                  <a:pt x="24537" y="132846"/>
                </a:lnTo>
                <a:close/>
                <a:moveTo>
                  <a:pt x="95557" y="76169"/>
                </a:moveTo>
                <a:lnTo>
                  <a:pt x="107791" y="77759"/>
                </a:lnTo>
                <a:cubicBezTo>
                  <a:pt x="106454" y="86191"/>
                  <a:pt x="103033" y="92792"/>
                  <a:pt x="97526" y="97561"/>
                </a:cubicBezTo>
                <a:cubicBezTo>
                  <a:pt x="92020" y="102330"/>
                  <a:pt x="85258" y="104715"/>
                  <a:pt x="77240" y="104715"/>
                </a:cubicBezTo>
                <a:cubicBezTo>
                  <a:pt x="67195" y="104715"/>
                  <a:pt x="59119" y="101432"/>
                  <a:pt x="53014" y="94865"/>
                </a:cubicBezTo>
                <a:cubicBezTo>
                  <a:pt x="46909" y="88299"/>
                  <a:pt x="43856" y="78887"/>
                  <a:pt x="43856" y="66630"/>
                </a:cubicBezTo>
                <a:cubicBezTo>
                  <a:pt x="43856" y="58705"/>
                  <a:pt x="45169" y="51770"/>
                  <a:pt x="47796" y="45826"/>
                </a:cubicBezTo>
                <a:cubicBezTo>
                  <a:pt x="50422" y="39881"/>
                  <a:pt x="54419" y="35423"/>
                  <a:pt x="59788" y="32451"/>
                </a:cubicBezTo>
                <a:cubicBezTo>
                  <a:pt x="65156" y="29479"/>
                  <a:pt x="70996" y="27993"/>
                  <a:pt x="77309" y="27993"/>
                </a:cubicBezTo>
                <a:cubicBezTo>
                  <a:pt x="85281" y="27993"/>
                  <a:pt x="91801" y="30009"/>
                  <a:pt x="96870" y="34041"/>
                </a:cubicBezTo>
                <a:cubicBezTo>
                  <a:pt x="101939" y="38073"/>
                  <a:pt x="105187" y="43798"/>
                  <a:pt x="106616" y="51217"/>
                </a:cubicBezTo>
                <a:lnTo>
                  <a:pt x="94520" y="53083"/>
                </a:lnTo>
                <a:cubicBezTo>
                  <a:pt x="93368" y="48153"/>
                  <a:pt x="91329" y="44443"/>
                  <a:pt x="88403" y="41955"/>
                </a:cubicBezTo>
                <a:cubicBezTo>
                  <a:pt x="85477" y="39467"/>
                  <a:pt x="81940" y="38223"/>
                  <a:pt x="77793" y="38223"/>
                </a:cubicBezTo>
                <a:cubicBezTo>
                  <a:pt x="71526" y="38223"/>
                  <a:pt x="66435" y="40469"/>
                  <a:pt x="62518" y="44962"/>
                </a:cubicBezTo>
                <a:cubicBezTo>
                  <a:pt x="58601" y="49454"/>
                  <a:pt x="56643" y="56562"/>
                  <a:pt x="56643" y="66285"/>
                </a:cubicBezTo>
                <a:cubicBezTo>
                  <a:pt x="56643" y="76146"/>
                  <a:pt x="58532" y="83311"/>
                  <a:pt x="62310" y="87781"/>
                </a:cubicBezTo>
                <a:cubicBezTo>
                  <a:pt x="66089" y="92250"/>
                  <a:pt x="71019" y="94485"/>
                  <a:pt x="77102" y="94485"/>
                </a:cubicBezTo>
                <a:cubicBezTo>
                  <a:pt x="81986" y="94485"/>
                  <a:pt x="86064" y="92988"/>
                  <a:pt x="89336" y="89993"/>
                </a:cubicBezTo>
                <a:cubicBezTo>
                  <a:pt x="92607" y="86997"/>
                  <a:pt x="94681" y="82389"/>
                  <a:pt x="95557" y="76169"/>
                </a:cubicBezTo>
                <a:close/>
                <a:moveTo>
                  <a:pt x="117776" y="103056"/>
                </a:moveTo>
                <a:lnTo>
                  <a:pt x="117776" y="1728"/>
                </a:lnTo>
                <a:lnTo>
                  <a:pt x="130218" y="1728"/>
                </a:lnTo>
                <a:lnTo>
                  <a:pt x="130218" y="103056"/>
                </a:lnTo>
                <a:lnTo>
                  <a:pt x="117776" y="103056"/>
                </a:lnTo>
                <a:close/>
                <a:moveTo>
                  <a:pt x="144748" y="66354"/>
                </a:moveTo>
                <a:cubicBezTo>
                  <a:pt x="144748" y="52761"/>
                  <a:pt x="148527" y="42692"/>
                  <a:pt x="156084" y="36149"/>
                </a:cubicBezTo>
                <a:cubicBezTo>
                  <a:pt x="162397" y="30712"/>
                  <a:pt x="170092" y="27993"/>
                  <a:pt x="179169" y="27993"/>
                </a:cubicBezTo>
                <a:cubicBezTo>
                  <a:pt x="189261" y="27993"/>
                  <a:pt x="197509" y="31299"/>
                  <a:pt x="203914" y="37912"/>
                </a:cubicBezTo>
                <a:cubicBezTo>
                  <a:pt x="210319" y="44524"/>
                  <a:pt x="213521" y="53659"/>
                  <a:pt x="213521" y="65317"/>
                </a:cubicBezTo>
                <a:cubicBezTo>
                  <a:pt x="213521" y="74763"/>
                  <a:pt x="212104" y="82194"/>
                  <a:pt x="209270" y="87608"/>
                </a:cubicBezTo>
                <a:cubicBezTo>
                  <a:pt x="206437" y="93022"/>
                  <a:pt x="202313" y="97227"/>
                  <a:pt x="196898" y="100222"/>
                </a:cubicBezTo>
                <a:cubicBezTo>
                  <a:pt x="191484" y="103217"/>
                  <a:pt x="185574" y="104715"/>
                  <a:pt x="179169" y="104715"/>
                </a:cubicBezTo>
                <a:cubicBezTo>
                  <a:pt x="168894" y="104715"/>
                  <a:pt x="160588" y="101420"/>
                  <a:pt x="154252" y="94831"/>
                </a:cubicBezTo>
                <a:cubicBezTo>
                  <a:pt x="147916" y="88242"/>
                  <a:pt x="144748" y="78749"/>
                  <a:pt x="144748" y="66354"/>
                </a:cubicBezTo>
                <a:moveTo>
                  <a:pt x="157535" y="66354"/>
                </a:moveTo>
                <a:cubicBezTo>
                  <a:pt x="157535" y="75754"/>
                  <a:pt x="159586" y="82793"/>
                  <a:pt x="163687" y="87470"/>
                </a:cubicBezTo>
                <a:cubicBezTo>
                  <a:pt x="167788" y="92147"/>
                  <a:pt x="172949" y="94485"/>
                  <a:pt x="179169" y="94485"/>
                </a:cubicBezTo>
                <a:cubicBezTo>
                  <a:pt x="185344" y="94485"/>
                  <a:pt x="190482" y="92135"/>
                  <a:pt x="194583" y="87435"/>
                </a:cubicBezTo>
                <a:cubicBezTo>
                  <a:pt x="198684" y="82735"/>
                  <a:pt x="200734" y="75570"/>
                  <a:pt x="200734" y="65939"/>
                </a:cubicBezTo>
                <a:cubicBezTo>
                  <a:pt x="200734" y="56862"/>
                  <a:pt x="198672" y="49984"/>
                  <a:pt x="194548" y="45307"/>
                </a:cubicBezTo>
                <a:cubicBezTo>
                  <a:pt x="190424" y="40630"/>
                  <a:pt x="185298" y="38292"/>
                  <a:pt x="179169" y="38292"/>
                </a:cubicBezTo>
                <a:cubicBezTo>
                  <a:pt x="172949" y="38292"/>
                  <a:pt x="167788" y="40619"/>
                  <a:pt x="163687" y="45273"/>
                </a:cubicBezTo>
                <a:cubicBezTo>
                  <a:pt x="159586" y="49927"/>
                  <a:pt x="157535" y="56954"/>
                  <a:pt x="157535" y="66354"/>
                </a:cubicBezTo>
                <a:close/>
                <a:moveTo>
                  <a:pt x="222584" y="81145"/>
                </a:moveTo>
                <a:lnTo>
                  <a:pt x="234887" y="79210"/>
                </a:lnTo>
                <a:cubicBezTo>
                  <a:pt x="235578" y="84140"/>
                  <a:pt x="237502" y="87919"/>
                  <a:pt x="240658" y="90545"/>
                </a:cubicBezTo>
                <a:cubicBezTo>
                  <a:pt x="243814" y="93172"/>
                  <a:pt x="248227" y="94485"/>
                  <a:pt x="253894" y="94485"/>
                </a:cubicBezTo>
                <a:cubicBezTo>
                  <a:pt x="259608" y="94485"/>
                  <a:pt x="263847" y="93322"/>
                  <a:pt x="266612" y="90995"/>
                </a:cubicBezTo>
                <a:cubicBezTo>
                  <a:pt x="269377" y="88668"/>
                  <a:pt x="270759" y="85938"/>
                  <a:pt x="270759" y="82804"/>
                </a:cubicBezTo>
                <a:cubicBezTo>
                  <a:pt x="270759" y="79993"/>
                  <a:pt x="269538" y="77782"/>
                  <a:pt x="267096" y="76169"/>
                </a:cubicBezTo>
                <a:cubicBezTo>
                  <a:pt x="265391" y="75063"/>
                  <a:pt x="261152" y="73657"/>
                  <a:pt x="254378" y="71953"/>
                </a:cubicBezTo>
                <a:cubicBezTo>
                  <a:pt x="245254" y="69649"/>
                  <a:pt x="238930" y="67656"/>
                  <a:pt x="235405" y="65974"/>
                </a:cubicBezTo>
                <a:cubicBezTo>
                  <a:pt x="231880" y="64292"/>
                  <a:pt x="229207" y="61965"/>
                  <a:pt x="227387" y="58993"/>
                </a:cubicBezTo>
                <a:cubicBezTo>
                  <a:pt x="225567" y="56021"/>
                  <a:pt x="224657" y="52738"/>
                  <a:pt x="224657" y="49143"/>
                </a:cubicBezTo>
                <a:cubicBezTo>
                  <a:pt x="224657" y="45872"/>
                  <a:pt x="225406" y="42842"/>
                  <a:pt x="226903" y="40054"/>
                </a:cubicBezTo>
                <a:cubicBezTo>
                  <a:pt x="228401" y="37266"/>
                  <a:pt x="230440" y="34951"/>
                  <a:pt x="233020" y="33108"/>
                </a:cubicBezTo>
                <a:cubicBezTo>
                  <a:pt x="234956" y="31679"/>
                  <a:pt x="237594" y="30470"/>
                  <a:pt x="240935" y="29479"/>
                </a:cubicBezTo>
                <a:cubicBezTo>
                  <a:pt x="244275" y="28488"/>
                  <a:pt x="247858" y="27993"/>
                  <a:pt x="251682" y="27993"/>
                </a:cubicBezTo>
                <a:cubicBezTo>
                  <a:pt x="257442" y="27993"/>
                  <a:pt x="262500" y="28822"/>
                  <a:pt x="266854" y="30481"/>
                </a:cubicBezTo>
                <a:cubicBezTo>
                  <a:pt x="271209" y="32140"/>
                  <a:pt x="274423" y="34387"/>
                  <a:pt x="276496" y="37220"/>
                </a:cubicBezTo>
                <a:cubicBezTo>
                  <a:pt x="278570" y="40054"/>
                  <a:pt x="279998" y="43844"/>
                  <a:pt x="280781" y="48590"/>
                </a:cubicBezTo>
                <a:lnTo>
                  <a:pt x="268617" y="50249"/>
                </a:lnTo>
                <a:cubicBezTo>
                  <a:pt x="268064" y="46471"/>
                  <a:pt x="266462" y="43522"/>
                  <a:pt x="263813" y="41402"/>
                </a:cubicBezTo>
                <a:cubicBezTo>
                  <a:pt x="261163" y="39282"/>
                  <a:pt x="257419" y="38223"/>
                  <a:pt x="252581" y="38223"/>
                </a:cubicBezTo>
                <a:cubicBezTo>
                  <a:pt x="246867" y="38223"/>
                  <a:pt x="242789" y="39167"/>
                  <a:pt x="240347" y="41056"/>
                </a:cubicBezTo>
                <a:cubicBezTo>
                  <a:pt x="237905" y="42946"/>
                  <a:pt x="236684" y="45158"/>
                  <a:pt x="236684" y="47692"/>
                </a:cubicBezTo>
                <a:cubicBezTo>
                  <a:pt x="236684" y="49305"/>
                  <a:pt x="237191" y="50756"/>
                  <a:pt x="238204" y="52046"/>
                </a:cubicBezTo>
                <a:cubicBezTo>
                  <a:pt x="239218" y="53383"/>
                  <a:pt x="240808" y="54489"/>
                  <a:pt x="242974" y="55364"/>
                </a:cubicBezTo>
                <a:cubicBezTo>
                  <a:pt x="244218" y="55825"/>
                  <a:pt x="247881" y="56885"/>
                  <a:pt x="253963" y="58544"/>
                </a:cubicBezTo>
                <a:cubicBezTo>
                  <a:pt x="262765" y="60894"/>
                  <a:pt x="268905" y="62817"/>
                  <a:pt x="272384" y="64315"/>
                </a:cubicBezTo>
                <a:cubicBezTo>
                  <a:pt x="275863" y="65812"/>
                  <a:pt x="278593" y="67990"/>
                  <a:pt x="280574" y="70847"/>
                </a:cubicBezTo>
                <a:cubicBezTo>
                  <a:pt x="282556" y="73704"/>
                  <a:pt x="283546" y="77252"/>
                  <a:pt x="283546" y="81491"/>
                </a:cubicBezTo>
                <a:cubicBezTo>
                  <a:pt x="283546" y="85638"/>
                  <a:pt x="282337" y="89543"/>
                  <a:pt x="279917" y="93207"/>
                </a:cubicBezTo>
                <a:cubicBezTo>
                  <a:pt x="277498" y="96870"/>
                  <a:pt x="274008" y="99704"/>
                  <a:pt x="269446" y="101708"/>
                </a:cubicBezTo>
                <a:cubicBezTo>
                  <a:pt x="264884" y="103713"/>
                  <a:pt x="259723" y="104715"/>
                  <a:pt x="253963" y="104715"/>
                </a:cubicBezTo>
                <a:cubicBezTo>
                  <a:pt x="244425" y="104715"/>
                  <a:pt x="237156" y="102733"/>
                  <a:pt x="232156" y="98771"/>
                </a:cubicBezTo>
                <a:cubicBezTo>
                  <a:pt x="227157" y="94808"/>
                  <a:pt x="223966" y="88933"/>
                  <a:pt x="222584" y="81145"/>
                </a:cubicBezTo>
                <a:close/>
                <a:moveTo>
                  <a:pt x="348204" y="79417"/>
                </a:moveTo>
                <a:lnTo>
                  <a:pt x="361060" y="81007"/>
                </a:lnTo>
                <a:cubicBezTo>
                  <a:pt x="359033" y="88518"/>
                  <a:pt x="355277" y="94347"/>
                  <a:pt x="349794" y="98494"/>
                </a:cubicBezTo>
                <a:cubicBezTo>
                  <a:pt x="344310" y="102641"/>
                  <a:pt x="337306" y="104715"/>
                  <a:pt x="328782" y="104715"/>
                </a:cubicBezTo>
                <a:cubicBezTo>
                  <a:pt x="318045" y="104715"/>
                  <a:pt x="309532" y="101409"/>
                  <a:pt x="303242" y="94796"/>
                </a:cubicBezTo>
                <a:cubicBezTo>
                  <a:pt x="296953" y="88184"/>
                  <a:pt x="293808" y="78910"/>
                  <a:pt x="293808" y="66976"/>
                </a:cubicBezTo>
                <a:cubicBezTo>
                  <a:pt x="293808" y="54627"/>
                  <a:pt x="296987" y="45042"/>
                  <a:pt x="303346" y="38223"/>
                </a:cubicBezTo>
                <a:cubicBezTo>
                  <a:pt x="309705" y="31403"/>
                  <a:pt x="317953" y="27993"/>
                  <a:pt x="328091" y="27993"/>
                </a:cubicBezTo>
                <a:cubicBezTo>
                  <a:pt x="337905" y="27993"/>
                  <a:pt x="345923" y="31334"/>
                  <a:pt x="352144" y="38015"/>
                </a:cubicBezTo>
                <a:cubicBezTo>
                  <a:pt x="358365" y="44697"/>
                  <a:pt x="361475" y="54097"/>
                  <a:pt x="361475" y="66216"/>
                </a:cubicBezTo>
                <a:cubicBezTo>
                  <a:pt x="361475" y="66953"/>
                  <a:pt x="361452" y="68059"/>
                  <a:pt x="361406" y="69533"/>
                </a:cubicBezTo>
                <a:lnTo>
                  <a:pt x="306664" y="69533"/>
                </a:lnTo>
                <a:cubicBezTo>
                  <a:pt x="307125" y="77597"/>
                  <a:pt x="309406" y="83772"/>
                  <a:pt x="313507" y="88057"/>
                </a:cubicBezTo>
                <a:cubicBezTo>
                  <a:pt x="317608" y="92343"/>
                  <a:pt x="322722" y="94485"/>
                  <a:pt x="328851" y="94485"/>
                </a:cubicBezTo>
                <a:cubicBezTo>
                  <a:pt x="333413" y="94485"/>
                  <a:pt x="337306" y="93287"/>
                  <a:pt x="340532" y="90891"/>
                </a:cubicBezTo>
                <a:cubicBezTo>
                  <a:pt x="343758" y="88495"/>
                  <a:pt x="346315" y="84670"/>
                  <a:pt x="348204" y="79417"/>
                </a:cubicBezTo>
                <a:moveTo>
                  <a:pt x="307355" y="59304"/>
                </a:moveTo>
                <a:lnTo>
                  <a:pt x="348342" y="59304"/>
                </a:lnTo>
                <a:cubicBezTo>
                  <a:pt x="347789" y="53129"/>
                  <a:pt x="346223" y="48498"/>
                  <a:pt x="343642" y="45411"/>
                </a:cubicBezTo>
                <a:cubicBezTo>
                  <a:pt x="339680" y="40619"/>
                  <a:pt x="334542" y="38223"/>
                  <a:pt x="328229" y="38223"/>
                </a:cubicBezTo>
                <a:cubicBezTo>
                  <a:pt x="322515" y="38223"/>
                  <a:pt x="317711" y="40135"/>
                  <a:pt x="313818" y="43959"/>
                </a:cubicBezTo>
                <a:cubicBezTo>
                  <a:pt x="309924" y="47784"/>
                  <a:pt x="307770" y="52899"/>
                  <a:pt x="307355" y="59304"/>
                </a:cubicBezTo>
                <a:close/>
                <a:moveTo>
                  <a:pt x="423759" y="103056"/>
                </a:moveTo>
                <a:lnTo>
                  <a:pt x="423759" y="93794"/>
                </a:lnTo>
                <a:cubicBezTo>
                  <a:pt x="419105" y="101075"/>
                  <a:pt x="412262" y="104715"/>
                  <a:pt x="403231" y="104715"/>
                </a:cubicBezTo>
                <a:cubicBezTo>
                  <a:pt x="397379" y="104715"/>
                  <a:pt x="391999" y="103102"/>
                  <a:pt x="387091" y="99876"/>
                </a:cubicBezTo>
                <a:cubicBezTo>
                  <a:pt x="382184" y="96651"/>
                  <a:pt x="378382" y="92147"/>
                  <a:pt x="375687" y="86364"/>
                </a:cubicBezTo>
                <a:cubicBezTo>
                  <a:pt x="372991" y="80581"/>
                  <a:pt x="371643" y="73934"/>
                  <a:pt x="371643" y="66423"/>
                </a:cubicBezTo>
                <a:cubicBezTo>
                  <a:pt x="371643" y="59096"/>
                  <a:pt x="372864" y="52450"/>
                  <a:pt x="375307" y="46482"/>
                </a:cubicBezTo>
                <a:cubicBezTo>
                  <a:pt x="377749" y="40515"/>
                  <a:pt x="381412" y="35942"/>
                  <a:pt x="386297" y="32762"/>
                </a:cubicBezTo>
                <a:cubicBezTo>
                  <a:pt x="391181" y="29583"/>
                  <a:pt x="396641" y="27993"/>
                  <a:pt x="402678" y="27993"/>
                </a:cubicBezTo>
                <a:cubicBezTo>
                  <a:pt x="407101" y="27993"/>
                  <a:pt x="411041" y="28926"/>
                  <a:pt x="414497" y="30792"/>
                </a:cubicBezTo>
                <a:cubicBezTo>
                  <a:pt x="417953" y="32659"/>
                  <a:pt x="420764" y="35089"/>
                  <a:pt x="422929" y="38084"/>
                </a:cubicBezTo>
                <a:lnTo>
                  <a:pt x="422929" y="1728"/>
                </a:lnTo>
                <a:lnTo>
                  <a:pt x="435302" y="1728"/>
                </a:lnTo>
                <a:lnTo>
                  <a:pt x="435302" y="103056"/>
                </a:lnTo>
                <a:lnTo>
                  <a:pt x="423759" y="103056"/>
                </a:lnTo>
                <a:moveTo>
                  <a:pt x="384430" y="66423"/>
                </a:moveTo>
                <a:cubicBezTo>
                  <a:pt x="384430" y="75823"/>
                  <a:pt x="386412" y="82850"/>
                  <a:pt x="390375" y="87504"/>
                </a:cubicBezTo>
                <a:cubicBezTo>
                  <a:pt x="394337" y="92158"/>
                  <a:pt x="399014" y="94485"/>
                  <a:pt x="404406" y="94485"/>
                </a:cubicBezTo>
                <a:cubicBezTo>
                  <a:pt x="409843" y="94485"/>
                  <a:pt x="414462" y="92262"/>
                  <a:pt x="418264" y="87815"/>
                </a:cubicBezTo>
                <a:cubicBezTo>
                  <a:pt x="422065" y="83369"/>
                  <a:pt x="423966" y="76583"/>
                  <a:pt x="423966" y="67460"/>
                </a:cubicBezTo>
                <a:cubicBezTo>
                  <a:pt x="423966" y="57415"/>
                  <a:pt x="422031" y="50042"/>
                  <a:pt x="418160" y="45342"/>
                </a:cubicBezTo>
                <a:cubicBezTo>
                  <a:pt x="414290" y="40642"/>
                  <a:pt x="409520" y="38292"/>
                  <a:pt x="403853" y="38292"/>
                </a:cubicBezTo>
                <a:cubicBezTo>
                  <a:pt x="398323" y="38292"/>
                  <a:pt x="393704" y="40550"/>
                  <a:pt x="389994" y="45065"/>
                </a:cubicBezTo>
                <a:cubicBezTo>
                  <a:pt x="386285" y="49581"/>
                  <a:pt x="384430" y="56700"/>
                  <a:pt x="384430" y="66423"/>
                </a:cubicBezTo>
                <a:close/>
                <a:moveTo>
                  <a:pt x="462473" y="132846"/>
                </a:moveTo>
                <a:lnTo>
                  <a:pt x="453557" y="132846"/>
                </a:lnTo>
                <a:cubicBezTo>
                  <a:pt x="467334" y="110728"/>
                  <a:pt x="474223" y="88587"/>
                  <a:pt x="474223" y="66423"/>
                </a:cubicBezTo>
                <a:cubicBezTo>
                  <a:pt x="474223" y="57760"/>
                  <a:pt x="473232" y="49166"/>
                  <a:pt x="471251" y="40642"/>
                </a:cubicBezTo>
                <a:cubicBezTo>
                  <a:pt x="469684" y="33730"/>
                  <a:pt x="467496" y="27095"/>
                  <a:pt x="464685" y="20736"/>
                </a:cubicBezTo>
                <a:cubicBezTo>
                  <a:pt x="462888" y="16588"/>
                  <a:pt x="459178" y="9677"/>
                  <a:pt x="453557" y="0"/>
                </a:cubicBezTo>
                <a:lnTo>
                  <a:pt x="462473" y="0"/>
                </a:lnTo>
                <a:cubicBezTo>
                  <a:pt x="471136" y="11566"/>
                  <a:pt x="477541" y="23178"/>
                  <a:pt x="481688" y="34836"/>
                </a:cubicBezTo>
                <a:cubicBezTo>
                  <a:pt x="485236" y="44881"/>
                  <a:pt x="487010" y="55387"/>
                  <a:pt x="487010" y="66354"/>
                </a:cubicBezTo>
                <a:cubicBezTo>
                  <a:pt x="487010" y="78795"/>
                  <a:pt x="484626" y="90822"/>
                  <a:pt x="479856" y="102434"/>
                </a:cubicBezTo>
                <a:cubicBezTo>
                  <a:pt x="475087" y="114046"/>
                  <a:pt x="469293" y="124183"/>
                  <a:pt x="462473" y="1328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kitchen">
            <a:extLst xmlns:a="http://schemas.openxmlformats.org/drawingml/2006/main">
              <a:ext uri="{FF2B5EF4-FFF2-40B4-BE49-F238E27FC236}">
                <a16:creationId xmlns:a16="http://schemas.microsoft.com/office/drawing/2014/main" id="{1AF80540-6F76-44CC-A6C2-A9735FBA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820" y="838319"/>
            <a:ext cx="426916" cy="102987"/>
          </a:xfrm>
          <a:custGeom xmlns:a="http://schemas.openxmlformats.org/drawingml/2006/main">
            <a:pathLst>
              <a:path w="426916" h="102987">
                <a:moveTo>
                  <a:pt x="0" y="101328"/>
                </a:moveTo>
                <a:lnTo>
                  <a:pt x="0" y="0"/>
                </a:lnTo>
                <a:lnTo>
                  <a:pt x="12441" y="0"/>
                </a:lnTo>
                <a:lnTo>
                  <a:pt x="12441" y="57783"/>
                </a:lnTo>
                <a:lnTo>
                  <a:pt x="41886" y="27924"/>
                </a:lnTo>
                <a:lnTo>
                  <a:pt x="57991" y="27924"/>
                </a:lnTo>
                <a:lnTo>
                  <a:pt x="29928" y="55157"/>
                </a:lnTo>
                <a:lnTo>
                  <a:pt x="60824" y="101328"/>
                </a:lnTo>
                <a:lnTo>
                  <a:pt x="45480" y="101328"/>
                </a:lnTo>
                <a:lnTo>
                  <a:pt x="21219" y="63797"/>
                </a:lnTo>
                <a:lnTo>
                  <a:pt x="12441" y="72229"/>
                </a:lnTo>
                <a:lnTo>
                  <a:pt x="12441" y="101328"/>
                </a:lnTo>
                <a:lnTo>
                  <a:pt x="0" y="101328"/>
                </a:lnTo>
                <a:close/>
                <a:moveTo>
                  <a:pt x="70353" y="14308"/>
                </a:moveTo>
                <a:lnTo>
                  <a:pt x="70353" y="0"/>
                </a:lnTo>
                <a:lnTo>
                  <a:pt x="82794" y="0"/>
                </a:lnTo>
                <a:lnTo>
                  <a:pt x="82794" y="14308"/>
                </a:lnTo>
                <a:lnTo>
                  <a:pt x="70353" y="14308"/>
                </a:lnTo>
                <a:moveTo>
                  <a:pt x="70353" y="101328"/>
                </a:moveTo>
                <a:lnTo>
                  <a:pt x="70353" y="27924"/>
                </a:lnTo>
                <a:lnTo>
                  <a:pt x="82794" y="27924"/>
                </a:lnTo>
                <a:lnTo>
                  <a:pt x="82794" y="101328"/>
                </a:lnTo>
                <a:lnTo>
                  <a:pt x="70353" y="101328"/>
                </a:lnTo>
                <a:close/>
                <a:moveTo>
                  <a:pt x="128731" y="90200"/>
                </a:moveTo>
                <a:lnTo>
                  <a:pt x="130528" y="101190"/>
                </a:lnTo>
                <a:cubicBezTo>
                  <a:pt x="127026" y="101927"/>
                  <a:pt x="123893" y="102296"/>
                  <a:pt x="121128" y="102296"/>
                </a:cubicBezTo>
                <a:cubicBezTo>
                  <a:pt x="116612" y="102296"/>
                  <a:pt x="113110" y="101581"/>
                  <a:pt x="110622" y="100153"/>
                </a:cubicBezTo>
                <a:cubicBezTo>
                  <a:pt x="108134" y="98724"/>
                  <a:pt x="106383" y="96847"/>
                  <a:pt x="105369" y="94520"/>
                </a:cubicBezTo>
                <a:cubicBezTo>
                  <a:pt x="104355" y="92193"/>
                  <a:pt x="103849" y="87297"/>
                  <a:pt x="103849" y="79832"/>
                </a:cubicBezTo>
                <a:lnTo>
                  <a:pt x="103849" y="37601"/>
                </a:lnTo>
                <a:lnTo>
                  <a:pt x="94725" y="37601"/>
                </a:lnTo>
                <a:lnTo>
                  <a:pt x="94725" y="27924"/>
                </a:lnTo>
                <a:lnTo>
                  <a:pt x="103849" y="27924"/>
                </a:lnTo>
                <a:lnTo>
                  <a:pt x="103849" y="9746"/>
                </a:lnTo>
                <a:lnTo>
                  <a:pt x="116221" y="2281"/>
                </a:lnTo>
                <a:lnTo>
                  <a:pt x="116221" y="27924"/>
                </a:lnTo>
                <a:lnTo>
                  <a:pt x="128731" y="27924"/>
                </a:lnTo>
                <a:lnTo>
                  <a:pt x="128731" y="37601"/>
                </a:lnTo>
                <a:lnTo>
                  <a:pt x="116221" y="37601"/>
                </a:lnTo>
                <a:lnTo>
                  <a:pt x="116221" y="80523"/>
                </a:lnTo>
                <a:cubicBezTo>
                  <a:pt x="116221" y="84071"/>
                  <a:pt x="116440" y="86352"/>
                  <a:pt x="116877" y="87366"/>
                </a:cubicBezTo>
                <a:cubicBezTo>
                  <a:pt x="117315" y="88380"/>
                  <a:pt x="118029" y="89186"/>
                  <a:pt x="119020" y="89785"/>
                </a:cubicBezTo>
                <a:cubicBezTo>
                  <a:pt x="120011" y="90384"/>
                  <a:pt x="121428" y="90684"/>
                  <a:pt x="123271" y="90684"/>
                </a:cubicBezTo>
                <a:cubicBezTo>
                  <a:pt x="124653" y="90684"/>
                  <a:pt x="126473" y="90522"/>
                  <a:pt x="128731" y="90200"/>
                </a:cubicBezTo>
                <a:close/>
                <a:moveTo>
                  <a:pt x="188536" y="74441"/>
                </a:moveTo>
                <a:lnTo>
                  <a:pt x="200770" y="76031"/>
                </a:lnTo>
                <a:cubicBezTo>
                  <a:pt x="199434" y="84463"/>
                  <a:pt x="196012" y="91064"/>
                  <a:pt x="190506" y="95833"/>
                </a:cubicBezTo>
                <a:cubicBezTo>
                  <a:pt x="184999" y="100602"/>
                  <a:pt x="178237" y="102987"/>
                  <a:pt x="170220" y="102987"/>
                </a:cubicBezTo>
                <a:cubicBezTo>
                  <a:pt x="160174" y="102987"/>
                  <a:pt x="152099" y="99704"/>
                  <a:pt x="145993" y="93137"/>
                </a:cubicBezTo>
                <a:cubicBezTo>
                  <a:pt x="139888" y="86571"/>
                  <a:pt x="136835" y="77159"/>
                  <a:pt x="136835" y="64902"/>
                </a:cubicBezTo>
                <a:cubicBezTo>
                  <a:pt x="136835" y="56977"/>
                  <a:pt x="138148" y="50042"/>
                  <a:pt x="140775" y="44098"/>
                </a:cubicBezTo>
                <a:cubicBezTo>
                  <a:pt x="143402" y="38154"/>
                  <a:pt x="147399" y="33695"/>
                  <a:pt x="152767" y="30723"/>
                </a:cubicBezTo>
                <a:cubicBezTo>
                  <a:pt x="158135" y="27751"/>
                  <a:pt x="163976" y="26265"/>
                  <a:pt x="170289" y="26265"/>
                </a:cubicBezTo>
                <a:cubicBezTo>
                  <a:pt x="178260" y="26265"/>
                  <a:pt x="184781" y="28281"/>
                  <a:pt x="189849" y="32313"/>
                </a:cubicBezTo>
                <a:cubicBezTo>
                  <a:pt x="194918" y="36345"/>
                  <a:pt x="198167" y="42070"/>
                  <a:pt x="199595" y="49489"/>
                </a:cubicBezTo>
                <a:lnTo>
                  <a:pt x="187499" y="51355"/>
                </a:lnTo>
                <a:cubicBezTo>
                  <a:pt x="186347" y="46425"/>
                  <a:pt x="184308" y="42715"/>
                  <a:pt x="181382" y="40227"/>
                </a:cubicBezTo>
                <a:cubicBezTo>
                  <a:pt x="178456" y="37739"/>
                  <a:pt x="174920" y="36495"/>
                  <a:pt x="170772" y="36495"/>
                </a:cubicBezTo>
                <a:cubicBezTo>
                  <a:pt x="164506" y="36495"/>
                  <a:pt x="159414" y="38741"/>
                  <a:pt x="155497" y="43234"/>
                </a:cubicBezTo>
                <a:cubicBezTo>
                  <a:pt x="151581" y="47726"/>
                  <a:pt x="149622" y="54834"/>
                  <a:pt x="149622" y="64557"/>
                </a:cubicBezTo>
                <a:cubicBezTo>
                  <a:pt x="149622" y="74418"/>
                  <a:pt x="151511" y="81583"/>
                  <a:pt x="155290" y="86053"/>
                </a:cubicBezTo>
                <a:cubicBezTo>
                  <a:pt x="159068" y="90522"/>
                  <a:pt x="163999" y="92757"/>
                  <a:pt x="170081" y="92757"/>
                </a:cubicBezTo>
                <a:cubicBezTo>
                  <a:pt x="174966" y="92757"/>
                  <a:pt x="179044" y="91260"/>
                  <a:pt x="182315" y="88265"/>
                </a:cubicBezTo>
                <a:cubicBezTo>
                  <a:pt x="185587" y="85269"/>
                  <a:pt x="187660" y="80661"/>
                  <a:pt x="188536" y="74441"/>
                </a:cubicBezTo>
                <a:close/>
                <a:moveTo>
                  <a:pt x="210989" y="101328"/>
                </a:moveTo>
                <a:lnTo>
                  <a:pt x="210989" y="0"/>
                </a:lnTo>
                <a:lnTo>
                  <a:pt x="223431" y="0"/>
                </a:lnTo>
                <a:lnTo>
                  <a:pt x="223431" y="36356"/>
                </a:lnTo>
                <a:cubicBezTo>
                  <a:pt x="229237" y="29629"/>
                  <a:pt x="236563" y="26265"/>
                  <a:pt x="245410" y="26265"/>
                </a:cubicBezTo>
                <a:cubicBezTo>
                  <a:pt x="250848" y="26265"/>
                  <a:pt x="255571" y="27336"/>
                  <a:pt x="259580" y="29479"/>
                </a:cubicBezTo>
                <a:cubicBezTo>
                  <a:pt x="263589" y="31622"/>
                  <a:pt x="266457" y="34582"/>
                  <a:pt x="268185" y="38361"/>
                </a:cubicBezTo>
                <a:cubicBezTo>
                  <a:pt x="269913" y="42139"/>
                  <a:pt x="270777" y="47623"/>
                  <a:pt x="270777" y="54811"/>
                </a:cubicBezTo>
                <a:lnTo>
                  <a:pt x="270777" y="101328"/>
                </a:lnTo>
                <a:lnTo>
                  <a:pt x="258336" y="101328"/>
                </a:lnTo>
                <a:lnTo>
                  <a:pt x="258336" y="54811"/>
                </a:lnTo>
                <a:cubicBezTo>
                  <a:pt x="258336" y="48590"/>
                  <a:pt x="256988" y="44063"/>
                  <a:pt x="254292" y="41229"/>
                </a:cubicBezTo>
                <a:cubicBezTo>
                  <a:pt x="251596" y="38395"/>
                  <a:pt x="247783" y="36978"/>
                  <a:pt x="242853" y="36978"/>
                </a:cubicBezTo>
                <a:cubicBezTo>
                  <a:pt x="239167" y="36978"/>
                  <a:pt x="235699" y="37935"/>
                  <a:pt x="232451" y="39847"/>
                </a:cubicBezTo>
                <a:cubicBezTo>
                  <a:pt x="229202" y="41759"/>
                  <a:pt x="226887" y="44351"/>
                  <a:pt x="225504" y="47623"/>
                </a:cubicBezTo>
                <a:cubicBezTo>
                  <a:pt x="224122" y="50894"/>
                  <a:pt x="223431" y="55410"/>
                  <a:pt x="223431" y="61170"/>
                </a:cubicBezTo>
                <a:lnTo>
                  <a:pt x="223431" y="101328"/>
                </a:lnTo>
                <a:lnTo>
                  <a:pt x="210989" y="101328"/>
                </a:lnTo>
                <a:close/>
                <a:moveTo>
                  <a:pt x="339377" y="77689"/>
                </a:moveTo>
                <a:lnTo>
                  <a:pt x="352233" y="79279"/>
                </a:lnTo>
                <a:cubicBezTo>
                  <a:pt x="350205" y="86790"/>
                  <a:pt x="346450" y="92619"/>
                  <a:pt x="340967" y="96766"/>
                </a:cubicBezTo>
                <a:cubicBezTo>
                  <a:pt x="335483" y="100913"/>
                  <a:pt x="328479" y="102987"/>
                  <a:pt x="319955" y="102987"/>
                </a:cubicBezTo>
                <a:cubicBezTo>
                  <a:pt x="309218" y="102987"/>
                  <a:pt x="300705" y="99681"/>
                  <a:pt x="294415" y="93068"/>
                </a:cubicBezTo>
                <a:cubicBezTo>
                  <a:pt x="288125" y="86456"/>
                  <a:pt x="284980" y="77183"/>
                  <a:pt x="284980" y="65248"/>
                </a:cubicBezTo>
                <a:cubicBezTo>
                  <a:pt x="284980" y="52899"/>
                  <a:pt x="288160" y="43314"/>
                  <a:pt x="294519" y="36495"/>
                </a:cubicBezTo>
                <a:cubicBezTo>
                  <a:pt x="300878" y="29675"/>
                  <a:pt x="309126" y="26265"/>
                  <a:pt x="319263" y="26265"/>
                </a:cubicBezTo>
                <a:cubicBezTo>
                  <a:pt x="329078" y="26265"/>
                  <a:pt x="337096" y="29606"/>
                  <a:pt x="343317" y="36287"/>
                </a:cubicBezTo>
                <a:cubicBezTo>
                  <a:pt x="349537" y="42969"/>
                  <a:pt x="352648" y="52369"/>
                  <a:pt x="352648" y="64488"/>
                </a:cubicBezTo>
                <a:cubicBezTo>
                  <a:pt x="352648" y="65225"/>
                  <a:pt x="352625" y="66331"/>
                  <a:pt x="352579" y="67805"/>
                </a:cubicBezTo>
                <a:lnTo>
                  <a:pt x="297837" y="67805"/>
                </a:lnTo>
                <a:cubicBezTo>
                  <a:pt x="298297" y="75869"/>
                  <a:pt x="300578" y="82044"/>
                  <a:pt x="304679" y="86329"/>
                </a:cubicBezTo>
                <a:cubicBezTo>
                  <a:pt x="308780" y="90615"/>
                  <a:pt x="313895" y="92757"/>
                  <a:pt x="320024" y="92757"/>
                </a:cubicBezTo>
                <a:cubicBezTo>
                  <a:pt x="324585" y="92757"/>
                  <a:pt x="328479" y="91559"/>
                  <a:pt x="331705" y="89163"/>
                </a:cubicBezTo>
                <a:cubicBezTo>
                  <a:pt x="334930" y="86767"/>
                  <a:pt x="337488" y="82942"/>
                  <a:pt x="339377" y="77689"/>
                </a:cubicBezTo>
                <a:moveTo>
                  <a:pt x="298528" y="57576"/>
                </a:moveTo>
                <a:lnTo>
                  <a:pt x="339515" y="57576"/>
                </a:lnTo>
                <a:cubicBezTo>
                  <a:pt x="338962" y="51401"/>
                  <a:pt x="337395" y="46770"/>
                  <a:pt x="334815" y="43683"/>
                </a:cubicBezTo>
                <a:cubicBezTo>
                  <a:pt x="330852" y="38891"/>
                  <a:pt x="325714" y="36495"/>
                  <a:pt x="319402" y="36495"/>
                </a:cubicBezTo>
                <a:cubicBezTo>
                  <a:pt x="313688" y="36495"/>
                  <a:pt x="308884" y="38407"/>
                  <a:pt x="304990" y="42232"/>
                </a:cubicBezTo>
                <a:cubicBezTo>
                  <a:pt x="301097" y="46056"/>
                  <a:pt x="298942" y="51171"/>
                  <a:pt x="298528" y="57576"/>
                </a:cubicBezTo>
                <a:close/>
                <a:moveTo>
                  <a:pt x="367267" y="101328"/>
                </a:moveTo>
                <a:lnTo>
                  <a:pt x="367267" y="27924"/>
                </a:lnTo>
                <a:lnTo>
                  <a:pt x="378464" y="27924"/>
                </a:lnTo>
                <a:lnTo>
                  <a:pt x="378464" y="38361"/>
                </a:lnTo>
                <a:cubicBezTo>
                  <a:pt x="383855" y="30297"/>
                  <a:pt x="391642" y="26265"/>
                  <a:pt x="401826" y="26265"/>
                </a:cubicBezTo>
                <a:cubicBezTo>
                  <a:pt x="406249" y="26265"/>
                  <a:pt x="410316" y="27060"/>
                  <a:pt x="414025" y="28650"/>
                </a:cubicBezTo>
                <a:cubicBezTo>
                  <a:pt x="417735" y="30239"/>
                  <a:pt x="420511" y="32324"/>
                  <a:pt x="422354" y="34905"/>
                </a:cubicBezTo>
                <a:cubicBezTo>
                  <a:pt x="424197" y="37485"/>
                  <a:pt x="425487" y="40550"/>
                  <a:pt x="426225" y="44098"/>
                </a:cubicBezTo>
                <a:cubicBezTo>
                  <a:pt x="426686" y="46402"/>
                  <a:pt x="426916" y="50434"/>
                  <a:pt x="426916" y="56193"/>
                </a:cubicBezTo>
                <a:lnTo>
                  <a:pt x="426916" y="101328"/>
                </a:lnTo>
                <a:lnTo>
                  <a:pt x="414475" y="101328"/>
                </a:lnTo>
                <a:lnTo>
                  <a:pt x="414475" y="56677"/>
                </a:lnTo>
                <a:cubicBezTo>
                  <a:pt x="414475" y="51609"/>
                  <a:pt x="413991" y="47819"/>
                  <a:pt x="413023" y="45307"/>
                </a:cubicBezTo>
                <a:cubicBezTo>
                  <a:pt x="412055" y="42796"/>
                  <a:pt x="410339" y="40792"/>
                  <a:pt x="407874" y="39294"/>
                </a:cubicBezTo>
                <a:cubicBezTo>
                  <a:pt x="405408" y="37796"/>
                  <a:pt x="402517" y="37048"/>
                  <a:pt x="399199" y="37048"/>
                </a:cubicBezTo>
                <a:cubicBezTo>
                  <a:pt x="393900" y="37048"/>
                  <a:pt x="389327" y="38729"/>
                  <a:pt x="385479" y="42093"/>
                </a:cubicBezTo>
                <a:cubicBezTo>
                  <a:pt x="381632" y="45457"/>
                  <a:pt x="379708" y="51839"/>
                  <a:pt x="379708" y="61239"/>
                </a:cubicBezTo>
                <a:lnTo>
                  <a:pt x="379708" y="101328"/>
                </a:lnTo>
                <a:lnTo>
                  <a:pt x="367267" y="10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table">
            <a:extLst xmlns:a="http://schemas.openxmlformats.org/drawingml/2006/main">
              <a:ext uri="{FF2B5EF4-FFF2-40B4-BE49-F238E27FC236}">
                <a16:creationId xmlns:a16="http://schemas.microsoft.com/office/drawing/2014/main" id="{C7FB8922-AA64-47E8-8980-7DF1AE3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2260" y="1007161"/>
            <a:ext cx="297049" cy="102987"/>
          </a:xfrm>
          <a:custGeom xmlns:a="http://schemas.openxmlformats.org/drawingml/2006/main">
            <a:pathLst>
              <a:path w="297049" h="102987">
                <a:moveTo>
                  <a:pt x="34006" y="90200"/>
                </a:moveTo>
                <a:lnTo>
                  <a:pt x="35803" y="101190"/>
                </a:lnTo>
                <a:cubicBezTo>
                  <a:pt x="32301" y="101927"/>
                  <a:pt x="29168" y="102296"/>
                  <a:pt x="26403" y="102296"/>
                </a:cubicBezTo>
                <a:cubicBezTo>
                  <a:pt x="21888" y="102296"/>
                  <a:pt x="18386" y="101581"/>
                  <a:pt x="15897" y="100153"/>
                </a:cubicBezTo>
                <a:cubicBezTo>
                  <a:pt x="13409" y="98724"/>
                  <a:pt x="11658" y="96847"/>
                  <a:pt x="10644" y="94520"/>
                </a:cubicBezTo>
                <a:cubicBezTo>
                  <a:pt x="9631" y="92193"/>
                  <a:pt x="9124" y="87297"/>
                  <a:pt x="9124" y="79832"/>
                </a:cubicBezTo>
                <a:lnTo>
                  <a:pt x="9124" y="37601"/>
                </a:lnTo>
                <a:lnTo>
                  <a:pt x="0" y="37601"/>
                </a:lnTo>
                <a:lnTo>
                  <a:pt x="0" y="27924"/>
                </a:lnTo>
                <a:lnTo>
                  <a:pt x="9124" y="27924"/>
                </a:lnTo>
                <a:lnTo>
                  <a:pt x="9124" y="9746"/>
                </a:lnTo>
                <a:lnTo>
                  <a:pt x="21496" y="2281"/>
                </a:lnTo>
                <a:lnTo>
                  <a:pt x="21496" y="27924"/>
                </a:lnTo>
                <a:lnTo>
                  <a:pt x="34006" y="27924"/>
                </a:lnTo>
                <a:lnTo>
                  <a:pt x="34006" y="37601"/>
                </a:lnTo>
                <a:lnTo>
                  <a:pt x="21496" y="37601"/>
                </a:lnTo>
                <a:lnTo>
                  <a:pt x="21496" y="80523"/>
                </a:lnTo>
                <a:cubicBezTo>
                  <a:pt x="21496" y="84071"/>
                  <a:pt x="21715" y="86352"/>
                  <a:pt x="22153" y="87366"/>
                </a:cubicBezTo>
                <a:cubicBezTo>
                  <a:pt x="22590" y="88380"/>
                  <a:pt x="23305" y="89186"/>
                  <a:pt x="24295" y="89785"/>
                </a:cubicBezTo>
                <a:cubicBezTo>
                  <a:pt x="25286" y="90384"/>
                  <a:pt x="26703" y="90684"/>
                  <a:pt x="28546" y="90684"/>
                </a:cubicBezTo>
                <a:cubicBezTo>
                  <a:pt x="29928" y="90684"/>
                  <a:pt x="31749" y="90522"/>
                  <a:pt x="34006" y="90200"/>
                </a:cubicBezTo>
                <a:close/>
                <a:moveTo>
                  <a:pt x="93825" y="92273"/>
                </a:moveTo>
                <a:cubicBezTo>
                  <a:pt x="89217" y="96190"/>
                  <a:pt x="84782" y="98955"/>
                  <a:pt x="80520" y="100568"/>
                </a:cubicBezTo>
                <a:cubicBezTo>
                  <a:pt x="76257" y="102180"/>
                  <a:pt x="71684" y="102987"/>
                  <a:pt x="66800" y="102987"/>
                </a:cubicBezTo>
                <a:cubicBezTo>
                  <a:pt x="58736" y="102987"/>
                  <a:pt x="52538" y="101017"/>
                  <a:pt x="48207" y="97077"/>
                </a:cubicBezTo>
                <a:cubicBezTo>
                  <a:pt x="43875" y="93137"/>
                  <a:pt x="41710" y="88103"/>
                  <a:pt x="41710" y="81975"/>
                </a:cubicBezTo>
                <a:cubicBezTo>
                  <a:pt x="41710" y="78381"/>
                  <a:pt x="42528" y="75097"/>
                  <a:pt x="44163" y="72125"/>
                </a:cubicBezTo>
                <a:cubicBezTo>
                  <a:pt x="45799" y="69153"/>
                  <a:pt x="47942" y="66769"/>
                  <a:pt x="50591" y="64972"/>
                </a:cubicBezTo>
                <a:cubicBezTo>
                  <a:pt x="53241" y="63174"/>
                  <a:pt x="56225" y="61815"/>
                  <a:pt x="59542" y="60894"/>
                </a:cubicBezTo>
                <a:cubicBezTo>
                  <a:pt x="61984" y="60248"/>
                  <a:pt x="65671" y="59626"/>
                  <a:pt x="70601" y="59027"/>
                </a:cubicBezTo>
                <a:cubicBezTo>
                  <a:pt x="80647" y="57829"/>
                  <a:pt x="88042" y="56401"/>
                  <a:pt x="92788" y="54742"/>
                </a:cubicBezTo>
                <a:cubicBezTo>
                  <a:pt x="92834" y="53037"/>
                  <a:pt x="92857" y="51954"/>
                  <a:pt x="92857" y="51493"/>
                </a:cubicBezTo>
                <a:cubicBezTo>
                  <a:pt x="92857" y="46425"/>
                  <a:pt x="91682" y="42854"/>
                  <a:pt x="89332" y="40780"/>
                </a:cubicBezTo>
                <a:cubicBezTo>
                  <a:pt x="86153" y="37969"/>
                  <a:pt x="81430" y="36564"/>
                  <a:pt x="75163" y="36564"/>
                </a:cubicBezTo>
                <a:cubicBezTo>
                  <a:pt x="69311" y="36564"/>
                  <a:pt x="64991" y="37589"/>
                  <a:pt x="62203" y="39640"/>
                </a:cubicBezTo>
                <a:cubicBezTo>
                  <a:pt x="59416" y="41690"/>
                  <a:pt x="57354" y="45319"/>
                  <a:pt x="56017" y="50526"/>
                </a:cubicBezTo>
                <a:lnTo>
                  <a:pt x="43852" y="48867"/>
                </a:lnTo>
                <a:cubicBezTo>
                  <a:pt x="44958" y="43660"/>
                  <a:pt x="46778" y="39455"/>
                  <a:pt x="49313" y="36253"/>
                </a:cubicBezTo>
                <a:cubicBezTo>
                  <a:pt x="51847" y="33050"/>
                  <a:pt x="55510" y="30585"/>
                  <a:pt x="60303" y="28857"/>
                </a:cubicBezTo>
                <a:cubicBezTo>
                  <a:pt x="65095" y="27129"/>
                  <a:pt x="70647" y="26265"/>
                  <a:pt x="76960" y="26265"/>
                </a:cubicBezTo>
                <a:cubicBezTo>
                  <a:pt x="83227" y="26265"/>
                  <a:pt x="88319" y="27002"/>
                  <a:pt x="92235" y="28477"/>
                </a:cubicBezTo>
                <a:cubicBezTo>
                  <a:pt x="96152" y="29951"/>
                  <a:pt x="99032" y="31806"/>
                  <a:pt x="100875" y="34041"/>
                </a:cubicBezTo>
                <a:cubicBezTo>
                  <a:pt x="102718" y="36276"/>
                  <a:pt x="104009" y="39098"/>
                  <a:pt x="104746" y="42508"/>
                </a:cubicBezTo>
                <a:cubicBezTo>
                  <a:pt x="105161" y="44628"/>
                  <a:pt x="105368" y="48452"/>
                  <a:pt x="105368" y="53982"/>
                </a:cubicBezTo>
                <a:lnTo>
                  <a:pt x="105368" y="70570"/>
                </a:lnTo>
                <a:cubicBezTo>
                  <a:pt x="105368" y="82136"/>
                  <a:pt x="105633" y="89451"/>
                  <a:pt x="106163" y="92515"/>
                </a:cubicBezTo>
                <a:cubicBezTo>
                  <a:pt x="106693" y="95580"/>
                  <a:pt x="107741" y="98517"/>
                  <a:pt x="109308" y="101328"/>
                </a:cubicBezTo>
                <a:lnTo>
                  <a:pt x="96313" y="101328"/>
                </a:lnTo>
                <a:cubicBezTo>
                  <a:pt x="95023" y="98748"/>
                  <a:pt x="94194" y="95729"/>
                  <a:pt x="93825" y="92273"/>
                </a:cubicBezTo>
                <a:moveTo>
                  <a:pt x="92788" y="64488"/>
                </a:moveTo>
                <a:cubicBezTo>
                  <a:pt x="88273" y="66331"/>
                  <a:pt x="81499" y="67898"/>
                  <a:pt x="72467" y="69188"/>
                </a:cubicBezTo>
                <a:cubicBezTo>
                  <a:pt x="67353" y="69925"/>
                  <a:pt x="63735" y="70754"/>
                  <a:pt x="61616" y="71676"/>
                </a:cubicBezTo>
                <a:cubicBezTo>
                  <a:pt x="59496" y="72598"/>
                  <a:pt x="57860" y="73945"/>
                  <a:pt x="56708" y="75720"/>
                </a:cubicBezTo>
                <a:cubicBezTo>
                  <a:pt x="55556" y="77494"/>
                  <a:pt x="54980" y="79463"/>
                  <a:pt x="54980" y="81629"/>
                </a:cubicBezTo>
                <a:cubicBezTo>
                  <a:pt x="54980" y="84947"/>
                  <a:pt x="56236" y="87712"/>
                  <a:pt x="58747" y="89923"/>
                </a:cubicBezTo>
                <a:cubicBezTo>
                  <a:pt x="61259" y="92135"/>
                  <a:pt x="64934" y="93241"/>
                  <a:pt x="69772" y="93241"/>
                </a:cubicBezTo>
                <a:cubicBezTo>
                  <a:pt x="74564" y="93241"/>
                  <a:pt x="78826" y="92193"/>
                  <a:pt x="82559" y="90096"/>
                </a:cubicBezTo>
                <a:cubicBezTo>
                  <a:pt x="86291" y="88000"/>
                  <a:pt x="89033" y="85131"/>
                  <a:pt x="90784" y="81491"/>
                </a:cubicBezTo>
                <a:cubicBezTo>
                  <a:pt x="92120" y="78680"/>
                  <a:pt x="92788" y="74533"/>
                  <a:pt x="92788" y="69050"/>
                </a:cubicBezTo>
                <a:lnTo>
                  <a:pt x="92788" y="64488"/>
                </a:lnTo>
                <a:close/>
                <a:moveTo>
                  <a:pt x="135552" y="101328"/>
                </a:moveTo>
                <a:lnTo>
                  <a:pt x="124009" y="101328"/>
                </a:lnTo>
                <a:lnTo>
                  <a:pt x="124009" y="0"/>
                </a:lnTo>
                <a:lnTo>
                  <a:pt x="136450" y="0"/>
                </a:lnTo>
                <a:lnTo>
                  <a:pt x="136450" y="36149"/>
                </a:lnTo>
                <a:cubicBezTo>
                  <a:pt x="141704" y="29560"/>
                  <a:pt x="148408" y="26265"/>
                  <a:pt x="156564" y="26265"/>
                </a:cubicBezTo>
                <a:cubicBezTo>
                  <a:pt x="161080" y="26265"/>
                  <a:pt x="165354" y="27175"/>
                  <a:pt x="169386" y="28995"/>
                </a:cubicBezTo>
                <a:cubicBezTo>
                  <a:pt x="173417" y="30815"/>
                  <a:pt x="176735" y="33373"/>
                  <a:pt x="179339" y="36667"/>
                </a:cubicBezTo>
                <a:cubicBezTo>
                  <a:pt x="181942" y="39962"/>
                  <a:pt x="183981" y="43936"/>
                  <a:pt x="185456" y="48590"/>
                </a:cubicBezTo>
                <a:cubicBezTo>
                  <a:pt x="186930" y="53244"/>
                  <a:pt x="187667" y="58221"/>
                  <a:pt x="187667" y="63520"/>
                </a:cubicBezTo>
                <a:cubicBezTo>
                  <a:pt x="187667" y="76100"/>
                  <a:pt x="184557" y="85822"/>
                  <a:pt x="178336" y="92688"/>
                </a:cubicBezTo>
                <a:cubicBezTo>
                  <a:pt x="172116" y="99554"/>
                  <a:pt x="164651" y="102987"/>
                  <a:pt x="155942" y="102987"/>
                </a:cubicBezTo>
                <a:cubicBezTo>
                  <a:pt x="147279" y="102987"/>
                  <a:pt x="140482" y="99370"/>
                  <a:pt x="135552" y="92135"/>
                </a:cubicBezTo>
                <a:lnTo>
                  <a:pt x="135552" y="101328"/>
                </a:lnTo>
                <a:moveTo>
                  <a:pt x="135414" y="64073"/>
                </a:moveTo>
                <a:cubicBezTo>
                  <a:pt x="135414" y="72874"/>
                  <a:pt x="136612" y="79233"/>
                  <a:pt x="139008" y="83150"/>
                </a:cubicBezTo>
                <a:cubicBezTo>
                  <a:pt x="142925" y="89555"/>
                  <a:pt x="148224" y="92757"/>
                  <a:pt x="154905" y="92757"/>
                </a:cubicBezTo>
                <a:cubicBezTo>
                  <a:pt x="160343" y="92757"/>
                  <a:pt x="165043" y="90396"/>
                  <a:pt x="169005" y="85673"/>
                </a:cubicBezTo>
                <a:cubicBezTo>
                  <a:pt x="172968" y="80949"/>
                  <a:pt x="174950" y="73911"/>
                  <a:pt x="174950" y="64557"/>
                </a:cubicBezTo>
                <a:cubicBezTo>
                  <a:pt x="174950" y="54972"/>
                  <a:pt x="173049" y="47899"/>
                  <a:pt x="169247" y="43337"/>
                </a:cubicBezTo>
                <a:cubicBezTo>
                  <a:pt x="165446" y="38776"/>
                  <a:pt x="160849" y="36495"/>
                  <a:pt x="155458" y="36495"/>
                </a:cubicBezTo>
                <a:cubicBezTo>
                  <a:pt x="150021" y="36495"/>
                  <a:pt x="145321" y="38856"/>
                  <a:pt x="141358" y="43579"/>
                </a:cubicBezTo>
                <a:cubicBezTo>
                  <a:pt x="137395" y="48302"/>
                  <a:pt x="135414" y="55134"/>
                  <a:pt x="135414" y="64073"/>
                </a:cubicBezTo>
                <a:close/>
                <a:moveTo>
                  <a:pt x="201955" y="101328"/>
                </a:moveTo>
                <a:lnTo>
                  <a:pt x="201955" y="0"/>
                </a:lnTo>
                <a:lnTo>
                  <a:pt x="214396" y="0"/>
                </a:lnTo>
                <a:lnTo>
                  <a:pt x="214396" y="101328"/>
                </a:lnTo>
                <a:lnTo>
                  <a:pt x="201955" y="101328"/>
                </a:lnTo>
                <a:close/>
                <a:moveTo>
                  <a:pt x="283778" y="77689"/>
                </a:moveTo>
                <a:lnTo>
                  <a:pt x="296634" y="79279"/>
                </a:lnTo>
                <a:cubicBezTo>
                  <a:pt x="294607" y="86790"/>
                  <a:pt x="290851" y="92619"/>
                  <a:pt x="285368" y="96766"/>
                </a:cubicBezTo>
                <a:cubicBezTo>
                  <a:pt x="279885" y="100913"/>
                  <a:pt x="272881" y="102987"/>
                  <a:pt x="264356" y="102987"/>
                </a:cubicBezTo>
                <a:cubicBezTo>
                  <a:pt x="253620" y="102987"/>
                  <a:pt x="245106" y="99681"/>
                  <a:pt x="238817" y="93068"/>
                </a:cubicBezTo>
                <a:cubicBezTo>
                  <a:pt x="232527" y="86456"/>
                  <a:pt x="229382" y="77183"/>
                  <a:pt x="229382" y="65248"/>
                </a:cubicBezTo>
                <a:cubicBezTo>
                  <a:pt x="229382" y="52899"/>
                  <a:pt x="232561" y="43314"/>
                  <a:pt x="238920" y="36495"/>
                </a:cubicBezTo>
                <a:cubicBezTo>
                  <a:pt x="245279" y="29675"/>
                  <a:pt x="253527" y="26265"/>
                  <a:pt x="263665" y="26265"/>
                </a:cubicBezTo>
                <a:cubicBezTo>
                  <a:pt x="273480" y="26265"/>
                  <a:pt x="281497" y="29606"/>
                  <a:pt x="287718" y="36287"/>
                </a:cubicBezTo>
                <a:cubicBezTo>
                  <a:pt x="293939" y="42969"/>
                  <a:pt x="297049" y="52369"/>
                  <a:pt x="297049" y="64488"/>
                </a:cubicBezTo>
                <a:cubicBezTo>
                  <a:pt x="297049" y="65225"/>
                  <a:pt x="297026" y="66331"/>
                  <a:pt x="296980" y="67805"/>
                </a:cubicBezTo>
                <a:lnTo>
                  <a:pt x="242238" y="67805"/>
                </a:lnTo>
                <a:cubicBezTo>
                  <a:pt x="242699" y="75869"/>
                  <a:pt x="244980" y="82044"/>
                  <a:pt x="249081" y="86329"/>
                </a:cubicBezTo>
                <a:cubicBezTo>
                  <a:pt x="253182" y="90615"/>
                  <a:pt x="258297" y="92757"/>
                  <a:pt x="264425" y="92757"/>
                </a:cubicBezTo>
                <a:cubicBezTo>
                  <a:pt x="268987" y="92757"/>
                  <a:pt x="272881" y="91559"/>
                  <a:pt x="276106" y="89163"/>
                </a:cubicBezTo>
                <a:cubicBezTo>
                  <a:pt x="279332" y="86767"/>
                  <a:pt x="281889" y="82942"/>
                  <a:pt x="283778" y="77689"/>
                </a:cubicBezTo>
                <a:moveTo>
                  <a:pt x="242929" y="57576"/>
                </a:moveTo>
                <a:lnTo>
                  <a:pt x="283917" y="57576"/>
                </a:lnTo>
                <a:cubicBezTo>
                  <a:pt x="283364" y="51401"/>
                  <a:pt x="281797" y="46770"/>
                  <a:pt x="279217" y="43683"/>
                </a:cubicBezTo>
                <a:cubicBezTo>
                  <a:pt x="275254" y="38891"/>
                  <a:pt x="270116" y="36495"/>
                  <a:pt x="263803" y="36495"/>
                </a:cubicBezTo>
                <a:cubicBezTo>
                  <a:pt x="258089" y="36495"/>
                  <a:pt x="253286" y="38407"/>
                  <a:pt x="249392" y="42232"/>
                </a:cubicBezTo>
                <a:cubicBezTo>
                  <a:pt x="245498" y="46056"/>
                  <a:pt x="243344" y="51171"/>
                  <a:pt x="242929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cupcake">
            <a:extLst xmlns:a="http://schemas.openxmlformats.org/drawingml/2006/main">
              <a:ext uri="{FF2B5EF4-FFF2-40B4-BE49-F238E27FC236}">
                <a16:creationId xmlns:a16="http://schemas.microsoft.com/office/drawing/2014/main" id="{E0D8FA4F-248F-462E-AB02-D7827457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009" y="1244223"/>
            <a:ext cx="512795" cy="129459"/>
          </a:xfrm>
          <a:custGeom xmlns:a="http://schemas.openxmlformats.org/drawingml/2006/main">
            <a:pathLst>
              <a:path w="512795" h="129459">
                <a:moveTo>
                  <a:pt x="51701" y="74441"/>
                </a:moveTo>
                <a:lnTo>
                  <a:pt x="63935" y="76031"/>
                </a:lnTo>
                <a:cubicBezTo>
                  <a:pt x="62598" y="84463"/>
                  <a:pt x="59177" y="91064"/>
                  <a:pt x="53671" y="95833"/>
                </a:cubicBezTo>
                <a:cubicBezTo>
                  <a:pt x="48164" y="100602"/>
                  <a:pt x="41402" y="102987"/>
                  <a:pt x="33384" y="102987"/>
                </a:cubicBezTo>
                <a:cubicBezTo>
                  <a:pt x="23339" y="102987"/>
                  <a:pt x="15264" y="99704"/>
                  <a:pt x="9158" y="93137"/>
                </a:cubicBezTo>
                <a:cubicBezTo>
                  <a:pt x="3053" y="86571"/>
                  <a:pt x="0" y="77159"/>
                  <a:pt x="0" y="64902"/>
                </a:cubicBezTo>
                <a:cubicBezTo>
                  <a:pt x="0" y="56977"/>
                  <a:pt x="1313" y="50042"/>
                  <a:pt x="3940" y="44098"/>
                </a:cubicBezTo>
                <a:cubicBezTo>
                  <a:pt x="6566" y="38154"/>
                  <a:pt x="10564" y="33695"/>
                  <a:pt x="15932" y="30723"/>
                </a:cubicBezTo>
                <a:cubicBezTo>
                  <a:pt x="21300" y="27751"/>
                  <a:pt x="27141" y="26265"/>
                  <a:pt x="33453" y="26265"/>
                </a:cubicBezTo>
                <a:cubicBezTo>
                  <a:pt x="41425" y="26265"/>
                  <a:pt x="47945" y="28281"/>
                  <a:pt x="53014" y="32313"/>
                </a:cubicBezTo>
                <a:cubicBezTo>
                  <a:pt x="58083" y="36345"/>
                  <a:pt x="61331" y="42070"/>
                  <a:pt x="62760" y="49489"/>
                </a:cubicBezTo>
                <a:lnTo>
                  <a:pt x="50664" y="51355"/>
                </a:lnTo>
                <a:cubicBezTo>
                  <a:pt x="49512" y="46425"/>
                  <a:pt x="47473" y="42715"/>
                  <a:pt x="44547" y="40227"/>
                </a:cubicBezTo>
                <a:cubicBezTo>
                  <a:pt x="41621" y="37739"/>
                  <a:pt x="38084" y="36495"/>
                  <a:pt x="33937" y="36495"/>
                </a:cubicBezTo>
                <a:cubicBezTo>
                  <a:pt x="27671" y="36495"/>
                  <a:pt x="22579" y="38741"/>
                  <a:pt x="18662" y="43234"/>
                </a:cubicBezTo>
                <a:cubicBezTo>
                  <a:pt x="14745" y="47726"/>
                  <a:pt x="12787" y="54834"/>
                  <a:pt x="12787" y="64557"/>
                </a:cubicBezTo>
                <a:cubicBezTo>
                  <a:pt x="12787" y="74418"/>
                  <a:pt x="14676" y="81583"/>
                  <a:pt x="18455" y="86053"/>
                </a:cubicBezTo>
                <a:cubicBezTo>
                  <a:pt x="22233" y="90522"/>
                  <a:pt x="27164" y="92757"/>
                  <a:pt x="33246" y="92757"/>
                </a:cubicBezTo>
                <a:cubicBezTo>
                  <a:pt x="38130" y="92757"/>
                  <a:pt x="42208" y="91260"/>
                  <a:pt x="45480" y="88265"/>
                </a:cubicBezTo>
                <a:cubicBezTo>
                  <a:pt x="48752" y="85269"/>
                  <a:pt x="50825" y="80661"/>
                  <a:pt x="51701" y="74441"/>
                </a:cubicBezTo>
                <a:close/>
                <a:moveTo>
                  <a:pt x="122261" y="101328"/>
                </a:moveTo>
                <a:lnTo>
                  <a:pt x="122261" y="90545"/>
                </a:lnTo>
                <a:cubicBezTo>
                  <a:pt x="116547" y="98840"/>
                  <a:pt x="108783" y="102987"/>
                  <a:pt x="98968" y="102987"/>
                </a:cubicBezTo>
                <a:cubicBezTo>
                  <a:pt x="94636" y="102987"/>
                  <a:pt x="90593" y="102157"/>
                  <a:pt x="86838" y="100499"/>
                </a:cubicBezTo>
                <a:cubicBezTo>
                  <a:pt x="83082" y="98840"/>
                  <a:pt x="80294" y="96755"/>
                  <a:pt x="78474" y="94243"/>
                </a:cubicBezTo>
                <a:cubicBezTo>
                  <a:pt x="76654" y="91732"/>
                  <a:pt x="75375" y="88656"/>
                  <a:pt x="74638" y="85016"/>
                </a:cubicBezTo>
                <a:cubicBezTo>
                  <a:pt x="74131" y="82574"/>
                  <a:pt x="73878" y="78703"/>
                  <a:pt x="73878" y="73404"/>
                </a:cubicBezTo>
                <a:lnTo>
                  <a:pt x="73878" y="27924"/>
                </a:lnTo>
                <a:lnTo>
                  <a:pt x="86319" y="27924"/>
                </a:lnTo>
                <a:lnTo>
                  <a:pt x="86319" y="68635"/>
                </a:lnTo>
                <a:cubicBezTo>
                  <a:pt x="86319" y="75132"/>
                  <a:pt x="86573" y="79510"/>
                  <a:pt x="87080" y="81767"/>
                </a:cubicBezTo>
                <a:cubicBezTo>
                  <a:pt x="87863" y="85039"/>
                  <a:pt x="89522" y="87608"/>
                  <a:pt x="92056" y="89474"/>
                </a:cubicBezTo>
                <a:cubicBezTo>
                  <a:pt x="94590" y="91340"/>
                  <a:pt x="97724" y="92273"/>
                  <a:pt x="101456" y="92273"/>
                </a:cubicBezTo>
                <a:cubicBezTo>
                  <a:pt x="105189" y="92273"/>
                  <a:pt x="108691" y="91317"/>
                  <a:pt x="111962" y="89405"/>
                </a:cubicBezTo>
                <a:cubicBezTo>
                  <a:pt x="115234" y="87493"/>
                  <a:pt x="117549" y="84889"/>
                  <a:pt x="118909" y="81595"/>
                </a:cubicBezTo>
                <a:cubicBezTo>
                  <a:pt x="120268" y="78300"/>
                  <a:pt x="120948" y="73519"/>
                  <a:pt x="120948" y="67252"/>
                </a:cubicBezTo>
                <a:lnTo>
                  <a:pt x="120948" y="27924"/>
                </a:lnTo>
                <a:lnTo>
                  <a:pt x="133389" y="27924"/>
                </a:lnTo>
                <a:lnTo>
                  <a:pt x="133389" y="101328"/>
                </a:lnTo>
                <a:lnTo>
                  <a:pt x="122261" y="101328"/>
                </a:lnTo>
                <a:close/>
                <a:moveTo>
                  <a:pt x="152293" y="129459"/>
                </a:moveTo>
                <a:lnTo>
                  <a:pt x="152293" y="27924"/>
                </a:lnTo>
                <a:lnTo>
                  <a:pt x="163628" y="27924"/>
                </a:lnTo>
                <a:lnTo>
                  <a:pt x="163628" y="37462"/>
                </a:lnTo>
                <a:cubicBezTo>
                  <a:pt x="166301" y="33730"/>
                  <a:pt x="169319" y="30931"/>
                  <a:pt x="172683" y="29064"/>
                </a:cubicBezTo>
                <a:cubicBezTo>
                  <a:pt x="176047" y="27198"/>
                  <a:pt x="180125" y="26265"/>
                  <a:pt x="184917" y="26265"/>
                </a:cubicBezTo>
                <a:cubicBezTo>
                  <a:pt x="191184" y="26265"/>
                  <a:pt x="196713" y="27878"/>
                  <a:pt x="201505" y="31103"/>
                </a:cubicBezTo>
                <a:cubicBezTo>
                  <a:pt x="206298" y="34329"/>
                  <a:pt x="209915" y="38879"/>
                  <a:pt x="212357" y="44754"/>
                </a:cubicBezTo>
                <a:cubicBezTo>
                  <a:pt x="214799" y="50629"/>
                  <a:pt x="216020" y="57069"/>
                  <a:pt x="216020" y="64073"/>
                </a:cubicBezTo>
                <a:cubicBezTo>
                  <a:pt x="216020" y="71584"/>
                  <a:pt x="214673" y="78346"/>
                  <a:pt x="211977" y="84359"/>
                </a:cubicBezTo>
                <a:cubicBezTo>
                  <a:pt x="209281" y="90373"/>
                  <a:pt x="205365" y="94981"/>
                  <a:pt x="200227" y="98183"/>
                </a:cubicBezTo>
                <a:cubicBezTo>
                  <a:pt x="195089" y="101386"/>
                  <a:pt x="189686" y="102987"/>
                  <a:pt x="184018" y="102987"/>
                </a:cubicBezTo>
                <a:cubicBezTo>
                  <a:pt x="179871" y="102987"/>
                  <a:pt x="176150" y="102111"/>
                  <a:pt x="172856" y="100360"/>
                </a:cubicBezTo>
                <a:cubicBezTo>
                  <a:pt x="169561" y="98609"/>
                  <a:pt x="166854" y="96398"/>
                  <a:pt x="164734" y="93725"/>
                </a:cubicBezTo>
                <a:lnTo>
                  <a:pt x="164734" y="129459"/>
                </a:lnTo>
                <a:lnTo>
                  <a:pt x="152293" y="129459"/>
                </a:lnTo>
                <a:moveTo>
                  <a:pt x="163559" y="65041"/>
                </a:moveTo>
                <a:cubicBezTo>
                  <a:pt x="163559" y="74487"/>
                  <a:pt x="165472" y="81468"/>
                  <a:pt x="169296" y="85984"/>
                </a:cubicBezTo>
                <a:cubicBezTo>
                  <a:pt x="173121" y="90499"/>
                  <a:pt x="177752" y="92757"/>
                  <a:pt x="183189" y="92757"/>
                </a:cubicBezTo>
                <a:cubicBezTo>
                  <a:pt x="188718" y="92757"/>
                  <a:pt x="193453" y="90419"/>
                  <a:pt x="197393" y="85742"/>
                </a:cubicBezTo>
                <a:cubicBezTo>
                  <a:pt x="201333" y="81065"/>
                  <a:pt x="203303" y="73819"/>
                  <a:pt x="203303" y="64004"/>
                </a:cubicBezTo>
                <a:cubicBezTo>
                  <a:pt x="203303" y="54650"/>
                  <a:pt x="201379" y="47646"/>
                  <a:pt x="197531" y="42992"/>
                </a:cubicBezTo>
                <a:cubicBezTo>
                  <a:pt x="193684" y="38338"/>
                  <a:pt x="189087" y="36011"/>
                  <a:pt x="183742" y="36011"/>
                </a:cubicBezTo>
                <a:cubicBezTo>
                  <a:pt x="178443" y="36011"/>
                  <a:pt x="173754" y="38488"/>
                  <a:pt x="169676" y="43441"/>
                </a:cubicBezTo>
                <a:cubicBezTo>
                  <a:pt x="165598" y="48395"/>
                  <a:pt x="163559" y="55594"/>
                  <a:pt x="163559" y="65041"/>
                </a:cubicBezTo>
                <a:close/>
                <a:moveTo>
                  <a:pt x="278331" y="74441"/>
                </a:moveTo>
                <a:lnTo>
                  <a:pt x="290565" y="76031"/>
                </a:lnTo>
                <a:cubicBezTo>
                  <a:pt x="289228" y="84463"/>
                  <a:pt x="285807" y="91064"/>
                  <a:pt x="280300" y="95833"/>
                </a:cubicBezTo>
                <a:cubicBezTo>
                  <a:pt x="274794" y="100602"/>
                  <a:pt x="268032" y="102987"/>
                  <a:pt x="260014" y="102987"/>
                </a:cubicBezTo>
                <a:cubicBezTo>
                  <a:pt x="249969" y="102987"/>
                  <a:pt x="241893" y="99704"/>
                  <a:pt x="235788" y="93137"/>
                </a:cubicBezTo>
                <a:cubicBezTo>
                  <a:pt x="229682" y="86571"/>
                  <a:pt x="226630" y="77159"/>
                  <a:pt x="226630" y="64902"/>
                </a:cubicBezTo>
                <a:cubicBezTo>
                  <a:pt x="226630" y="56977"/>
                  <a:pt x="227943" y="50042"/>
                  <a:pt x="230570" y="44098"/>
                </a:cubicBezTo>
                <a:cubicBezTo>
                  <a:pt x="233196" y="38154"/>
                  <a:pt x="237193" y="33695"/>
                  <a:pt x="242562" y="30723"/>
                </a:cubicBezTo>
                <a:cubicBezTo>
                  <a:pt x="247930" y="27751"/>
                  <a:pt x="253770" y="26265"/>
                  <a:pt x="260083" y="26265"/>
                </a:cubicBezTo>
                <a:cubicBezTo>
                  <a:pt x="268055" y="26265"/>
                  <a:pt x="274575" y="28281"/>
                  <a:pt x="279644" y="32313"/>
                </a:cubicBezTo>
                <a:cubicBezTo>
                  <a:pt x="284712" y="36345"/>
                  <a:pt x="287961" y="42070"/>
                  <a:pt x="289390" y="49489"/>
                </a:cubicBezTo>
                <a:lnTo>
                  <a:pt x="277294" y="51355"/>
                </a:lnTo>
                <a:cubicBezTo>
                  <a:pt x="276142" y="46425"/>
                  <a:pt x="274103" y="42715"/>
                  <a:pt x="271177" y="40227"/>
                </a:cubicBezTo>
                <a:cubicBezTo>
                  <a:pt x="268251" y="37739"/>
                  <a:pt x="264714" y="36495"/>
                  <a:pt x="260567" y="36495"/>
                </a:cubicBezTo>
                <a:cubicBezTo>
                  <a:pt x="254300" y="36495"/>
                  <a:pt x="249209" y="38741"/>
                  <a:pt x="245292" y="43234"/>
                </a:cubicBezTo>
                <a:cubicBezTo>
                  <a:pt x="241375" y="47726"/>
                  <a:pt x="239417" y="54834"/>
                  <a:pt x="239417" y="64557"/>
                </a:cubicBezTo>
                <a:cubicBezTo>
                  <a:pt x="239417" y="74418"/>
                  <a:pt x="241306" y="81583"/>
                  <a:pt x="245084" y="86053"/>
                </a:cubicBezTo>
                <a:cubicBezTo>
                  <a:pt x="248863" y="90522"/>
                  <a:pt x="253793" y="92757"/>
                  <a:pt x="259876" y="92757"/>
                </a:cubicBezTo>
                <a:cubicBezTo>
                  <a:pt x="264760" y="92757"/>
                  <a:pt x="268838" y="91260"/>
                  <a:pt x="272110" y="88265"/>
                </a:cubicBezTo>
                <a:cubicBezTo>
                  <a:pt x="275381" y="85269"/>
                  <a:pt x="277455" y="80661"/>
                  <a:pt x="278331" y="74441"/>
                </a:cubicBezTo>
                <a:close/>
                <a:moveTo>
                  <a:pt x="348683" y="92273"/>
                </a:moveTo>
                <a:cubicBezTo>
                  <a:pt x="344075" y="96190"/>
                  <a:pt x="339640" y="98955"/>
                  <a:pt x="335378" y="100568"/>
                </a:cubicBezTo>
                <a:cubicBezTo>
                  <a:pt x="331115" y="102180"/>
                  <a:pt x="326542" y="102987"/>
                  <a:pt x="321658" y="102987"/>
                </a:cubicBezTo>
                <a:cubicBezTo>
                  <a:pt x="313594" y="102987"/>
                  <a:pt x="307396" y="101017"/>
                  <a:pt x="303065" y="97077"/>
                </a:cubicBezTo>
                <a:cubicBezTo>
                  <a:pt x="298733" y="93137"/>
                  <a:pt x="296568" y="88103"/>
                  <a:pt x="296568" y="81975"/>
                </a:cubicBezTo>
                <a:cubicBezTo>
                  <a:pt x="296568" y="78381"/>
                  <a:pt x="297385" y="75097"/>
                  <a:pt x="299021" y="72125"/>
                </a:cubicBezTo>
                <a:cubicBezTo>
                  <a:pt x="300657" y="69153"/>
                  <a:pt x="302800" y="66769"/>
                  <a:pt x="305449" y="64972"/>
                </a:cubicBezTo>
                <a:cubicBezTo>
                  <a:pt x="308099" y="63174"/>
                  <a:pt x="311082" y="61815"/>
                  <a:pt x="314400" y="60894"/>
                </a:cubicBezTo>
                <a:cubicBezTo>
                  <a:pt x="316842" y="60248"/>
                  <a:pt x="320529" y="59626"/>
                  <a:pt x="325459" y="59027"/>
                </a:cubicBezTo>
                <a:cubicBezTo>
                  <a:pt x="335504" y="57829"/>
                  <a:pt x="342900" y="56401"/>
                  <a:pt x="347646" y="54742"/>
                </a:cubicBezTo>
                <a:cubicBezTo>
                  <a:pt x="347692" y="53037"/>
                  <a:pt x="347715" y="51954"/>
                  <a:pt x="347715" y="51493"/>
                </a:cubicBezTo>
                <a:cubicBezTo>
                  <a:pt x="347715" y="46425"/>
                  <a:pt x="346540" y="42854"/>
                  <a:pt x="344190" y="40780"/>
                </a:cubicBezTo>
                <a:cubicBezTo>
                  <a:pt x="341011" y="37969"/>
                  <a:pt x="336288" y="36564"/>
                  <a:pt x="330021" y="36564"/>
                </a:cubicBezTo>
                <a:cubicBezTo>
                  <a:pt x="324169" y="36564"/>
                  <a:pt x="319849" y="37589"/>
                  <a:pt x="317061" y="39640"/>
                </a:cubicBezTo>
                <a:cubicBezTo>
                  <a:pt x="314273" y="41690"/>
                  <a:pt x="312211" y="45319"/>
                  <a:pt x="310875" y="50526"/>
                </a:cubicBezTo>
                <a:lnTo>
                  <a:pt x="298710" y="48867"/>
                </a:lnTo>
                <a:cubicBezTo>
                  <a:pt x="299816" y="43660"/>
                  <a:pt x="301636" y="39455"/>
                  <a:pt x="304171" y="36253"/>
                </a:cubicBezTo>
                <a:cubicBezTo>
                  <a:pt x="306705" y="33050"/>
                  <a:pt x="310368" y="30585"/>
                  <a:pt x="315160" y="28857"/>
                </a:cubicBezTo>
                <a:cubicBezTo>
                  <a:pt x="319953" y="27129"/>
                  <a:pt x="325505" y="26265"/>
                  <a:pt x="331818" y="26265"/>
                </a:cubicBezTo>
                <a:cubicBezTo>
                  <a:pt x="338085" y="26265"/>
                  <a:pt x="343177" y="27002"/>
                  <a:pt x="347093" y="28477"/>
                </a:cubicBezTo>
                <a:cubicBezTo>
                  <a:pt x="351010" y="29951"/>
                  <a:pt x="353890" y="31806"/>
                  <a:pt x="355733" y="34041"/>
                </a:cubicBezTo>
                <a:cubicBezTo>
                  <a:pt x="357576" y="36276"/>
                  <a:pt x="358867" y="39098"/>
                  <a:pt x="359604" y="42508"/>
                </a:cubicBezTo>
                <a:cubicBezTo>
                  <a:pt x="360018" y="44628"/>
                  <a:pt x="360226" y="48452"/>
                  <a:pt x="360226" y="53982"/>
                </a:cubicBezTo>
                <a:lnTo>
                  <a:pt x="360226" y="70570"/>
                </a:lnTo>
                <a:cubicBezTo>
                  <a:pt x="360226" y="82136"/>
                  <a:pt x="360491" y="89451"/>
                  <a:pt x="361021" y="92515"/>
                </a:cubicBezTo>
                <a:cubicBezTo>
                  <a:pt x="361551" y="95580"/>
                  <a:pt x="362599" y="98517"/>
                  <a:pt x="364166" y="101328"/>
                </a:cubicBezTo>
                <a:lnTo>
                  <a:pt x="351171" y="101328"/>
                </a:lnTo>
                <a:cubicBezTo>
                  <a:pt x="349881" y="98748"/>
                  <a:pt x="349052" y="95729"/>
                  <a:pt x="348683" y="92273"/>
                </a:cubicBezTo>
                <a:moveTo>
                  <a:pt x="347646" y="64488"/>
                </a:moveTo>
                <a:cubicBezTo>
                  <a:pt x="343130" y="66331"/>
                  <a:pt x="336357" y="67898"/>
                  <a:pt x="327325" y="69188"/>
                </a:cubicBezTo>
                <a:cubicBezTo>
                  <a:pt x="322211" y="69925"/>
                  <a:pt x="318593" y="70754"/>
                  <a:pt x="316474" y="71676"/>
                </a:cubicBezTo>
                <a:cubicBezTo>
                  <a:pt x="314354" y="72598"/>
                  <a:pt x="312718" y="73945"/>
                  <a:pt x="311566" y="75720"/>
                </a:cubicBezTo>
                <a:cubicBezTo>
                  <a:pt x="310414" y="77494"/>
                  <a:pt x="309838" y="79463"/>
                  <a:pt x="309838" y="81629"/>
                </a:cubicBezTo>
                <a:cubicBezTo>
                  <a:pt x="309838" y="84947"/>
                  <a:pt x="311094" y="87712"/>
                  <a:pt x="313605" y="89923"/>
                </a:cubicBezTo>
                <a:cubicBezTo>
                  <a:pt x="316117" y="92135"/>
                  <a:pt x="319791" y="93241"/>
                  <a:pt x="324630" y="93241"/>
                </a:cubicBezTo>
                <a:cubicBezTo>
                  <a:pt x="329422" y="93241"/>
                  <a:pt x="333684" y="92193"/>
                  <a:pt x="337417" y="90096"/>
                </a:cubicBezTo>
                <a:cubicBezTo>
                  <a:pt x="341149" y="88000"/>
                  <a:pt x="343891" y="85131"/>
                  <a:pt x="345642" y="81491"/>
                </a:cubicBezTo>
                <a:cubicBezTo>
                  <a:pt x="346978" y="78680"/>
                  <a:pt x="347646" y="74533"/>
                  <a:pt x="347646" y="69050"/>
                </a:cubicBezTo>
                <a:lnTo>
                  <a:pt x="347646" y="64488"/>
                </a:lnTo>
                <a:close/>
                <a:moveTo>
                  <a:pt x="378992" y="101328"/>
                </a:moveTo>
                <a:lnTo>
                  <a:pt x="378992" y="0"/>
                </a:lnTo>
                <a:lnTo>
                  <a:pt x="391433" y="0"/>
                </a:lnTo>
                <a:lnTo>
                  <a:pt x="391433" y="57783"/>
                </a:lnTo>
                <a:lnTo>
                  <a:pt x="420878" y="27924"/>
                </a:lnTo>
                <a:lnTo>
                  <a:pt x="436982" y="27924"/>
                </a:lnTo>
                <a:lnTo>
                  <a:pt x="408920" y="55157"/>
                </a:lnTo>
                <a:lnTo>
                  <a:pt x="439816" y="101328"/>
                </a:lnTo>
                <a:lnTo>
                  <a:pt x="424472" y="101328"/>
                </a:lnTo>
                <a:lnTo>
                  <a:pt x="400211" y="63797"/>
                </a:lnTo>
                <a:lnTo>
                  <a:pt x="391433" y="72229"/>
                </a:lnTo>
                <a:lnTo>
                  <a:pt x="391433" y="101328"/>
                </a:lnTo>
                <a:lnTo>
                  <a:pt x="378992" y="101328"/>
                </a:lnTo>
                <a:close/>
                <a:moveTo>
                  <a:pt x="499524" y="77689"/>
                </a:moveTo>
                <a:lnTo>
                  <a:pt x="512381" y="79279"/>
                </a:lnTo>
                <a:cubicBezTo>
                  <a:pt x="510353" y="86790"/>
                  <a:pt x="506598" y="92619"/>
                  <a:pt x="501114" y="96766"/>
                </a:cubicBezTo>
                <a:cubicBezTo>
                  <a:pt x="495631" y="100913"/>
                  <a:pt x="488627" y="102987"/>
                  <a:pt x="480102" y="102987"/>
                </a:cubicBezTo>
                <a:cubicBezTo>
                  <a:pt x="469366" y="102987"/>
                  <a:pt x="460853" y="99681"/>
                  <a:pt x="454563" y="93068"/>
                </a:cubicBezTo>
                <a:cubicBezTo>
                  <a:pt x="448273" y="86456"/>
                  <a:pt x="445128" y="77183"/>
                  <a:pt x="445128" y="65248"/>
                </a:cubicBezTo>
                <a:cubicBezTo>
                  <a:pt x="445128" y="52899"/>
                  <a:pt x="448308" y="43314"/>
                  <a:pt x="454666" y="36495"/>
                </a:cubicBezTo>
                <a:cubicBezTo>
                  <a:pt x="461025" y="29675"/>
                  <a:pt x="469274" y="26265"/>
                  <a:pt x="479411" y="26265"/>
                </a:cubicBezTo>
                <a:cubicBezTo>
                  <a:pt x="489226" y="26265"/>
                  <a:pt x="497244" y="29606"/>
                  <a:pt x="503464" y="36287"/>
                </a:cubicBezTo>
                <a:cubicBezTo>
                  <a:pt x="509685" y="42969"/>
                  <a:pt x="512795" y="52369"/>
                  <a:pt x="512795" y="64488"/>
                </a:cubicBezTo>
                <a:cubicBezTo>
                  <a:pt x="512795" y="65225"/>
                  <a:pt x="512772" y="66331"/>
                  <a:pt x="512726" y="67805"/>
                </a:cubicBezTo>
                <a:lnTo>
                  <a:pt x="457984" y="67805"/>
                </a:lnTo>
                <a:cubicBezTo>
                  <a:pt x="458445" y="75869"/>
                  <a:pt x="460726" y="82044"/>
                  <a:pt x="464827" y="86329"/>
                </a:cubicBezTo>
                <a:cubicBezTo>
                  <a:pt x="468928" y="90615"/>
                  <a:pt x="474043" y="92757"/>
                  <a:pt x="480171" y="92757"/>
                </a:cubicBezTo>
                <a:cubicBezTo>
                  <a:pt x="484733" y="92757"/>
                  <a:pt x="488627" y="91559"/>
                  <a:pt x="491852" y="89163"/>
                </a:cubicBezTo>
                <a:cubicBezTo>
                  <a:pt x="495078" y="86767"/>
                  <a:pt x="497635" y="82942"/>
                  <a:pt x="499524" y="77689"/>
                </a:cubicBezTo>
                <a:moveTo>
                  <a:pt x="458675" y="57576"/>
                </a:moveTo>
                <a:lnTo>
                  <a:pt x="499663" y="57576"/>
                </a:lnTo>
                <a:cubicBezTo>
                  <a:pt x="499110" y="51401"/>
                  <a:pt x="497543" y="46770"/>
                  <a:pt x="494963" y="43683"/>
                </a:cubicBezTo>
                <a:cubicBezTo>
                  <a:pt x="491000" y="38891"/>
                  <a:pt x="485862" y="36495"/>
                  <a:pt x="479549" y="36495"/>
                </a:cubicBezTo>
                <a:cubicBezTo>
                  <a:pt x="473835" y="36495"/>
                  <a:pt x="469032" y="38407"/>
                  <a:pt x="465138" y="42232"/>
                </a:cubicBezTo>
                <a:cubicBezTo>
                  <a:pt x="461244" y="46056"/>
                  <a:pt x="459090" y="51171"/>
                  <a:pt x="458675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apple">
            <a:extLst xmlns:a="http://schemas.openxmlformats.org/drawingml/2006/main">
              <a:ext uri="{FF2B5EF4-FFF2-40B4-BE49-F238E27FC236}">
                <a16:creationId xmlns:a16="http://schemas.microsoft.com/office/drawing/2014/main" id="{94523FEE-D73A-4B39-95A6-78524A31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633" y="376133"/>
            <a:ext cx="333548" cy="129459"/>
          </a:xfrm>
          <a:custGeom xmlns:a="http://schemas.openxmlformats.org/drawingml/2006/main">
            <a:pathLst>
              <a:path w="333548" h="129459">
                <a:moveTo>
                  <a:pt x="52115" y="92273"/>
                </a:moveTo>
                <a:cubicBezTo>
                  <a:pt x="47508" y="96190"/>
                  <a:pt x="43072" y="98955"/>
                  <a:pt x="38810" y="100568"/>
                </a:cubicBezTo>
                <a:cubicBezTo>
                  <a:pt x="34548" y="102180"/>
                  <a:pt x="29974" y="102987"/>
                  <a:pt x="25090" y="102987"/>
                </a:cubicBezTo>
                <a:cubicBezTo>
                  <a:pt x="17026" y="102987"/>
                  <a:pt x="10829" y="101017"/>
                  <a:pt x="6497" y="97077"/>
                </a:cubicBezTo>
                <a:cubicBezTo>
                  <a:pt x="2166" y="93137"/>
                  <a:pt x="0" y="88103"/>
                  <a:pt x="0" y="81975"/>
                </a:cubicBezTo>
                <a:cubicBezTo>
                  <a:pt x="0" y="78381"/>
                  <a:pt x="818" y="75097"/>
                  <a:pt x="2454" y="72125"/>
                </a:cubicBezTo>
                <a:cubicBezTo>
                  <a:pt x="4090" y="69153"/>
                  <a:pt x="6232" y="66769"/>
                  <a:pt x="8882" y="64972"/>
                </a:cubicBezTo>
                <a:cubicBezTo>
                  <a:pt x="11531" y="63174"/>
                  <a:pt x="14515" y="61815"/>
                  <a:pt x="17833" y="60894"/>
                </a:cubicBezTo>
                <a:cubicBezTo>
                  <a:pt x="20275" y="60248"/>
                  <a:pt x="23961" y="59626"/>
                  <a:pt x="28892" y="59027"/>
                </a:cubicBezTo>
                <a:cubicBezTo>
                  <a:pt x="38937" y="57829"/>
                  <a:pt x="46333" y="56401"/>
                  <a:pt x="51079" y="54742"/>
                </a:cubicBezTo>
                <a:cubicBezTo>
                  <a:pt x="51125" y="53037"/>
                  <a:pt x="51148" y="51954"/>
                  <a:pt x="51148" y="51493"/>
                </a:cubicBezTo>
                <a:cubicBezTo>
                  <a:pt x="51148" y="46425"/>
                  <a:pt x="49973" y="42854"/>
                  <a:pt x="47623" y="40780"/>
                </a:cubicBezTo>
                <a:cubicBezTo>
                  <a:pt x="44443" y="37969"/>
                  <a:pt x="39720" y="36564"/>
                  <a:pt x="33453" y="36564"/>
                </a:cubicBezTo>
                <a:cubicBezTo>
                  <a:pt x="27601" y="36564"/>
                  <a:pt x="23281" y="37589"/>
                  <a:pt x="20494" y="39640"/>
                </a:cubicBezTo>
                <a:cubicBezTo>
                  <a:pt x="17706" y="41690"/>
                  <a:pt x="15644" y="45319"/>
                  <a:pt x="14308" y="50526"/>
                </a:cubicBezTo>
                <a:lnTo>
                  <a:pt x="2143" y="48867"/>
                </a:lnTo>
                <a:cubicBezTo>
                  <a:pt x="3249" y="43660"/>
                  <a:pt x="5069" y="39455"/>
                  <a:pt x="7603" y="36253"/>
                </a:cubicBezTo>
                <a:cubicBezTo>
                  <a:pt x="10137" y="33050"/>
                  <a:pt x="13801" y="30585"/>
                  <a:pt x="18593" y="28857"/>
                </a:cubicBezTo>
                <a:cubicBezTo>
                  <a:pt x="23385" y="27129"/>
                  <a:pt x="28938" y="26265"/>
                  <a:pt x="35251" y="26265"/>
                </a:cubicBezTo>
                <a:cubicBezTo>
                  <a:pt x="41517" y="26265"/>
                  <a:pt x="46609" y="27002"/>
                  <a:pt x="50526" y="28477"/>
                </a:cubicBezTo>
                <a:cubicBezTo>
                  <a:pt x="54442" y="29951"/>
                  <a:pt x="57322" y="31806"/>
                  <a:pt x="59166" y="34041"/>
                </a:cubicBezTo>
                <a:cubicBezTo>
                  <a:pt x="61009" y="36276"/>
                  <a:pt x="62299" y="39098"/>
                  <a:pt x="63036" y="42508"/>
                </a:cubicBezTo>
                <a:cubicBezTo>
                  <a:pt x="63451" y="44628"/>
                  <a:pt x="63658" y="48452"/>
                  <a:pt x="63658" y="53982"/>
                </a:cubicBezTo>
                <a:lnTo>
                  <a:pt x="63658" y="70570"/>
                </a:lnTo>
                <a:cubicBezTo>
                  <a:pt x="63658" y="82136"/>
                  <a:pt x="63923" y="89451"/>
                  <a:pt x="64453" y="92515"/>
                </a:cubicBezTo>
                <a:cubicBezTo>
                  <a:pt x="64983" y="95580"/>
                  <a:pt x="66031" y="98517"/>
                  <a:pt x="67598" y="101328"/>
                </a:cubicBezTo>
                <a:lnTo>
                  <a:pt x="54604" y="101328"/>
                </a:lnTo>
                <a:cubicBezTo>
                  <a:pt x="53314" y="98748"/>
                  <a:pt x="52484" y="95729"/>
                  <a:pt x="52115" y="92273"/>
                </a:cubicBezTo>
                <a:moveTo>
                  <a:pt x="51079" y="64488"/>
                </a:moveTo>
                <a:cubicBezTo>
                  <a:pt x="46563" y="66331"/>
                  <a:pt x="39789" y="67898"/>
                  <a:pt x="30758" y="69188"/>
                </a:cubicBezTo>
                <a:cubicBezTo>
                  <a:pt x="25643" y="69925"/>
                  <a:pt x="22026" y="70754"/>
                  <a:pt x="19906" y="71676"/>
                </a:cubicBezTo>
                <a:cubicBezTo>
                  <a:pt x="17787" y="72598"/>
                  <a:pt x="16151" y="73945"/>
                  <a:pt x="14999" y="75720"/>
                </a:cubicBezTo>
                <a:cubicBezTo>
                  <a:pt x="13847" y="77494"/>
                  <a:pt x="13271" y="79463"/>
                  <a:pt x="13271" y="81629"/>
                </a:cubicBezTo>
                <a:cubicBezTo>
                  <a:pt x="13271" y="84947"/>
                  <a:pt x="14526" y="87712"/>
                  <a:pt x="17038" y="89923"/>
                </a:cubicBezTo>
                <a:cubicBezTo>
                  <a:pt x="19549" y="92135"/>
                  <a:pt x="23224" y="93241"/>
                  <a:pt x="28062" y="93241"/>
                </a:cubicBezTo>
                <a:cubicBezTo>
                  <a:pt x="32854" y="93241"/>
                  <a:pt x="37117" y="92193"/>
                  <a:pt x="40849" y="90096"/>
                </a:cubicBezTo>
                <a:cubicBezTo>
                  <a:pt x="44582" y="88000"/>
                  <a:pt x="47323" y="85131"/>
                  <a:pt x="49074" y="81491"/>
                </a:cubicBezTo>
                <a:cubicBezTo>
                  <a:pt x="50411" y="78680"/>
                  <a:pt x="51079" y="74533"/>
                  <a:pt x="51079" y="69050"/>
                </a:cubicBezTo>
                <a:lnTo>
                  <a:pt x="51079" y="64488"/>
                </a:lnTo>
                <a:close/>
                <a:moveTo>
                  <a:pt x="82383" y="129459"/>
                </a:moveTo>
                <a:lnTo>
                  <a:pt x="82383" y="27924"/>
                </a:lnTo>
                <a:lnTo>
                  <a:pt x="93718" y="27924"/>
                </a:lnTo>
                <a:lnTo>
                  <a:pt x="93718" y="37462"/>
                </a:lnTo>
                <a:cubicBezTo>
                  <a:pt x="96391" y="33730"/>
                  <a:pt x="99409" y="30931"/>
                  <a:pt x="102773" y="29064"/>
                </a:cubicBezTo>
                <a:cubicBezTo>
                  <a:pt x="106137" y="27198"/>
                  <a:pt x="110215" y="26265"/>
                  <a:pt x="115007" y="26265"/>
                </a:cubicBezTo>
                <a:cubicBezTo>
                  <a:pt x="121274" y="26265"/>
                  <a:pt x="126803" y="27878"/>
                  <a:pt x="131595" y="31103"/>
                </a:cubicBezTo>
                <a:cubicBezTo>
                  <a:pt x="136388" y="34329"/>
                  <a:pt x="140005" y="38879"/>
                  <a:pt x="142447" y="44754"/>
                </a:cubicBezTo>
                <a:cubicBezTo>
                  <a:pt x="144889" y="50629"/>
                  <a:pt x="146110" y="57069"/>
                  <a:pt x="146110" y="64073"/>
                </a:cubicBezTo>
                <a:cubicBezTo>
                  <a:pt x="146110" y="71584"/>
                  <a:pt x="144762" y="78346"/>
                  <a:pt x="142067" y="84359"/>
                </a:cubicBezTo>
                <a:cubicBezTo>
                  <a:pt x="139371" y="90373"/>
                  <a:pt x="135454" y="94981"/>
                  <a:pt x="130317" y="98183"/>
                </a:cubicBezTo>
                <a:cubicBezTo>
                  <a:pt x="125179" y="101386"/>
                  <a:pt x="119776" y="102987"/>
                  <a:pt x="114108" y="102987"/>
                </a:cubicBezTo>
                <a:cubicBezTo>
                  <a:pt x="109961" y="102987"/>
                  <a:pt x="106240" y="102111"/>
                  <a:pt x="102946" y="100360"/>
                </a:cubicBezTo>
                <a:cubicBezTo>
                  <a:pt x="99651" y="98609"/>
                  <a:pt x="96944" y="96398"/>
                  <a:pt x="94824" y="93725"/>
                </a:cubicBezTo>
                <a:lnTo>
                  <a:pt x="94824" y="129459"/>
                </a:lnTo>
                <a:lnTo>
                  <a:pt x="82383" y="129459"/>
                </a:lnTo>
                <a:moveTo>
                  <a:pt x="93649" y="65041"/>
                </a:moveTo>
                <a:cubicBezTo>
                  <a:pt x="93649" y="74487"/>
                  <a:pt x="95561" y="81468"/>
                  <a:pt x="99386" y="85984"/>
                </a:cubicBezTo>
                <a:cubicBezTo>
                  <a:pt x="103211" y="90499"/>
                  <a:pt x="107842" y="92757"/>
                  <a:pt x="113279" y="92757"/>
                </a:cubicBezTo>
                <a:cubicBezTo>
                  <a:pt x="118808" y="92757"/>
                  <a:pt x="123543" y="90419"/>
                  <a:pt x="127483" y="85742"/>
                </a:cubicBezTo>
                <a:cubicBezTo>
                  <a:pt x="131423" y="81065"/>
                  <a:pt x="133392" y="73819"/>
                  <a:pt x="133392" y="64004"/>
                </a:cubicBezTo>
                <a:cubicBezTo>
                  <a:pt x="133392" y="54650"/>
                  <a:pt x="131469" y="47646"/>
                  <a:pt x="127621" y="42992"/>
                </a:cubicBezTo>
                <a:cubicBezTo>
                  <a:pt x="123773" y="38338"/>
                  <a:pt x="119177" y="36011"/>
                  <a:pt x="113832" y="36011"/>
                </a:cubicBezTo>
                <a:cubicBezTo>
                  <a:pt x="108533" y="36011"/>
                  <a:pt x="103844" y="38488"/>
                  <a:pt x="99766" y="43441"/>
                </a:cubicBezTo>
                <a:cubicBezTo>
                  <a:pt x="95688" y="48395"/>
                  <a:pt x="93649" y="55594"/>
                  <a:pt x="93649" y="65041"/>
                </a:cubicBezTo>
                <a:close/>
                <a:moveTo>
                  <a:pt x="160549" y="129459"/>
                </a:moveTo>
                <a:lnTo>
                  <a:pt x="160549" y="27924"/>
                </a:lnTo>
                <a:lnTo>
                  <a:pt x="171885" y="27924"/>
                </a:lnTo>
                <a:lnTo>
                  <a:pt x="171885" y="37462"/>
                </a:lnTo>
                <a:cubicBezTo>
                  <a:pt x="174558" y="33730"/>
                  <a:pt x="177576" y="30931"/>
                  <a:pt x="180939" y="29064"/>
                </a:cubicBezTo>
                <a:cubicBezTo>
                  <a:pt x="184303" y="27198"/>
                  <a:pt x="188381" y="26265"/>
                  <a:pt x="193174" y="26265"/>
                </a:cubicBezTo>
                <a:cubicBezTo>
                  <a:pt x="199440" y="26265"/>
                  <a:pt x="204970" y="27878"/>
                  <a:pt x="209762" y="31103"/>
                </a:cubicBezTo>
                <a:cubicBezTo>
                  <a:pt x="214554" y="34329"/>
                  <a:pt x="218171" y="38879"/>
                  <a:pt x="220614" y="44754"/>
                </a:cubicBezTo>
                <a:cubicBezTo>
                  <a:pt x="223056" y="50629"/>
                  <a:pt x="224277" y="57069"/>
                  <a:pt x="224277" y="64073"/>
                </a:cubicBezTo>
                <a:cubicBezTo>
                  <a:pt x="224277" y="71584"/>
                  <a:pt x="222929" y="78346"/>
                  <a:pt x="220233" y="84359"/>
                </a:cubicBezTo>
                <a:cubicBezTo>
                  <a:pt x="217538" y="90373"/>
                  <a:pt x="213621" y="94981"/>
                  <a:pt x="208483" y="98183"/>
                </a:cubicBezTo>
                <a:cubicBezTo>
                  <a:pt x="203345" y="101386"/>
                  <a:pt x="197943" y="102987"/>
                  <a:pt x="192275" y="102987"/>
                </a:cubicBezTo>
                <a:cubicBezTo>
                  <a:pt x="188128" y="102987"/>
                  <a:pt x="184407" y="102111"/>
                  <a:pt x="181112" y="100360"/>
                </a:cubicBezTo>
                <a:cubicBezTo>
                  <a:pt x="177818" y="98609"/>
                  <a:pt x="175110" y="96398"/>
                  <a:pt x="172991" y="93725"/>
                </a:cubicBezTo>
                <a:lnTo>
                  <a:pt x="172991" y="129459"/>
                </a:lnTo>
                <a:lnTo>
                  <a:pt x="160549" y="129459"/>
                </a:lnTo>
                <a:moveTo>
                  <a:pt x="171816" y="65041"/>
                </a:moveTo>
                <a:cubicBezTo>
                  <a:pt x="171816" y="74487"/>
                  <a:pt x="173728" y="81468"/>
                  <a:pt x="177553" y="85984"/>
                </a:cubicBezTo>
                <a:cubicBezTo>
                  <a:pt x="181377" y="90499"/>
                  <a:pt x="186008" y="92757"/>
                  <a:pt x="191446" y="92757"/>
                </a:cubicBezTo>
                <a:cubicBezTo>
                  <a:pt x="196975" y="92757"/>
                  <a:pt x="201710" y="90419"/>
                  <a:pt x="205649" y="85742"/>
                </a:cubicBezTo>
                <a:cubicBezTo>
                  <a:pt x="209589" y="81065"/>
                  <a:pt x="211559" y="73819"/>
                  <a:pt x="211559" y="64004"/>
                </a:cubicBezTo>
                <a:cubicBezTo>
                  <a:pt x="211559" y="54650"/>
                  <a:pt x="209635" y="47646"/>
                  <a:pt x="205788" y="42992"/>
                </a:cubicBezTo>
                <a:cubicBezTo>
                  <a:pt x="201940" y="38338"/>
                  <a:pt x="197344" y="36011"/>
                  <a:pt x="191998" y="36011"/>
                </a:cubicBezTo>
                <a:cubicBezTo>
                  <a:pt x="186699" y="36011"/>
                  <a:pt x="182011" y="38488"/>
                  <a:pt x="177933" y="43441"/>
                </a:cubicBezTo>
                <a:cubicBezTo>
                  <a:pt x="173855" y="48395"/>
                  <a:pt x="171816" y="55594"/>
                  <a:pt x="171816" y="65041"/>
                </a:cubicBezTo>
                <a:close/>
                <a:moveTo>
                  <a:pt x="238440" y="101328"/>
                </a:moveTo>
                <a:lnTo>
                  <a:pt x="238440" y="0"/>
                </a:lnTo>
                <a:lnTo>
                  <a:pt x="250881" y="0"/>
                </a:lnTo>
                <a:lnTo>
                  <a:pt x="250881" y="101328"/>
                </a:lnTo>
                <a:lnTo>
                  <a:pt x="238440" y="101328"/>
                </a:lnTo>
                <a:close/>
                <a:moveTo>
                  <a:pt x="320278" y="77689"/>
                </a:moveTo>
                <a:lnTo>
                  <a:pt x="333134" y="79279"/>
                </a:lnTo>
                <a:cubicBezTo>
                  <a:pt x="331106" y="86790"/>
                  <a:pt x="327351" y="92619"/>
                  <a:pt x="321867" y="96766"/>
                </a:cubicBezTo>
                <a:cubicBezTo>
                  <a:pt x="316384" y="100913"/>
                  <a:pt x="309380" y="102987"/>
                  <a:pt x="300855" y="102987"/>
                </a:cubicBezTo>
                <a:cubicBezTo>
                  <a:pt x="290119" y="102987"/>
                  <a:pt x="281606" y="99681"/>
                  <a:pt x="275316" y="93068"/>
                </a:cubicBezTo>
                <a:cubicBezTo>
                  <a:pt x="269026" y="86456"/>
                  <a:pt x="265881" y="77183"/>
                  <a:pt x="265881" y="65248"/>
                </a:cubicBezTo>
                <a:cubicBezTo>
                  <a:pt x="265881" y="52899"/>
                  <a:pt x="269061" y="43314"/>
                  <a:pt x="275420" y="36495"/>
                </a:cubicBezTo>
                <a:cubicBezTo>
                  <a:pt x="281778" y="29675"/>
                  <a:pt x="290027" y="26265"/>
                  <a:pt x="300164" y="26265"/>
                </a:cubicBezTo>
                <a:cubicBezTo>
                  <a:pt x="309979" y="26265"/>
                  <a:pt x="317997" y="29606"/>
                  <a:pt x="324217" y="36287"/>
                </a:cubicBezTo>
                <a:cubicBezTo>
                  <a:pt x="330438" y="42969"/>
                  <a:pt x="333548" y="52369"/>
                  <a:pt x="333548" y="64488"/>
                </a:cubicBezTo>
                <a:cubicBezTo>
                  <a:pt x="333548" y="65225"/>
                  <a:pt x="333525" y="66331"/>
                  <a:pt x="333479" y="67805"/>
                </a:cubicBezTo>
                <a:lnTo>
                  <a:pt x="278737" y="67805"/>
                </a:lnTo>
                <a:cubicBezTo>
                  <a:pt x="279198" y="75869"/>
                  <a:pt x="281479" y="82044"/>
                  <a:pt x="285580" y="86329"/>
                </a:cubicBezTo>
                <a:cubicBezTo>
                  <a:pt x="289681" y="90615"/>
                  <a:pt x="294796" y="92757"/>
                  <a:pt x="300924" y="92757"/>
                </a:cubicBezTo>
                <a:cubicBezTo>
                  <a:pt x="305486" y="92757"/>
                  <a:pt x="309380" y="91559"/>
                  <a:pt x="312605" y="89163"/>
                </a:cubicBezTo>
                <a:cubicBezTo>
                  <a:pt x="315831" y="86767"/>
                  <a:pt x="318388" y="82942"/>
                  <a:pt x="320278" y="77689"/>
                </a:cubicBezTo>
                <a:moveTo>
                  <a:pt x="279428" y="57576"/>
                </a:moveTo>
                <a:lnTo>
                  <a:pt x="320416" y="57576"/>
                </a:lnTo>
                <a:cubicBezTo>
                  <a:pt x="319863" y="51401"/>
                  <a:pt x="318296" y="46770"/>
                  <a:pt x="315716" y="43683"/>
                </a:cubicBezTo>
                <a:cubicBezTo>
                  <a:pt x="311753" y="38891"/>
                  <a:pt x="306615" y="36495"/>
                  <a:pt x="300302" y="36495"/>
                </a:cubicBezTo>
                <a:cubicBezTo>
                  <a:pt x="294588" y="36495"/>
                  <a:pt x="289785" y="38407"/>
                  <a:pt x="285891" y="42232"/>
                </a:cubicBezTo>
                <a:cubicBezTo>
                  <a:pt x="281997" y="46056"/>
                  <a:pt x="279843" y="51171"/>
                  <a:pt x="279428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person">
            <a:extLst xmlns:a="http://schemas.openxmlformats.org/drawingml/2006/main">
              <a:ext uri="{FF2B5EF4-FFF2-40B4-BE49-F238E27FC236}">
                <a16:creationId xmlns:a16="http://schemas.microsoft.com/office/drawing/2014/main" id="{0F1C99D2-8F97-4530-9356-7C0CB93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841" y="661631"/>
            <a:ext cx="411414" cy="103194"/>
          </a:xfrm>
          <a:custGeom xmlns:a="http://schemas.openxmlformats.org/drawingml/2006/main">
            <a:pathLst>
              <a:path w="411414" h="103194">
                <a:moveTo>
                  <a:pt x="0" y="103194"/>
                </a:moveTo>
                <a:lnTo>
                  <a:pt x="0" y="1659"/>
                </a:lnTo>
                <a:lnTo>
                  <a:pt x="11335" y="1659"/>
                </a:lnTo>
                <a:lnTo>
                  <a:pt x="11335" y="11197"/>
                </a:lnTo>
                <a:cubicBezTo>
                  <a:pt x="14008" y="7465"/>
                  <a:pt x="17026" y="4666"/>
                  <a:pt x="20390" y="2799"/>
                </a:cubicBezTo>
                <a:cubicBezTo>
                  <a:pt x="23754" y="933"/>
                  <a:pt x="27832" y="0"/>
                  <a:pt x="32624" y="0"/>
                </a:cubicBezTo>
                <a:cubicBezTo>
                  <a:pt x="38891" y="0"/>
                  <a:pt x="44420" y="1613"/>
                  <a:pt x="49212" y="4838"/>
                </a:cubicBezTo>
                <a:cubicBezTo>
                  <a:pt x="54005" y="8064"/>
                  <a:pt x="57622" y="12614"/>
                  <a:pt x="60064" y="18489"/>
                </a:cubicBezTo>
                <a:cubicBezTo>
                  <a:pt x="62506" y="24364"/>
                  <a:pt x="63727" y="30804"/>
                  <a:pt x="63727" y="37808"/>
                </a:cubicBezTo>
                <a:cubicBezTo>
                  <a:pt x="63727" y="45319"/>
                  <a:pt x="62380" y="52081"/>
                  <a:pt x="59684" y="58094"/>
                </a:cubicBezTo>
                <a:cubicBezTo>
                  <a:pt x="56988" y="64108"/>
                  <a:pt x="53072" y="68715"/>
                  <a:pt x="47934" y="71918"/>
                </a:cubicBezTo>
                <a:cubicBezTo>
                  <a:pt x="42796" y="75120"/>
                  <a:pt x="37393" y="76722"/>
                  <a:pt x="31725" y="76722"/>
                </a:cubicBezTo>
                <a:cubicBezTo>
                  <a:pt x="27578" y="76722"/>
                  <a:pt x="23857" y="75846"/>
                  <a:pt x="20563" y="74095"/>
                </a:cubicBezTo>
                <a:cubicBezTo>
                  <a:pt x="17268" y="72344"/>
                  <a:pt x="14561" y="70132"/>
                  <a:pt x="12441" y="67460"/>
                </a:cubicBezTo>
                <a:lnTo>
                  <a:pt x="12441" y="103194"/>
                </a:lnTo>
                <a:lnTo>
                  <a:pt x="0" y="103194"/>
                </a:lnTo>
                <a:moveTo>
                  <a:pt x="11266" y="38776"/>
                </a:moveTo>
                <a:cubicBezTo>
                  <a:pt x="11266" y="48222"/>
                  <a:pt x="13179" y="55203"/>
                  <a:pt x="17003" y="59719"/>
                </a:cubicBezTo>
                <a:cubicBezTo>
                  <a:pt x="20828" y="64234"/>
                  <a:pt x="25459" y="66492"/>
                  <a:pt x="30896" y="66492"/>
                </a:cubicBezTo>
                <a:cubicBezTo>
                  <a:pt x="36426" y="66492"/>
                  <a:pt x="41160" y="64154"/>
                  <a:pt x="45100" y="59477"/>
                </a:cubicBezTo>
                <a:cubicBezTo>
                  <a:pt x="49040" y="54800"/>
                  <a:pt x="51010" y="47554"/>
                  <a:pt x="51010" y="37739"/>
                </a:cubicBezTo>
                <a:cubicBezTo>
                  <a:pt x="51010" y="28385"/>
                  <a:pt x="49086" y="21381"/>
                  <a:pt x="45238" y="16727"/>
                </a:cubicBezTo>
                <a:cubicBezTo>
                  <a:pt x="41391" y="12073"/>
                  <a:pt x="36794" y="9746"/>
                  <a:pt x="31449" y="9746"/>
                </a:cubicBezTo>
                <a:cubicBezTo>
                  <a:pt x="26150" y="9746"/>
                  <a:pt x="21461" y="12222"/>
                  <a:pt x="17383" y="17176"/>
                </a:cubicBezTo>
                <a:cubicBezTo>
                  <a:pt x="13305" y="22129"/>
                  <a:pt x="11266" y="29329"/>
                  <a:pt x="11266" y="38776"/>
                </a:cubicBezTo>
                <a:close/>
                <a:moveTo>
                  <a:pt x="128416" y="51424"/>
                </a:moveTo>
                <a:lnTo>
                  <a:pt x="141272" y="53014"/>
                </a:lnTo>
                <a:cubicBezTo>
                  <a:pt x="139244" y="60525"/>
                  <a:pt x="135489" y="66354"/>
                  <a:pt x="130006" y="70501"/>
                </a:cubicBezTo>
                <a:cubicBezTo>
                  <a:pt x="124522" y="74648"/>
                  <a:pt x="117518" y="76722"/>
                  <a:pt x="108994" y="76722"/>
                </a:cubicBezTo>
                <a:cubicBezTo>
                  <a:pt x="98257" y="76722"/>
                  <a:pt x="89744" y="73416"/>
                  <a:pt x="83454" y="66803"/>
                </a:cubicBezTo>
                <a:cubicBezTo>
                  <a:pt x="77164" y="60191"/>
                  <a:pt x="74020" y="50917"/>
                  <a:pt x="74020" y="38983"/>
                </a:cubicBezTo>
                <a:cubicBezTo>
                  <a:pt x="74020" y="26634"/>
                  <a:pt x="77199" y="17049"/>
                  <a:pt x="83558" y="10230"/>
                </a:cubicBezTo>
                <a:cubicBezTo>
                  <a:pt x="89917" y="3410"/>
                  <a:pt x="98165" y="0"/>
                  <a:pt x="108302" y="0"/>
                </a:cubicBezTo>
                <a:cubicBezTo>
                  <a:pt x="118117" y="0"/>
                  <a:pt x="126135" y="3341"/>
                  <a:pt x="132356" y="10022"/>
                </a:cubicBezTo>
                <a:cubicBezTo>
                  <a:pt x="138576" y="16704"/>
                  <a:pt x="141687" y="26104"/>
                  <a:pt x="141687" y="38223"/>
                </a:cubicBezTo>
                <a:cubicBezTo>
                  <a:pt x="141687" y="38960"/>
                  <a:pt x="141664" y="40066"/>
                  <a:pt x="141618" y="41540"/>
                </a:cubicBezTo>
                <a:lnTo>
                  <a:pt x="86876" y="41540"/>
                </a:lnTo>
                <a:cubicBezTo>
                  <a:pt x="87336" y="49604"/>
                  <a:pt x="89617" y="55779"/>
                  <a:pt x="93718" y="60064"/>
                </a:cubicBezTo>
                <a:cubicBezTo>
                  <a:pt x="97819" y="64349"/>
                  <a:pt x="102934" y="66492"/>
                  <a:pt x="109063" y="66492"/>
                </a:cubicBezTo>
                <a:cubicBezTo>
                  <a:pt x="113625" y="66492"/>
                  <a:pt x="117518" y="65294"/>
                  <a:pt x="120744" y="62898"/>
                </a:cubicBezTo>
                <a:cubicBezTo>
                  <a:pt x="123969" y="60502"/>
                  <a:pt x="126527" y="56677"/>
                  <a:pt x="128416" y="51424"/>
                </a:cubicBezTo>
                <a:moveTo>
                  <a:pt x="87567" y="31311"/>
                </a:moveTo>
                <a:lnTo>
                  <a:pt x="128554" y="31311"/>
                </a:lnTo>
                <a:cubicBezTo>
                  <a:pt x="128001" y="25136"/>
                  <a:pt x="126434" y="20505"/>
                  <a:pt x="123854" y="17418"/>
                </a:cubicBezTo>
                <a:cubicBezTo>
                  <a:pt x="119891" y="12626"/>
                  <a:pt x="114753" y="10230"/>
                  <a:pt x="108441" y="10230"/>
                </a:cubicBezTo>
                <a:cubicBezTo>
                  <a:pt x="102727" y="10230"/>
                  <a:pt x="97923" y="12142"/>
                  <a:pt x="94029" y="15966"/>
                </a:cubicBezTo>
                <a:cubicBezTo>
                  <a:pt x="90136" y="19791"/>
                  <a:pt x="87981" y="24906"/>
                  <a:pt x="87567" y="31311"/>
                </a:cubicBezTo>
                <a:close/>
                <a:moveTo>
                  <a:pt x="156195" y="75063"/>
                </a:moveTo>
                <a:lnTo>
                  <a:pt x="156195" y="1659"/>
                </a:lnTo>
                <a:lnTo>
                  <a:pt x="167393" y="1659"/>
                </a:lnTo>
                <a:lnTo>
                  <a:pt x="167393" y="12787"/>
                </a:lnTo>
                <a:cubicBezTo>
                  <a:pt x="170249" y="7580"/>
                  <a:pt x="172887" y="4147"/>
                  <a:pt x="175307" y="2488"/>
                </a:cubicBezTo>
                <a:cubicBezTo>
                  <a:pt x="177726" y="829"/>
                  <a:pt x="180387" y="0"/>
                  <a:pt x="183290" y="0"/>
                </a:cubicBezTo>
                <a:cubicBezTo>
                  <a:pt x="187483" y="0"/>
                  <a:pt x="191745" y="1336"/>
                  <a:pt x="196077" y="4009"/>
                </a:cubicBezTo>
                <a:lnTo>
                  <a:pt x="191791" y="15552"/>
                </a:lnTo>
                <a:cubicBezTo>
                  <a:pt x="188750" y="13755"/>
                  <a:pt x="185709" y="12856"/>
                  <a:pt x="182668" y="12856"/>
                </a:cubicBezTo>
                <a:cubicBezTo>
                  <a:pt x="179949" y="12856"/>
                  <a:pt x="177507" y="13674"/>
                  <a:pt x="175341" y="15310"/>
                </a:cubicBezTo>
                <a:cubicBezTo>
                  <a:pt x="173175" y="16946"/>
                  <a:pt x="171632" y="19215"/>
                  <a:pt x="170710" y="22118"/>
                </a:cubicBezTo>
                <a:cubicBezTo>
                  <a:pt x="169328" y="26542"/>
                  <a:pt x="168637" y="31380"/>
                  <a:pt x="168637" y="36633"/>
                </a:cubicBezTo>
                <a:lnTo>
                  <a:pt x="168637" y="75063"/>
                </a:lnTo>
                <a:lnTo>
                  <a:pt x="156195" y="75063"/>
                </a:lnTo>
                <a:close/>
                <a:moveTo>
                  <a:pt x="198240" y="53152"/>
                </a:moveTo>
                <a:lnTo>
                  <a:pt x="210543" y="51217"/>
                </a:lnTo>
                <a:cubicBezTo>
                  <a:pt x="211234" y="56147"/>
                  <a:pt x="213158" y="59926"/>
                  <a:pt x="216314" y="62552"/>
                </a:cubicBezTo>
                <a:cubicBezTo>
                  <a:pt x="219471" y="65179"/>
                  <a:pt x="223883" y="66492"/>
                  <a:pt x="229550" y="66492"/>
                </a:cubicBezTo>
                <a:cubicBezTo>
                  <a:pt x="235264" y="66492"/>
                  <a:pt x="239504" y="65329"/>
                  <a:pt x="242268" y="63002"/>
                </a:cubicBezTo>
                <a:cubicBezTo>
                  <a:pt x="245033" y="60675"/>
                  <a:pt x="246415" y="57944"/>
                  <a:pt x="246415" y="54811"/>
                </a:cubicBezTo>
                <a:cubicBezTo>
                  <a:pt x="246415" y="52000"/>
                  <a:pt x="245194" y="49788"/>
                  <a:pt x="242752" y="48176"/>
                </a:cubicBezTo>
                <a:cubicBezTo>
                  <a:pt x="241047" y="47070"/>
                  <a:pt x="236808" y="45664"/>
                  <a:pt x="230034" y="43959"/>
                </a:cubicBezTo>
                <a:cubicBezTo>
                  <a:pt x="220911" y="41656"/>
                  <a:pt x="214586" y="39663"/>
                  <a:pt x="211061" y="37981"/>
                </a:cubicBezTo>
                <a:cubicBezTo>
                  <a:pt x="207536" y="36299"/>
                  <a:pt x="204864" y="33972"/>
                  <a:pt x="203043" y="31000"/>
                </a:cubicBezTo>
                <a:cubicBezTo>
                  <a:pt x="201223" y="28028"/>
                  <a:pt x="200313" y="24744"/>
                  <a:pt x="200313" y="21150"/>
                </a:cubicBezTo>
                <a:cubicBezTo>
                  <a:pt x="200313" y="17879"/>
                  <a:pt x="201062" y="14849"/>
                  <a:pt x="202560" y="12061"/>
                </a:cubicBezTo>
                <a:cubicBezTo>
                  <a:pt x="204057" y="9273"/>
                  <a:pt x="206096" y="6958"/>
                  <a:pt x="208677" y="5115"/>
                </a:cubicBezTo>
                <a:cubicBezTo>
                  <a:pt x="210612" y="3686"/>
                  <a:pt x="213250" y="2477"/>
                  <a:pt x="216591" y="1486"/>
                </a:cubicBezTo>
                <a:cubicBezTo>
                  <a:pt x="219931" y="495"/>
                  <a:pt x="223514" y="0"/>
                  <a:pt x="227339" y="0"/>
                </a:cubicBezTo>
                <a:cubicBezTo>
                  <a:pt x="233099" y="0"/>
                  <a:pt x="238156" y="829"/>
                  <a:pt x="242510" y="2488"/>
                </a:cubicBezTo>
                <a:cubicBezTo>
                  <a:pt x="246865" y="4147"/>
                  <a:pt x="250079" y="6393"/>
                  <a:pt x="252152" y="9227"/>
                </a:cubicBezTo>
                <a:cubicBezTo>
                  <a:pt x="254226" y="12061"/>
                  <a:pt x="255654" y="15851"/>
                  <a:pt x="256438" y="20597"/>
                </a:cubicBezTo>
                <a:lnTo>
                  <a:pt x="244273" y="22256"/>
                </a:lnTo>
                <a:cubicBezTo>
                  <a:pt x="243720" y="18478"/>
                  <a:pt x="242119" y="15529"/>
                  <a:pt x="239469" y="13409"/>
                </a:cubicBezTo>
                <a:cubicBezTo>
                  <a:pt x="236819" y="11289"/>
                  <a:pt x="233076" y="10230"/>
                  <a:pt x="228237" y="10230"/>
                </a:cubicBezTo>
                <a:cubicBezTo>
                  <a:pt x="222523" y="10230"/>
                  <a:pt x="218445" y="11174"/>
                  <a:pt x="216003" y="13063"/>
                </a:cubicBezTo>
                <a:cubicBezTo>
                  <a:pt x="213561" y="14953"/>
                  <a:pt x="212340" y="17164"/>
                  <a:pt x="212340" y="19699"/>
                </a:cubicBezTo>
                <a:cubicBezTo>
                  <a:pt x="212340" y="21312"/>
                  <a:pt x="212847" y="22763"/>
                  <a:pt x="213861" y="24053"/>
                </a:cubicBezTo>
                <a:cubicBezTo>
                  <a:pt x="214874" y="25390"/>
                  <a:pt x="216464" y="26495"/>
                  <a:pt x="218630" y="27371"/>
                </a:cubicBezTo>
                <a:cubicBezTo>
                  <a:pt x="219874" y="27832"/>
                  <a:pt x="223537" y="28892"/>
                  <a:pt x="229620" y="30550"/>
                </a:cubicBezTo>
                <a:cubicBezTo>
                  <a:pt x="238421" y="32900"/>
                  <a:pt x="244561" y="34824"/>
                  <a:pt x="248040" y="36322"/>
                </a:cubicBezTo>
                <a:cubicBezTo>
                  <a:pt x="251519" y="37819"/>
                  <a:pt x="254249" y="39997"/>
                  <a:pt x="256230" y="42854"/>
                </a:cubicBezTo>
                <a:cubicBezTo>
                  <a:pt x="258212" y="45710"/>
                  <a:pt x="259202" y="49259"/>
                  <a:pt x="259202" y="53498"/>
                </a:cubicBezTo>
                <a:cubicBezTo>
                  <a:pt x="259202" y="57645"/>
                  <a:pt x="257993" y="61550"/>
                  <a:pt x="255574" y="65213"/>
                </a:cubicBezTo>
                <a:cubicBezTo>
                  <a:pt x="253154" y="68877"/>
                  <a:pt x="249664" y="71711"/>
                  <a:pt x="245102" y="73715"/>
                </a:cubicBezTo>
                <a:cubicBezTo>
                  <a:pt x="240540" y="75720"/>
                  <a:pt x="235379" y="76722"/>
                  <a:pt x="229620" y="76722"/>
                </a:cubicBezTo>
                <a:cubicBezTo>
                  <a:pt x="220081" y="76722"/>
                  <a:pt x="212812" y="74740"/>
                  <a:pt x="207813" y="70778"/>
                </a:cubicBezTo>
                <a:cubicBezTo>
                  <a:pt x="202813" y="66815"/>
                  <a:pt x="199622" y="60940"/>
                  <a:pt x="198240" y="53152"/>
                </a:cubicBezTo>
                <a:close/>
                <a:moveTo>
                  <a:pt x="268967" y="38361"/>
                </a:moveTo>
                <a:cubicBezTo>
                  <a:pt x="268967" y="24768"/>
                  <a:pt x="272745" y="14699"/>
                  <a:pt x="280302" y="8156"/>
                </a:cubicBezTo>
                <a:cubicBezTo>
                  <a:pt x="286615" y="2719"/>
                  <a:pt x="294310" y="0"/>
                  <a:pt x="303388" y="0"/>
                </a:cubicBezTo>
                <a:cubicBezTo>
                  <a:pt x="313479" y="0"/>
                  <a:pt x="321727" y="3306"/>
                  <a:pt x="328132" y="9919"/>
                </a:cubicBezTo>
                <a:cubicBezTo>
                  <a:pt x="334537" y="16531"/>
                  <a:pt x="337740" y="25666"/>
                  <a:pt x="337740" y="37324"/>
                </a:cubicBezTo>
                <a:cubicBezTo>
                  <a:pt x="337740" y="46770"/>
                  <a:pt x="336323" y="54201"/>
                  <a:pt x="333489" y="59615"/>
                </a:cubicBezTo>
                <a:cubicBezTo>
                  <a:pt x="330655" y="65029"/>
                  <a:pt x="326531" y="69234"/>
                  <a:pt x="321117" y="72229"/>
                </a:cubicBezTo>
                <a:cubicBezTo>
                  <a:pt x="315702" y="75224"/>
                  <a:pt x="309793" y="76722"/>
                  <a:pt x="303388" y="76722"/>
                </a:cubicBezTo>
                <a:cubicBezTo>
                  <a:pt x="293112" y="76722"/>
                  <a:pt x="284806" y="73427"/>
                  <a:pt x="278470" y="66838"/>
                </a:cubicBezTo>
                <a:cubicBezTo>
                  <a:pt x="272135" y="60248"/>
                  <a:pt x="268967" y="50756"/>
                  <a:pt x="268967" y="38361"/>
                </a:cubicBezTo>
                <a:moveTo>
                  <a:pt x="281754" y="38361"/>
                </a:moveTo>
                <a:cubicBezTo>
                  <a:pt x="281754" y="47761"/>
                  <a:pt x="283804" y="54800"/>
                  <a:pt x="287905" y="59477"/>
                </a:cubicBezTo>
                <a:cubicBezTo>
                  <a:pt x="292006" y="64154"/>
                  <a:pt x="297167" y="66492"/>
                  <a:pt x="303388" y="66492"/>
                </a:cubicBezTo>
                <a:cubicBezTo>
                  <a:pt x="309562" y="66492"/>
                  <a:pt x="314700" y="64142"/>
                  <a:pt x="318801" y="59442"/>
                </a:cubicBezTo>
                <a:cubicBezTo>
                  <a:pt x="322902" y="54742"/>
                  <a:pt x="324953" y="47577"/>
                  <a:pt x="324953" y="37946"/>
                </a:cubicBezTo>
                <a:cubicBezTo>
                  <a:pt x="324953" y="28869"/>
                  <a:pt x="322891" y="21991"/>
                  <a:pt x="318767" y="17314"/>
                </a:cubicBezTo>
                <a:cubicBezTo>
                  <a:pt x="314643" y="12637"/>
                  <a:pt x="309516" y="10299"/>
                  <a:pt x="303388" y="10299"/>
                </a:cubicBezTo>
                <a:cubicBezTo>
                  <a:pt x="297167" y="10299"/>
                  <a:pt x="292006" y="12626"/>
                  <a:pt x="287905" y="17280"/>
                </a:cubicBezTo>
                <a:cubicBezTo>
                  <a:pt x="283804" y="21934"/>
                  <a:pt x="281754" y="28961"/>
                  <a:pt x="281754" y="38361"/>
                </a:cubicBezTo>
                <a:close/>
                <a:moveTo>
                  <a:pt x="351764" y="75063"/>
                </a:moveTo>
                <a:lnTo>
                  <a:pt x="351764" y="1659"/>
                </a:lnTo>
                <a:lnTo>
                  <a:pt x="362961" y="1659"/>
                </a:lnTo>
                <a:lnTo>
                  <a:pt x="362961" y="12096"/>
                </a:lnTo>
                <a:cubicBezTo>
                  <a:pt x="368353" y="4032"/>
                  <a:pt x="376140" y="0"/>
                  <a:pt x="386324" y="0"/>
                </a:cubicBezTo>
                <a:cubicBezTo>
                  <a:pt x="390747" y="0"/>
                  <a:pt x="394814" y="795"/>
                  <a:pt x="398523" y="2385"/>
                </a:cubicBezTo>
                <a:cubicBezTo>
                  <a:pt x="402232" y="3974"/>
                  <a:pt x="405009" y="6059"/>
                  <a:pt x="406852" y="8640"/>
                </a:cubicBezTo>
                <a:cubicBezTo>
                  <a:pt x="408695" y="11220"/>
                  <a:pt x="409985" y="14285"/>
                  <a:pt x="410722" y="17833"/>
                </a:cubicBezTo>
                <a:cubicBezTo>
                  <a:pt x="411183" y="20137"/>
                  <a:pt x="411414" y="24168"/>
                  <a:pt x="411414" y="29928"/>
                </a:cubicBezTo>
                <a:lnTo>
                  <a:pt x="411414" y="75063"/>
                </a:lnTo>
                <a:lnTo>
                  <a:pt x="398972" y="75063"/>
                </a:lnTo>
                <a:lnTo>
                  <a:pt x="398972" y="30412"/>
                </a:lnTo>
                <a:cubicBezTo>
                  <a:pt x="398972" y="25344"/>
                  <a:pt x="398488" y="21554"/>
                  <a:pt x="397521" y="19042"/>
                </a:cubicBezTo>
                <a:cubicBezTo>
                  <a:pt x="396553" y="16531"/>
                  <a:pt x="394837" y="14526"/>
                  <a:pt x="392371" y="13029"/>
                </a:cubicBezTo>
                <a:cubicBezTo>
                  <a:pt x="389906" y="11531"/>
                  <a:pt x="387015" y="10783"/>
                  <a:pt x="383697" y="10783"/>
                </a:cubicBezTo>
                <a:cubicBezTo>
                  <a:pt x="378398" y="10783"/>
                  <a:pt x="373825" y="12464"/>
                  <a:pt x="369977" y="15828"/>
                </a:cubicBezTo>
                <a:cubicBezTo>
                  <a:pt x="366129" y="19192"/>
                  <a:pt x="364206" y="25574"/>
                  <a:pt x="364206" y="34974"/>
                </a:cubicBezTo>
                <a:lnTo>
                  <a:pt x="364206" y="75063"/>
                </a:lnTo>
                <a:lnTo>
                  <a:pt x="351764" y="75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Fridge">
            <a:extLst xmlns:a="http://schemas.openxmlformats.org/drawingml/2006/main">
              <a:ext uri="{FF2B5EF4-FFF2-40B4-BE49-F238E27FC236}">
                <a16:creationId xmlns:a16="http://schemas.microsoft.com/office/drawing/2014/main" id="{9DBF48E0-5193-496D-A95F-0822D79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594" y="1227168"/>
            <a:ext cx="381861" cy="131118"/>
          </a:xfrm>
          <a:custGeom xmlns:a="http://schemas.openxmlformats.org/drawingml/2006/main">
            <a:pathLst>
              <a:path w="381861" h="131118">
                <a:moveTo>
                  <a:pt x="0" y="101328"/>
                </a:moveTo>
                <a:lnTo>
                  <a:pt x="0" y="0"/>
                </a:lnTo>
                <a:lnTo>
                  <a:pt x="68358" y="0"/>
                </a:lnTo>
                <a:lnTo>
                  <a:pt x="68358" y="11958"/>
                </a:lnTo>
                <a:lnTo>
                  <a:pt x="13409" y="11958"/>
                </a:lnTo>
                <a:lnTo>
                  <a:pt x="13409" y="43337"/>
                </a:lnTo>
                <a:lnTo>
                  <a:pt x="60963" y="43337"/>
                </a:lnTo>
                <a:lnTo>
                  <a:pt x="60963" y="55295"/>
                </a:lnTo>
                <a:lnTo>
                  <a:pt x="13409" y="55295"/>
                </a:lnTo>
                <a:lnTo>
                  <a:pt x="13409" y="101328"/>
                </a:lnTo>
                <a:lnTo>
                  <a:pt x="0" y="101328"/>
                </a:lnTo>
                <a:close/>
                <a:moveTo>
                  <a:pt x="83561" y="101328"/>
                </a:moveTo>
                <a:lnTo>
                  <a:pt x="83561" y="27924"/>
                </a:lnTo>
                <a:lnTo>
                  <a:pt x="94759" y="27924"/>
                </a:lnTo>
                <a:lnTo>
                  <a:pt x="94759" y="39052"/>
                </a:lnTo>
                <a:cubicBezTo>
                  <a:pt x="97615" y="33845"/>
                  <a:pt x="100253" y="30412"/>
                  <a:pt x="102673" y="28753"/>
                </a:cubicBezTo>
                <a:cubicBezTo>
                  <a:pt x="105092" y="27095"/>
                  <a:pt x="107753" y="26265"/>
                  <a:pt x="110656" y="26265"/>
                </a:cubicBezTo>
                <a:cubicBezTo>
                  <a:pt x="114849" y="26265"/>
                  <a:pt x="119111" y="27601"/>
                  <a:pt x="123443" y="30274"/>
                </a:cubicBezTo>
                <a:lnTo>
                  <a:pt x="119157" y="41817"/>
                </a:lnTo>
                <a:cubicBezTo>
                  <a:pt x="116116" y="40020"/>
                  <a:pt x="113075" y="39121"/>
                  <a:pt x="110034" y="39121"/>
                </a:cubicBezTo>
                <a:cubicBezTo>
                  <a:pt x="107315" y="39121"/>
                  <a:pt x="104873" y="39939"/>
                  <a:pt x="102707" y="41575"/>
                </a:cubicBezTo>
                <a:cubicBezTo>
                  <a:pt x="100541" y="43211"/>
                  <a:pt x="98998" y="45480"/>
                  <a:pt x="98076" y="48383"/>
                </a:cubicBezTo>
                <a:cubicBezTo>
                  <a:pt x="96694" y="52807"/>
                  <a:pt x="96003" y="57645"/>
                  <a:pt x="96003" y="62898"/>
                </a:cubicBezTo>
                <a:lnTo>
                  <a:pt x="96003" y="101328"/>
                </a:lnTo>
                <a:lnTo>
                  <a:pt x="83561" y="101328"/>
                </a:lnTo>
                <a:close/>
                <a:moveTo>
                  <a:pt x="130680" y="14308"/>
                </a:moveTo>
                <a:lnTo>
                  <a:pt x="130680" y="0"/>
                </a:lnTo>
                <a:lnTo>
                  <a:pt x="143122" y="0"/>
                </a:lnTo>
                <a:lnTo>
                  <a:pt x="143122" y="14308"/>
                </a:lnTo>
                <a:lnTo>
                  <a:pt x="130680" y="14308"/>
                </a:lnTo>
                <a:moveTo>
                  <a:pt x="130680" y="101328"/>
                </a:moveTo>
                <a:lnTo>
                  <a:pt x="130680" y="27924"/>
                </a:lnTo>
                <a:lnTo>
                  <a:pt x="143122" y="27924"/>
                </a:lnTo>
                <a:lnTo>
                  <a:pt x="143122" y="101328"/>
                </a:lnTo>
                <a:lnTo>
                  <a:pt x="130680" y="101328"/>
                </a:lnTo>
                <a:close/>
                <a:moveTo>
                  <a:pt x="209574" y="101328"/>
                </a:moveTo>
                <a:lnTo>
                  <a:pt x="209574" y="92066"/>
                </a:lnTo>
                <a:cubicBezTo>
                  <a:pt x="204920" y="99347"/>
                  <a:pt x="198077" y="102987"/>
                  <a:pt x="189046" y="102987"/>
                </a:cubicBezTo>
                <a:cubicBezTo>
                  <a:pt x="183194" y="102987"/>
                  <a:pt x="177814" y="101374"/>
                  <a:pt x="172907" y="98149"/>
                </a:cubicBezTo>
                <a:cubicBezTo>
                  <a:pt x="167999" y="94923"/>
                  <a:pt x="164198" y="90419"/>
                  <a:pt x="161502" y="84636"/>
                </a:cubicBezTo>
                <a:cubicBezTo>
                  <a:pt x="158806" y="78853"/>
                  <a:pt x="157459" y="72206"/>
                  <a:pt x="157459" y="64695"/>
                </a:cubicBezTo>
                <a:cubicBezTo>
                  <a:pt x="157459" y="57368"/>
                  <a:pt x="158680" y="50722"/>
                  <a:pt x="161122" y="44754"/>
                </a:cubicBezTo>
                <a:cubicBezTo>
                  <a:pt x="163564" y="38787"/>
                  <a:pt x="167227" y="34214"/>
                  <a:pt x="172112" y="31034"/>
                </a:cubicBezTo>
                <a:cubicBezTo>
                  <a:pt x="176996" y="27855"/>
                  <a:pt x="182457" y="26265"/>
                  <a:pt x="188493" y="26265"/>
                </a:cubicBezTo>
                <a:cubicBezTo>
                  <a:pt x="192916" y="26265"/>
                  <a:pt x="196856" y="27198"/>
                  <a:pt x="200312" y="29064"/>
                </a:cubicBezTo>
                <a:cubicBezTo>
                  <a:pt x="203768" y="30931"/>
                  <a:pt x="206579" y="33361"/>
                  <a:pt x="208745" y="36356"/>
                </a:cubicBezTo>
                <a:lnTo>
                  <a:pt x="208745" y="0"/>
                </a:lnTo>
                <a:lnTo>
                  <a:pt x="221117" y="0"/>
                </a:lnTo>
                <a:lnTo>
                  <a:pt x="221117" y="101328"/>
                </a:lnTo>
                <a:lnTo>
                  <a:pt x="209574" y="101328"/>
                </a:lnTo>
                <a:moveTo>
                  <a:pt x="170246" y="64695"/>
                </a:moveTo>
                <a:cubicBezTo>
                  <a:pt x="170246" y="74095"/>
                  <a:pt x="172227" y="81122"/>
                  <a:pt x="176190" y="85776"/>
                </a:cubicBezTo>
                <a:cubicBezTo>
                  <a:pt x="180153" y="90430"/>
                  <a:pt x="184830" y="92757"/>
                  <a:pt x="190221" y="92757"/>
                </a:cubicBezTo>
                <a:cubicBezTo>
                  <a:pt x="195658" y="92757"/>
                  <a:pt x="200278" y="90534"/>
                  <a:pt x="204079" y="86087"/>
                </a:cubicBezTo>
                <a:cubicBezTo>
                  <a:pt x="207881" y="81641"/>
                  <a:pt x="209781" y="74856"/>
                  <a:pt x="209781" y="65732"/>
                </a:cubicBezTo>
                <a:cubicBezTo>
                  <a:pt x="209781" y="55687"/>
                  <a:pt x="207846" y="48314"/>
                  <a:pt x="203975" y="43614"/>
                </a:cubicBezTo>
                <a:cubicBezTo>
                  <a:pt x="200105" y="38914"/>
                  <a:pt x="195336" y="36564"/>
                  <a:pt x="189668" y="36564"/>
                </a:cubicBezTo>
                <a:cubicBezTo>
                  <a:pt x="184138" y="36564"/>
                  <a:pt x="179519" y="38822"/>
                  <a:pt x="175810" y="43337"/>
                </a:cubicBezTo>
                <a:cubicBezTo>
                  <a:pt x="172100" y="47853"/>
                  <a:pt x="170246" y="54972"/>
                  <a:pt x="170246" y="64695"/>
                </a:cubicBezTo>
                <a:close/>
                <a:moveTo>
                  <a:pt x="237865" y="107410"/>
                </a:moveTo>
                <a:lnTo>
                  <a:pt x="249961" y="109207"/>
                </a:lnTo>
                <a:cubicBezTo>
                  <a:pt x="250468" y="112940"/>
                  <a:pt x="251873" y="115659"/>
                  <a:pt x="254177" y="117363"/>
                </a:cubicBezTo>
                <a:cubicBezTo>
                  <a:pt x="257265" y="119667"/>
                  <a:pt x="261481" y="120819"/>
                  <a:pt x="266826" y="120819"/>
                </a:cubicBezTo>
                <a:cubicBezTo>
                  <a:pt x="272586" y="120819"/>
                  <a:pt x="277033" y="119667"/>
                  <a:pt x="280166" y="117363"/>
                </a:cubicBezTo>
                <a:cubicBezTo>
                  <a:pt x="283299" y="115060"/>
                  <a:pt x="285419" y="111834"/>
                  <a:pt x="286525" y="107687"/>
                </a:cubicBezTo>
                <a:cubicBezTo>
                  <a:pt x="287170" y="105153"/>
                  <a:pt x="287469" y="99830"/>
                  <a:pt x="287423" y="91720"/>
                </a:cubicBezTo>
                <a:cubicBezTo>
                  <a:pt x="281986" y="98125"/>
                  <a:pt x="275212" y="101328"/>
                  <a:pt x="267103" y="101328"/>
                </a:cubicBezTo>
                <a:cubicBezTo>
                  <a:pt x="257011" y="101328"/>
                  <a:pt x="249201" y="97688"/>
                  <a:pt x="243671" y="90407"/>
                </a:cubicBezTo>
                <a:cubicBezTo>
                  <a:pt x="238142" y="83127"/>
                  <a:pt x="235377" y="74395"/>
                  <a:pt x="235377" y="64211"/>
                </a:cubicBezTo>
                <a:cubicBezTo>
                  <a:pt x="235377" y="57207"/>
                  <a:pt x="236644" y="50745"/>
                  <a:pt x="239179" y="44823"/>
                </a:cubicBezTo>
                <a:cubicBezTo>
                  <a:pt x="241713" y="38902"/>
                  <a:pt x="245388" y="34329"/>
                  <a:pt x="250203" y="31103"/>
                </a:cubicBezTo>
                <a:cubicBezTo>
                  <a:pt x="255018" y="27878"/>
                  <a:pt x="260674" y="26265"/>
                  <a:pt x="267172" y="26265"/>
                </a:cubicBezTo>
                <a:cubicBezTo>
                  <a:pt x="275835" y="26265"/>
                  <a:pt x="282977" y="29767"/>
                  <a:pt x="288598" y="36771"/>
                </a:cubicBezTo>
                <a:lnTo>
                  <a:pt x="288598" y="27924"/>
                </a:lnTo>
                <a:lnTo>
                  <a:pt x="300072" y="27924"/>
                </a:lnTo>
                <a:lnTo>
                  <a:pt x="300072" y="91375"/>
                </a:lnTo>
                <a:cubicBezTo>
                  <a:pt x="300072" y="102802"/>
                  <a:pt x="298909" y="110901"/>
                  <a:pt x="296582" y="115670"/>
                </a:cubicBezTo>
                <a:cubicBezTo>
                  <a:pt x="294255" y="120439"/>
                  <a:pt x="290568" y="124206"/>
                  <a:pt x="285523" y="126971"/>
                </a:cubicBezTo>
                <a:cubicBezTo>
                  <a:pt x="280477" y="129736"/>
                  <a:pt x="274268" y="131118"/>
                  <a:pt x="266895" y="131118"/>
                </a:cubicBezTo>
                <a:cubicBezTo>
                  <a:pt x="258140" y="131118"/>
                  <a:pt x="251067" y="129148"/>
                  <a:pt x="245676" y="125208"/>
                </a:cubicBezTo>
                <a:cubicBezTo>
                  <a:pt x="240284" y="121269"/>
                  <a:pt x="237681" y="115336"/>
                  <a:pt x="237865" y="107410"/>
                </a:cubicBezTo>
                <a:moveTo>
                  <a:pt x="248164" y="63313"/>
                </a:moveTo>
                <a:cubicBezTo>
                  <a:pt x="248164" y="72943"/>
                  <a:pt x="250076" y="79970"/>
                  <a:pt x="253901" y="84394"/>
                </a:cubicBezTo>
                <a:cubicBezTo>
                  <a:pt x="257725" y="88817"/>
                  <a:pt x="262518" y="91029"/>
                  <a:pt x="268278" y="91029"/>
                </a:cubicBezTo>
                <a:cubicBezTo>
                  <a:pt x="273991" y="91029"/>
                  <a:pt x="278784" y="88829"/>
                  <a:pt x="282654" y="84428"/>
                </a:cubicBezTo>
                <a:cubicBezTo>
                  <a:pt x="286525" y="80028"/>
                  <a:pt x="288460" y="73128"/>
                  <a:pt x="288460" y="63727"/>
                </a:cubicBezTo>
                <a:cubicBezTo>
                  <a:pt x="288460" y="54742"/>
                  <a:pt x="286467" y="47968"/>
                  <a:pt x="282481" y="43407"/>
                </a:cubicBezTo>
                <a:cubicBezTo>
                  <a:pt x="278496" y="38845"/>
                  <a:pt x="273692" y="36564"/>
                  <a:pt x="268070" y="36564"/>
                </a:cubicBezTo>
                <a:cubicBezTo>
                  <a:pt x="262541" y="36564"/>
                  <a:pt x="257841" y="38810"/>
                  <a:pt x="253970" y="43303"/>
                </a:cubicBezTo>
                <a:cubicBezTo>
                  <a:pt x="250099" y="47796"/>
                  <a:pt x="248164" y="54466"/>
                  <a:pt x="248164" y="63313"/>
                </a:cubicBezTo>
                <a:close/>
                <a:moveTo>
                  <a:pt x="368590" y="77689"/>
                </a:moveTo>
                <a:lnTo>
                  <a:pt x="381446" y="79279"/>
                </a:lnTo>
                <a:cubicBezTo>
                  <a:pt x="379419" y="86790"/>
                  <a:pt x="375663" y="92619"/>
                  <a:pt x="370180" y="96766"/>
                </a:cubicBezTo>
                <a:cubicBezTo>
                  <a:pt x="364696" y="100913"/>
                  <a:pt x="357692" y="102987"/>
                  <a:pt x="349168" y="102987"/>
                </a:cubicBezTo>
                <a:cubicBezTo>
                  <a:pt x="338431" y="102987"/>
                  <a:pt x="329918" y="99681"/>
                  <a:pt x="323628" y="93068"/>
                </a:cubicBezTo>
                <a:cubicBezTo>
                  <a:pt x="317339" y="86456"/>
                  <a:pt x="314194" y="77183"/>
                  <a:pt x="314194" y="65248"/>
                </a:cubicBezTo>
                <a:cubicBezTo>
                  <a:pt x="314194" y="52899"/>
                  <a:pt x="317373" y="43314"/>
                  <a:pt x="323732" y="36495"/>
                </a:cubicBezTo>
                <a:cubicBezTo>
                  <a:pt x="330091" y="29675"/>
                  <a:pt x="338339" y="26265"/>
                  <a:pt x="348477" y="26265"/>
                </a:cubicBezTo>
                <a:cubicBezTo>
                  <a:pt x="358291" y="26265"/>
                  <a:pt x="366309" y="29606"/>
                  <a:pt x="372530" y="36287"/>
                </a:cubicBezTo>
                <a:cubicBezTo>
                  <a:pt x="378751" y="42969"/>
                  <a:pt x="381861" y="52369"/>
                  <a:pt x="381861" y="64488"/>
                </a:cubicBezTo>
                <a:cubicBezTo>
                  <a:pt x="381861" y="65225"/>
                  <a:pt x="381838" y="66331"/>
                  <a:pt x="381792" y="67805"/>
                </a:cubicBezTo>
                <a:lnTo>
                  <a:pt x="327050" y="67805"/>
                </a:lnTo>
                <a:cubicBezTo>
                  <a:pt x="327511" y="75869"/>
                  <a:pt x="329792" y="82044"/>
                  <a:pt x="333893" y="86329"/>
                </a:cubicBezTo>
                <a:cubicBezTo>
                  <a:pt x="337994" y="90615"/>
                  <a:pt x="343108" y="92757"/>
                  <a:pt x="349237" y="92757"/>
                </a:cubicBezTo>
                <a:cubicBezTo>
                  <a:pt x="353799" y="92757"/>
                  <a:pt x="357692" y="91559"/>
                  <a:pt x="360918" y="89163"/>
                </a:cubicBezTo>
                <a:cubicBezTo>
                  <a:pt x="364144" y="86767"/>
                  <a:pt x="366701" y="82942"/>
                  <a:pt x="368590" y="77689"/>
                </a:cubicBezTo>
                <a:moveTo>
                  <a:pt x="327741" y="57576"/>
                </a:moveTo>
                <a:lnTo>
                  <a:pt x="368728" y="57576"/>
                </a:lnTo>
                <a:cubicBezTo>
                  <a:pt x="368175" y="51401"/>
                  <a:pt x="366609" y="46770"/>
                  <a:pt x="364028" y="43683"/>
                </a:cubicBezTo>
                <a:cubicBezTo>
                  <a:pt x="360066" y="38891"/>
                  <a:pt x="354928" y="36495"/>
                  <a:pt x="348615" y="36495"/>
                </a:cubicBezTo>
                <a:cubicBezTo>
                  <a:pt x="342901" y="36495"/>
                  <a:pt x="338097" y="38407"/>
                  <a:pt x="334204" y="42232"/>
                </a:cubicBezTo>
                <a:cubicBezTo>
                  <a:pt x="330310" y="46056"/>
                  <a:pt x="328156" y="51171"/>
                  <a:pt x="327741" y="575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(closed)">
            <a:extLst xmlns:a="http://schemas.openxmlformats.org/drawingml/2006/main">
              <a:ext uri="{FF2B5EF4-FFF2-40B4-BE49-F238E27FC236}">
                <a16:creationId xmlns:a16="http://schemas.microsoft.com/office/drawing/2014/main" id="{00459739-D095-4D95-8238-8A01C2F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743" y="1394283"/>
            <a:ext cx="487010" cy="132846"/>
          </a:xfrm>
          <a:custGeom xmlns:a="http://schemas.openxmlformats.org/drawingml/2006/main">
            <a:pathLst>
              <a:path w="487010" h="132846">
                <a:moveTo>
                  <a:pt x="24537" y="132846"/>
                </a:moveTo>
                <a:cubicBezTo>
                  <a:pt x="17671" y="124183"/>
                  <a:pt x="11865" y="114046"/>
                  <a:pt x="7119" y="102434"/>
                </a:cubicBezTo>
                <a:cubicBezTo>
                  <a:pt x="2373" y="90822"/>
                  <a:pt x="0" y="78795"/>
                  <a:pt x="0" y="66354"/>
                </a:cubicBezTo>
                <a:cubicBezTo>
                  <a:pt x="0" y="55387"/>
                  <a:pt x="1774" y="44881"/>
                  <a:pt x="5322" y="34836"/>
                </a:cubicBezTo>
                <a:cubicBezTo>
                  <a:pt x="9469" y="23178"/>
                  <a:pt x="15874" y="11566"/>
                  <a:pt x="24537" y="0"/>
                </a:cubicBezTo>
                <a:lnTo>
                  <a:pt x="33453" y="0"/>
                </a:lnTo>
                <a:cubicBezTo>
                  <a:pt x="27878" y="9584"/>
                  <a:pt x="24192" y="16427"/>
                  <a:pt x="22394" y="20528"/>
                </a:cubicBezTo>
                <a:cubicBezTo>
                  <a:pt x="19584" y="26887"/>
                  <a:pt x="17372" y="33523"/>
                  <a:pt x="15759" y="40434"/>
                </a:cubicBezTo>
                <a:cubicBezTo>
                  <a:pt x="13778" y="49051"/>
                  <a:pt x="12787" y="57714"/>
                  <a:pt x="12787" y="66423"/>
                </a:cubicBezTo>
                <a:cubicBezTo>
                  <a:pt x="12787" y="88587"/>
                  <a:pt x="19676" y="110728"/>
                  <a:pt x="33453" y="132846"/>
                </a:cubicBezTo>
                <a:lnTo>
                  <a:pt x="24537" y="132846"/>
                </a:lnTo>
                <a:close/>
                <a:moveTo>
                  <a:pt x="95557" y="76169"/>
                </a:moveTo>
                <a:lnTo>
                  <a:pt x="107791" y="77759"/>
                </a:lnTo>
                <a:cubicBezTo>
                  <a:pt x="106454" y="86191"/>
                  <a:pt x="103033" y="92792"/>
                  <a:pt x="97526" y="97561"/>
                </a:cubicBezTo>
                <a:cubicBezTo>
                  <a:pt x="92020" y="102330"/>
                  <a:pt x="85258" y="104715"/>
                  <a:pt x="77240" y="104715"/>
                </a:cubicBezTo>
                <a:cubicBezTo>
                  <a:pt x="67195" y="104715"/>
                  <a:pt x="59119" y="101432"/>
                  <a:pt x="53014" y="94865"/>
                </a:cubicBezTo>
                <a:cubicBezTo>
                  <a:pt x="46909" y="88299"/>
                  <a:pt x="43856" y="78887"/>
                  <a:pt x="43856" y="66630"/>
                </a:cubicBezTo>
                <a:cubicBezTo>
                  <a:pt x="43856" y="58705"/>
                  <a:pt x="45169" y="51770"/>
                  <a:pt x="47796" y="45826"/>
                </a:cubicBezTo>
                <a:cubicBezTo>
                  <a:pt x="50422" y="39881"/>
                  <a:pt x="54419" y="35423"/>
                  <a:pt x="59788" y="32451"/>
                </a:cubicBezTo>
                <a:cubicBezTo>
                  <a:pt x="65156" y="29479"/>
                  <a:pt x="70996" y="27993"/>
                  <a:pt x="77309" y="27993"/>
                </a:cubicBezTo>
                <a:cubicBezTo>
                  <a:pt x="85281" y="27993"/>
                  <a:pt x="91801" y="30009"/>
                  <a:pt x="96870" y="34041"/>
                </a:cubicBezTo>
                <a:cubicBezTo>
                  <a:pt x="101939" y="38073"/>
                  <a:pt x="105187" y="43798"/>
                  <a:pt x="106616" y="51217"/>
                </a:cubicBezTo>
                <a:lnTo>
                  <a:pt x="94520" y="53083"/>
                </a:lnTo>
                <a:cubicBezTo>
                  <a:pt x="93368" y="48153"/>
                  <a:pt x="91329" y="44443"/>
                  <a:pt x="88403" y="41955"/>
                </a:cubicBezTo>
                <a:cubicBezTo>
                  <a:pt x="85477" y="39467"/>
                  <a:pt x="81940" y="38223"/>
                  <a:pt x="77793" y="38223"/>
                </a:cubicBezTo>
                <a:cubicBezTo>
                  <a:pt x="71526" y="38223"/>
                  <a:pt x="66435" y="40469"/>
                  <a:pt x="62518" y="44962"/>
                </a:cubicBezTo>
                <a:cubicBezTo>
                  <a:pt x="58601" y="49454"/>
                  <a:pt x="56643" y="56562"/>
                  <a:pt x="56643" y="66285"/>
                </a:cubicBezTo>
                <a:cubicBezTo>
                  <a:pt x="56643" y="76146"/>
                  <a:pt x="58532" y="83311"/>
                  <a:pt x="62310" y="87781"/>
                </a:cubicBezTo>
                <a:cubicBezTo>
                  <a:pt x="66089" y="92250"/>
                  <a:pt x="71019" y="94485"/>
                  <a:pt x="77102" y="94485"/>
                </a:cubicBezTo>
                <a:cubicBezTo>
                  <a:pt x="81986" y="94485"/>
                  <a:pt x="86064" y="92988"/>
                  <a:pt x="89336" y="89993"/>
                </a:cubicBezTo>
                <a:cubicBezTo>
                  <a:pt x="92607" y="86997"/>
                  <a:pt x="94681" y="82389"/>
                  <a:pt x="95557" y="76169"/>
                </a:cubicBezTo>
                <a:close/>
                <a:moveTo>
                  <a:pt x="117776" y="103056"/>
                </a:moveTo>
                <a:lnTo>
                  <a:pt x="117776" y="1728"/>
                </a:lnTo>
                <a:lnTo>
                  <a:pt x="130218" y="1728"/>
                </a:lnTo>
                <a:lnTo>
                  <a:pt x="130218" y="103056"/>
                </a:lnTo>
                <a:lnTo>
                  <a:pt x="117776" y="103056"/>
                </a:lnTo>
                <a:close/>
                <a:moveTo>
                  <a:pt x="144748" y="66354"/>
                </a:moveTo>
                <a:cubicBezTo>
                  <a:pt x="144748" y="52761"/>
                  <a:pt x="148526" y="42692"/>
                  <a:pt x="156083" y="36149"/>
                </a:cubicBezTo>
                <a:cubicBezTo>
                  <a:pt x="162396" y="30712"/>
                  <a:pt x="170091" y="27993"/>
                  <a:pt x="179169" y="27993"/>
                </a:cubicBezTo>
                <a:cubicBezTo>
                  <a:pt x="189260" y="27993"/>
                  <a:pt x="197509" y="31299"/>
                  <a:pt x="203914" y="37912"/>
                </a:cubicBezTo>
                <a:cubicBezTo>
                  <a:pt x="210319" y="44524"/>
                  <a:pt x="213521" y="53659"/>
                  <a:pt x="213521" y="65317"/>
                </a:cubicBezTo>
                <a:cubicBezTo>
                  <a:pt x="213521" y="74763"/>
                  <a:pt x="212104" y="82194"/>
                  <a:pt x="209270" y="87608"/>
                </a:cubicBezTo>
                <a:cubicBezTo>
                  <a:pt x="206436" y="93022"/>
                  <a:pt x="202312" y="97227"/>
                  <a:pt x="196898" y="100222"/>
                </a:cubicBezTo>
                <a:cubicBezTo>
                  <a:pt x="191484" y="103217"/>
                  <a:pt x="185574" y="104715"/>
                  <a:pt x="179169" y="104715"/>
                </a:cubicBezTo>
                <a:cubicBezTo>
                  <a:pt x="168893" y="104715"/>
                  <a:pt x="160588" y="101420"/>
                  <a:pt x="154252" y="94831"/>
                </a:cubicBezTo>
                <a:cubicBezTo>
                  <a:pt x="147916" y="88242"/>
                  <a:pt x="144748" y="78749"/>
                  <a:pt x="144748" y="66354"/>
                </a:cubicBezTo>
                <a:moveTo>
                  <a:pt x="157535" y="66354"/>
                </a:moveTo>
                <a:cubicBezTo>
                  <a:pt x="157535" y="75754"/>
                  <a:pt x="159585" y="82793"/>
                  <a:pt x="163686" y="87470"/>
                </a:cubicBezTo>
                <a:cubicBezTo>
                  <a:pt x="167787" y="92147"/>
                  <a:pt x="172948" y="94485"/>
                  <a:pt x="179169" y="94485"/>
                </a:cubicBezTo>
                <a:cubicBezTo>
                  <a:pt x="185344" y="94485"/>
                  <a:pt x="190481" y="92135"/>
                  <a:pt x="194582" y="87435"/>
                </a:cubicBezTo>
                <a:cubicBezTo>
                  <a:pt x="198684" y="82735"/>
                  <a:pt x="200734" y="75570"/>
                  <a:pt x="200734" y="65939"/>
                </a:cubicBezTo>
                <a:cubicBezTo>
                  <a:pt x="200734" y="56862"/>
                  <a:pt x="198672" y="49984"/>
                  <a:pt x="194548" y="45307"/>
                </a:cubicBezTo>
                <a:cubicBezTo>
                  <a:pt x="190424" y="40630"/>
                  <a:pt x="185298" y="38292"/>
                  <a:pt x="179169" y="38292"/>
                </a:cubicBezTo>
                <a:cubicBezTo>
                  <a:pt x="172948" y="38292"/>
                  <a:pt x="167787" y="40619"/>
                  <a:pt x="163686" y="45273"/>
                </a:cubicBezTo>
                <a:cubicBezTo>
                  <a:pt x="159585" y="49927"/>
                  <a:pt x="157535" y="56954"/>
                  <a:pt x="157535" y="66354"/>
                </a:cubicBezTo>
                <a:close/>
                <a:moveTo>
                  <a:pt x="222583" y="81145"/>
                </a:moveTo>
                <a:lnTo>
                  <a:pt x="234886" y="79210"/>
                </a:lnTo>
                <a:cubicBezTo>
                  <a:pt x="235578" y="84140"/>
                  <a:pt x="237501" y="87919"/>
                  <a:pt x="240658" y="90545"/>
                </a:cubicBezTo>
                <a:cubicBezTo>
                  <a:pt x="243814" y="93172"/>
                  <a:pt x="248226" y="94485"/>
                  <a:pt x="253894" y="94485"/>
                </a:cubicBezTo>
                <a:cubicBezTo>
                  <a:pt x="259608" y="94485"/>
                  <a:pt x="263847" y="93322"/>
                  <a:pt x="266612" y="90995"/>
                </a:cubicBezTo>
                <a:cubicBezTo>
                  <a:pt x="269377" y="88668"/>
                  <a:pt x="270759" y="85938"/>
                  <a:pt x="270759" y="82804"/>
                </a:cubicBezTo>
                <a:cubicBezTo>
                  <a:pt x="270759" y="79993"/>
                  <a:pt x="269538" y="77782"/>
                  <a:pt x="267096" y="76169"/>
                </a:cubicBezTo>
                <a:cubicBezTo>
                  <a:pt x="265391" y="75063"/>
                  <a:pt x="261151" y="73657"/>
                  <a:pt x="254378" y="71953"/>
                </a:cubicBezTo>
                <a:cubicBezTo>
                  <a:pt x="245254" y="69649"/>
                  <a:pt x="238930" y="67656"/>
                  <a:pt x="235405" y="65974"/>
                </a:cubicBezTo>
                <a:cubicBezTo>
                  <a:pt x="231880" y="64292"/>
                  <a:pt x="229207" y="61965"/>
                  <a:pt x="227387" y="58993"/>
                </a:cubicBezTo>
                <a:cubicBezTo>
                  <a:pt x="225567" y="56021"/>
                  <a:pt x="224657" y="52738"/>
                  <a:pt x="224657" y="49143"/>
                </a:cubicBezTo>
                <a:cubicBezTo>
                  <a:pt x="224657" y="45872"/>
                  <a:pt x="225406" y="42842"/>
                  <a:pt x="226903" y="40054"/>
                </a:cubicBezTo>
                <a:cubicBezTo>
                  <a:pt x="228401" y="37266"/>
                  <a:pt x="230440" y="34951"/>
                  <a:pt x="233020" y="33108"/>
                </a:cubicBezTo>
                <a:cubicBezTo>
                  <a:pt x="234955" y="31679"/>
                  <a:pt x="237594" y="30470"/>
                  <a:pt x="240934" y="29479"/>
                </a:cubicBezTo>
                <a:cubicBezTo>
                  <a:pt x="244275" y="28488"/>
                  <a:pt x="247858" y="27993"/>
                  <a:pt x="251682" y="27993"/>
                </a:cubicBezTo>
                <a:cubicBezTo>
                  <a:pt x="257442" y="27993"/>
                  <a:pt x="262499" y="28822"/>
                  <a:pt x="266854" y="30481"/>
                </a:cubicBezTo>
                <a:cubicBezTo>
                  <a:pt x="271208" y="32140"/>
                  <a:pt x="274422" y="34387"/>
                  <a:pt x="276496" y="37220"/>
                </a:cubicBezTo>
                <a:cubicBezTo>
                  <a:pt x="278569" y="40054"/>
                  <a:pt x="279998" y="43844"/>
                  <a:pt x="280781" y="48590"/>
                </a:cubicBezTo>
                <a:lnTo>
                  <a:pt x="268616" y="50249"/>
                </a:lnTo>
                <a:cubicBezTo>
                  <a:pt x="268063" y="46471"/>
                  <a:pt x="266462" y="43522"/>
                  <a:pt x="263813" y="41402"/>
                </a:cubicBezTo>
                <a:cubicBezTo>
                  <a:pt x="261163" y="39282"/>
                  <a:pt x="257419" y="38223"/>
                  <a:pt x="252581" y="38223"/>
                </a:cubicBezTo>
                <a:cubicBezTo>
                  <a:pt x="246867" y="38223"/>
                  <a:pt x="242789" y="39167"/>
                  <a:pt x="240347" y="41056"/>
                </a:cubicBezTo>
                <a:cubicBezTo>
                  <a:pt x="237905" y="42946"/>
                  <a:pt x="236683" y="45158"/>
                  <a:pt x="236683" y="47692"/>
                </a:cubicBezTo>
                <a:cubicBezTo>
                  <a:pt x="236683" y="49305"/>
                  <a:pt x="237190" y="50756"/>
                  <a:pt x="238204" y="52046"/>
                </a:cubicBezTo>
                <a:cubicBezTo>
                  <a:pt x="239218" y="53383"/>
                  <a:pt x="240808" y="54489"/>
                  <a:pt x="242973" y="55364"/>
                </a:cubicBezTo>
                <a:cubicBezTo>
                  <a:pt x="244217" y="55825"/>
                  <a:pt x="247881" y="56885"/>
                  <a:pt x="253963" y="58544"/>
                </a:cubicBezTo>
                <a:cubicBezTo>
                  <a:pt x="262764" y="60894"/>
                  <a:pt x="268904" y="62817"/>
                  <a:pt x="272383" y="64315"/>
                </a:cubicBezTo>
                <a:cubicBezTo>
                  <a:pt x="275862" y="65812"/>
                  <a:pt x="278592" y="67990"/>
                  <a:pt x="280574" y="70847"/>
                </a:cubicBezTo>
                <a:cubicBezTo>
                  <a:pt x="282555" y="73704"/>
                  <a:pt x="283546" y="77252"/>
                  <a:pt x="283546" y="81491"/>
                </a:cubicBezTo>
                <a:cubicBezTo>
                  <a:pt x="283546" y="85638"/>
                  <a:pt x="282336" y="89543"/>
                  <a:pt x="279917" y="93207"/>
                </a:cubicBezTo>
                <a:cubicBezTo>
                  <a:pt x="277498" y="96870"/>
                  <a:pt x="274008" y="99704"/>
                  <a:pt x="269446" y="101708"/>
                </a:cubicBezTo>
                <a:cubicBezTo>
                  <a:pt x="264884" y="103713"/>
                  <a:pt x="259723" y="104715"/>
                  <a:pt x="253963" y="104715"/>
                </a:cubicBezTo>
                <a:cubicBezTo>
                  <a:pt x="244425" y="104715"/>
                  <a:pt x="237156" y="102733"/>
                  <a:pt x="232156" y="98771"/>
                </a:cubicBezTo>
                <a:cubicBezTo>
                  <a:pt x="227157" y="94808"/>
                  <a:pt x="223966" y="88933"/>
                  <a:pt x="222583" y="81145"/>
                </a:cubicBezTo>
                <a:close/>
                <a:moveTo>
                  <a:pt x="348204" y="79417"/>
                </a:moveTo>
                <a:lnTo>
                  <a:pt x="361060" y="81007"/>
                </a:lnTo>
                <a:cubicBezTo>
                  <a:pt x="359033" y="88518"/>
                  <a:pt x="355277" y="94347"/>
                  <a:pt x="349794" y="98494"/>
                </a:cubicBezTo>
                <a:cubicBezTo>
                  <a:pt x="344310" y="102641"/>
                  <a:pt x="337306" y="104715"/>
                  <a:pt x="328782" y="104715"/>
                </a:cubicBezTo>
                <a:cubicBezTo>
                  <a:pt x="318045" y="104715"/>
                  <a:pt x="309532" y="101409"/>
                  <a:pt x="303242" y="94796"/>
                </a:cubicBezTo>
                <a:cubicBezTo>
                  <a:pt x="296953" y="88184"/>
                  <a:pt x="293808" y="78910"/>
                  <a:pt x="293808" y="66976"/>
                </a:cubicBezTo>
                <a:cubicBezTo>
                  <a:pt x="293808" y="54627"/>
                  <a:pt x="296987" y="45042"/>
                  <a:pt x="303346" y="38223"/>
                </a:cubicBezTo>
                <a:cubicBezTo>
                  <a:pt x="309705" y="31403"/>
                  <a:pt x="317953" y="27993"/>
                  <a:pt x="328091" y="27993"/>
                </a:cubicBezTo>
                <a:cubicBezTo>
                  <a:pt x="337905" y="27993"/>
                  <a:pt x="345923" y="31334"/>
                  <a:pt x="352144" y="38015"/>
                </a:cubicBezTo>
                <a:cubicBezTo>
                  <a:pt x="358365" y="44697"/>
                  <a:pt x="361475" y="54097"/>
                  <a:pt x="361475" y="66216"/>
                </a:cubicBezTo>
                <a:cubicBezTo>
                  <a:pt x="361475" y="66953"/>
                  <a:pt x="361452" y="68059"/>
                  <a:pt x="361406" y="69533"/>
                </a:cubicBezTo>
                <a:lnTo>
                  <a:pt x="306664" y="69533"/>
                </a:lnTo>
                <a:cubicBezTo>
                  <a:pt x="307125" y="77597"/>
                  <a:pt x="309406" y="83772"/>
                  <a:pt x="313507" y="88057"/>
                </a:cubicBezTo>
                <a:cubicBezTo>
                  <a:pt x="317608" y="92343"/>
                  <a:pt x="322722" y="94485"/>
                  <a:pt x="328851" y="94485"/>
                </a:cubicBezTo>
                <a:cubicBezTo>
                  <a:pt x="333413" y="94485"/>
                  <a:pt x="337306" y="93287"/>
                  <a:pt x="340532" y="90891"/>
                </a:cubicBezTo>
                <a:cubicBezTo>
                  <a:pt x="343758" y="88495"/>
                  <a:pt x="346315" y="84670"/>
                  <a:pt x="348204" y="79417"/>
                </a:cubicBezTo>
                <a:moveTo>
                  <a:pt x="307355" y="59304"/>
                </a:moveTo>
                <a:lnTo>
                  <a:pt x="348342" y="59304"/>
                </a:lnTo>
                <a:cubicBezTo>
                  <a:pt x="347789" y="53129"/>
                  <a:pt x="346223" y="48498"/>
                  <a:pt x="343642" y="45411"/>
                </a:cubicBezTo>
                <a:cubicBezTo>
                  <a:pt x="339680" y="40619"/>
                  <a:pt x="334542" y="38223"/>
                  <a:pt x="328229" y="38223"/>
                </a:cubicBezTo>
                <a:cubicBezTo>
                  <a:pt x="322515" y="38223"/>
                  <a:pt x="317711" y="40135"/>
                  <a:pt x="313818" y="43959"/>
                </a:cubicBezTo>
                <a:cubicBezTo>
                  <a:pt x="309924" y="47784"/>
                  <a:pt x="307770" y="52899"/>
                  <a:pt x="307355" y="59304"/>
                </a:cubicBezTo>
                <a:close/>
                <a:moveTo>
                  <a:pt x="423759" y="103056"/>
                </a:moveTo>
                <a:lnTo>
                  <a:pt x="423759" y="93794"/>
                </a:lnTo>
                <a:cubicBezTo>
                  <a:pt x="419105" y="101075"/>
                  <a:pt x="412262" y="104715"/>
                  <a:pt x="403230" y="104715"/>
                </a:cubicBezTo>
                <a:cubicBezTo>
                  <a:pt x="397378" y="104715"/>
                  <a:pt x="391999" y="103102"/>
                  <a:pt x="387091" y="99876"/>
                </a:cubicBezTo>
                <a:cubicBezTo>
                  <a:pt x="382184" y="96651"/>
                  <a:pt x="378382" y="92147"/>
                  <a:pt x="375687" y="86364"/>
                </a:cubicBezTo>
                <a:cubicBezTo>
                  <a:pt x="372991" y="80581"/>
                  <a:pt x="371643" y="73934"/>
                  <a:pt x="371643" y="66423"/>
                </a:cubicBezTo>
                <a:cubicBezTo>
                  <a:pt x="371643" y="59096"/>
                  <a:pt x="372864" y="52450"/>
                  <a:pt x="375306" y="46482"/>
                </a:cubicBezTo>
                <a:cubicBezTo>
                  <a:pt x="377749" y="40515"/>
                  <a:pt x="381412" y="35942"/>
                  <a:pt x="386296" y="32762"/>
                </a:cubicBezTo>
                <a:cubicBezTo>
                  <a:pt x="391181" y="29583"/>
                  <a:pt x="396641" y="27993"/>
                  <a:pt x="402677" y="27993"/>
                </a:cubicBezTo>
                <a:cubicBezTo>
                  <a:pt x="407101" y="27993"/>
                  <a:pt x="411041" y="28926"/>
                  <a:pt x="414497" y="30792"/>
                </a:cubicBezTo>
                <a:cubicBezTo>
                  <a:pt x="417953" y="32659"/>
                  <a:pt x="420763" y="35089"/>
                  <a:pt x="422929" y="38084"/>
                </a:cubicBezTo>
                <a:lnTo>
                  <a:pt x="422929" y="1728"/>
                </a:lnTo>
                <a:lnTo>
                  <a:pt x="435301" y="1728"/>
                </a:lnTo>
                <a:lnTo>
                  <a:pt x="435301" y="103056"/>
                </a:lnTo>
                <a:lnTo>
                  <a:pt x="423759" y="103056"/>
                </a:lnTo>
                <a:moveTo>
                  <a:pt x="384430" y="66423"/>
                </a:moveTo>
                <a:cubicBezTo>
                  <a:pt x="384430" y="75823"/>
                  <a:pt x="386411" y="82850"/>
                  <a:pt x="390374" y="87504"/>
                </a:cubicBezTo>
                <a:cubicBezTo>
                  <a:pt x="394337" y="92158"/>
                  <a:pt x="399014" y="94485"/>
                  <a:pt x="404405" y="94485"/>
                </a:cubicBezTo>
                <a:cubicBezTo>
                  <a:pt x="409843" y="94485"/>
                  <a:pt x="414462" y="92262"/>
                  <a:pt x="418264" y="87815"/>
                </a:cubicBezTo>
                <a:cubicBezTo>
                  <a:pt x="422065" y="83369"/>
                  <a:pt x="423966" y="76583"/>
                  <a:pt x="423966" y="67460"/>
                </a:cubicBezTo>
                <a:cubicBezTo>
                  <a:pt x="423966" y="57415"/>
                  <a:pt x="422031" y="50042"/>
                  <a:pt x="418160" y="45342"/>
                </a:cubicBezTo>
                <a:cubicBezTo>
                  <a:pt x="414289" y="40642"/>
                  <a:pt x="409520" y="38292"/>
                  <a:pt x="403852" y="38292"/>
                </a:cubicBezTo>
                <a:cubicBezTo>
                  <a:pt x="398323" y="38292"/>
                  <a:pt x="393703" y="40550"/>
                  <a:pt x="389994" y="45065"/>
                </a:cubicBezTo>
                <a:cubicBezTo>
                  <a:pt x="386285" y="49581"/>
                  <a:pt x="384430" y="56700"/>
                  <a:pt x="384430" y="66423"/>
                </a:cubicBezTo>
                <a:close/>
                <a:moveTo>
                  <a:pt x="462473" y="132846"/>
                </a:moveTo>
                <a:lnTo>
                  <a:pt x="453556" y="132846"/>
                </a:lnTo>
                <a:cubicBezTo>
                  <a:pt x="467334" y="110728"/>
                  <a:pt x="474223" y="88587"/>
                  <a:pt x="474223" y="66423"/>
                </a:cubicBezTo>
                <a:cubicBezTo>
                  <a:pt x="474223" y="57760"/>
                  <a:pt x="473232" y="49166"/>
                  <a:pt x="471251" y="40642"/>
                </a:cubicBezTo>
                <a:cubicBezTo>
                  <a:pt x="469684" y="33730"/>
                  <a:pt x="467495" y="27095"/>
                  <a:pt x="464685" y="20736"/>
                </a:cubicBezTo>
                <a:cubicBezTo>
                  <a:pt x="462887" y="16588"/>
                  <a:pt x="459178" y="9677"/>
                  <a:pt x="453556" y="0"/>
                </a:cubicBezTo>
                <a:lnTo>
                  <a:pt x="462473" y="0"/>
                </a:lnTo>
                <a:cubicBezTo>
                  <a:pt x="471136" y="11566"/>
                  <a:pt x="477541" y="23178"/>
                  <a:pt x="481688" y="34836"/>
                </a:cubicBezTo>
                <a:cubicBezTo>
                  <a:pt x="485236" y="44881"/>
                  <a:pt x="487010" y="55387"/>
                  <a:pt x="487010" y="66354"/>
                </a:cubicBezTo>
                <a:cubicBezTo>
                  <a:pt x="487010" y="78795"/>
                  <a:pt x="484625" y="90822"/>
                  <a:pt x="479856" y="102434"/>
                </a:cubicBezTo>
                <a:cubicBezTo>
                  <a:pt x="475087" y="114046"/>
                  <a:pt x="469292" y="124183"/>
                  <a:pt x="462473" y="1328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in">
            <a:extLst xmlns:a="http://schemas.openxmlformats.org/drawingml/2006/main">
              <a:ext uri="{FF2B5EF4-FFF2-40B4-BE49-F238E27FC236}">
                <a16:creationId xmlns:a16="http://schemas.microsoft.com/office/drawing/2014/main" id="{1244EE6A-F9AE-4558-9C64-61C1C69B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311" y="459701"/>
            <a:ext cx="101771" cy="101328"/>
          </a:xfrm>
          <a:custGeom xmlns:a="http://schemas.openxmlformats.org/drawingml/2006/main">
            <a:pathLst>
              <a:path w="101771" h="101328">
                <a:moveTo>
                  <a:pt x="18247" y="14169"/>
                </a:moveTo>
                <a:lnTo>
                  <a:pt x="21219" y="0"/>
                </a:lnTo>
                <a:lnTo>
                  <a:pt x="33661" y="0"/>
                </a:lnTo>
                <a:lnTo>
                  <a:pt x="30689" y="14169"/>
                </a:lnTo>
                <a:lnTo>
                  <a:pt x="18247" y="14169"/>
                </a:lnTo>
                <a:moveTo>
                  <a:pt x="0" y="101328"/>
                </a:moveTo>
                <a:lnTo>
                  <a:pt x="15344" y="27924"/>
                </a:lnTo>
                <a:lnTo>
                  <a:pt x="27855" y="27924"/>
                </a:lnTo>
                <a:lnTo>
                  <a:pt x="12510" y="101328"/>
                </a:lnTo>
                <a:lnTo>
                  <a:pt x="0" y="101328"/>
                </a:lnTo>
                <a:close/>
                <a:moveTo>
                  <a:pt x="31753" y="101328"/>
                </a:moveTo>
                <a:lnTo>
                  <a:pt x="47098" y="27924"/>
                </a:lnTo>
                <a:lnTo>
                  <a:pt x="58433" y="27924"/>
                </a:lnTo>
                <a:lnTo>
                  <a:pt x="55738" y="40711"/>
                </a:lnTo>
                <a:cubicBezTo>
                  <a:pt x="60668" y="35688"/>
                  <a:pt x="65276" y="32025"/>
                  <a:pt x="69561" y="29721"/>
                </a:cubicBezTo>
                <a:cubicBezTo>
                  <a:pt x="73847" y="27417"/>
                  <a:pt x="78224" y="26265"/>
                  <a:pt x="82694" y="26265"/>
                </a:cubicBezTo>
                <a:cubicBezTo>
                  <a:pt x="88638" y="26265"/>
                  <a:pt x="93304" y="27878"/>
                  <a:pt x="96690" y="31103"/>
                </a:cubicBezTo>
                <a:cubicBezTo>
                  <a:pt x="100077" y="34329"/>
                  <a:pt x="101771" y="38637"/>
                  <a:pt x="101771" y="44029"/>
                </a:cubicBezTo>
                <a:cubicBezTo>
                  <a:pt x="101771" y="46747"/>
                  <a:pt x="101172" y="51033"/>
                  <a:pt x="99974" y="56885"/>
                </a:cubicBezTo>
                <a:lnTo>
                  <a:pt x="90643" y="101328"/>
                </a:lnTo>
                <a:lnTo>
                  <a:pt x="78132" y="101328"/>
                </a:lnTo>
                <a:lnTo>
                  <a:pt x="87878" y="54811"/>
                </a:lnTo>
                <a:cubicBezTo>
                  <a:pt x="88845" y="50295"/>
                  <a:pt x="89329" y="46955"/>
                  <a:pt x="89329" y="44789"/>
                </a:cubicBezTo>
                <a:cubicBezTo>
                  <a:pt x="89329" y="42347"/>
                  <a:pt x="88488" y="40365"/>
                  <a:pt x="86806" y="38845"/>
                </a:cubicBezTo>
                <a:cubicBezTo>
                  <a:pt x="85125" y="37324"/>
                  <a:pt x="82694" y="36564"/>
                  <a:pt x="79514" y="36564"/>
                </a:cubicBezTo>
                <a:cubicBezTo>
                  <a:pt x="73109" y="36564"/>
                  <a:pt x="67407" y="38868"/>
                  <a:pt x="62408" y="43476"/>
                </a:cubicBezTo>
                <a:cubicBezTo>
                  <a:pt x="57408" y="48084"/>
                  <a:pt x="53733" y="55986"/>
                  <a:pt x="51383" y="67183"/>
                </a:cubicBezTo>
                <a:lnTo>
                  <a:pt x="44264" y="101328"/>
                </a:lnTo>
                <a:lnTo>
                  <a:pt x="31753" y="101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…">
            <a:extLst xmlns:a="http://schemas.openxmlformats.org/drawingml/2006/main">
              <a:ext uri="{FF2B5EF4-FFF2-40B4-BE49-F238E27FC236}">
                <a16:creationId xmlns:a16="http://schemas.microsoft.com/office/drawing/2014/main" id="{ACFF4152-1C49-420F-9880-8BB14A4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661" y="430139"/>
            <a:ext cx="166057" cy="114775"/>
          </a:xfrm>
          <a:custGeom xmlns:a="http://schemas.openxmlformats.org/drawingml/2006/main">
            <a:pathLst>
              <a:path w="166057" h="114775">
                <a:moveTo>
                  <a:pt x="12360" y="114775"/>
                </a:moveTo>
                <a:lnTo>
                  <a:pt x="0" y="94719"/>
                </a:lnTo>
                <a:lnTo>
                  <a:pt x="20056" y="82359"/>
                </a:lnTo>
                <a:lnTo>
                  <a:pt x="32416" y="102415"/>
                </a:lnTo>
                <a:lnTo>
                  <a:pt x="12360" y="114775"/>
                </a:lnTo>
                <a:moveTo>
                  <a:pt x="79181" y="73595"/>
                </a:moveTo>
                <a:lnTo>
                  <a:pt x="66821" y="53539"/>
                </a:lnTo>
                <a:lnTo>
                  <a:pt x="86877" y="41180"/>
                </a:lnTo>
                <a:lnTo>
                  <a:pt x="99237" y="61236"/>
                </a:lnTo>
                <a:lnTo>
                  <a:pt x="79181" y="73595"/>
                </a:lnTo>
                <a:moveTo>
                  <a:pt x="145903" y="32476"/>
                </a:moveTo>
                <a:lnTo>
                  <a:pt x="133544" y="12420"/>
                </a:lnTo>
                <a:lnTo>
                  <a:pt x="153697" y="0"/>
                </a:lnTo>
                <a:lnTo>
                  <a:pt x="166057" y="20056"/>
                </a:lnTo>
                <a:lnTo>
                  <a:pt x="145903" y="32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…">
            <a:extLst xmlns:a="http://schemas.openxmlformats.org/drawingml/2006/main">
              <a:ext uri="{FF2B5EF4-FFF2-40B4-BE49-F238E27FC236}">
                <a16:creationId xmlns:a16="http://schemas.microsoft.com/office/drawing/2014/main" id="{3E5EBF20-A48B-4F6C-8773-2E0E502E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733" y="1944494"/>
            <a:ext cx="180540" cy="23559"/>
          </a:xfrm>
          <a:custGeom xmlns:a="http://schemas.openxmlformats.org/drawingml/2006/main">
            <a:pathLst>
              <a:path w="180540" h="23559">
                <a:moveTo>
                  <a:pt x="0" y="23559"/>
                </a:moveTo>
                <a:lnTo>
                  <a:pt x="0" y="0"/>
                </a:lnTo>
                <a:lnTo>
                  <a:pt x="23559" y="0"/>
                </a:lnTo>
                <a:lnTo>
                  <a:pt x="23559" y="23559"/>
                </a:lnTo>
                <a:lnTo>
                  <a:pt x="0" y="23559"/>
                </a:lnTo>
                <a:moveTo>
                  <a:pt x="78490" y="23559"/>
                </a:moveTo>
                <a:lnTo>
                  <a:pt x="78490" y="0"/>
                </a:lnTo>
                <a:lnTo>
                  <a:pt x="102049" y="0"/>
                </a:lnTo>
                <a:lnTo>
                  <a:pt x="102049" y="23559"/>
                </a:lnTo>
                <a:lnTo>
                  <a:pt x="78490" y="23559"/>
                </a:lnTo>
                <a:moveTo>
                  <a:pt x="156866" y="23559"/>
                </a:moveTo>
                <a:lnTo>
                  <a:pt x="156866" y="0"/>
                </a:lnTo>
                <a:lnTo>
                  <a:pt x="180540" y="0"/>
                </a:lnTo>
                <a:lnTo>
                  <a:pt x="180540" y="23559"/>
                </a:lnTo>
                <a:lnTo>
                  <a:pt x="156866" y="235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Hypothesis2">
            <a:extLst xmlns:a="http://schemas.openxmlformats.org/drawingml/2006/main">
              <a:ext uri="{FF2B5EF4-FFF2-40B4-BE49-F238E27FC236}">
                <a16:creationId xmlns:a16="http://schemas.microsoft.com/office/drawing/2014/main" id="{D661571C-5262-49B3-8E9F-3E2FA23D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484" y="3661384"/>
            <a:ext cx="883645" cy="145795"/>
          </a:xfrm>
          <a:custGeom xmlns:a="http://schemas.openxmlformats.org/drawingml/2006/main">
            <a:pathLst>
              <a:path w="883645" h="145795">
                <a:moveTo>
                  <a:pt x="0" y="112775"/>
                </a:moveTo>
                <a:lnTo>
                  <a:pt x="0" y="460"/>
                </a:lnTo>
                <a:lnTo>
                  <a:pt x="14863" y="460"/>
                </a:lnTo>
                <a:lnTo>
                  <a:pt x="14863" y="46581"/>
                </a:lnTo>
                <a:lnTo>
                  <a:pt x="73242" y="46581"/>
                </a:lnTo>
                <a:lnTo>
                  <a:pt x="73242" y="460"/>
                </a:lnTo>
                <a:lnTo>
                  <a:pt x="88105" y="460"/>
                </a:lnTo>
                <a:lnTo>
                  <a:pt x="88105" y="112775"/>
                </a:lnTo>
                <a:lnTo>
                  <a:pt x="73242" y="112775"/>
                </a:lnTo>
                <a:lnTo>
                  <a:pt x="73242" y="59835"/>
                </a:lnTo>
                <a:lnTo>
                  <a:pt x="14863" y="59835"/>
                </a:lnTo>
                <a:lnTo>
                  <a:pt x="14863" y="112775"/>
                </a:lnTo>
                <a:lnTo>
                  <a:pt x="0" y="112775"/>
                </a:lnTo>
                <a:close/>
                <a:moveTo>
                  <a:pt x="110513" y="144110"/>
                </a:moveTo>
                <a:lnTo>
                  <a:pt x="108981" y="131162"/>
                </a:lnTo>
                <a:cubicBezTo>
                  <a:pt x="111994" y="131979"/>
                  <a:pt x="114625" y="132388"/>
                  <a:pt x="116872" y="132388"/>
                </a:cubicBezTo>
                <a:cubicBezTo>
                  <a:pt x="119937" y="132388"/>
                  <a:pt x="122388" y="131877"/>
                  <a:pt x="124227" y="130856"/>
                </a:cubicBezTo>
                <a:cubicBezTo>
                  <a:pt x="126066" y="129834"/>
                  <a:pt x="127572" y="128404"/>
                  <a:pt x="128747" y="126565"/>
                </a:cubicBezTo>
                <a:cubicBezTo>
                  <a:pt x="129615" y="125186"/>
                  <a:pt x="131020" y="121764"/>
                  <a:pt x="132961" y="116299"/>
                </a:cubicBezTo>
                <a:cubicBezTo>
                  <a:pt x="133216" y="115533"/>
                  <a:pt x="133625" y="114409"/>
                  <a:pt x="134187" y="112928"/>
                </a:cubicBezTo>
                <a:lnTo>
                  <a:pt x="103312" y="31412"/>
                </a:lnTo>
                <a:lnTo>
                  <a:pt x="118175" y="31412"/>
                </a:lnTo>
                <a:lnTo>
                  <a:pt x="135106" y="78529"/>
                </a:lnTo>
                <a:cubicBezTo>
                  <a:pt x="137302" y="84505"/>
                  <a:pt x="139269" y="90787"/>
                  <a:pt x="141005" y="97376"/>
                </a:cubicBezTo>
                <a:cubicBezTo>
                  <a:pt x="142589" y="91042"/>
                  <a:pt x="144478" y="84862"/>
                  <a:pt x="146675" y="78835"/>
                </a:cubicBezTo>
                <a:lnTo>
                  <a:pt x="164066" y="31412"/>
                </a:lnTo>
                <a:lnTo>
                  <a:pt x="177856" y="31412"/>
                </a:lnTo>
                <a:lnTo>
                  <a:pt x="146905" y="114154"/>
                </a:lnTo>
                <a:cubicBezTo>
                  <a:pt x="143585" y="123092"/>
                  <a:pt x="141005" y="129247"/>
                  <a:pt x="139167" y="132618"/>
                </a:cubicBezTo>
                <a:cubicBezTo>
                  <a:pt x="136715" y="137164"/>
                  <a:pt x="133906" y="140496"/>
                  <a:pt x="130739" y="142616"/>
                </a:cubicBezTo>
                <a:cubicBezTo>
                  <a:pt x="127572" y="144736"/>
                  <a:pt x="123793" y="145795"/>
                  <a:pt x="119400" y="145795"/>
                </a:cubicBezTo>
                <a:cubicBezTo>
                  <a:pt x="116744" y="145795"/>
                  <a:pt x="113782" y="145234"/>
                  <a:pt x="110513" y="144110"/>
                </a:cubicBezTo>
                <a:close/>
                <a:moveTo>
                  <a:pt x="189327" y="143957"/>
                </a:moveTo>
                <a:lnTo>
                  <a:pt x="189327" y="31412"/>
                </a:lnTo>
                <a:lnTo>
                  <a:pt x="201892" y="31412"/>
                </a:lnTo>
                <a:lnTo>
                  <a:pt x="201892" y="41984"/>
                </a:lnTo>
                <a:cubicBezTo>
                  <a:pt x="204854" y="37847"/>
                  <a:pt x="208199" y="34744"/>
                  <a:pt x="211928" y="32676"/>
                </a:cubicBezTo>
                <a:cubicBezTo>
                  <a:pt x="215657" y="30607"/>
                  <a:pt x="220177" y="29573"/>
                  <a:pt x="225489" y="29573"/>
                </a:cubicBezTo>
                <a:cubicBezTo>
                  <a:pt x="232435" y="29573"/>
                  <a:pt x="238564" y="31360"/>
                  <a:pt x="243876" y="34936"/>
                </a:cubicBezTo>
                <a:cubicBezTo>
                  <a:pt x="249188" y="38511"/>
                  <a:pt x="253197" y="43555"/>
                  <a:pt x="255904" y="50067"/>
                </a:cubicBezTo>
                <a:cubicBezTo>
                  <a:pt x="258611" y="56579"/>
                  <a:pt x="259965" y="63717"/>
                  <a:pt x="259965" y="71480"/>
                </a:cubicBezTo>
                <a:cubicBezTo>
                  <a:pt x="259965" y="79806"/>
                  <a:pt x="258471" y="87301"/>
                  <a:pt x="255483" y="93966"/>
                </a:cubicBezTo>
                <a:cubicBezTo>
                  <a:pt x="252495" y="100632"/>
                  <a:pt x="248153" y="105739"/>
                  <a:pt x="242458" y="109289"/>
                </a:cubicBezTo>
                <a:cubicBezTo>
                  <a:pt x="236764" y="112839"/>
                  <a:pt x="230775" y="114614"/>
                  <a:pt x="224493" y="114614"/>
                </a:cubicBezTo>
                <a:cubicBezTo>
                  <a:pt x="219896" y="114614"/>
                  <a:pt x="215771" y="113643"/>
                  <a:pt x="212120" y="111702"/>
                </a:cubicBezTo>
                <a:cubicBezTo>
                  <a:pt x="208468" y="109762"/>
                  <a:pt x="205467" y="107310"/>
                  <a:pt x="203117" y="104348"/>
                </a:cubicBezTo>
                <a:lnTo>
                  <a:pt x="203117" y="143957"/>
                </a:lnTo>
                <a:lnTo>
                  <a:pt x="189327" y="143957"/>
                </a:lnTo>
                <a:moveTo>
                  <a:pt x="201815" y="72553"/>
                </a:moveTo>
                <a:cubicBezTo>
                  <a:pt x="201815" y="83023"/>
                  <a:pt x="203935" y="90761"/>
                  <a:pt x="208174" y="95767"/>
                </a:cubicBezTo>
                <a:cubicBezTo>
                  <a:pt x="212413" y="100772"/>
                  <a:pt x="217546" y="103275"/>
                  <a:pt x="223573" y="103275"/>
                </a:cubicBezTo>
                <a:cubicBezTo>
                  <a:pt x="229702" y="103275"/>
                  <a:pt x="234950" y="100683"/>
                  <a:pt x="239317" y="95499"/>
                </a:cubicBezTo>
                <a:cubicBezTo>
                  <a:pt x="243684" y="90315"/>
                  <a:pt x="245868" y="82283"/>
                  <a:pt x="245868" y="71404"/>
                </a:cubicBezTo>
                <a:cubicBezTo>
                  <a:pt x="245868" y="61035"/>
                  <a:pt x="243735" y="53272"/>
                  <a:pt x="239471" y="48113"/>
                </a:cubicBezTo>
                <a:cubicBezTo>
                  <a:pt x="235206" y="42955"/>
                  <a:pt x="230111" y="40375"/>
                  <a:pt x="224186" y="40375"/>
                </a:cubicBezTo>
                <a:cubicBezTo>
                  <a:pt x="218312" y="40375"/>
                  <a:pt x="213115" y="43121"/>
                  <a:pt x="208595" y="48611"/>
                </a:cubicBezTo>
                <a:cubicBezTo>
                  <a:pt x="204075" y="54102"/>
                  <a:pt x="201815" y="62082"/>
                  <a:pt x="201815" y="72553"/>
                </a:cubicBezTo>
                <a:close/>
                <a:moveTo>
                  <a:pt x="271182" y="72093"/>
                </a:moveTo>
                <a:cubicBezTo>
                  <a:pt x="271182" y="57026"/>
                  <a:pt x="275370" y="45866"/>
                  <a:pt x="283746" y="38613"/>
                </a:cubicBezTo>
                <a:cubicBezTo>
                  <a:pt x="290744" y="32586"/>
                  <a:pt x="299273" y="29573"/>
                  <a:pt x="309335" y="29573"/>
                </a:cubicBezTo>
                <a:cubicBezTo>
                  <a:pt x="320521" y="29573"/>
                  <a:pt x="329663" y="33237"/>
                  <a:pt x="336763" y="40567"/>
                </a:cubicBezTo>
                <a:cubicBezTo>
                  <a:pt x="343862" y="47896"/>
                  <a:pt x="347412" y="58022"/>
                  <a:pt x="347412" y="70944"/>
                </a:cubicBezTo>
                <a:cubicBezTo>
                  <a:pt x="347412" y="81415"/>
                  <a:pt x="345841" y="89651"/>
                  <a:pt x="342700" y="95652"/>
                </a:cubicBezTo>
                <a:cubicBezTo>
                  <a:pt x="339559" y="101653"/>
                  <a:pt x="334988" y="106314"/>
                  <a:pt x="328986" y="109634"/>
                </a:cubicBezTo>
                <a:cubicBezTo>
                  <a:pt x="322985" y="112954"/>
                  <a:pt x="316435" y="114614"/>
                  <a:pt x="309335" y="114614"/>
                </a:cubicBezTo>
                <a:cubicBezTo>
                  <a:pt x="297945" y="114614"/>
                  <a:pt x="288739" y="110962"/>
                  <a:pt x="281716" y="103658"/>
                </a:cubicBezTo>
                <a:cubicBezTo>
                  <a:pt x="274693" y="96354"/>
                  <a:pt x="271182" y="85833"/>
                  <a:pt x="271182" y="72093"/>
                </a:cubicBezTo>
                <a:moveTo>
                  <a:pt x="285355" y="72093"/>
                </a:moveTo>
                <a:cubicBezTo>
                  <a:pt x="285355" y="82513"/>
                  <a:pt x="287628" y="90315"/>
                  <a:pt x="292174" y="95499"/>
                </a:cubicBezTo>
                <a:cubicBezTo>
                  <a:pt x="296719" y="100683"/>
                  <a:pt x="302440" y="103275"/>
                  <a:pt x="309335" y="103275"/>
                </a:cubicBezTo>
                <a:cubicBezTo>
                  <a:pt x="316179" y="103275"/>
                  <a:pt x="321874" y="100670"/>
                  <a:pt x="326420" y="95460"/>
                </a:cubicBezTo>
                <a:cubicBezTo>
                  <a:pt x="330966" y="90251"/>
                  <a:pt x="333239" y="82308"/>
                  <a:pt x="333239" y="71634"/>
                </a:cubicBezTo>
                <a:cubicBezTo>
                  <a:pt x="333239" y="61572"/>
                  <a:pt x="330953" y="53949"/>
                  <a:pt x="326382" y="48764"/>
                </a:cubicBezTo>
                <a:cubicBezTo>
                  <a:pt x="321810" y="43580"/>
                  <a:pt x="316128" y="40988"/>
                  <a:pt x="309335" y="40988"/>
                </a:cubicBezTo>
                <a:cubicBezTo>
                  <a:pt x="302440" y="40988"/>
                  <a:pt x="296719" y="43568"/>
                  <a:pt x="292174" y="48726"/>
                </a:cubicBezTo>
                <a:cubicBezTo>
                  <a:pt x="287628" y="53885"/>
                  <a:pt x="285355" y="61674"/>
                  <a:pt x="285355" y="72093"/>
                </a:cubicBezTo>
                <a:close/>
                <a:moveTo>
                  <a:pt x="393412" y="100440"/>
                </a:moveTo>
                <a:lnTo>
                  <a:pt x="395404" y="112622"/>
                </a:lnTo>
                <a:cubicBezTo>
                  <a:pt x="391522" y="113439"/>
                  <a:pt x="388049" y="113848"/>
                  <a:pt x="384984" y="113848"/>
                </a:cubicBezTo>
                <a:cubicBezTo>
                  <a:pt x="379979" y="113848"/>
                  <a:pt x="376097" y="113056"/>
                  <a:pt x="373339" y="111473"/>
                </a:cubicBezTo>
                <a:cubicBezTo>
                  <a:pt x="370581" y="109889"/>
                  <a:pt x="368640" y="107808"/>
                  <a:pt x="367516" y="105229"/>
                </a:cubicBezTo>
                <a:cubicBezTo>
                  <a:pt x="366393" y="102649"/>
                  <a:pt x="365831" y="97222"/>
                  <a:pt x="365831" y="88948"/>
                </a:cubicBezTo>
                <a:lnTo>
                  <a:pt x="365831" y="42137"/>
                </a:lnTo>
                <a:lnTo>
                  <a:pt x="355718" y="42137"/>
                </a:lnTo>
                <a:lnTo>
                  <a:pt x="355718" y="31412"/>
                </a:lnTo>
                <a:lnTo>
                  <a:pt x="365831" y="31412"/>
                </a:lnTo>
                <a:lnTo>
                  <a:pt x="365831" y="11262"/>
                </a:lnTo>
                <a:lnTo>
                  <a:pt x="379545" y="2988"/>
                </a:lnTo>
                <a:lnTo>
                  <a:pt x="379545" y="31412"/>
                </a:lnTo>
                <a:lnTo>
                  <a:pt x="393412" y="31412"/>
                </a:lnTo>
                <a:lnTo>
                  <a:pt x="393412" y="42137"/>
                </a:lnTo>
                <a:lnTo>
                  <a:pt x="379545" y="42137"/>
                </a:lnTo>
                <a:lnTo>
                  <a:pt x="379545" y="89714"/>
                </a:lnTo>
                <a:cubicBezTo>
                  <a:pt x="379545" y="93647"/>
                  <a:pt x="379787" y="96175"/>
                  <a:pt x="380272" y="97299"/>
                </a:cubicBezTo>
                <a:cubicBezTo>
                  <a:pt x="380758" y="98423"/>
                  <a:pt x="381549" y="99317"/>
                  <a:pt x="382647" y="99981"/>
                </a:cubicBezTo>
                <a:cubicBezTo>
                  <a:pt x="383745" y="100645"/>
                  <a:pt x="385316" y="100977"/>
                  <a:pt x="387359" y="100977"/>
                </a:cubicBezTo>
                <a:cubicBezTo>
                  <a:pt x="388891" y="100977"/>
                  <a:pt x="390909" y="100798"/>
                  <a:pt x="393412" y="100440"/>
                </a:cubicBezTo>
                <a:close/>
                <a:moveTo>
                  <a:pt x="406358" y="112775"/>
                </a:moveTo>
                <a:lnTo>
                  <a:pt x="406358" y="460"/>
                </a:lnTo>
                <a:lnTo>
                  <a:pt x="420148" y="460"/>
                </a:lnTo>
                <a:lnTo>
                  <a:pt x="420148" y="40758"/>
                </a:lnTo>
                <a:cubicBezTo>
                  <a:pt x="426584" y="33301"/>
                  <a:pt x="434705" y="29573"/>
                  <a:pt x="444511" y="29573"/>
                </a:cubicBezTo>
                <a:cubicBezTo>
                  <a:pt x="450538" y="29573"/>
                  <a:pt x="455774" y="30760"/>
                  <a:pt x="460217" y="33135"/>
                </a:cubicBezTo>
                <a:cubicBezTo>
                  <a:pt x="464661" y="35510"/>
                  <a:pt x="467840" y="38792"/>
                  <a:pt x="469755" y="42980"/>
                </a:cubicBezTo>
                <a:cubicBezTo>
                  <a:pt x="471671" y="47168"/>
                  <a:pt x="472628" y="53246"/>
                  <a:pt x="472628" y="61214"/>
                </a:cubicBezTo>
                <a:lnTo>
                  <a:pt x="472628" y="112775"/>
                </a:lnTo>
                <a:lnTo>
                  <a:pt x="458838" y="112775"/>
                </a:lnTo>
                <a:lnTo>
                  <a:pt x="458838" y="61214"/>
                </a:lnTo>
                <a:cubicBezTo>
                  <a:pt x="458838" y="54319"/>
                  <a:pt x="457344" y="49301"/>
                  <a:pt x="454356" y="46160"/>
                </a:cubicBezTo>
                <a:cubicBezTo>
                  <a:pt x="451368" y="43018"/>
                  <a:pt x="447142" y="41448"/>
                  <a:pt x="441677" y="41448"/>
                </a:cubicBezTo>
                <a:cubicBezTo>
                  <a:pt x="437591" y="41448"/>
                  <a:pt x="433747" y="42508"/>
                  <a:pt x="430146" y="44627"/>
                </a:cubicBezTo>
                <a:cubicBezTo>
                  <a:pt x="426545" y="46747"/>
                  <a:pt x="423979" y="49620"/>
                  <a:pt x="422447" y="53246"/>
                </a:cubicBezTo>
                <a:cubicBezTo>
                  <a:pt x="420914" y="56873"/>
                  <a:pt x="420148" y="61878"/>
                  <a:pt x="420148" y="68263"/>
                </a:cubicBezTo>
                <a:lnTo>
                  <a:pt x="420148" y="112775"/>
                </a:lnTo>
                <a:lnTo>
                  <a:pt x="406358" y="112775"/>
                </a:lnTo>
                <a:close/>
                <a:moveTo>
                  <a:pt x="549044" y="86573"/>
                </a:moveTo>
                <a:lnTo>
                  <a:pt x="563294" y="88335"/>
                </a:lnTo>
                <a:cubicBezTo>
                  <a:pt x="561046" y="96661"/>
                  <a:pt x="556884" y="103122"/>
                  <a:pt x="550806" y="107719"/>
                </a:cubicBezTo>
                <a:cubicBezTo>
                  <a:pt x="544728" y="112315"/>
                  <a:pt x="536964" y="114614"/>
                  <a:pt x="527515" y="114614"/>
                </a:cubicBezTo>
                <a:cubicBezTo>
                  <a:pt x="515615" y="114614"/>
                  <a:pt x="506178" y="110949"/>
                  <a:pt x="499207" y="103620"/>
                </a:cubicBezTo>
                <a:cubicBezTo>
                  <a:pt x="492235" y="96290"/>
                  <a:pt x="488749" y="86011"/>
                  <a:pt x="488749" y="72783"/>
                </a:cubicBezTo>
                <a:cubicBezTo>
                  <a:pt x="488749" y="59095"/>
                  <a:pt x="492273" y="48471"/>
                  <a:pt x="499321" y="40912"/>
                </a:cubicBezTo>
                <a:cubicBezTo>
                  <a:pt x="506370" y="33352"/>
                  <a:pt x="515512" y="29573"/>
                  <a:pt x="526749" y="29573"/>
                </a:cubicBezTo>
                <a:cubicBezTo>
                  <a:pt x="537628" y="29573"/>
                  <a:pt x="546515" y="33276"/>
                  <a:pt x="553411" y="40682"/>
                </a:cubicBezTo>
                <a:cubicBezTo>
                  <a:pt x="560306" y="48088"/>
                  <a:pt x="563753" y="58507"/>
                  <a:pt x="563753" y="71940"/>
                </a:cubicBezTo>
                <a:cubicBezTo>
                  <a:pt x="563753" y="72757"/>
                  <a:pt x="563728" y="73983"/>
                  <a:pt x="563677" y="75617"/>
                </a:cubicBezTo>
                <a:lnTo>
                  <a:pt x="502999" y="75617"/>
                </a:lnTo>
                <a:cubicBezTo>
                  <a:pt x="503510" y="84556"/>
                  <a:pt x="506038" y="91400"/>
                  <a:pt x="510584" y="96150"/>
                </a:cubicBezTo>
                <a:cubicBezTo>
                  <a:pt x="515129" y="100900"/>
                  <a:pt x="520799" y="103275"/>
                  <a:pt x="527592" y="103275"/>
                </a:cubicBezTo>
                <a:cubicBezTo>
                  <a:pt x="532648" y="103275"/>
                  <a:pt x="536964" y="101947"/>
                  <a:pt x="540539" y="99291"/>
                </a:cubicBezTo>
                <a:cubicBezTo>
                  <a:pt x="544115" y="96635"/>
                  <a:pt x="546949" y="92396"/>
                  <a:pt x="549044" y="86573"/>
                </a:cubicBezTo>
                <a:moveTo>
                  <a:pt x="503765" y="64279"/>
                </a:moveTo>
                <a:lnTo>
                  <a:pt x="549197" y="64279"/>
                </a:lnTo>
                <a:cubicBezTo>
                  <a:pt x="548584" y="57435"/>
                  <a:pt x="546847" y="52301"/>
                  <a:pt x="543987" y="48879"/>
                </a:cubicBezTo>
                <a:cubicBezTo>
                  <a:pt x="539595" y="43568"/>
                  <a:pt x="533900" y="40912"/>
                  <a:pt x="526902" y="40912"/>
                </a:cubicBezTo>
                <a:cubicBezTo>
                  <a:pt x="520569" y="40912"/>
                  <a:pt x="515244" y="43031"/>
                  <a:pt x="510928" y="47271"/>
                </a:cubicBezTo>
                <a:cubicBezTo>
                  <a:pt x="506612" y="51510"/>
                  <a:pt x="504225" y="57179"/>
                  <a:pt x="503765" y="64279"/>
                </a:cubicBezTo>
                <a:close/>
                <a:moveTo>
                  <a:pt x="574817" y="88489"/>
                </a:moveTo>
                <a:lnTo>
                  <a:pt x="588454" y="86343"/>
                </a:lnTo>
                <a:cubicBezTo>
                  <a:pt x="589220" y="91808"/>
                  <a:pt x="591353" y="95997"/>
                  <a:pt x="594852" y="98908"/>
                </a:cubicBezTo>
                <a:cubicBezTo>
                  <a:pt x="598350" y="101819"/>
                  <a:pt x="603241" y="103275"/>
                  <a:pt x="609523" y="103275"/>
                </a:cubicBezTo>
                <a:cubicBezTo>
                  <a:pt x="615856" y="103275"/>
                  <a:pt x="620555" y="101985"/>
                  <a:pt x="623620" y="99406"/>
                </a:cubicBezTo>
                <a:cubicBezTo>
                  <a:pt x="626684" y="96827"/>
                  <a:pt x="628217" y="93800"/>
                  <a:pt x="628217" y="90327"/>
                </a:cubicBezTo>
                <a:cubicBezTo>
                  <a:pt x="628217" y="87212"/>
                  <a:pt x="626863" y="84760"/>
                  <a:pt x="624156" y="82972"/>
                </a:cubicBezTo>
                <a:cubicBezTo>
                  <a:pt x="622266" y="81747"/>
                  <a:pt x="617567" y="80189"/>
                  <a:pt x="610059" y="78299"/>
                </a:cubicBezTo>
                <a:cubicBezTo>
                  <a:pt x="599946" y="75745"/>
                  <a:pt x="592936" y="73536"/>
                  <a:pt x="589029" y="71672"/>
                </a:cubicBezTo>
                <a:cubicBezTo>
                  <a:pt x="585122" y="69808"/>
                  <a:pt x="582159" y="67228"/>
                  <a:pt x="580142" y="63934"/>
                </a:cubicBezTo>
                <a:cubicBezTo>
                  <a:pt x="578124" y="60640"/>
                  <a:pt x="577116" y="57000"/>
                  <a:pt x="577116" y="53017"/>
                </a:cubicBezTo>
                <a:cubicBezTo>
                  <a:pt x="577116" y="49390"/>
                  <a:pt x="577946" y="46032"/>
                  <a:pt x="579605" y="42942"/>
                </a:cubicBezTo>
                <a:cubicBezTo>
                  <a:pt x="581265" y="39852"/>
                  <a:pt x="583526" y="37285"/>
                  <a:pt x="586386" y="35242"/>
                </a:cubicBezTo>
                <a:cubicBezTo>
                  <a:pt x="588531" y="33659"/>
                  <a:pt x="591455" y="32318"/>
                  <a:pt x="595158" y="31220"/>
                </a:cubicBezTo>
                <a:cubicBezTo>
                  <a:pt x="598861" y="30122"/>
                  <a:pt x="602832" y="29573"/>
                  <a:pt x="607071" y="29573"/>
                </a:cubicBezTo>
                <a:cubicBezTo>
                  <a:pt x="613456" y="29573"/>
                  <a:pt x="619061" y="30492"/>
                  <a:pt x="623888" y="32331"/>
                </a:cubicBezTo>
                <a:cubicBezTo>
                  <a:pt x="628715" y="34170"/>
                  <a:pt x="632277" y="36660"/>
                  <a:pt x="634576" y="39801"/>
                </a:cubicBezTo>
                <a:cubicBezTo>
                  <a:pt x="636874" y="42942"/>
                  <a:pt x="638457" y="47143"/>
                  <a:pt x="639326" y="52404"/>
                </a:cubicBezTo>
                <a:lnTo>
                  <a:pt x="625842" y="54242"/>
                </a:lnTo>
                <a:cubicBezTo>
                  <a:pt x="625229" y="50054"/>
                  <a:pt x="623454" y="46785"/>
                  <a:pt x="620517" y="44436"/>
                </a:cubicBezTo>
                <a:cubicBezTo>
                  <a:pt x="617580" y="42086"/>
                  <a:pt x="613430" y="40912"/>
                  <a:pt x="608067" y="40912"/>
                </a:cubicBezTo>
                <a:cubicBezTo>
                  <a:pt x="601734" y="40912"/>
                  <a:pt x="597214" y="41959"/>
                  <a:pt x="594507" y="44053"/>
                </a:cubicBezTo>
                <a:cubicBezTo>
                  <a:pt x="591800" y="46147"/>
                  <a:pt x="590446" y="48598"/>
                  <a:pt x="590446" y="51408"/>
                </a:cubicBezTo>
                <a:cubicBezTo>
                  <a:pt x="590446" y="53195"/>
                  <a:pt x="591008" y="54804"/>
                  <a:pt x="592132" y="56234"/>
                </a:cubicBezTo>
                <a:cubicBezTo>
                  <a:pt x="593255" y="57715"/>
                  <a:pt x="595018" y="58941"/>
                  <a:pt x="597418" y="59912"/>
                </a:cubicBezTo>
                <a:cubicBezTo>
                  <a:pt x="598797" y="60422"/>
                  <a:pt x="602858" y="61597"/>
                  <a:pt x="609600" y="63436"/>
                </a:cubicBezTo>
                <a:cubicBezTo>
                  <a:pt x="619355" y="66041"/>
                  <a:pt x="626161" y="68173"/>
                  <a:pt x="630017" y="69833"/>
                </a:cubicBezTo>
                <a:cubicBezTo>
                  <a:pt x="633873" y="71493"/>
                  <a:pt x="636900" y="73906"/>
                  <a:pt x="639096" y="77073"/>
                </a:cubicBezTo>
                <a:cubicBezTo>
                  <a:pt x="641292" y="80240"/>
                  <a:pt x="642390" y="84173"/>
                  <a:pt x="642390" y="88872"/>
                </a:cubicBezTo>
                <a:cubicBezTo>
                  <a:pt x="642390" y="93468"/>
                  <a:pt x="641049" y="97797"/>
                  <a:pt x="638368" y="101858"/>
                </a:cubicBezTo>
                <a:cubicBezTo>
                  <a:pt x="635687" y="105918"/>
                  <a:pt x="631818" y="109059"/>
                  <a:pt x="626761" y="111281"/>
                </a:cubicBezTo>
                <a:cubicBezTo>
                  <a:pt x="621705" y="113503"/>
                  <a:pt x="615984" y="114614"/>
                  <a:pt x="609600" y="114614"/>
                </a:cubicBezTo>
                <a:cubicBezTo>
                  <a:pt x="599027" y="114614"/>
                  <a:pt x="590970" y="112417"/>
                  <a:pt x="585428" y="108025"/>
                </a:cubicBezTo>
                <a:cubicBezTo>
                  <a:pt x="579886" y="103632"/>
                  <a:pt x="576349" y="97120"/>
                  <a:pt x="574817" y="88489"/>
                </a:cubicBezTo>
                <a:close/>
                <a:moveTo>
                  <a:pt x="658611" y="16319"/>
                </a:moveTo>
                <a:lnTo>
                  <a:pt x="658611" y="460"/>
                </a:lnTo>
                <a:lnTo>
                  <a:pt x="672401" y="460"/>
                </a:lnTo>
                <a:lnTo>
                  <a:pt x="672401" y="16319"/>
                </a:lnTo>
                <a:lnTo>
                  <a:pt x="658611" y="16319"/>
                </a:lnTo>
                <a:moveTo>
                  <a:pt x="658611" y="112775"/>
                </a:moveTo>
                <a:lnTo>
                  <a:pt x="658611" y="31412"/>
                </a:lnTo>
                <a:lnTo>
                  <a:pt x="672401" y="31412"/>
                </a:lnTo>
                <a:lnTo>
                  <a:pt x="672401" y="112775"/>
                </a:lnTo>
                <a:lnTo>
                  <a:pt x="658611" y="112775"/>
                </a:lnTo>
                <a:close/>
                <a:moveTo>
                  <a:pt x="688228" y="88489"/>
                </a:moveTo>
                <a:lnTo>
                  <a:pt x="701865" y="86343"/>
                </a:lnTo>
                <a:cubicBezTo>
                  <a:pt x="702631" y="91808"/>
                  <a:pt x="704763" y="95997"/>
                  <a:pt x="708262" y="98908"/>
                </a:cubicBezTo>
                <a:cubicBezTo>
                  <a:pt x="711761" y="101819"/>
                  <a:pt x="716651" y="103275"/>
                  <a:pt x="722933" y="103275"/>
                </a:cubicBezTo>
                <a:cubicBezTo>
                  <a:pt x="729267" y="103275"/>
                  <a:pt x="733966" y="101985"/>
                  <a:pt x="737030" y="99406"/>
                </a:cubicBezTo>
                <a:cubicBezTo>
                  <a:pt x="740095" y="96827"/>
                  <a:pt x="741627" y="93800"/>
                  <a:pt x="741627" y="90327"/>
                </a:cubicBezTo>
                <a:cubicBezTo>
                  <a:pt x="741627" y="87212"/>
                  <a:pt x="740274" y="84760"/>
                  <a:pt x="737567" y="82972"/>
                </a:cubicBezTo>
                <a:cubicBezTo>
                  <a:pt x="735677" y="81747"/>
                  <a:pt x="730978" y="80189"/>
                  <a:pt x="723470" y="78299"/>
                </a:cubicBezTo>
                <a:cubicBezTo>
                  <a:pt x="713357" y="75745"/>
                  <a:pt x="706347" y="73536"/>
                  <a:pt x="702439" y="71672"/>
                </a:cubicBezTo>
                <a:cubicBezTo>
                  <a:pt x="698532" y="69808"/>
                  <a:pt x="695570" y="67228"/>
                  <a:pt x="693552" y="63934"/>
                </a:cubicBezTo>
                <a:cubicBezTo>
                  <a:pt x="691535" y="60640"/>
                  <a:pt x="690526" y="57000"/>
                  <a:pt x="690526" y="53017"/>
                </a:cubicBezTo>
                <a:cubicBezTo>
                  <a:pt x="690526" y="49390"/>
                  <a:pt x="691356" y="46032"/>
                  <a:pt x="693016" y="42942"/>
                </a:cubicBezTo>
                <a:cubicBezTo>
                  <a:pt x="694676" y="39852"/>
                  <a:pt x="696936" y="37285"/>
                  <a:pt x="699796" y="35242"/>
                </a:cubicBezTo>
                <a:cubicBezTo>
                  <a:pt x="701941" y="33659"/>
                  <a:pt x="704865" y="32318"/>
                  <a:pt x="708568" y="31220"/>
                </a:cubicBezTo>
                <a:cubicBezTo>
                  <a:pt x="712271" y="30122"/>
                  <a:pt x="716243" y="29573"/>
                  <a:pt x="720482" y="29573"/>
                </a:cubicBezTo>
                <a:cubicBezTo>
                  <a:pt x="726866" y="29573"/>
                  <a:pt x="732472" y="30492"/>
                  <a:pt x="737299" y="32331"/>
                </a:cubicBezTo>
                <a:cubicBezTo>
                  <a:pt x="742125" y="34170"/>
                  <a:pt x="745688" y="36660"/>
                  <a:pt x="747986" y="39801"/>
                </a:cubicBezTo>
                <a:cubicBezTo>
                  <a:pt x="750285" y="42942"/>
                  <a:pt x="751868" y="47143"/>
                  <a:pt x="752736" y="52404"/>
                </a:cubicBezTo>
                <a:lnTo>
                  <a:pt x="739252" y="54242"/>
                </a:lnTo>
                <a:cubicBezTo>
                  <a:pt x="738639" y="50054"/>
                  <a:pt x="736864" y="46785"/>
                  <a:pt x="733928" y="44436"/>
                </a:cubicBezTo>
                <a:cubicBezTo>
                  <a:pt x="730991" y="42086"/>
                  <a:pt x="726841" y="40912"/>
                  <a:pt x="721478" y="40912"/>
                </a:cubicBezTo>
                <a:cubicBezTo>
                  <a:pt x="715144" y="40912"/>
                  <a:pt x="710624" y="41959"/>
                  <a:pt x="707917" y="44053"/>
                </a:cubicBezTo>
                <a:cubicBezTo>
                  <a:pt x="705210" y="46147"/>
                  <a:pt x="703857" y="48598"/>
                  <a:pt x="703857" y="51408"/>
                </a:cubicBezTo>
                <a:cubicBezTo>
                  <a:pt x="703857" y="53195"/>
                  <a:pt x="704419" y="54804"/>
                  <a:pt x="705542" y="56234"/>
                </a:cubicBezTo>
                <a:cubicBezTo>
                  <a:pt x="706666" y="57715"/>
                  <a:pt x="708428" y="58941"/>
                  <a:pt x="710829" y="59912"/>
                </a:cubicBezTo>
                <a:cubicBezTo>
                  <a:pt x="712208" y="60422"/>
                  <a:pt x="716268" y="61597"/>
                  <a:pt x="723010" y="63436"/>
                </a:cubicBezTo>
                <a:cubicBezTo>
                  <a:pt x="732766" y="66041"/>
                  <a:pt x="739571" y="68173"/>
                  <a:pt x="743428" y="69833"/>
                </a:cubicBezTo>
                <a:cubicBezTo>
                  <a:pt x="747284" y="71493"/>
                  <a:pt x="750310" y="73906"/>
                  <a:pt x="752506" y="77073"/>
                </a:cubicBezTo>
                <a:cubicBezTo>
                  <a:pt x="754703" y="80240"/>
                  <a:pt x="755801" y="84173"/>
                  <a:pt x="755801" y="88872"/>
                </a:cubicBezTo>
                <a:cubicBezTo>
                  <a:pt x="755801" y="93468"/>
                  <a:pt x="754460" y="97797"/>
                  <a:pt x="751778" y="101858"/>
                </a:cubicBezTo>
                <a:cubicBezTo>
                  <a:pt x="749097" y="105918"/>
                  <a:pt x="745228" y="109059"/>
                  <a:pt x="740172" y="111281"/>
                </a:cubicBezTo>
                <a:cubicBezTo>
                  <a:pt x="735115" y="113503"/>
                  <a:pt x="729395" y="114614"/>
                  <a:pt x="723010" y="114614"/>
                </a:cubicBezTo>
                <a:cubicBezTo>
                  <a:pt x="712437" y="114614"/>
                  <a:pt x="704380" y="112417"/>
                  <a:pt x="698839" y="108025"/>
                </a:cubicBezTo>
                <a:cubicBezTo>
                  <a:pt x="693297" y="103632"/>
                  <a:pt x="689760" y="97120"/>
                  <a:pt x="688228" y="88489"/>
                </a:cubicBezTo>
                <a:close/>
                <a:moveTo>
                  <a:pt x="883645" y="99521"/>
                </a:moveTo>
                <a:lnTo>
                  <a:pt x="883645" y="112775"/>
                </a:lnTo>
                <a:lnTo>
                  <a:pt x="809406" y="112775"/>
                </a:lnTo>
                <a:cubicBezTo>
                  <a:pt x="809304" y="109455"/>
                  <a:pt x="809841" y="106263"/>
                  <a:pt x="811015" y="103198"/>
                </a:cubicBezTo>
                <a:cubicBezTo>
                  <a:pt x="812905" y="98142"/>
                  <a:pt x="815931" y="93162"/>
                  <a:pt x="820094" y="88259"/>
                </a:cubicBezTo>
                <a:cubicBezTo>
                  <a:pt x="824257" y="83355"/>
                  <a:pt x="830271" y="77686"/>
                  <a:pt x="838136" y="71251"/>
                </a:cubicBezTo>
                <a:cubicBezTo>
                  <a:pt x="850344" y="61240"/>
                  <a:pt x="858592" y="53310"/>
                  <a:pt x="862883" y="47462"/>
                </a:cubicBezTo>
                <a:cubicBezTo>
                  <a:pt x="867173" y="41614"/>
                  <a:pt x="869318" y="36085"/>
                  <a:pt x="869318" y="30875"/>
                </a:cubicBezTo>
                <a:cubicBezTo>
                  <a:pt x="869318" y="25410"/>
                  <a:pt x="867365" y="20801"/>
                  <a:pt x="863457" y="17047"/>
                </a:cubicBezTo>
                <a:cubicBezTo>
                  <a:pt x="859550" y="13292"/>
                  <a:pt x="854455" y="11415"/>
                  <a:pt x="848173" y="11415"/>
                </a:cubicBezTo>
                <a:cubicBezTo>
                  <a:pt x="841533" y="11415"/>
                  <a:pt x="836221" y="13407"/>
                  <a:pt x="832237" y="17391"/>
                </a:cubicBezTo>
                <a:cubicBezTo>
                  <a:pt x="828253" y="21375"/>
                  <a:pt x="826236" y="26891"/>
                  <a:pt x="826185" y="33940"/>
                </a:cubicBezTo>
                <a:lnTo>
                  <a:pt x="812011" y="32484"/>
                </a:lnTo>
                <a:cubicBezTo>
                  <a:pt x="812982" y="21911"/>
                  <a:pt x="816634" y="13854"/>
                  <a:pt x="822967" y="8313"/>
                </a:cubicBezTo>
                <a:cubicBezTo>
                  <a:pt x="829300" y="2771"/>
                  <a:pt x="837804" y="0"/>
                  <a:pt x="848479" y="0"/>
                </a:cubicBezTo>
                <a:cubicBezTo>
                  <a:pt x="859256" y="0"/>
                  <a:pt x="867786" y="2988"/>
                  <a:pt x="874068" y="8964"/>
                </a:cubicBezTo>
                <a:cubicBezTo>
                  <a:pt x="880350" y="14940"/>
                  <a:pt x="883492" y="22346"/>
                  <a:pt x="883492" y="31182"/>
                </a:cubicBezTo>
                <a:cubicBezTo>
                  <a:pt x="883492" y="35676"/>
                  <a:pt x="882572" y="40094"/>
                  <a:pt x="880734" y="44436"/>
                </a:cubicBezTo>
                <a:cubicBezTo>
                  <a:pt x="878895" y="48777"/>
                  <a:pt x="875843" y="53349"/>
                  <a:pt x="871578" y="58150"/>
                </a:cubicBezTo>
                <a:cubicBezTo>
                  <a:pt x="867313" y="62951"/>
                  <a:pt x="860227" y="69539"/>
                  <a:pt x="850318" y="77916"/>
                </a:cubicBezTo>
                <a:cubicBezTo>
                  <a:pt x="842044" y="84862"/>
                  <a:pt x="836732" y="89574"/>
                  <a:pt x="834382" y="92051"/>
                </a:cubicBezTo>
                <a:cubicBezTo>
                  <a:pt x="832033" y="94528"/>
                  <a:pt x="830092" y="97018"/>
                  <a:pt x="828560" y="99521"/>
                </a:cubicBezTo>
                <a:lnTo>
                  <a:pt x="883645" y="99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B88C4-6595-42CA-A55C-235876AD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982" y="2765365"/>
            <a:ext cx="1316387" cy="617449"/>
          </a:xfrm>
          <a:custGeom xmlns:a="http://schemas.openxmlformats.org/drawingml/2006/main">
            <a:pathLst>
              <a:path w="1316387" h="617449">
                <a:moveTo>
                  <a:pt x="302268" y="596313"/>
                </a:moveTo>
                <a:lnTo>
                  <a:pt x="361370" y="587349"/>
                </a:lnTo>
                <a:lnTo>
                  <a:pt x="419754" y="576934"/>
                </a:lnTo>
                <a:lnTo>
                  <a:pt x="477309" y="565125"/>
                </a:lnTo>
                <a:lnTo>
                  <a:pt x="533918" y="551978"/>
                </a:lnTo>
                <a:lnTo>
                  <a:pt x="589457" y="537548"/>
                </a:lnTo>
                <a:lnTo>
                  <a:pt x="643823" y="521888"/>
                </a:lnTo>
                <a:lnTo>
                  <a:pt x="696883" y="505053"/>
                </a:lnTo>
                <a:lnTo>
                  <a:pt x="748529" y="487099"/>
                </a:lnTo>
                <a:lnTo>
                  <a:pt x="798650" y="468078"/>
                </a:lnTo>
                <a:lnTo>
                  <a:pt x="847114" y="448045"/>
                </a:lnTo>
                <a:lnTo>
                  <a:pt x="893819" y="427053"/>
                </a:lnTo>
                <a:lnTo>
                  <a:pt x="938649" y="405154"/>
                </a:lnTo>
                <a:lnTo>
                  <a:pt x="981477" y="382400"/>
                </a:lnTo>
                <a:lnTo>
                  <a:pt x="1022187" y="358842"/>
                </a:lnTo>
                <a:lnTo>
                  <a:pt x="1060677" y="334530"/>
                </a:lnTo>
                <a:lnTo>
                  <a:pt x="1096767" y="309552"/>
                </a:lnTo>
                <a:lnTo>
                  <a:pt x="1113972" y="296755"/>
                </a:lnTo>
                <a:lnTo>
                  <a:pt x="1130496" y="283838"/>
                </a:lnTo>
                <a:lnTo>
                  <a:pt x="1146380" y="270767"/>
                </a:lnTo>
                <a:lnTo>
                  <a:pt x="1161599" y="257549"/>
                </a:lnTo>
                <a:lnTo>
                  <a:pt x="1176154" y="244187"/>
                </a:lnTo>
                <a:lnTo>
                  <a:pt x="1190013" y="230687"/>
                </a:lnTo>
                <a:lnTo>
                  <a:pt x="1203169" y="217055"/>
                </a:lnTo>
                <a:lnTo>
                  <a:pt x="1215606" y="203295"/>
                </a:lnTo>
                <a:lnTo>
                  <a:pt x="1227307" y="189410"/>
                </a:lnTo>
                <a:lnTo>
                  <a:pt x="1238259" y="175407"/>
                </a:lnTo>
                <a:lnTo>
                  <a:pt x="1248436" y="161289"/>
                </a:lnTo>
                <a:lnTo>
                  <a:pt x="1257840" y="147061"/>
                </a:lnTo>
                <a:lnTo>
                  <a:pt x="1266430" y="132726"/>
                </a:lnTo>
                <a:lnTo>
                  <a:pt x="1274208" y="118291"/>
                </a:lnTo>
                <a:lnTo>
                  <a:pt x="1281149" y="103759"/>
                </a:lnTo>
                <a:lnTo>
                  <a:pt x="1287223" y="89138"/>
                </a:lnTo>
                <a:lnTo>
                  <a:pt x="1292640" y="73819"/>
                </a:lnTo>
                <a:lnTo>
                  <a:pt x="1293079" y="71295"/>
                </a:lnTo>
                <a:lnTo>
                  <a:pt x="1316387" y="75029"/>
                </a:lnTo>
                <a:lnTo>
                  <a:pt x="1292789" y="0"/>
                </a:lnTo>
                <a:lnTo>
                  <a:pt x="1246927" y="63902"/>
                </a:lnTo>
                <a:lnTo>
                  <a:pt x="1269922" y="67586"/>
                </a:lnTo>
                <a:lnTo>
                  <a:pt x="1269872" y="67872"/>
                </a:lnTo>
                <a:lnTo>
                  <a:pt x="1265331" y="80705"/>
                </a:lnTo>
                <a:lnTo>
                  <a:pt x="1259691" y="94276"/>
                </a:lnTo>
                <a:lnTo>
                  <a:pt x="1253302" y="107660"/>
                </a:lnTo>
                <a:lnTo>
                  <a:pt x="1246060" y="121106"/>
                </a:lnTo>
                <a:lnTo>
                  <a:pt x="1237978" y="134584"/>
                </a:lnTo>
                <a:lnTo>
                  <a:pt x="1229143" y="147952"/>
                </a:lnTo>
                <a:lnTo>
                  <a:pt x="1219499" y="161330"/>
                </a:lnTo>
                <a:lnTo>
                  <a:pt x="1209160" y="174551"/>
                </a:lnTo>
                <a:lnTo>
                  <a:pt x="1197950" y="187856"/>
                </a:lnTo>
                <a:lnTo>
                  <a:pt x="1186091" y="200979"/>
                </a:lnTo>
                <a:lnTo>
                  <a:pt x="1173370" y="214160"/>
                </a:lnTo>
                <a:lnTo>
                  <a:pt x="1160038" y="227144"/>
                </a:lnTo>
                <a:lnTo>
                  <a:pt x="1146001" y="240041"/>
                </a:lnTo>
                <a:lnTo>
                  <a:pt x="1131279" y="252823"/>
                </a:lnTo>
                <a:lnTo>
                  <a:pt x="1115735" y="265614"/>
                </a:lnTo>
                <a:lnTo>
                  <a:pt x="1099643" y="278193"/>
                </a:lnTo>
                <a:lnTo>
                  <a:pt x="1099862" y="278022"/>
                </a:lnTo>
                <a:lnTo>
                  <a:pt x="1083131" y="290467"/>
                </a:lnTo>
                <a:lnTo>
                  <a:pt x="1047788" y="314933"/>
                </a:lnTo>
                <a:lnTo>
                  <a:pt x="1010032" y="338785"/>
                </a:lnTo>
                <a:lnTo>
                  <a:pt x="970135" y="361869"/>
                </a:lnTo>
                <a:lnTo>
                  <a:pt x="928026" y="384244"/>
                </a:lnTo>
                <a:lnTo>
                  <a:pt x="883822" y="405839"/>
                </a:lnTo>
                <a:lnTo>
                  <a:pt x="837824" y="426511"/>
                </a:lnTo>
                <a:lnTo>
                  <a:pt x="789996" y="446280"/>
                </a:lnTo>
                <a:lnTo>
                  <a:pt x="740574" y="465037"/>
                </a:lnTo>
                <a:lnTo>
                  <a:pt x="689467" y="482803"/>
                </a:lnTo>
                <a:lnTo>
                  <a:pt x="637056" y="499432"/>
                </a:lnTo>
                <a:lnTo>
                  <a:pt x="583291" y="514921"/>
                </a:lnTo>
                <a:lnTo>
                  <a:pt x="528300" y="529208"/>
                </a:lnTo>
                <a:lnTo>
                  <a:pt x="472295" y="542215"/>
                </a:lnTo>
                <a:lnTo>
                  <a:pt x="415341" y="553901"/>
                </a:lnTo>
                <a:lnTo>
                  <a:pt x="357512" y="564215"/>
                </a:lnTo>
                <a:lnTo>
                  <a:pt x="299060" y="573081"/>
                </a:lnTo>
                <a:lnTo>
                  <a:pt x="239958" y="580467"/>
                </a:lnTo>
                <a:lnTo>
                  <a:pt x="180434" y="586303"/>
                </a:lnTo>
                <a:lnTo>
                  <a:pt x="120550" y="590541"/>
                </a:lnTo>
                <a:lnTo>
                  <a:pt x="60406" y="593125"/>
                </a:lnTo>
                <a:lnTo>
                  <a:pt x="0" y="594001"/>
                </a:lnTo>
                <a:lnTo>
                  <a:pt x="344" y="617449"/>
                </a:lnTo>
                <a:lnTo>
                  <a:pt x="61080" y="616568"/>
                </a:lnTo>
                <a:lnTo>
                  <a:pt x="121864" y="613957"/>
                </a:lnTo>
                <a:lnTo>
                  <a:pt x="182397" y="609673"/>
                </a:lnTo>
                <a:lnTo>
                  <a:pt x="242571" y="603773"/>
                </a:lnTo>
                <a:lnTo>
                  <a:pt x="302268" y="596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4EC84-3880-4A2D-B383-202E6DA1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990" y="2765365"/>
            <a:ext cx="1324806" cy="1196437"/>
          </a:xfrm>
          <a:custGeom xmlns:a="http://schemas.openxmlformats.org/drawingml/2006/main">
            <a:pathLst>
              <a:path w="1324806" h="1196437">
                <a:moveTo>
                  <a:pt x="183319" y="1181151"/>
                </a:moveTo>
                <a:lnTo>
                  <a:pt x="213594" y="1175745"/>
                </a:lnTo>
                <a:lnTo>
                  <a:pt x="243767" y="1169560"/>
                </a:lnTo>
                <a:lnTo>
                  <a:pt x="273815" y="1162608"/>
                </a:lnTo>
                <a:lnTo>
                  <a:pt x="303714" y="1154906"/>
                </a:lnTo>
                <a:lnTo>
                  <a:pt x="333472" y="1146466"/>
                </a:lnTo>
                <a:lnTo>
                  <a:pt x="363051" y="1137302"/>
                </a:lnTo>
                <a:lnTo>
                  <a:pt x="392450" y="1127427"/>
                </a:lnTo>
                <a:lnTo>
                  <a:pt x="421654" y="1116857"/>
                </a:lnTo>
                <a:lnTo>
                  <a:pt x="450646" y="1105604"/>
                </a:lnTo>
                <a:lnTo>
                  <a:pt x="479404" y="1093683"/>
                </a:lnTo>
                <a:lnTo>
                  <a:pt x="507928" y="1081107"/>
                </a:lnTo>
                <a:lnTo>
                  <a:pt x="536248" y="1067862"/>
                </a:lnTo>
                <a:lnTo>
                  <a:pt x="591888" y="1039587"/>
                </a:lnTo>
                <a:lnTo>
                  <a:pt x="646386" y="1008882"/>
                </a:lnTo>
                <a:lnTo>
                  <a:pt x="699564" y="975884"/>
                </a:lnTo>
                <a:lnTo>
                  <a:pt x="751311" y="940702"/>
                </a:lnTo>
                <a:lnTo>
                  <a:pt x="801503" y="903445"/>
                </a:lnTo>
                <a:lnTo>
                  <a:pt x="850022" y="864220"/>
                </a:lnTo>
                <a:lnTo>
                  <a:pt x="896758" y="823135"/>
                </a:lnTo>
                <a:lnTo>
                  <a:pt x="941588" y="780298"/>
                </a:lnTo>
                <a:lnTo>
                  <a:pt x="984400" y="735815"/>
                </a:lnTo>
                <a:lnTo>
                  <a:pt x="1025063" y="689792"/>
                </a:lnTo>
                <a:lnTo>
                  <a:pt x="1063475" y="642338"/>
                </a:lnTo>
                <a:lnTo>
                  <a:pt x="1099471" y="593613"/>
                </a:lnTo>
                <a:lnTo>
                  <a:pt x="1116590" y="568705"/>
                </a:lnTo>
                <a:lnTo>
                  <a:pt x="1133045" y="543560"/>
                </a:lnTo>
                <a:lnTo>
                  <a:pt x="1148834" y="518137"/>
                </a:lnTo>
                <a:lnTo>
                  <a:pt x="1163960" y="492450"/>
                </a:lnTo>
                <a:lnTo>
                  <a:pt x="1178398" y="466509"/>
                </a:lnTo>
                <a:lnTo>
                  <a:pt x="1192139" y="440331"/>
                </a:lnTo>
                <a:lnTo>
                  <a:pt x="1205170" y="413928"/>
                </a:lnTo>
                <a:lnTo>
                  <a:pt x="1217474" y="387313"/>
                </a:lnTo>
                <a:lnTo>
                  <a:pt x="1229027" y="360500"/>
                </a:lnTo>
                <a:lnTo>
                  <a:pt x="1239822" y="333501"/>
                </a:lnTo>
                <a:lnTo>
                  <a:pt x="1249835" y="306331"/>
                </a:lnTo>
                <a:lnTo>
                  <a:pt x="1259067" y="279003"/>
                </a:lnTo>
                <a:lnTo>
                  <a:pt x="1267493" y="251529"/>
                </a:lnTo>
                <a:lnTo>
                  <a:pt x="1275091" y="223924"/>
                </a:lnTo>
                <a:lnTo>
                  <a:pt x="1281861" y="196201"/>
                </a:lnTo>
                <a:lnTo>
                  <a:pt x="1287778" y="168375"/>
                </a:lnTo>
                <a:lnTo>
                  <a:pt x="1292820" y="140457"/>
                </a:lnTo>
                <a:lnTo>
                  <a:pt x="1296986" y="112463"/>
                </a:lnTo>
                <a:lnTo>
                  <a:pt x="1300261" y="84298"/>
                </a:lnTo>
                <a:lnTo>
                  <a:pt x="1301141" y="70790"/>
                </a:lnTo>
                <a:lnTo>
                  <a:pt x="1324806" y="71837"/>
                </a:lnTo>
                <a:lnTo>
                  <a:pt x="1292781" y="0"/>
                </a:lnTo>
                <a:lnTo>
                  <a:pt x="1254525" y="68728"/>
                </a:lnTo>
                <a:lnTo>
                  <a:pt x="1277708" y="69753"/>
                </a:lnTo>
                <a:lnTo>
                  <a:pt x="1276900" y="82195"/>
                </a:lnTo>
                <a:lnTo>
                  <a:pt x="1273745" y="109316"/>
                </a:lnTo>
                <a:lnTo>
                  <a:pt x="1269663" y="136741"/>
                </a:lnTo>
                <a:lnTo>
                  <a:pt x="1264734" y="164026"/>
                </a:lnTo>
                <a:lnTo>
                  <a:pt x="1264797" y="163674"/>
                </a:lnTo>
                <a:lnTo>
                  <a:pt x="1258995" y="190977"/>
                </a:lnTo>
                <a:lnTo>
                  <a:pt x="1252398" y="218007"/>
                </a:lnTo>
                <a:lnTo>
                  <a:pt x="1244974" y="244966"/>
                </a:lnTo>
                <a:lnTo>
                  <a:pt x="1236739" y="271826"/>
                </a:lnTo>
                <a:lnTo>
                  <a:pt x="1227675" y="298674"/>
                </a:lnTo>
                <a:lnTo>
                  <a:pt x="1227776" y="298369"/>
                </a:lnTo>
                <a:lnTo>
                  <a:pt x="1217979" y="324950"/>
                </a:lnTo>
                <a:lnTo>
                  <a:pt x="1207304" y="351649"/>
                </a:lnTo>
                <a:lnTo>
                  <a:pt x="1207429" y="351363"/>
                </a:lnTo>
                <a:lnTo>
                  <a:pt x="1196042" y="377780"/>
                </a:lnTo>
                <a:lnTo>
                  <a:pt x="1184065" y="403701"/>
                </a:lnTo>
                <a:lnTo>
                  <a:pt x="1171240" y="429691"/>
                </a:lnTo>
                <a:lnTo>
                  <a:pt x="1157707" y="455482"/>
                </a:lnTo>
                <a:lnTo>
                  <a:pt x="1157839" y="455228"/>
                </a:lnTo>
                <a:lnTo>
                  <a:pt x="1143616" y="480786"/>
                </a:lnTo>
                <a:lnTo>
                  <a:pt x="1128833" y="505890"/>
                </a:lnTo>
                <a:lnTo>
                  <a:pt x="1113243" y="530983"/>
                </a:lnTo>
                <a:lnTo>
                  <a:pt x="1097152" y="555585"/>
                </a:lnTo>
                <a:lnTo>
                  <a:pt x="1080423" y="579923"/>
                </a:lnTo>
                <a:lnTo>
                  <a:pt x="1044973" y="627922"/>
                </a:lnTo>
                <a:lnTo>
                  <a:pt x="1007147" y="674658"/>
                </a:lnTo>
                <a:lnTo>
                  <a:pt x="967179" y="719888"/>
                </a:lnTo>
                <a:lnTo>
                  <a:pt x="925088" y="763631"/>
                </a:lnTo>
                <a:lnTo>
                  <a:pt x="880904" y="805850"/>
                </a:lnTo>
                <a:lnTo>
                  <a:pt x="834946" y="846253"/>
                </a:lnTo>
                <a:lnTo>
                  <a:pt x="787129" y="884910"/>
                </a:lnTo>
                <a:lnTo>
                  <a:pt x="737781" y="921541"/>
                </a:lnTo>
                <a:lnTo>
                  <a:pt x="686740" y="956245"/>
                </a:lnTo>
                <a:lnTo>
                  <a:pt x="634411" y="988713"/>
                </a:lnTo>
                <a:lnTo>
                  <a:pt x="580875" y="1018878"/>
                </a:lnTo>
                <a:lnTo>
                  <a:pt x="525975" y="1046779"/>
                </a:lnTo>
                <a:lnTo>
                  <a:pt x="498248" y="1059744"/>
                </a:lnTo>
                <a:lnTo>
                  <a:pt x="470166" y="1072127"/>
                </a:lnTo>
                <a:lnTo>
                  <a:pt x="441987" y="1083808"/>
                </a:lnTo>
                <a:lnTo>
                  <a:pt x="413451" y="1094887"/>
                </a:lnTo>
                <a:lnTo>
                  <a:pt x="384727" y="1105286"/>
                </a:lnTo>
                <a:lnTo>
                  <a:pt x="355829" y="1114990"/>
                </a:lnTo>
                <a:lnTo>
                  <a:pt x="326746" y="1123999"/>
                </a:lnTo>
                <a:lnTo>
                  <a:pt x="297521" y="1132287"/>
                </a:lnTo>
                <a:lnTo>
                  <a:pt x="268241" y="1139827"/>
                </a:lnTo>
                <a:lnTo>
                  <a:pt x="238746" y="1146651"/>
                </a:lnTo>
                <a:lnTo>
                  <a:pt x="209212" y="1152707"/>
                </a:lnTo>
                <a:lnTo>
                  <a:pt x="179481" y="1158015"/>
                </a:lnTo>
                <a:lnTo>
                  <a:pt x="149756" y="1162529"/>
                </a:lnTo>
                <a:lnTo>
                  <a:pt x="119878" y="1166263"/>
                </a:lnTo>
                <a:lnTo>
                  <a:pt x="90014" y="1169183"/>
                </a:lnTo>
                <a:lnTo>
                  <a:pt x="60073" y="1171288"/>
                </a:lnTo>
                <a:lnTo>
                  <a:pt x="30128" y="1172559"/>
                </a:lnTo>
                <a:lnTo>
                  <a:pt x="0" y="1172989"/>
                </a:lnTo>
                <a:lnTo>
                  <a:pt x="328" y="1196437"/>
                </a:lnTo>
                <a:lnTo>
                  <a:pt x="30790" y="1196003"/>
                </a:lnTo>
                <a:lnTo>
                  <a:pt x="61393" y="1194703"/>
                </a:lnTo>
                <a:lnTo>
                  <a:pt x="91965" y="1192554"/>
                </a:lnTo>
                <a:lnTo>
                  <a:pt x="122489" y="1189570"/>
                </a:lnTo>
                <a:lnTo>
                  <a:pt x="152943" y="1185764"/>
                </a:lnTo>
                <a:lnTo>
                  <a:pt x="183319" y="11811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Goal:apple">
            <a:extLst xmlns:a="http://schemas.openxmlformats.org/drawingml/2006/main">
              <a:ext uri="{FF2B5EF4-FFF2-40B4-BE49-F238E27FC236}">
                <a16:creationId xmlns:a16="http://schemas.microsoft.com/office/drawing/2014/main" id="{25743FA9-96EA-4396-ADFD-D23E4C22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891" y="3767219"/>
            <a:ext cx="763584" cy="98142"/>
          </a:xfrm>
          <a:custGeom xmlns:a="http://schemas.openxmlformats.org/drawingml/2006/main">
            <a:pathLst>
              <a:path w="763584" h="98142">
                <a:moveTo>
                  <a:pt x="49646" y="65230"/>
                </a:moveTo>
                <a:lnTo>
                  <a:pt x="49646" y="51599"/>
                </a:lnTo>
                <a:lnTo>
                  <a:pt x="35395" y="51599"/>
                </a:lnTo>
                <a:cubicBezTo>
                  <a:pt x="34246" y="51599"/>
                  <a:pt x="33394" y="51290"/>
                  <a:pt x="32838" y="50673"/>
                </a:cubicBezTo>
                <a:cubicBezTo>
                  <a:pt x="32283" y="50055"/>
                  <a:pt x="32005" y="49109"/>
                  <a:pt x="32005" y="47836"/>
                </a:cubicBezTo>
                <a:cubicBezTo>
                  <a:pt x="32005" y="46369"/>
                  <a:pt x="32254" y="45366"/>
                  <a:pt x="32752" y="44826"/>
                </a:cubicBezTo>
                <a:cubicBezTo>
                  <a:pt x="33250" y="44285"/>
                  <a:pt x="34208" y="44014"/>
                  <a:pt x="35625" y="44014"/>
                </a:cubicBezTo>
                <a:lnTo>
                  <a:pt x="60448" y="44014"/>
                </a:lnTo>
                <a:cubicBezTo>
                  <a:pt x="61444" y="44014"/>
                  <a:pt x="62181" y="44333"/>
                  <a:pt x="62660" y="44970"/>
                </a:cubicBezTo>
                <a:cubicBezTo>
                  <a:pt x="63139" y="45607"/>
                  <a:pt x="63378" y="46562"/>
                  <a:pt x="63378" y="47836"/>
                </a:cubicBezTo>
                <a:cubicBezTo>
                  <a:pt x="63378" y="49264"/>
                  <a:pt x="63062" y="50248"/>
                  <a:pt x="62430" y="50789"/>
                </a:cubicBezTo>
                <a:cubicBezTo>
                  <a:pt x="61798" y="51329"/>
                  <a:pt x="60678" y="51599"/>
                  <a:pt x="59069" y="51599"/>
                </a:cubicBezTo>
                <a:lnTo>
                  <a:pt x="58322" y="51599"/>
                </a:lnTo>
                <a:lnTo>
                  <a:pt x="58322" y="67552"/>
                </a:lnTo>
                <a:lnTo>
                  <a:pt x="58322" y="68934"/>
                </a:lnTo>
                <a:cubicBezTo>
                  <a:pt x="58322" y="69971"/>
                  <a:pt x="58207" y="70691"/>
                  <a:pt x="57977" y="71094"/>
                </a:cubicBezTo>
                <a:cubicBezTo>
                  <a:pt x="57747" y="71497"/>
                  <a:pt x="57288" y="71890"/>
                  <a:pt x="56598" y="72274"/>
                </a:cubicBezTo>
                <a:cubicBezTo>
                  <a:pt x="54415" y="73580"/>
                  <a:pt x="51235" y="74693"/>
                  <a:pt x="47060" y="75614"/>
                </a:cubicBezTo>
                <a:cubicBezTo>
                  <a:pt x="42884" y="76536"/>
                  <a:pt x="38651" y="76997"/>
                  <a:pt x="34361" y="76997"/>
                </a:cubicBezTo>
                <a:cubicBezTo>
                  <a:pt x="24095" y="76997"/>
                  <a:pt x="15802" y="73716"/>
                  <a:pt x="9481" y="67155"/>
                </a:cubicBezTo>
                <a:cubicBezTo>
                  <a:pt x="3160" y="60593"/>
                  <a:pt x="0" y="52037"/>
                  <a:pt x="0" y="41486"/>
                </a:cubicBezTo>
                <a:cubicBezTo>
                  <a:pt x="0" y="30935"/>
                  <a:pt x="3093" y="22226"/>
                  <a:pt x="9280" y="15358"/>
                </a:cubicBezTo>
                <a:cubicBezTo>
                  <a:pt x="15466" y="8490"/>
                  <a:pt x="23348" y="5056"/>
                  <a:pt x="32925" y="5056"/>
                </a:cubicBezTo>
                <a:cubicBezTo>
                  <a:pt x="35529" y="5056"/>
                  <a:pt x="38144" y="5363"/>
                  <a:pt x="40768" y="5976"/>
                </a:cubicBezTo>
                <a:cubicBezTo>
                  <a:pt x="43392" y="6589"/>
                  <a:pt x="46121" y="7489"/>
                  <a:pt x="48956" y="8676"/>
                </a:cubicBezTo>
                <a:cubicBezTo>
                  <a:pt x="49339" y="7680"/>
                  <a:pt x="49866" y="6962"/>
                  <a:pt x="50536" y="6522"/>
                </a:cubicBezTo>
                <a:cubicBezTo>
                  <a:pt x="51207" y="6081"/>
                  <a:pt x="52078" y="5861"/>
                  <a:pt x="53151" y="5861"/>
                </a:cubicBezTo>
                <a:cubicBezTo>
                  <a:pt x="54951" y="5861"/>
                  <a:pt x="56148" y="6399"/>
                  <a:pt x="56742" y="7475"/>
                </a:cubicBezTo>
                <a:cubicBezTo>
                  <a:pt x="57336" y="8550"/>
                  <a:pt x="57632" y="11027"/>
                  <a:pt x="57632" y="14906"/>
                </a:cubicBezTo>
                <a:lnTo>
                  <a:pt x="57632" y="22742"/>
                </a:lnTo>
                <a:cubicBezTo>
                  <a:pt x="57632" y="24623"/>
                  <a:pt x="57307" y="25939"/>
                  <a:pt x="56656" y="26688"/>
                </a:cubicBezTo>
                <a:cubicBezTo>
                  <a:pt x="56004" y="27437"/>
                  <a:pt x="54874" y="27811"/>
                  <a:pt x="53266" y="27811"/>
                </a:cubicBezTo>
                <a:cubicBezTo>
                  <a:pt x="51274" y="27811"/>
                  <a:pt x="49837" y="26575"/>
                  <a:pt x="48956" y="24105"/>
                </a:cubicBezTo>
                <a:cubicBezTo>
                  <a:pt x="48650" y="23371"/>
                  <a:pt x="48401" y="22811"/>
                  <a:pt x="48209" y="22426"/>
                </a:cubicBezTo>
                <a:cubicBezTo>
                  <a:pt x="46792" y="19375"/>
                  <a:pt x="44761" y="17021"/>
                  <a:pt x="42118" y="15362"/>
                </a:cubicBezTo>
                <a:cubicBezTo>
                  <a:pt x="39475" y="13701"/>
                  <a:pt x="36449" y="12871"/>
                  <a:pt x="33040" y="12871"/>
                </a:cubicBezTo>
                <a:cubicBezTo>
                  <a:pt x="26183" y="12871"/>
                  <a:pt x="20705" y="15351"/>
                  <a:pt x="16606" y="20312"/>
                </a:cubicBezTo>
                <a:cubicBezTo>
                  <a:pt x="12507" y="25273"/>
                  <a:pt x="10458" y="31967"/>
                  <a:pt x="10458" y="40394"/>
                </a:cubicBezTo>
                <a:cubicBezTo>
                  <a:pt x="10458" y="49090"/>
                  <a:pt x="12718" y="56004"/>
                  <a:pt x="17238" y="61138"/>
                </a:cubicBezTo>
                <a:cubicBezTo>
                  <a:pt x="21758" y="66271"/>
                  <a:pt x="27772" y="68837"/>
                  <a:pt x="35280" y="68837"/>
                </a:cubicBezTo>
                <a:cubicBezTo>
                  <a:pt x="37464" y="68837"/>
                  <a:pt x="39715" y="68551"/>
                  <a:pt x="42032" y="67979"/>
                </a:cubicBezTo>
                <a:cubicBezTo>
                  <a:pt x="44350" y="67405"/>
                  <a:pt x="46887" y="66489"/>
                  <a:pt x="49646" y="65230"/>
                </a:cubicBezTo>
                <a:close/>
                <a:moveTo>
                  <a:pt x="101721" y="68492"/>
                </a:moveTo>
                <a:cubicBezTo>
                  <a:pt x="107621" y="68492"/>
                  <a:pt x="112457" y="66630"/>
                  <a:pt x="116230" y="62906"/>
                </a:cubicBezTo>
                <a:cubicBezTo>
                  <a:pt x="120003" y="59182"/>
                  <a:pt x="121890" y="54436"/>
                  <a:pt x="121890" y="48669"/>
                </a:cubicBezTo>
                <a:cubicBezTo>
                  <a:pt x="121890" y="42901"/>
                  <a:pt x="119994" y="38136"/>
                  <a:pt x="116201" y="34374"/>
                </a:cubicBezTo>
                <a:cubicBezTo>
                  <a:pt x="112409" y="30611"/>
                  <a:pt x="107582" y="28730"/>
                  <a:pt x="101721" y="28730"/>
                </a:cubicBezTo>
                <a:cubicBezTo>
                  <a:pt x="95861" y="28730"/>
                  <a:pt x="91043" y="30611"/>
                  <a:pt x="87270" y="34374"/>
                </a:cubicBezTo>
                <a:cubicBezTo>
                  <a:pt x="83497" y="38136"/>
                  <a:pt x="81610" y="42901"/>
                  <a:pt x="81610" y="48669"/>
                </a:cubicBezTo>
                <a:cubicBezTo>
                  <a:pt x="81610" y="54475"/>
                  <a:pt x="83487" y="59230"/>
                  <a:pt x="87241" y="62935"/>
                </a:cubicBezTo>
                <a:cubicBezTo>
                  <a:pt x="90996" y="66640"/>
                  <a:pt x="95822" y="68492"/>
                  <a:pt x="101721" y="68492"/>
                </a:cubicBezTo>
                <a:moveTo>
                  <a:pt x="131888" y="48697"/>
                </a:moveTo>
                <a:cubicBezTo>
                  <a:pt x="131888" y="56903"/>
                  <a:pt x="129092" y="63614"/>
                  <a:pt x="123499" y="68830"/>
                </a:cubicBezTo>
                <a:cubicBezTo>
                  <a:pt x="117906" y="74045"/>
                  <a:pt x="110647" y="76652"/>
                  <a:pt x="101721" y="76652"/>
                </a:cubicBezTo>
                <a:cubicBezTo>
                  <a:pt x="92834" y="76652"/>
                  <a:pt x="85594" y="74045"/>
                  <a:pt x="80002" y="68830"/>
                </a:cubicBezTo>
                <a:cubicBezTo>
                  <a:pt x="74409" y="63614"/>
                  <a:pt x="71612" y="56903"/>
                  <a:pt x="71612" y="48697"/>
                </a:cubicBezTo>
                <a:cubicBezTo>
                  <a:pt x="71612" y="40491"/>
                  <a:pt x="74409" y="33791"/>
                  <a:pt x="80002" y="28595"/>
                </a:cubicBezTo>
                <a:cubicBezTo>
                  <a:pt x="85594" y="23399"/>
                  <a:pt x="92834" y="20801"/>
                  <a:pt x="101721" y="20801"/>
                </a:cubicBezTo>
                <a:cubicBezTo>
                  <a:pt x="110609" y="20801"/>
                  <a:pt x="117858" y="23408"/>
                  <a:pt x="123470" y="28624"/>
                </a:cubicBezTo>
                <a:cubicBezTo>
                  <a:pt x="129082" y="33839"/>
                  <a:pt x="131888" y="40530"/>
                  <a:pt x="131888" y="48697"/>
                </a:cubicBezTo>
                <a:close/>
                <a:moveTo>
                  <a:pt x="184824" y="49818"/>
                </a:moveTo>
                <a:cubicBezTo>
                  <a:pt x="182717" y="49128"/>
                  <a:pt x="180678" y="48621"/>
                  <a:pt x="178705" y="48295"/>
                </a:cubicBezTo>
                <a:cubicBezTo>
                  <a:pt x="176732" y="47970"/>
                  <a:pt x="174769" y="47807"/>
                  <a:pt x="172815" y="47807"/>
                </a:cubicBezTo>
                <a:cubicBezTo>
                  <a:pt x="166916" y="47807"/>
                  <a:pt x="162262" y="48803"/>
                  <a:pt x="158852" y="50795"/>
                </a:cubicBezTo>
                <a:cubicBezTo>
                  <a:pt x="155443" y="52787"/>
                  <a:pt x="153738" y="55468"/>
                  <a:pt x="153738" y="58839"/>
                </a:cubicBezTo>
                <a:cubicBezTo>
                  <a:pt x="153738" y="61444"/>
                  <a:pt x="154801" y="63589"/>
                  <a:pt x="156927" y="65275"/>
                </a:cubicBezTo>
                <a:cubicBezTo>
                  <a:pt x="159054" y="66960"/>
                  <a:pt x="161764" y="67803"/>
                  <a:pt x="165058" y="67803"/>
                </a:cubicBezTo>
                <a:cubicBezTo>
                  <a:pt x="169923" y="67803"/>
                  <a:pt x="174434" y="66529"/>
                  <a:pt x="178590" y="63982"/>
                </a:cubicBezTo>
                <a:cubicBezTo>
                  <a:pt x="182746" y="61434"/>
                  <a:pt x="184824" y="58782"/>
                  <a:pt x="184824" y="56024"/>
                </a:cubicBezTo>
                <a:lnTo>
                  <a:pt x="184824" y="49818"/>
                </a:lnTo>
                <a:moveTo>
                  <a:pt x="185284" y="67918"/>
                </a:moveTo>
                <a:cubicBezTo>
                  <a:pt x="182143" y="70753"/>
                  <a:pt x="178724" y="72917"/>
                  <a:pt x="175027" y="74411"/>
                </a:cubicBezTo>
                <a:cubicBezTo>
                  <a:pt x="171331" y="75905"/>
                  <a:pt x="167529" y="76652"/>
                  <a:pt x="163622" y="76652"/>
                </a:cubicBezTo>
                <a:cubicBezTo>
                  <a:pt x="157914" y="76652"/>
                  <a:pt x="153308" y="75060"/>
                  <a:pt x="149802" y="71875"/>
                </a:cubicBezTo>
                <a:cubicBezTo>
                  <a:pt x="146297" y="68691"/>
                  <a:pt x="144545" y="64547"/>
                  <a:pt x="144545" y="59444"/>
                </a:cubicBezTo>
                <a:cubicBezTo>
                  <a:pt x="144545" y="53382"/>
                  <a:pt x="146872" y="48682"/>
                  <a:pt x="151526" y="45345"/>
                </a:cubicBezTo>
                <a:cubicBezTo>
                  <a:pt x="156181" y="42006"/>
                  <a:pt x="162721" y="40337"/>
                  <a:pt x="171149" y="40337"/>
                </a:cubicBezTo>
                <a:cubicBezTo>
                  <a:pt x="173371" y="40337"/>
                  <a:pt x="175612" y="40481"/>
                  <a:pt x="177872" y="40768"/>
                </a:cubicBezTo>
                <a:cubicBezTo>
                  <a:pt x="180132" y="41055"/>
                  <a:pt x="182449" y="41505"/>
                  <a:pt x="184824" y="42118"/>
                </a:cubicBezTo>
                <a:lnTo>
                  <a:pt x="184824" y="41716"/>
                </a:lnTo>
                <a:cubicBezTo>
                  <a:pt x="184824" y="37328"/>
                  <a:pt x="183771" y="34085"/>
                  <a:pt x="181664" y="31989"/>
                </a:cubicBezTo>
                <a:cubicBezTo>
                  <a:pt x="179557" y="29893"/>
                  <a:pt x="176282" y="28845"/>
                  <a:pt x="171838" y="28845"/>
                </a:cubicBezTo>
                <a:cubicBezTo>
                  <a:pt x="168850" y="28845"/>
                  <a:pt x="165518" y="29649"/>
                  <a:pt x="161840" y="31258"/>
                </a:cubicBezTo>
                <a:cubicBezTo>
                  <a:pt x="158163" y="32867"/>
                  <a:pt x="155730" y="33672"/>
                  <a:pt x="154543" y="33672"/>
                </a:cubicBezTo>
                <a:cubicBezTo>
                  <a:pt x="153432" y="33672"/>
                  <a:pt x="152513" y="33222"/>
                  <a:pt x="151785" y="32321"/>
                </a:cubicBezTo>
                <a:cubicBezTo>
                  <a:pt x="151057" y="31421"/>
                  <a:pt x="150693" y="30262"/>
                  <a:pt x="150693" y="28845"/>
                </a:cubicBezTo>
                <a:cubicBezTo>
                  <a:pt x="150693" y="26569"/>
                  <a:pt x="152810" y="24641"/>
                  <a:pt x="157042" y="23059"/>
                </a:cubicBezTo>
                <a:cubicBezTo>
                  <a:pt x="161275" y="21477"/>
                  <a:pt x="166686" y="20686"/>
                  <a:pt x="173275" y="20686"/>
                </a:cubicBezTo>
                <a:cubicBezTo>
                  <a:pt x="180017" y="20686"/>
                  <a:pt x="185112" y="22402"/>
                  <a:pt x="188559" y="25835"/>
                </a:cubicBezTo>
                <a:cubicBezTo>
                  <a:pt x="192007" y="29268"/>
                  <a:pt x="193731" y="34340"/>
                  <a:pt x="193731" y="41052"/>
                </a:cubicBezTo>
                <a:lnTo>
                  <a:pt x="193731" y="67113"/>
                </a:lnTo>
                <a:lnTo>
                  <a:pt x="196546" y="67113"/>
                </a:lnTo>
                <a:cubicBezTo>
                  <a:pt x="199266" y="67113"/>
                  <a:pt x="201086" y="67399"/>
                  <a:pt x="202005" y="67970"/>
                </a:cubicBezTo>
                <a:cubicBezTo>
                  <a:pt x="202924" y="68540"/>
                  <a:pt x="203384" y="69566"/>
                  <a:pt x="203384" y="71049"/>
                </a:cubicBezTo>
                <a:cubicBezTo>
                  <a:pt x="203384" y="72419"/>
                  <a:pt x="203001" y="73446"/>
                  <a:pt x="202235" y="74131"/>
                </a:cubicBezTo>
                <a:cubicBezTo>
                  <a:pt x="201469" y="74815"/>
                  <a:pt x="200319" y="75158"/>
                  <a:pt x="198787" y="75158"/>
                </a:cubicBezTo>
                <a:lnTo>
                  <a:pt x="189766" y="75158"/>
                </a:lnTo>
                <a:cubicBezTo>
                  <a:pt x="188693" y="75158"/>
                  <a:pt x="187812" y="74835"/>
                  <a:pt x="187123" y="74190"/>
                </a:cubicBezTo>
                <a:cubicBezTo>
                  <a:pt x="186433" y="73544"/>
                  <a:pt x="185974" y="72612"/>
                  <a:pt x="185744" y="71396"/>
                </a:cubicBezTo>
                <a:lnTo>
                  <a:pt x="185284" y="67918"/>
                </a:lnTo>
                <a:close/>
                <a:moveTo>
                  <a:pt x="238567" y="8159"/>
                </a:moveTo>
                <a:lnTo>
                  <a:pt x="228799" y="8159"/>
                </a:lnTo>
                <a:cubicBezTo>
                  <a:pt x="225083" y="8159"/>
                  <a:pt x="222756" y="7867"/>
                  <a:pt x="221818" y="7281"/>
                </a:cubicBezTo>
                <a:cubicBezTo>
                  <a:pt x="220879" y="6696"/>
                  <a:pt x="220410" y="5629"/>
                  <a:pt x="220410" y="4080"/>
                </a:cubicBezTo>
                <a:cubicBezTo>
                  <a:pt x="220410" y="2720"/>
                  <a:pt x="220802" y="1700"/>
                  <a:pt x="221588" y="1020"/>
                </a:cubicBezTo>
                <a:cubicBezTo>
                  <a:pt x="222373" y="340"/>
                  <a:pt x="223513" y="0"/>
                  <a:pt x="225007" y="0"/>
                </a:cubicBezTo>
                <a:lnTo>
                  <a:pt x="243968" y="0"/>
                </a:lnTo>
                <a:cubicBezTo>
                  <a:pt x="245003" y="0"/>
                  <a:pt x="245807" y="211"/>
                  <a:pt x="246382" y="632"/>
                </a:cubicBezTo>
                <a:cubicBezTo>
                  <a:pt x="246956" y="1052"/>
                  <a:pt x="247244" y="1626"/>
                  <a:pt x="247244" y="2352"/>
                </a:cubicBezTo>
                <a:lnTo>
                  <a:pt x="247244" y="66998"/>
                </a:lnTo>
                <a:lnTo>
                  <a:pt x="265286" y="66998"/>
                </a:lnTo>
                <a:cubicBezTo>
                  <a:pt x="266742" y="66998"/>
                  <a:pt x="267805" y="67317"/>
                  <a:pt x="268475" y="67954"/>
                </a:cubicBezTo>
                <a:cubicBezTo>
                  <a:pt x="269146" y="68589"/>
                  <a:pt x="269481" y="69602"/>
                  <a:pt x="269481" y="70992"/>
                </a:cubicBezTo>
                <a:cubicBezTo>
                  <a:pt x="269481" y="72573"/>
                  <a:pt x="269155" y="73663"/>
                  <a:pt x="268504" y="74262"/>
                </a:cubicBezTo>
                <a:cubicBezTo>
                  <a:pt x="267853" y="74859"/>
                  <a:pt x="266627" y="75158"/>
                  <a:pt x="264826" y="75158"/>
                </a:cubicBezTo>
                <a:lnTo>
                  <a:pt x="222421" y="75158"/>
                </a:lnTo>
                <a:cubicBezTo>
                  <a:pt x="220927" y="75158"/>
                  <a:pt x="219787" y="74811"/>
                  <a:pt x="219002" y="74116"/>
                </a:cubicBezTo>
                <a:cubicBezTo>
                  <a:pt x="218217" y="73422"/>
                  <a:pt x="217824" y="72381"/>
                  <a:pt x="217824" y="70992"/>
                </a:cubicBezTo>
                <a:cubicBezTo>
                  <a:pt x="217824" y="69642"/>
                  <a:pt x="218226" y="68638"/>
                  <a:pt x="219031" y="67982"/>
                </a:cubicBezTo>
                <a:cubicBezTo>
                  <a:pt x="219835" y="67326"/>
                  <a:pt x="221042" y="66998"/>
                  <a:pt x="222651" y="66998"/>
                </a:cubicBezTo>
                <a:lnTo>
                  <a:pt x="238567" y="66998"/>
                </a:lnTo>
                <a:lnTo>
                  <a:pt x="238567" y="8159"/>
                </a:lnTo>
                <a:close/>
                <a:moveTo>
                  <a:pt x="301503" y="33901"/>
                </a:moveTo>
                <a:cubicBezTo>
                  <a:pt x="301503" y="30914"/>
                  <a:pt x="302547" y="28462"/>
                  <a:pt x="304635" y="26547"/>
                </a:cubicBezTo>
                <a:cubicBezTo>
                  <a:pt x="306723" y="24631"/>
                  <a:pt x="309433" y="23674"/>
                  <a:pt x="312766" y="23674"/>
                </a:cubicBezTo>
                <a:cubicBezTo>
                  <a:pt x="316175" y="23674"/>
                  <a:pt x="318914" y="24612"/>
                  <a:pt x="320982" y="26489"/>
                </a:cubicBezTo>
                <a:cubicBezTo>
                  <a:pt x="323051" y="28366"/>
                  <a:pt x="324085" y="30837"/>
                  <a:pt x="324085" y="33901"/>
                </a:cubicBezTo>
                <a:cubicBezTo>
                  <a:pt x="324085" y="36966"/>
                  <a:pt x="323041" y="39437"/>
                  <a:pt x="320954" y="41314"/>
                </a:cubicBezTo>
                <a:cubicBezTo>
                  <a:pt x="318866" y="43191"/>
                  <a:pt x="316137" y="44129"/>
                  <a:pt x="312766" y="44129"/>
                </a:cubicBezTo>
                <a:cubicBezTo>
                  <a:pt x="309395" y="44129"/>
                  <a:pt x="306675" y="43191"/>
                  <a:pt x="304606" y="41314"/>
                </a:cubicBezTo>
                <a:cubicBezTo>
                  <a:pt x="302538" y="39437"/>
                  <a:pt x="301503" y="36966"/>
                  <a:pt x="301503" y="33901"/>
                </a:cubicBezTo>
                <a:moveTo>
                  <a:pt x="301503" y="65734"/>
                </a:moveTo>
                <a:cubicBezTo>
                  <a:pt x="301503" y="62746"/>
                  <a:pt x="302547" y="60295"/>
                  <a:pt x="304635" y="58379"/>
                </a:cubicBezTo>
                <a:cubicBezTo>
                  <a:pt x="306723" y="56464"/>
                  <a:pt x="309433" y="55506"/>
                  <a:pt x="312766" y="55506"/>
                </a:cubicBezTo>
                <a:cubicBezTo>
                  <a:pt x="316175" y="55506"/>
                  <a:pt x="318914" y="56445"/>
                  <a:pt x="320982" y="58322"/>
                </a:cubicBezTo>
                <a:cubicBezTo>
                  <a:pt x="323051" y="60199"/>
                  <a:pt x="324085" y="62670"/>
                  <a:pt x="324085" y="65734"/>
                </a:cubicBezTo>
                <a:cubicBezTo>
                  <a:pt x="324085" y="68799"/>
                  <a:pt x="323041" y="71270"/>
                  <a:pt x="320954" y="73147"/>
                </a:cubicBezTo>
                <a:cubicBezTo>
                  <a:pt x="318866" y="75024"/>
                  <a:pt x="316137" y="75962"/>
                  <a:pt x="312766" y="75962"/>
                </a:cubicBezTo>
                <a:cubicBezTo>
                  <a:pt x="309395" y="75962"/>
                  <a:pt x="306675" y="75024"/>
                  <a:pt x="304606" y="73147"/>
                </a:cubicBezTo>
                <a:cubicBezTo>
                  <a:pt x="302538" y="71270"/>
                  <a:pt x="301503" y="68799"/>
                  <a:pt x="301503" y="65734"/>
                </a:cubicBezTo>
                <a:close/>
                <a:moveTo>
                  <a:pt x="466218" y="49818"/>
                </a:moveTo>
                <a:cubicBezTo>
                  <a:pt x="464111" y="49128"/>
                  <a:pt x="462071" y="48621"/>
                  <a:pt x="460098" y="48295"/>
                </a:cubicBezTo>
                <a:cubicBezTo>
                  <a:pt x="458125" y="47970"/>
                  <a:pt x="456162" y="47807"/>
                  <a:pt x="454208" y="47807"/>
                </a:cubicBezTo>
                <a:cubicBezTo>
                  <a:pt x="448309" y="47807"/>
                  <a:pt x="443655" y="48803"/>
                  <a:pt x="440246" y="50795"/>
                </a:cubicBezTo>
                <a:cubicBezTo>
                  <a:pt x="436836" y="52787"/>
                  <a:pt x="435132" y="55468"/>
                  <a:pt x="435132" y="58839"/>
                </a:cubicBezTo>
                <a:cubicBezTo>
                  <a:pt x="435132" y="61444"/>
                  <a:pt x="436195" y="63589"/>
                  <a:pt x="438321" y="65275"/>
                </a:cubicBezTo>
                <a:cubicBezTo>
                  <a:pt x="440447" y="66960"/>
                  <a:pt x="443157" y="67803"/>
                  <a:pt x="446451" y="67803"/>
                </a:cubicBezTo>
                <a:cubicBezTo>
                  <a:pt x="451316" y="67803"/>
                  <a:pt x="455827" y="66529"/>
                  <a:pt x="459983" y="63982"/>
                </a:cubicBezTo>
                <a:cubicBezTo>
                  <a:pt x="464139" y="61434"/>
                  <a:pt x="466218" y="58782"/>
                  <a:pt x="466218" y="56024"/>
                </a:cubicBezTo>
                <a:lnTo>
                  <a:pt x="466218" y="49818"/>
                </a:lnTo>
                <a:moveTo>
                  <a:pt x="466677" y="67918"/>
                </a:moveTo>
                <a:cubicBezTo>
                  <a:pt x="463536" y="70753"/>
                  <a:pt x="460117" y="72917"/>
                  <a:pt x="456421" y="74411"/>
                </a:cubicBezTo>
                <a:cubicBezTo>
                  <a:pt x="452724" y="75905"/>
                  <a:pt x="448922" y="76652"/>
                  <a:pt x="445015" y="76652"/>
                </a:cubicBezTo>
                <a:cubicBezTo>
                  <a:pt x="439307" y="76652"/>
                  <a:pt x="434701" y="75060"/>
                  <a:pt x="431196" y="71875"/>
                </a:cubicBezTo>
                <a:cubicBezTo>
                  <a:pt x="427691" y="68691"/>
                  <a:pt x="425938" y="64547"/>
                  <a:pt x="425938" y="59444"/>
                </a:cubicBezTo>
                <a:cubicBezTo>
                  <a:pt x="425938" y="53382"/>
                  <a:pt x="428265" y="48682"/>
                  <a:pt x="432919" y="45345"/>
                </a:cubicBezTo>
                <a:cubicBezTo>
                  <a:pt x="437574" y="42006"/>
                  <a:pt x="444115" y="40337"/>
                  <a:pt x="452542" y="40337"/>
                </a:cubicBezTo>
                <a:cubicBezTo>
                  <a:pt x="454764" y="40337"/>
                  <a:pt x="457005" y="40481"/>
                  <a:pt x="459265" y="40768"/>
                </a:cubicBezTo>
                <a:cubicBezTo>
                  <a:pt x="461525" y="41055"/>
                  <a:pt x="463843" y="41505"/>
                  <a:pt x="466218" y="42118"/>
                </a:cubicBezTo>
                <a:lnTo>
                  <a:pt x="466218" y="41716"/>
                </a:lnTo>
                <a:cubicBezTo>
                  <a:pt x="466218" y="37328"/>
                  <a:pt x="465164" y="34085"/>
                  <a:pt x="463057" y="31989"/>
                </a:cubicBezTo>
                <a:cubicBezTo>
                  <a:pt x="460950" y="29893"/>
                  <a:pt x="457675" y="28845"/>
                  <a:pt x="453232" y="28845"/>
                </a:cubicBezTo>
                <a:cubicBezTo>
                  <a:pt x="450244" y="28845"/>
                  <a:pt x="446911" y="29649"/>
                  <a:pt x="443233" y="31258"/>
                </a:cubicBezTo>
                <a:cubicBezTo>
                  <a:pt x="439556" y="32867"/>
                  <a:pt x="437124" y="33672"/>
                  <a:pt x="435936" y="33672"/>
                </a:cubicBezTo>
                <a:cubicBezTo>
                  <a:pt x="434825" y="33672"/>
                  <a:pt x="433906" y="33222"/>
                  <a:pt x="433178" y="32321"/>
                </a:cubicBezTo>
                <a:cubicBezTo>
                  <a:pt x="432450" y="31421"/>
                  <a:pt x="432086" y="30262"/>
                  <a:pt x="432086" y="28845"/>
                </a:cubicBezTo>
                <a:cubicBezTo>
                  <a:pt x="432086" y="26569"/>
                  <a:pt x="434203" y="24641"/>
                  <a:pt x="438436" y="23059"/>
                </a:cubicBezTo>
                <a:cubicBezTo>
                  <a:pt x="442668" y="21477"/>
                  <a:pt x="448079" y="20686"/>
                  <a:pt x="454668" y="20686"/>
                </a:cubicBezTo>
                <a:cubicBezTo>
                  <a:pt x="461410" y="20686"/>
                  <a:pt x="466505" y="22402"/>
                  <a:pt x="469952" y="25835"/>
                </a:cubicBezTo>
                <a:cubicBezTo>
                  <a:pt x="473400" y="29268"/>
                  <a:pt x="475124" y="34340"/>
                  <a:pt x="475124" y="41052"/>
                </a:cubicBezTo>
                <a:lnTo>
                  <a:pt x="475124" y="67113"/>
                </a:lnTo>
                <a:lnTo>
                  <a:pt x="477939" y="67113"/>
                </a:lnTo>
                <a:cubicBezTo>
                  <a:pt x="480659" y="67113"/>
                  <a:pt x="482479" y="67399"/>
                  <a:pt x="483398" y="67970"/>
                </a:cubicBezTo>
                <a:cubicBezTo>
                  <a:pt x="484317" y="68540"/>
                  <a:pt x="484777" y="69566"/>
                  <a:pt x="484777" y="71049"/>
                </a:cubicBezTo>
                <a:cubicBezTo>
                  <a:pt x="484777" y="72419"/>
                  <a:pt x="484394" y="73446"/>
                  <a:pt x="483628" y="74131"/>
                </a:cubicBezTo>
                <a:cubicBezTo>
                  <a:pt x="482862" y="74815"/>
                  <a:pt x="481713" y="75158"/>
                  <a:pt x="480180" y="75158"/>
                </a:cubicBezTo>
                <a:lnTo>
                  <a:pt x="471159" y="75158"/>
                </a:lnTo>
                <a:cubicBezTo>
                  <a:pt x="470087" y="75158"/>
                  <a:pt x="469205" y="74835"/>
                  <a:pt x="468516" y="74190"/>
                </a:cubicBezTo>
                <a:cubicBezTo>
                  <a:pt x="467826" y="73544"/>
                  <a:pt x="467367" y="72612"/>
                  <a:pt x="467137" y="71396"/>
                </a:cubicBezTo>
                <a:lnTo>
                  <a:pt x="466677" y="67918"/>
                </a:lnTo>
                <a:close/>
                <a:moveTo>
                  <a:pt x="508985" y="89983"/>
                </a:moveTo>
                <a:lnTo>
                  <a:pt x="522775" y="89983"/>
                </a:lnTo>
                <a:cubicBezTo>
                  <a:pt x="524231" y="89983"/>
                  <a:pt x="525322" y="90325"/>
                  <a:pt x="526050" y="91010"/>
                </a:cubicBezTo>
                <a:cubicBezTo>
                  <a:pt x="526778" y="91694"/>
                  <a:pt x="527142" y="92721"/>
                  <a:pt x="527142" y="94091"/>
                </a:cubicBezTo>
                <a:cubicBezTo>
                  <a:pt x="527142" y="95574"/>
                  <a:pt x="526788" y="96620"/>
                  <a:pt x="526079" y="97228"/>
                </a:cubicBezTo>
                <a:cubicBezTo>
                  <a:pt x="525370" y="97837"/>
                  <a:pt x="524116" y="98142"/>
                  <a:pt x="522315" y="98142"/>
                </a:cubicBezTo>
                <a:lnTo>
                  <a:pt x="496975" y="98142"/>
                </a:lnTo>
                <a:cubicBezTo>
                  <a:pt x="495443" y="98142"/>
                  <a:pt x="494284" y="97799"/>
                  <a:pt x="493499" y="97115"/>
                </a:cubicBezTo>
                <a:cubicBezTo>
                  <a:pt x="492714" y="96430"/>
                  <a:pt x="492321" y="95422"/>
                  <a:pt x="492321" y="94091"/>
                </a:cubicBezTo>
                <a:cubicBezTo>
                  <a:pt x="492321" y="92569"/>
                  <a:pt x="492810" y="91504"/>
                  <a:pt x="493786" y="90895"/>
                </a:cubicBezTo>
                <a:cubicBezTo>
                  <a:pt x="494763" y="90287"/>
                  <a:pt x="496573" y="89983"/>
                  <a:pt x="499216" y="89983"/>
                </a:cubicBezTo>
                <a:lnTo>
                  <a:pt x="500308" y="89983"/>
                </a:lnTo>
                <a:lnTo>
                  <a:pt x="500308" y="30224"/>
                </a:lnTo>
                <a:lnTo>
                  <a:pt x="499216" y="30224"/>
                </a:lnTo>
                <a:cubicBezTo>
                  <a:pt x="496573" y="30224"/>
                  <a:pt x="494763" y="29918"/>
                  <a:pt x="493786" y="29305"/>
                </a:cubicBezTo>
                <a:cubicBezTo>
                  <a:pt x="492810" y="28692"/>
                  <a:pt x="492321" y="27619"/>
                  <a:pt x="492321" y="26087"/>
                </a:cubicBezTo>
                <a:cubicBezTo>
                  <a:pt x="492321" y="24746"/>
                  <a:pt x="492714" y="23741"/>
                  <a:pt x="493499" y="23070"/>
                </a:cubicBezTo>
                <a:cubicBezTo>
                  <a:pt x="494284" y="22400"/>
                  <a:pt x="495443" y="22065"/>
                  <a:pt x="496975" y="22065"/>
                </a:cubicBezTo>
                <a:lnTo>
                  <a:pt x="505709" y="22065"/>
                </a:lnTo>
                <a:cubicBezTo>
                  <a:pt x="506859" y="22065"/>
                  <a:pt x="507692" y="22256"/>
                  <a:pt x="508209" y="22639"/>
                </a:cubicBezTo>
                <a:cubicBezTo>
                  <a:pt x="508726" y="23022"/>
                  <a:pt x="508985" y="23616"/>
                  <a:pt x="508985" y="24421"/>
                </a:cubicBezTo>
                <a:lnTo>
                  <a:pt x="508985" y="29994"/>
                </a:lnTo>
                <a:cubicBezTo>
                  <a:pt x="511589" y="27313"/>
                  <a:pt x="514472" y="25302"/>
                  <a:pt x="517632" y="23961"/>
                </a:cubicBezTo>
                <a:cubicBezTo>
                  <a:pt x="520793" y="22620"/>
                  <a:pt x="524192" y="21950"/>
                  <a:pt x="527832" y="21950"/>
                </a:cubicBezTo>
                <a:cubicBezTo>
                  <a:pt x="535531" y="21950"/>
                  <a:pt x="541967" y="24555"/>
                  <a:pt x="547138" y="29764"/>
                </a:cubicBezTo>
                <a:cubicBezTo>
                  <a:pt x="552310" y="34974"/>
                  <a:pt x="554895" y="41505"/>
                  <a:pt x="554895" y="49358"/>
                </a:cubicBezTo>
                <a:cubicBezTo>
                  <a:pt x="554895" y="56905"/>
                  <a:pt x="552444" y="63110"/>
                  <a:pt x="547540" y="67975"/>
                </a:cubicBezTo>
                <a:cubicBezTo>
                  <a:pt x="542637" y="72840"/>
                  <a:pt x="536374" y="75273"/>
                  <a:pt x="528751" y="75273"/>
                </a:cubicBezTo>
                <a:cubicBezTo>
                  <a:pt x="524690" y="75273"/>
                  <a:pt x="520955" y="74554"/>
                  <a:pt x="517546" y="73118"/>
                </a:cubicBezTo>
                <a:cubicBezTo>
                  <a:pt x="514137" y="71681"/>
                  <a:pt x="511283" y="69622"/>
                  <a:pt x="508985" y="66941"/>
                </a:cubicBezTo>
                <a:lnTo>
                  <a:pt x="508985" y="89983"/>
                </a:lnTo>
                <a:moveTo>
                  <a:pt x="526797" y="66769"/>
                </a:moveTo>
                <a:cubicBezTo>
                  <a:pt x="532122" y="66769"/>
                  <a:pt x="536489" y="65096"/>
                  <a:pt x="539898" y="61750"/>
                </a:cubicBezTo>
                <a:cubicBezTo>
                  <a:pt x="543307" y="58403"/>
                  <a:pt x="545012" y="54071"/>
                  <a:pt x="545012" y="48755"/>
                </a:cubicBezTo>
                <a:cubicBezTo>
                  <a:pt x="545012" y="43554"/>
                  <a:pt x="543298" y="39261"/>
                  <a:pt x="539869" y="35877"/>
                </a:cubicBezTo>
                <a:cubicBezTo>
                  <a:pt x="536441" y="32491"/>
                  <a:pt x="532084" y="30799"/>
                  <a:pt x="526797" y="30799"/>
                </a:cubicBezTo>
                <a:cubicBezTo>
                  <a:pt x="521511" y="30799"/>
                  <a:pt x="517182" y="32482"/>
                  <a:pt x="513811" y="35848"/>
                </a:cubicBezTo>
                <a:cubicBezTo>
                  <a:pt x="510440" y="39213"/>
                  <a:pt x="508755" y="43515"/>
                  <a:pt x="508755" y="48755"/>
                </a:cubicBezTo>
                <a:cubicBezTo>
                  <a:pt x="508755" y="54033"/>
                  <a:pt x="510431" y="58355"/>
                  <a:pt x="513783" y="61721"/>
                </a:cubicBezTo>
                <a:cubicBezTo>
                  <a:pt x="517134" y="65086"/>
                  <a:pt x="521473" y="66769"/>
                  <a:pt x="526797" y="66769"/>
                </a:cubicBezTo>
                <a:close/>
                <a:moveTo>
                  <a:pt x="579333" y="89983"/>
                </a:moveTo>
                <a:lnTo>
                  <a:pt x="593124" y="89983"/>
                </a:lnTo>
                <a:cubicBezTo>
                  <a:pt x="594579" y="89983"/>
                  <a:pt x="595671" y="90325"/>
                  <a:pt x="596399" y="91010"/>
                </a:cubicBezTo>
                <a:cubicBezTo>
                  <a:pt x="597127" y="91694"/>
                  <a:pt x="597491" y="92721"/>
                  <a:pt x="597491" y="94091"/>
                </a:cubicBezTo>
                <a:cubicBezTo>
                  <a:pt x="597491" y="95574"/>
                  <a:pt x="597136" y="96620"/>
                  <a:pt x="596428" y="97228"/>
                </a:cubicBezTo>
                <a:cubicBezTo>
                  <a:pt x="595719" y="97837"/>
                  <a:pt x="594464" y="98142"/>
                  <a:pt x="592664" y="98142"/>
                </a:cubicBezTo>
                <a:lnTo>
                  <a:pt x="567324" y="98142"/>
                </a:lnTo>
                <a:cubicBezTo>
                  <a:pt x="565792" y="98142"/>
                  <a:pt x="564633" y="97799"/>
                  <a:pt x="563848" y="97115"/>
                </a:cubicBezTo>
                <a:cubicBezTo>
                  <a:pt x="563062" y="96430"/>
                  <a:pt x="562670" y="95422"/>
                  <a:pt x="562670" y="94091"/>
                </a:cubicBezTo>
                <a:cubicBezTo>
                  <a:pt x="562670" y="92569"/>
                  <a:pt x="563158" y="91504"/>
                  <a:pt x="564135" y="90895"/>
                </a:cubicBezTo>
                <a:cubicBezTo>
                  <a:pt x="565112" y="90287"/>
                  <a:pt x="566922" y="89983"/>
                  <a:pt x="569565" y="89983"/>
                </a:cubicBezTo>
                <a:lnTo>
                  <a:pt x="570657" y="89983"/>
                </a:lnTo>
                <a:lnTo>
                  <a:pt x="570657" y="30224"/>
                </a:lnTo>
                <a:lnTo>
                  <a:pt x="569565" y="30224"/>
                </a:lnTo>
                <a:cubicBezTo>
                  <a:pt x="566922" y="30224"/>
                  <a:pt x="565112" y="29918"/>
                  <a:pt x="564135" y="29305"/>
                </a:cubicBezTo>
                <a:cubicBezTo>
                  <a:pt x="563158" y="28692"/>
                  <a:pt x="562670" y="27619"/>
                  <a:pt x="562670" y="26087"/>
                </a:cubicBezTo>
                <a:cubicBezTo>
                  <a:pt x="562670" y="24746"/>
                  <a:pt x="563062" y="23741"/>
                  <a:pt x="563848" y="23070"/>
                </a:cubicBezTo>
                <a:cubicBezTo>
                  <a:pt x="564633" y="22400"/>
                  <a:pt x="565792" y="22065"/>
                  <a:pt x="567324" y="22065"/>
                </a:cubicBezTo>
                <a:lnTo>
                  <a:pt x="576058" y="22065"/>
                </a:lnTo>
                <a:cubicBezTo>
                  <a:pt x="577207" y="22065"/>
                  <a:pt x="578040" y="22256"/>
                  <a:pt x="578557" y="22639"/>
                </a:cubicBezTo>
                <a:cubicBezTo>
                  <a:pt x="579075" y="23022"/>
                  <a:pt x="579333" y="23616"/>
                  <a:pt x="579333" y="24421"/>
                </a:cubicBezTo>
                <a:lnTo>
                  <a:pt x="579333" y="29994"/>
                </a:lnTo>
                <a:cubicBezTo>
                  <a:pt x="581938" y="27313"/>
                  <a:pt x="584821" y="25302"/>
                  <a:pt x="587981" y="23961"/>
                </a:cubicBezTo>
                <a:cubicBezTo>
                  <a:pt x="591141" y="22620"/>
                  <a:pt x="594541" y="21950"/>
                  <a:pt x="598180" y="21950"/>
                </a:cubicBezTo>
                <a:cubicBezTo>
                  <a:pt x="605880" y="21950"/>
                  <a:pt x="612315" y="24555"/>
                  <a:pt x="617487" y="29764"/>
                </a:cubicBezTo>
                <a:cubicBezTo>
                  <a:pt x="622658" y="34974"/>
                  <a:pt x="625244" y="41505"/>
                  <a:pt x="625244" y="49358"/>
                </a:cubicBezTo>
                <a:cubicBezTo>
                  <a:pt x="625244" y="56905"/>
                  <a:pt x="622792" y="63110"/>
                  <a:pt x="617889" y="67975"/>
                </a:cubicBezTo>
                <a:cubicBezTo>
                  <a:pt x="612986" y="72840"/>
                  <a:pt x="606722" y="75273"/>
                  <a:pt x="599099" y="75273"/>
                </a:cubicBezTo>
                <a:cubicBezTo>
                  <a:pt x="595039" y="75273"/>
                  <a:pt x="591304" y="74554"/>
                  <a:pt x="587895" y="73118"/>
                </a:cubicBezTo>
                <a:cubicBezTo>
                  <a:pt x="584485" y="71681"/>
                  <a:pt x="581632" y="69622"/>
                  <a:pt x="579333" y="66941"/>
                </a:cubicBezTo>
                <a:lnTo>
                  <a:pt x="579333" y="89983"/>
                </a:lnTo>
                <a:moveTo>
                  <a:pt x="597146" y="66769"/>
                </a:moveTo>
                <a:cubicBezTo>
                  <a:pt x="602470" y="66769"/>
                  <a:pt x="606837" y="65096"/>
                  <a:pt x="610247" y="61750"/>
                </a:cubicBezTo>
                <a:cubicBezTo>
                  <a:pt x="613656" y="58403"/>
                  <a:pt x="615361" y="54071"/>
                  <a:pt x="615361" y="48755"/>
                </a:cubicBezTo>
                <a:cubicBezTo>
                  <a:pt x="615361" y="43554"/>
                  <a:pt x="613646" y="39261"/>
                  <a:pt x="610218" y="35877"/>
                </a:cubicBezTo>
                <a:cubicBezTo>
                  <a:pt x="606789" y="32491"/>
                  <a:pt x="602432" y="30799"/>
                  <a:pt x="597146" y="30799"/>
                </a:cubicBezTo>
                <a:cubicBezTo>
                  <a:pt x="591859" y="30799"/>
                  <a:pt x="587531" y="32482"/>
                  <a:pt x="584160" y="35848"/>
                </a:cubicBezTo>
                <a:cubicBezTo>
                  <a:pt x="580789" y="39213"/>
                  <a:pt x="579103" y="43515"/>
                  <a:pt x="579103" y="48755"/>
                </a:cubicBezTo>
                <a:cubicBezTo>
                  <a:pt x="579103" y="54033"/>
                  <a:pt x="580779" y="58355"/>
                  <a:pt x="584131" y="61721"/>
                </a:cubicBezTo>
                <a:cubicBezTo>
                  <a:pt x="587483" y="65086"/>
                  <a:pt x="591821" y="66769"/>
                  <a:pt x="597146" y="66769"/>
                </a:cubicBezTo>
                <a:close/>
                <a:moveTo>
                  <a:pt x="660656" y="8159"/>
                </a:moveTo>
                <a:lnTo>
                  <a:pt x="650887" y="8159"/>
                </a:lnTo>
                <a:cubicBezTo>
                  <a:pt x="647172" y="8159"/>
                  <a:pt x="644845" y="7867"/>
                  <a:pt x="643906" y="7281"/>
                </a:cubicBezTo>
                <a:cubicBezTo>
                  <a:pt x="642968" y="6696"/>
                  <a:pt x="642498" y="5629"/>
                  <a:pt x="642498" y="4080"/>
                </a:cubicBezTo>
                <a:cubicBezTo>
                  <a:pt x="642498" y="2720"/>
                  <a:pt x="642891" y="1700"/>
                  <a:pt x="643676" y="1020"/>
                </a:cubicBezTo>
                <a:cubicBezTo>
                  <a:pt x="644461" y="340"/>
                  <a:pt x="645601" y="0"/>
                  <a:pt x="647095" y="0"/>
                </a:cubicBezTo>
                <a:lnTo>
                  <a:pt x="666057" y="0"/>
                </a:lnTo>
                <a:cubicBezTo>
                  <a:pt x="667091" y="0"/>
                  <a:pt x="667896" y="211"/>
                  <a:pt x="668470" y="632"/>
                </a:cubicBezTo>
                <a:cubicBezTo>
                  <a:pt x="669045" y="1052"/>
                  <a:pt x="669332" y="1626"/>
                  <a:pt x="669332" y="2352"/>
                </a:cubicBezTo>
                <a:lnTo>
                  <a:pt x="669332" y="66998"/>
                </a:lnTo>
                <a:lnTo>
                  <a:pt x="687375" y="66998"/>
                </a:lnTo>
                <a:cubicBezTo>
                  <a:pt x="688830" y="66998"/>
                  <a:pt x="689893" y="67317"/>
                  <a:pt x="690564" y="67954"/>
                </a:cubicBezTo>
                <a:cubicBezTo>
                  <a:pt x="691234" y="68589"/>
                  <a:pt x="691569" y="69602"/>
                  <a:pt x="691569" y="70992"/>
                </a:cubicBezTo>
                <a:cubicBezTo>
                  <a:pt x="691569" y="72573"/>
                  <a:pt x="691244" y="73663"/>
                  <a:pt x="690592" y="74262"/>
                </a:cubicBezTo>
                <a:cubicBezTo>
                  <a:pt x="689941" y="74859"/>
                  <a:pt x="688715" y="75158"/>
                  <a:pt x="686915" y="75158"/>
                </a:cubicBezTo>
                <a:lnTo>
                  <a:pt x="644509" y="75158"/>
                </a:lnTo>
                <a:cubicBezTo>
                  <a:pt x="643015" y="75158"/>
                  <a:pt x="641876" y="74811"/>
                  <a:pt x="641090" y="74116"/>
                </a:cubicBezTo>
                <a:cubicBezTo>
                  <a:pt x="640305" y="73422"/>
                  <a:pt x="639913" y="72381"/>
                  <a:pt x="639913" y="70992"/>
                </a:cubicBezTo>
                <a:cubicBezTo>
                  <a:pt x="639913" y="69642"/>
                  <a:pt x="640315" y="68638"/>
                  <a:pt x="641119" y="67982"/>
                </a:cubicBezTo>
                <a:cubicBezTo>
                  <a:pt x="641924" y="67326"/>
                  <a:pt x="643130" y="66998"/>
                  <a:pt x="644739" y="66998"/>
                </a:cubicBezTo>
                <a:lnTo>
                  <a:pt x="660656" y="66998"/>
                </a:lnTo>
                <a:lnTo>
                  <a:pt x="660656" y="8159"/>
                </a:lnTo>
                <a:close/>
                <a:moveTo>
                  <a:pt x="715432" y="51139"/>
                </a:moveTo>
                <a:cubicBezTo>
                  <a:pt x="715739" y="56674"/>
                  <a:pt x="717606" y="60950"/>
                  <a:pt x="721035" y="63967"/>
                </a:cubicBezTo>
                <a:cubicBezTo>
                  <a:pt x="724463" y="66984"/>
                  <a:pt x="729146" y="68492"/>
                  <a:pt x="735084" y="68492"/>
                </a:cubicBezTo>
                <a:cubicBezTo>
                  <a:pt x="739565" y="68492"/>
                  <a:pt x="744450" y="67295"/>
                  <a:pt x="749736" y="64901"/>
                </a:cubicBezTo>
                <a:cubicBezTo>
                  <a:pt x="755022" y="62507"/>
                  <a:pt x="758221" y="61310"/>
                  <a:pt x="759332" y="61310"/>
                </a:cubicBezTo>
                <a:cubicBezTo>
                  <a:pt x="760481" y="61310"/>
                  <a:pt x="761439" y="61674"/>
                  <a:pt x="762205" y="62402"/>
                </a:cubicBezTo>
                <a:cubicBezTo>
                  <a:pt x="762971" y="63129"/>
                  <a:pt x="763354" y="64030"/>
                  <a:pt x="763354" y="65102"/>
                </a:cubicBezTo>
                <a:cubicBezTo>
                  <a:pt x="763354" y="66213"/>
                  <a:pt x="762952" y="67228"/>
                  <a:pt x="762147" y="68148"/>
                </a:cubicBezTo>
                <a:cubicBezTo>
                  <a:pt x="761343" y="69067"/>
                  <a:pt x="760060" y="69967"/>
                  <a:pt x="758297" y="70848"/>
                </a:cubicBezTo>
                <a:cubicBezTo>
                  <a:pt x="754467" y="72725"/>
                  <a:pt x="750512" y="74162"/>
                  <a:pt x="746432" y="75158"/>
                </a:cubicBezTo>
                <a:cubicBezTo>
                  <a:pt x="742352" y="76154"/>
                  <a:pt x="738301" y="76652"/>
                  <a:pt x="734279" y="76652"/>
                </a:cubicBezTo>
                <a:cubicBezTo>
                  <a:pt x="725545" y="76652"/>
                  <a:pt x="718554" y="74131"/>
                  <a:pt x="713306" y="69089"/>
                </a:cubicBezTo>
                <a:cubicBezTo>
                  <a:pt x="708058" y="64045"/>
                  <a:pt x="705434" y="57363"/>
                  <a:pt x="705434" y="49042"/>
                </a:cubicBezTo>
                <a:cubicBezTo>
                  <a:pt x="705434" y="40568"/>
                  <a:pt x="708211" y="33705"/>
                  <a:pt x="713766" y="28452"/>
                </a:cubicBezTo>
                <a:cubicBezTo>
                  <a:pt x="719320" y="23198"/>
                  <a:pt x="726560" y="20571"/>
                  <a:pt x="735486" y="20571"/>
                </a:cubicBezTo>
                <a:cubicBezTo>
                  <a:pt x="743568" y="20571"/>
                  <a:pt x="750272" y="23022"/>
                  <a:pt x="755597" y="27926"/>
                </a:cubicBezTo>
                <a:cubicBezTo>
                  <a:pt x="760921" y="32829"/>
                  <a:pt x="763584" y="38766"/>
                  <a:pt x="763584" y="45738"/>
                </a:cubicBezTo>
                <a:cubicBezTo>
                  <a:pt x="763584" y="47883"/>
                  <a:pt x="763134" y="49320"/>
                  <a:pt x="762233" y="50048"/>
                </a:cubicBezTo>
                <a:cubicBezTo>
                  <a:pt x="761333" y="50776"/>
                  <a:pt x="758891" y="51139"/>
                  <a:pt x="754907" y="51139"/>
                </a:cubicBezTo>
                <a:lnTo>
                  <a:pt x="754045" y="51139"/>
                </a:lnTo>
                <a:lnTo>
                  <a:pt x="715432" y="51139"/>
                </a:lnTo>
                <a:moveTo>
                  <a:pt x="715719" y="43555"/>
                </a:moveTo>
                <a:lnTo>
                  <a:pt x="753126" y="43555"/>
                </a:lnTo>
                <a:cubicBezTo>
                  <a:pt x="752551" y="39031"/>
                  <a:pt x="750646" y="35391"/>
                  <a:pt x="747409" y="32636"/>
                </a:cubicBezTo>
                <a:cubicBezTo>
                  <a:pt x="744172" y="29879"/>
                  <a:pt x="740197" y="28500"/>
                  <a:pt x="735486" y="28500"/>
                </a:cubicBezTo>
                <a:cubicBezTo>
                  <a:pt x="730391" y="28500"/>
                  <a:pt x="726101" y="29831"/>
                  <a:pt x="722615" y="32492"/>
                </a:cubicBezTo>
                <a:cubicBezTo>
                  <a:pt x="719129" y="35153"/>
                  <a:pt x="716830" y="38841"/>
                  <a:pt x="715719" y="435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Belief:¬In(apple,fridge)">
            <a:extLst xmlns:a="http://schemas.openxmlformats.org/drawingml/2006/main">
              <a:ext uri="{FF2B5EF4-FFF2-40B4-BE49-F238E27FC236}">
                <a16:creationId xmlns:a16="http://schemas.microsoft.com/office/drawing/2014/main" id="{4E003780-DE5B-4863-A1BB-319EA49F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4810" y="3904867"/>
            <a:ext cx="1800819" cy="102164"/>
          </a:xfrm>
          <a:custGeom xmlns:a="http://schemas.openxmlformats.org/drawingml/2006/main">
            <a:pathLst>
              <a:path w="1800819" h="102164">
                <a:moveTo>
                  <a:pt x="18215" y="70906"/>
                </a:moveTo>
                <a:lnTo>
                  <a:pt x="30971" y="70906"/>
                </a:lnTo>
                <a:cubicBezTo>
                  <a:pt x="38173" y="70906"/>
                  <a:pt x="43248" y="70001"/>
                  <a:pt x="46198" y="68191"/>
                </a:cubicBezTo>
                <a:cubicBezTo>
                  <a:pt x="49148" y="66380"/>
                  <a:pt x="50622" y="63377"/>
                  <a:pt x="50622" y="59184"/>
                </a:cubicBezTo>
                <a:cubicBezTo>
                  <a:pt x="50622" y="54952"/>
                  <a:pt x="49215" y="51941"/>
                  <a:pt x="46399" y="50150"/>
                </a:cubicBezTo>
                <a:cubicBezTo>
                  <a:pt x="43583" y="48358"/>
                  <a:pt x="38632" y="47462"/>
                  <a:pt x="31546" y="47462"/>
                </a:cubicBezTo>
                <a:lnTo>
                  <a:pt x="18215" y="47462"/>
                </a:lnTo>
                <a:lnTo>
                  <a:pt x="18215" y="70906"/>
                </a:lnTo>
                <a:moveTo>
                  <a:pt x="18215" y="40337"/>
                </a:moveTo>
                <a:lnTo>
                  <a:pt x="30224" y="40337"/>
                </a:lnTo>
                <a:cubicBezTo>
                  <a:pt x="35664" y="40337"/>
                  <a:pt x="39695" y="39470"/>
                  <a:pt x="42319" y="37737"/>
                </a:cubicBezTo>
                <a:cubicBezTo>
                  <a:pt x="44943" y="36004"/>
                  <a:pt x="46255" y="33327"/>
                  <a:pt x="46255" y="29707"/>
                </a:cubicBezTo>
                <a:cubicBezTo>
                  <a:pt x="46255" y="26280"/>
                  <a:pt x="45068" y="23651"/>
                  <a:pt x="42693" y="21822"/>
                </a:cubicBezTo>
                <a:cubicBezTo>
                  <a:pt x="40318" y="19992"/>
                  <a:pt x="36909" y="19077"/>
                  <a:pt x="32465" y="19077"/>
                </a:cubicBezTo>
                <a:lnTo>
                  <a:pt x="18215" y="19077"/>
                </a:lnTo>
                <a:lnTo>
                  <a:pt x="18215" y="40337"/>
                </a:lnTo>
                <a:moveTo>
                  <a:pt x="29764" y="79065"/>
                </a:moveTo>
                <a:lnTo>
                  <a:pt x="4022" y="79065"/>
                </a:lnTo>
                <a:cubicBezTo>
                  <a:pt x="2681" y="79065"/>
                  <a:pt x="1676" y="78718"/>
                  <a:pt x="1006" y="78024"/>
                </a:cubicBezTo>
                <a:cubicBezTo>
                  <a:pt x="335" y="77329"/>
                  <a:pt x="0" y="76288"/>
                  <a:pt x="0" y="74899"/>
                </a:cubicBezTo>
                <a:cubicBezTo>
                  <a:pt x="0" y="73356"/>
                  <a:pt x="421" y="72305"/>
                  <a:pt x="1264" y="71746"/>
                </a:cubicBezTo>
                <a:cubicBezTo>
                  <a:pt x="2107" y="71186"/>
                  <a:pt x="4118" y="70906"/>
                  <a:pt x="7297" y="70906"/>
                </a:cubicBezTo>
                <a:lnTo>
                  <a:pt x="9194" y="70906"/>
                </a:lnTo>
                <a:lnTo>
                  <a:pt x="9194" y="19077"/>
                </a:lnTo>
                <a:lnTo>
                  <a:pt x="7297" y="19077"/>
                </a:lnTo>
                <a:cubicBezTo>
                  <a:pt x="4348" y="19077"/>
                  <a:pt x="2452" y="18784"/>
                  <a:pt x="1609" y="18199"/>
                </a:cubicBezTo>
                <a:cubicBezTo>
                  <a:pt x="766" y="17613"/>
                  <a:pt x="345" y="16546"/>
                  <a:pt x="345" y="14997"/>
                </a:cubicBezTo>
                <a:cubicBezTo>
                  <a:pt x="345" y="13675"/>
                  <a:pt x="690" y="12665"/>
                  <a:pt x="1379" y="11966"/>
                </a:cubicBezTo>
                <a:cubicBezTo>
                  <a:pt x="2069" y="11267"/>
                  <a:pt x="3065" y="10917"/>
                  <a:pt x="4367" y="10917"/>
                </a:cubicBezTo>
                <a:lnTo>
                  <a:pt x="31201" y="10917"/>
                </a:lnTo>
                <a:cubicBezTo>
                  <a:pt x="39322" y="10917"/>
                  <a:pt x="45508" y="12499"/>
                  <a:pt x="49760" y="15661"/>
                </a:cubicBezTo>
                <a:cubicBezTo>
                  <a:pt x="54012" y="18824"/>
                  <a:pt x="56139" y="23414"/>
                  <a:pt x="56139" y="29432"/>
                </a:cubicBezTo>
                <a:cubicBezTo>
                  <a:pt x="56139" y="32461"/>
                  <a:pt x="55487" y="35106"/>
                  <a:pt x="54185" y="37367"/>
                </a:cubicBezTo>
                <a:cubicBezTo>
                  <a:pt x="52882" y="39628"/>
                  <a:pt x="50948" y="41487"/>
                  <a:pt x="48381" y="42944"/>
                </a:cubicBezTo>
                <a:cubicBezTo>
                  <a:pt x="52519" y="44437"/>
                  <a:pt x="55593" y="46524"/>
                  <a:pt x="57604" y="49204"/>
                </a:cubicBezTo>
                <a:cubicBezTo>
                  <a:pt x="59615" y="51884"/>
                  <a:pt x="60620" y="55292"/>
                  <a:pt x="60620" y="59426"/>
                </a:cubicBezTo>
                <a:cubicBezTo>
                  <a:pt x="60620" y="62910"/>
                  <a:pt x="59758" y="66087"/>
                  <a:pt x="58035" y="68959"/>
                </a:cubicBezTo>
                <a:cubicBezTo>
                  <a:pt x="56311" y="71830"/>
                  <a:pt x="53878" y="74184"/>
                  <a:pt x="50737" y="76022"/>
                </a:cubicBezTo>
                <a:cubicBezTo>
                  <a:pt x="48860" y="77093"/>
                  <a:pt x="46773" y="77868"/>
                  <a:pt x="44474" y="78347"/>
                </a:cubicBezTo>
                <a:cubicBezTo>
                  <a:pt x="42176" y="78826"/>
                  <a:pt x="38920" y="79065"/>
                  <a:pt x="34706" y="79065"/>
                </a:cubicBezTo>
                <a:lnTo>
                  <a:pt x="29764" y="79065"/>
                </a:lnTo>
                <a:close/>
                <a:moveTo>
                  <a:pt x="81381" y="55047"/>
                </a:moveTo>
                <a:cubicBezTo>
                  <a:pt x="81687" y="60581"/>
                  <a:pt x="83554" y="64857"/>
                  <a:pt x="86983" y="67875"/>
                </a:cubicBezTo>
                <a:cubicBezTo>
                  <a:pt x="90411" y="70891"/>
                  <a:pt x="95094" y="72400"/>
                  <a:pt x="101032" y="72400"/>
                </a:cubicBezTo>
                <a:cubicBezTo>
                  <a:pt x="105514" y="72400"/>
                  <a:pt x="110398" y="71203"/>
                  <a:pt x="115684" y="68808"/>
                </a:cubicBezTo>
                <a:cubicBezTo>
                  <a:pt x="120971" y="66414"/>
                  <a:pt x="124169" y="65217"/>
                  <a:pt x="125280" y="65217"/>
                </a:cubicBezTo>
                <a:cubicBezTo>
                  <a:pt x="126429" y="65217"/>
                  <a:pt x="127387" y="65581"/>
                  <a:pt x="128153" y="66309"/>
                </a:cubicBezTo>
                <a:cubicBezTo>
                  <a:pt x="128919" y="67037"/>
                  <a:pt x="129302" y="67937"/>
                  <a:pt x="129302" y="69010"/>
                </a:cubicBezTo>
                <a:cubicBezTo>
                  <a:pt x="129302" y="70120"/>
                  <a:pt x="128900" y="71136"/>
                  <a:pt x="128096" y="72055"/>
                </a:cubicBezTo>
                <a:cubicBezTo>
                  <a:pt x="127291" y="72974"/>
                  <a:pt x="126008" y="73875"/>
                  <a:pt x="124246" y="74756"/>
                </a:cubicBezTo>
                <a:cubicBezTo>
                  <a:pt x="120415" y="76633"/>
                  <a:pt x="116460" y="78069"/>
                  <a:pt x="112380" y="79065"/>
                </a:cubicBezTo>
                <a:cubicBezTo>
                  <a:pt x="108301" y="80061"/>
                  <a:pt x="104250" y="80559"/>
                  <a:pt x="100227" y="80559"/>
                </a:cubicBezTo>
                <a:cubicBezTo>
                  <a:pt x="91494" y="80559"/>
                  <a:pt x="84503" y="78038"/>
                  <a:pt x="79255" y="72996"/>
                </a:cubicBezTo>
                <a:cubicBezTo>
                  <a:pt x="74007" y="67953"/>
                  <a:pt x="71383" y="61270"/>
                  <a:pt x="71383" y="52949"/>
                </a:cubicBezTo>
                <a:cubicBezTo>
                  <a:pt x="71383" y="44475"/>
                  <a:pt x="74160" y="37612"/>
                  <a:pt x="79714" y="32359"/>
                </a:cubicBezTo>
                <a:cubicBezTo>
                  <a:pt x="85269" y="27105"/>
                  <a:pt x="92509" y="24478"/>
                  <a:pt x="101434" y="24478"/>
                </a:cubicBezTo>
                <a:cubicBezTo>
                  <a:pt x="109517" y="24478"/>
                  <a:pt x="116221" y="26930"/>
                  <a:pt x="121545" y="31833"/>
                </a:cubicBezTo>
                <a:cubicBezTo>
                  <a:pt x="126870" y="36736"/>
                  <a:pt x="129532" y="42674"/>
                  <a:pt x="129532" y="49646"/>
                </a:cubicBezTo>
                <a:cubicBezTo>
                  <a:pt x="129532" y="51791"/>
                  <a:pt x="129082" y="53227"/>
                  <a:pt x="128182" y="53955"/>
                </a:cubicBezTo>
                <a:cubicBezTo>
                  <a:pt x="127282" y="54683"/>
                  <a:pt x="124840" y="55047"/>
                  <a:pt x="120856" y="55047"/>
                </a:cubicBezTo>
                <a:lnTo>
                  <a:pt x="119994" y="55047"/>
                </a:lnTo>
                <a:lnTo>
                  <a:pt x="81381" y="55047"/>
                </a:lnTo>
                <a:moveTo>
                  <a:pt x="81668" y="47462"/>
                </a:moveTo>
                <a:lnTo>
                  <a:pt x="119074" y="47462"/>
                </a:lnTo>
                <a:cubicBezTo>
                  <a:pt x="118500" y="42938"/>
                  <a:pt x="116594" y="39299"/>
                  <a:pt x="113357" y="36543"/>
                </a:cubicBezTo>
                <a:cubicBezTo>
                  <a:pt x="110120" y="33786"/>
                  <a:pt x="106146" y="32407"/>
                  <a:pt x="101434" y="32407"/>
                </a:cubicBezTo>
                <a:cubicBezTo>
                  <a:pt x="96339" y="32407"/>
                  <a:pt x="92049" y="33738"/>
                  <a:pt x="88563" y="36399"/>
                </a:cubicBezTo>
                <a:cubicBezTo>
                  <a:pt x="85077" y="39060"/>
                  <a:pt x="82779" y="42748"/>
                  <a:pt x="81668" y="47462"/>
                </a:cubicBezTo>
                <a:close/>
                <a:moveTo>
                  <a:pt x="167299" y="12067"/>
                </a:moveTo>
                <a:lnTo>
                  <a:pt x="157531" y="12067"/>
                </a:lnTo>
                <a:cubicBezTo>
                  <a:pt x="153815" y="12067"/>
                  <a:pt x="151488" y="11774"/>
                  <a:pt x="150549" y="11189"/>
                </a:cubicBezTo>
                <a:cubicBezTo>
                  <a:pt x="149611" y="10603"/>
                  <a:pt x="149142" y="9536"/>
                  <a:pt x="149142" y="7987"/>
                </a:cubicBezTo>
                <a:cubicBezTo>
                  <a:pt x="149142" y="6627"/>
                  <a:pt x="149534" y="5607"/>
                  <a:pt x="150320" y="4927"/>
                </a:cubicBezTo>
                <a:cubicBezTo>
                  <a:pt x="151105" y="4247"/>
                  <a:pt x="152244" y="3907"/>
                  <a:pt x="153738" y="3907"/>
                </a:cubicBezTo>
                <a:lnTo>
                  <a:pt x="172700" y="3907"/>
                </a:lnTo>
                <a:cubicBezTo>
                  <a:pt x="173735" y="3907"/>
                  <a:pt x="174539" y="4118"/>
                  <a:pt x="175114" y="4539"/>
                </a:cubicBezTo>
                <a:cubicBezTo>
                  <a:pt x="175688" y="4960"/>
                  <a:pt x="175976" y="5533"/>
                  <a:pt x="175976" y="6260"/>
                </a:cubicBezTo>
                <a:lnTo>
                  <a:pt x="175976" y="70906"/>
                </a:lnTo>
                <a:lnTo>
                  <a:pt x="194018" y="70906"/>
                </a:lnTo>
                <a:cubicBezTo>
                  <a:pt x="195474" y="70906"/>
                  <a:pt x="196537" y="71224"/>
                  <a:pt x="197207" y="71861"/>
                </a:cubicBezTo>
                <a:cubicBezTo>
                  <a:pt x="197877" y="72497"/>
                  <a:pt x="198213" y="73509"/>
                  <a:pt x="198213" y="74899"/>
                </a:cubicBezTo>
                <a:cubicBezTo>
                  <a:pt x="198213" y="76481"/>
                  <a:pt x="197887" y="77571"/>
                  <a:pt x="197236" y="78169"/>
                </a:cubicBezTo>
                <a:cubicBezTo>
                  <a:pt x="196585" y="78766"/>
                  <a:pt x="195359" y="79065"/>
                  <a:pt x="193558" y="79065"/>
                </a:cubicBezTo>
                <a:lnTo>
                  <a:pt x="151153" y="79065"/>
                </a:lnTo>
                <a:cubicBezTo>
                  <a:pt x="149659" y="79065"/>
                  <a:pt x="148519" y="78718"/>
                  <a:pt x="147734" y="78024"/>
                </a:cubicBezTo>
                <a:cubicBezTo>
                  <a:pt x="146949" y="77329"/>
                  <a:pt x="146556" y="76288"/>
                  <a:pt x="146556" y="74899"/>
                </a:cubicBezTo>
                <a:cubicBezTo>
                  <a:pt x="146556" y="73549"/>
                  <a:pt x="146958" y="72546"/>
                  <a:pt x="147763" y="71890"/>
                </a:cubicBezTo>
                <a:cubicBezTo>
                  <a:pt x="148567" y="71234"/>
                  <a:pt x="149774" y="70906"/>
                  <a:pt x="151383" y="70906"/>
                </a:cubicBezTo>
                <a:lnTo>
                  <a:pt x="167299" y="70906"/>
                </a:lnTo>
                <a:lnTo>
                  <a:pt x="167299" y="12067"/>
                </a:lnTo>
                <a:close/>
                <a:moveTo>
                  <a:pt x="236211" y="9423"/>
                </a:moveTo>
                <a:cubicBezTo>
                  <a:pt x="236211" y="5286"/>
                  <a:pt x="236585" y="2681"/>
                  <a:pt x="237332" y="1609"/>
                </a:cubicBezTo>
                <a:cubicBezTo>
                  <a:pt x="238079" y="536"/>
                  <a:pt x="239678" y="0"/>
                  <a:pt x="242130" y="0"/>
                </a:cubicBezTo>
                <a:cubicBezTo>
                  <a:pt x="244505" y="0"/>
                  <a:pt x="246075" y="450"/>
                  <a:pt x="246841" y="1350"/>
                </a:cubicBezTo>
                <a:cubicBezTo>
                  <a:pt x="247608" y="2251"/>
                  <a:pt x="247991" y="4386"/>
                  <a:pt x="247991" y="7757"/>
                </a:cubicBezTo>
                <a:cubicBezTo>
                  <a:pt x="247991" y="11051"/>
                  <a:pt x="247636" y="13091"/>
                  <a:pt x="246928" y="13877"/>
                </a:cubicBezTo>
                <a:cubicBezTo>
                  <a:pt x="246219" y="14662"/>
                  <a:pt x="244620" y="15055"/>
                  <a:pt x="242130" y="15055"/>
                </a:cubicBezTo>
                <a:cubicBezTo>
                  <a:pt x="239678" y="15055"/>
                  <a:pt x="238079" y="14691"/>
                  <a:pt x="237332" y="13963"/>
                </a:cubicBezTo>
                <a:cubicBezTo>
                  <a:pt x="236585" y="13235"/>
                  <a:pt x="236211" y="11722"/>
                  <a:pt x="236211" y="9423"/>
                </a:cubicBezTo>
                <a:moveTo>
                  <a:pt x="246841" y="70906"/>
                </a:moveTo>
                <a:lnTo>
                  <a:pt x="265286" y="70906"/>
                </a:lnTo>
                <a:cubicBezTo>
                  <a:pt x="266780" y="70906"/>
                  <a:pt x="267881" y="71224"/>
                  <a:pt x="268590" y="71861"/>
                </a:cubicBezTo>
                <a:cubicBezTo>
                  <a:pt x="269299" y="72497"/>
                  <a:pt x="269653" y="73509"/>
                  <a:pt x="269653" y="74899"/>
                </a:cubicBezTo>
                <a:cubicBezTo>
                  <a:pt x="269653" y="76481"/>
                  <a:pt x="269318" y="77571"/>
                  <a:pt x="268648" y="78169"/>
                </a:cubicBezTo>
                <a:cubicBezTo>
                  <a:pt x="267977" y="78766"/>
                  <a:pt x="266742" y="79065"/>
                  <a:pt x="264941" y="79065"/>
                </a:cubicBezTo>
                <a:lnTo>
                  <a:pt x="220352" y="79065"/>
                </a:lnTo>
                <a:cubicBezTo>
                  <a:pt x="218820" y="79065"/>
                  <a:pt x="217671" y="78718"/>
                  <a:pt x="216905" y="78024"/>
                </a:cubicBezTo>
                <a:cubicBezTo>
                  <a:pt x="216139" y="77329"/>
                  <a:pt x="215756" y="76288"/>
                  <a:pt x="215756" y="74899"/>
                </a:cubicBezTo>
                <a:cubicBezTo>
                  <a:pt x="215756" y="73549"/>
                  <a:pt x="216158" y="72546"/>
                  <a:pt x="216962" y="71890"/>
                </a:cubicBezTo>
                <a:cubicBezTo>
                  <a:pt x="217767" y="71234"/>
                  <a:pt x="218973" y="70906"/>
                  <a:pt x="220582" y="70906"/>
                </a:cubicBezTo>
                <a:lnTo>
                  <a:pt x="238108" y="70906"/>
                </a:lnTo>
                <a:lnTo>
                  <a:pt x="238108" y="34131"/>
                </a:lnTo>
                <a:lnTo>
                  <a:pt x="226903" y="34131"/>
                </a:lnTo>
                <a:cubicBezTo>
                  <a:pt x="225332" y="34131"/>
                  <a:pt x="224135" y="33777"/>
                  <a:pt x="223312" y="33068"/>
                </a:cubicBezTo>
                <a:cubicBezTo>
                  <a:pt x="222488" y="32360"/>
                  <a:pt x="222076" y="31335"/>
                  <a:pt x="222076" y="29994"/>
                </a:cubicBezTo>
                <a:cubicBezTo>
                  <a:pt x="222076" y="28653"/>
                  <a:pt x="222459" y="27648"/>
                  <a:pt x="223225" y="26978"/>
                </a:cubicBezTo>
                <a:cubicBezTo>
                  <a:pt x="223991" y="26307"/>
                  <a:pt x="225141" y="25972"/>
                  <a:pt x="226673" y="25972"/>
                </a:cubicBezTo>
                <a:lnTo>
                  <a:pt x="243509" y="25972"/>
                </a:lnTo>
                <a:cubicBezTo>
                  <a:pt x="244543" y="25972"/>
                  <a:pt x="245357" y="26183"/>
                  <a:pt x="245951" y="26604"/>
                </a:cubicBezTo>
                <a:cubicBezTo>
                  <a:pt x="246545" y="27024"/>
                  <a:pt x="246841" y="27598"/>
                  <a:pt x="246841" y="28324"/>
                </a:cubicBezTo>
                <a:lnTo>
                  <a:pt x="246841" y="70906"/>
                </a:lnTo>
                <a:close/>
                <a:moveTo>
                  <a:pt x="292425" y="55047"/>
                </a:moveTo>
                <a:cubicBezTo>
                  <a:pt x="292731" y="60581"/>
                  <a:pt x="294599" y="64857"/>
                  <a:pt x="298027" y="67875"/>
                </a:cubicBezTo>
                <a:cubicBezTo>
                  <a:pt x="301455" y="70891"/>
                  <a:pt x="306138" y="72400"/>
                  <a:pt x="312076" y="72400"/>
                </a:cubicBezTo>
                <a:cubicBezTo>
                  <a:pt x="316558" y="72400"/>
                  <a:pt x="321442" y="71203"/>
                  <a:pt x="326728" y="68808"/>
                </a:cubicBezTo>
                <a:cubicBezTo>
                  <a:pt x="332015" y="66414"/>
                  <a:pt x="335213" y="65217"/>
                  <a:pt x="336324" y="65217"/>
                </a:cubicBezTo>
                <a:cubicBezTo>
                  <a:pt x="337473" y="65217"/>
                  <a:pt x="338431" y="65581"/>
                  <a:pt x="339197" y="66309"/>
                </a:cubicBezTo>
                <a:cubicBezTo>
                  <a:pt x="339963" y="67037"/>
                  <a:pt x="340346" y="67937"/>
                  <a:pt x="340346" y="69010"/>
                </a:cubicBezTo>
                <a:cubicBezTo>
                  <a:pt x="340346" y="70120"/>
                  <a:pt x="339944" y="71136"/>
                  <a:pt x="339140" y="72055"/>
                </a:cubicBezTo>
                <a:cubicBezTo>
                  <a:pt x="338335" y="72974"/>
                  <a:pt x="337052" y="73875"/>
                  <a:pt x="335290" y="74756"/>
                </a:cubicBezTo>
                <a:cubicBezTo>
                  <a:pt x="331459" y="76633"/>
                  <a:pt x="327504" y="78069"/>
                  <a:pt x="323424" y="79065"/>
                </a:cubicBezTo>
                <a:cubicBezTo>
                  <a:pt x="319345" y="80061"/>
                  <a:pt x="315294" y="80559"/>
                  <a:pt x="311272" y="80559"/>
                </a:cubicBezTo>
                <a:cubicBezTo>
                  <a:pt x="302538" y="80559"/>
                  <a:pt x="295547" y="78038"/>
                  <a:pt x="290299" y="72996"/>
                </a:cubicBezTo>
                <a:cubicBezTo>
                  <a:pt x="285051" y="67953"/>
                  <a:pt x="282427" y="61270"/>
                  <a:pt x="282427" y="52949"/>
                </a:cubicBezTo>
                <a:cubicBezTo>
                  <a:pt x="282427" y="44475"/>
                  <a:pt x="285204" y="37612"/>
                  <a:pt x="290758" y="32359"/>
                </a:cubicBezTo>
                <a:cubicBezTo>
                  <a:pt x="296313" y="27105"/>
                  <a:pt x="303553" y="24478"/>
                  <a:pt x="312478" y="24478"/>
                </a:cubicBezTo>
                <a:cubicBezTo>
                  <a:pt x="320561" y="24478"/>
                  <a:pt x="327265" y="26930"/>
                  <a:pt x="332589" y="31833"/>
                </a:cubicBezTo>
                <a:cubicBezTo>
                  <a:pt x="337914" y="36736"/>
                  <a:pt x="340576" y="42674"/>
                  <a:pt x="340576" y="49646"/>
                </a:cubicBezTo>
                <a:cubicBezTo>
                  <a:pt x="340576" y="51791"/>
                  <a:pt x="340126" y="53227"/>
                  <a:pt x="339226" y="53955"/>
                </a:cubicBezTo>
                <a:cubicBezTo>
                  <a:pt x="338326" y="54683"/>
                  <a:pt x="335884" y="55047"/>
                  <a:pt x="331900" y="55047"/>
                </a:cubicBezTo>
                <a:lnTo>
                  <a:pt x="331038" y="55047"/>
                </a:lnTo>
                <a:lnTo>
                  <a:pt x="292425" y="55047"/>
                </a:lnTo>
                <a:moveTo>
                  <a:pt x="292712" y="47462"/>
                </a:moveTo>
                <a:lnTo>
                  <a:pt x="330118" y="47462"/>
                </a:lnTo>
                <a:cubicBezTo>
                  <a:pt x="329544" y="42938"/>
                  <a:pt x="327638" y="39299"/>
                  <a:pt x="324401" y="36543"/>
                </a:cubicBezTo>
                <a:cubicBezTo>
                  <a:pt x="321164" y="33786"/>
                  <a:pt x="317190" y="32407"/>
                  <a:pt x="312478" y="32407"/>
                </a:cubicBezTo>
                <a:cubicBezTo>
                  <a:pt x="307383" y="32407"/>
                  <a:pt x="303093" y="33738"/>
                  <a:pt x="299607" y="36399"/>
                </a:cubicBezTo>
                <a:cubicBezTo>
                  <a:pt x="296121" y="39060"/>
                  <a:pt x="293823" y="42748"/>
                  <a:pt x="292712" y="47462"/>
                </a:cubicBezTo>
                <a:close/>
                <a:moveTo>
                  <a:pt x="399892" y="70906"/>
                </a:moveTo>
                <a:cubicBezTo>
                  <a:pt x="401463" y="70906"/>
                  <a:pt x="402660" y="71248"/>
                  <a:pt x="403483" y="71933"/>
                </a:cubicBezTo>
                <a:cubicBezTo>
                  <a:pt x="404307" y="72618"/>
                  <a:pt x="404719" y="73626"/>
                  <a:pt x="404719" y="74957"/>
                </a:cubicBezTo>
                <a:cubicBezTo>
                  <a:pt x="404719" y="76326"/>
                  <a:pt x="404326" y="77353"/>
                  <a:pt x="403541" y="78038"/>
                </a:cubicBezTo>
                <a:cubicBezTo>
                  <a:pt x="402756" y="78723"/>
                  <a:pt x="401616" y="79065"/>
                  <a:pt x="400122" y="79065"/>
                </a:cubicBezTo>
                <a:lnTo>
                  <a:pt x="362543" y="79065"/>
                </a:lnTo>
                <a:cubicBezTo>
                  <a:pt x="360972" y="79065"/>
                  <a:pt x="359775" y="78723"/>
                  <a:pt x="358952" y="78038"/>
                </a:cubicBezTo>
                <a:cubicBezTo>
                  <a:pt x="358128" y="77353"/>
                  <a:pt x="357716" y="76326"/>
                  <a:pt x="357716" y="74957"/>
                </a:cubicBezTo>
                <a:cubicBezTo>
                  <a:pt x="357716" y="73626"/>
                  <a:pt x="358109" y="72618"/>
                  <a:pt x="358894" y="71933"/>
                </a:cubicBezTo>
                <a:cubicBezTo>
                  <a:pt x="359680" y="71248"/>
                  <a:pt x="360819" y="70906"/>
                  <a:pt x="362313" y="70906"/>
                </a:cubicBezTo>
                <a:lnTo>
                  <a:pt x="372081" y="70906"/>
                </a:lnTo>
                <a:lnTo>
                  <a:pt x="372081" y="35740"/>
                </a:lnTo>
                <a:lnTo>
                  <a:pt x="362658" y="35740"/>
                </a:lnTo>
                <a:cubicBezTo>
                  <a:pt x="361087" y="35740"/>
                  <a:pt x="359871" y="35374"/>
                  <a:pt x="359009" y="34641"/>
                </a:cubicBezTo>
                <a:cubicBezTo>
                  <a:pt x="358147" y="33909"/>
                  <a:pt x="357716" y="32867"/>
                  <a:pt x="357716" y="31517"/>
                </a:cubicBezTo>
                <a:cubicBezTo>
                  <a:pt x="357716" y="30128"/>
                  <a:pt x="358119" y="29087"/>
                  <a:pt x="358923" y="28392"/>
                </a:cubicBezTo>
                <a:cubicBezTo>
                  <a:pt x="359727" y="27698"/>
                  <a:pt x="360896" y="27351"/>
                  <a:pt x="362428" y="27351"/>
                </a:cubicBezTo>
                <a:lnTo>
                  <a:pt x="371507" y="27351"/>
                </a:lnTo>
                <a:lnTo>
                  <a:pt x="371507" y="23444"/>
                </a:lnTo>
                <a:cubicBezTo>
                  <a:pt x="371507" y="16510"/>
                  <a:pt x="373480" y="11482"/>
                  <a:pt x="377425" y="8360"/>
                </a:cubicBezTo>
                <a:cubicBezTo>
                  <a:pt x="381371" y="5238"/>
                  <a:pt x="387749" y="3677"/>
                  <a:pt x="396559" y="3677"/>
                </a:cubicBezTo>
                <a:cubicBezTo>
                  <a:pt x="400850" y="3677"/>
                  <a:pt x="404020" y="4156"/>
                  <a:pt x="406069" y="5114"/>
                </a:cubicBezTo>
                <a:cubicBezTo>
                  <a:pt x="408118" y="6072"/>
                  <a:pt x="409143" y="7566"/>
                  <a:pt x="409143" y="9596"/>
                </a:cubicBezTo>
                <a:cubicBezTo>
                  <a:pt x="409143" y="10783"/>
                  <a:pt x="408703" y="11760"/>
                  <a:pt x="407822" y="12526"/>
                </a:cubicBezTo>
                <a:cubicBezTo>
                  <a:pt x="406941" y="13292"/>
                  <a:pt x="405810" y="13675"/>
                  <a:pt x="404431" y="13675"/>
                </a:cubicBezTo>
                <a:cubicBezTo>
                  <a:pt x="403742" y="13675"/>
                  <a:pt x="402085" y="13446"/>
                  <a:pt x="399461" y="12986"/>
                </a:cubicBezTo>
                <a:cubicBezTo>
                  <a:pt x="396837" y="12526"/>
                  <a:pt x="394587" y="12296"/>
                  <a:pt x="392710" y="12296"/>
                </a:cubicBezTo>
                <a:cubicBezTo>
                  <a:pt x="388381" y="12296"/>
                  <a:pt x="385278" y="13206"/>
                  <a:pt x="383401" y="15026"/>
                </a:cubicBezTo>
                <a:cubicBezTo>
                  <a:pt x="381524" y="16845"/>
                  <a:pt x="380586" y="19862"/>
                  <a:pt x="380586" y="24076"/>
                </a:cubicBezTo>
                <a:lnTo>
                  <a:pt x="380586" y="27351"/>
                </a:lnTo>
                <a:lnTo>
                  <a:pt x="400926" y="27351"/>
                </a:lnTo>
                <a:cubicBezTo>
                  <a:pt x="402497" y="27351"/>
                  <a:pt x="403694" y="27698"/>
                  <a:pt x="404518" y="28392"/>
                </a:cubicBezTo>
                <a:cubicBezTo>
                  <a:pt x="405341" y="29087"/>
                  <a:pt x="405753" y="30128"/>
                  <a:pt x="405753" y="31517"/>
                </a:cubicBezTo>
                <a:cubicBezTo>
                  <a:pt x="405753" y="32828"/>
                  <a:pt x="405332" y="33860"/>
                  <a:pt x="404489" y="34613"/>
                </a:cubicBezTo>
                <a:cubicBezTo>
                  <a:pt x="403646" y="35364"/>
                  <a:pt x="402497" y="35740"/>
                  <a:pt x="401041" y="35740"/>
                </a:cubicBezTo>
                <a:lnTo>
                  <a:pt x="381160" y="35740"/>
                </a:lnTo>
                <a:lnTo>
                  <a:pt x="381160" y="70906"/>
                </a:lnTo>
                <a:lnTo>
                  <a:pt x="399892" y="70906"/>
                </a:lnTo>
                <a:close/>
                <a:moveTo>
                  <a:pt x="441280" y="37809"/>
                </a:moveTo>
                <a:cubicBezTo>
                  <a:pt x="441280" y="34821"/>
                  <a:pt x="442324" y="32369"/>
                  <a:pt x="444411" y="30454"/>
                </a:cubicBezTo>
                <a:cubicBezTo>
                  <a:pt x="446499" y="28539"/>
                  <a:pt x="449209" y="27581"/>
                  <a:pt x="452542" y="27581"/>
                </a:cubicBezTo>
                <a:cubicBezTo>
                  <a:pt x="455951" y="27581"/>
                  <a:pt x="458690" y="28519"/>
                  <a:pt x="460759" y="30396"/>
                </a:cubicBezTo>
                <a:cubicBezTo>
                  <a:pt x="462827" y="32273"/>
                  <a:pt x="463862" y="34744"/>
                  <a:pt x="463862" y="37809"/>
                </a:cubicBezTo>
                <a:cubicBezTo>
                  <a:pt x="463862" y="40873"/>
                  <a:pt x="462818" y="43344"/>
                  <a:pt x="460730" y="45221"/>
                </a:cubicBezTo>
                <a:cubicBezTo>
                  <a:pt x="458642" y="47098"/>
                  <a:pt x="455913" y="48037"/>
                  <a:pt x="452542" y="48037"/>
                </a:cubicBezTo>
                <a:cubicBezTo>
                  <a:pt x="449171" y="48037"/>
                  <a:pt x="446451" y="47098"/>
                  <a:pt x="444383" y="45221"/>
                </a:cubicBezTo>
                <a:cubicBezTo>
                  <a:pt x="442314" y="43344"/>
                  <a:pt x="441280" y="40873"/>
                  <a:pt x="441280" y="37809"/>
                </a:cubicBezTo>
                <a:moveTo>
                  <a:pt x="441280" y="69642"/>
                </a:moveTo>
                <a:cubicBezTo>
                  <a:pt x="441280" y="66654"/>
                  <a:pt x="442324" y="64202"/>
                  <a:pt x="444411" y="62287"/>
                </a:cubicBezTo>
                <a:cubicBezTo>
                  <a:pt x="446499" y="60371"/>
                  <a:pt x="449209" y="59414"/>
                  <a:pt x="452542" y="59414"/>
                </a:cubicBezTo>
                <a:cubicBezTo>
                  <a:pt x="455951" y="59414"/>
                  <a:pt x="458690" y="60352"/>
                  <a:pt x="460759" y="62229"/>
                </a:cubicBezTo>
                <a:cubicBezTo>
                  <a:pt x="462827" y="64106"/>
                  <a:pt x="463862" y="66577"/>
                  <a:pt x="463862" y="69642"/>
                </a:cubicBezTo>
                <a:cubicBezTo>
                  <a:pt x="463862" y="72706"/>
                  <a:pt x="462818" y="75177"/>
                  <a:pt x="460730" y="77054"/>
                </a:cubicBezTo>
                <a:cubicBezTo>
                  <a:pt x="458642" y="78931"/>
                  <a:pt x="455913" y="79870"/>
                  <a:pt x="452542" y="79870"/>
                </a:cubicBezTo>
                <a:cubicBezTo>
                  <a:pt x="449171" y="79870"/>
                  <a:pt x="446451" y="78931"/>
                  <a:pt x="444383" y="77054"/>
                </a:cubicBezTo>
                <a:cubicBezTo>
                  <a:pt x="442314" y="75177"/>
                  <a:pt x="441280" y="72706"/>
                  <a:pt x="441280" y="69642"/>
                </a:cubicBezTo>
                <a:close/>
                <a:moveTo>
                  <a:pt x="614211" y="35166"/>
                </a:moveTo>
                <a:lnTo>
                  <a:pt x="568186" y="35166"/>
                </a:lnTo>
                <a:cubicBezTo>
                  <a:pt x="566845" y="35166"/>
                  <a:pt x="565744" y="34771"/>
                  <a:pt x="564882" y="33980"/>
                </a:cubicBezTo>
                <a:cubicBezTo>
                  <a:pt x="564020" y="33189"/>
                  <a:pt x="563589" y="32157"/>
                  <a:pt x="563589" y="30885"/>
                </a:cubicBezTo>
                <a:cubicBezTo>
                  <a:pt x="563589" y="29727"/>
                  <a:pt x="564039" y="28753"/>
                  <a:pt x="564939" y="27963"/>
                </a:cubicBezTo>
                <a:cubicBezTo>
                  <a:pt x="565840" y="27172"/>
                  <a:pt x="566922" y="26776"/>
                  <a:pt x="568186" y="26776"/>
                </a:cubicBezTo>
                <a:lnTo>
                  <a:pt x="619613" y="26776"/>
                </a:lnTo>
                <a:cubicBezTo>
                  <a:pt x="620685" y="26776"/>
                  <a:pt x="621499" y="26969"/>
                  <a:pt x="622055" y="27353"/>
                </a:cubicBezTo>
                <a:cubicBezTo>
                  <a:pt x="622610" y="27736"/>
                  <a:pt x="622888" y="28292"/>
                  <a:pt x="622888" y="29021"/>
                </a:cubicBezTo>
                <a:lnTo>
                  <a:pt x="622888" y="54348"/>
                </a:lnTo>
                <a:cubicBezTo>
                  <a:pt x="622888" y="55691"/>
                  <a:pt x="622486" y="56795"/>
                  <a:pt x="621681" y="57659"/>
                </a:cubicBezTo>
                <a:cubicBezTo>
                  <a:pt x="620877" y="58523"/>
                  <a:pt x="619843" y="58954"/>
                  <a:pt x="618578" y="58954"/>
                </a:cubicBezTo>
                <a:cubicBezTo>
                  <a:pt x="617391" y="58954"/>
                  <a:pt x="616366" y="58494"/>
                  <a:pt x="615504" y="57575"/>
                </a:cubicBezTo>
                <a:cubicBezTo>
                  <a:pt x="614642" y="56656"/>
                  <a:pt x="614211" y="55583"/>
                  <a:pt x="614211" y="54357"/>
                </a:cubicBezTo>
                <a:lnTo>
                  <a:pt x="614211" y="35166"/>
                </a:lnTo>
                <a:close/>
                <a:moveTo>
                  <a:pt x="681054" y="70906"/>
                </a:moveTo>
                <a:cubicBezTo>
                  <a:pt x="684004" y="70906"/>
                  <a:pt x="685890" y="71186"/>
                  <a:pt x="686714" y="71746"/>
                </a:cubicBezTo>
                <a:cubicBezTo>
                  <a:pt x="687537" y="72305"/>
                  <a:pt x="687949" y="73356"/>
                  <a:pt x="687949" y="74899"/>
                </a:cubicBezTo>
                <a:cubicBezTo>
                  <a:pt x="687949" y="76481"/>
                  <a:pt x="687537" y="77571"/>
                  <a:pt x="686714" y="78169"/>
                </a:cubicBezTo>
                <a:cubicBezTo>
                  <a:pt x="685890" y="78766"/>
                  <a:pt x="684004" y="79065"/>
                  <a:pt x="681054" y="79065"/>
                </a:cubicBezTo>
                <a:lnTo>
                  <a:pt x="646176" y="79065"/>
                </a:lnTo>
                <a:lnTo>
                  <a:pt x="643475" y="79065"/>
                </a:lnTo>
                <a:cubicBezTo>
                  <a:pt x="642096" y="79065"/>
                  <a:pt x="641043" y="78718"/>
                  <a:pt x="640315" y="78024"/>
                </a:cubicBezTo>
                <a:cubicBezTo>
                  <a:pt x="639587" y="77329"/>
                  <a:pt x="639223" y="76288"/>
                  <a:pt x="639223" y="74899"/>
                </a:cubicBezTo>
                <a:cubicBezTo>
                  <a:pt x="639223" y="73356"/>
                  <a:pt x="639644" y="72305"/>
                  <a:pt x="640487" y="71746"/>
                </a:cubicBezTo>
                <a:cubicBezTo>
                  <a:pt x="641330" y="71186"/>
                  <a:pt x="643226" y="70906"/>
                  <a:pt x="646176" y="70906"/>
                </a:cubicBezTo>
                <a:lnTo>
                  <a:pt x="659162" y="70906"/>
                </a:lnTo>
                <a:lnTo>
                  <a:pt x="659162" y="19077"/>
                </a:lnTo>
                <a:lnTo>
                  <a:pt x="646176" y="19077"/>
                </a:lnTo>
                <a:cubicBezTo>
                  <a:pt x="643303" y="19077"/>
                  <a:pt x="641426" y="18784"/>
                  <a:pt x="640545" y="18199"/>
                </a:cubicBezTo>
                <a:cubicBezTo>
                  <a:pt x="639664" y="17613"/>
                  <a:pt x="639223" y="16546"/>
                  <a:pt x="639223" y="14997"/>
                </a:cubicBezTo>
                <a:cubicBezTo>
                  <a:pt x="639223" y="13599"/>
                  <a:pt x="639587" y="12569"/>
                  <a:pt x="640315" y="11909"/>
                </a:cubicBezTo>
                <a:cubicBezTo>
                  <a:pt x="641043" y="11248"/>
                  <a:pt x="642134" y="10917"/>
                  <a:pt x="643590" y="10917"/>
                </a:cubicBezTo>
                <a:lnTo>
                  <a:pt x="646176" y="10917"/>
                </a:lnTo>
                <a:lnTo>
                  <a:pt x="681054" y="10917"/>
                </a:lnTo>
                <a:lnTo>
                  <a:pt x="683755" y="10917"/>
                </a:lnTo>
                <a:cubicBezTo>
                  <a:pt x="685134" y="10917"/>
                  <a:pt x="686178" y="11257"/>
                  <a:pt x="686886" y="11937"/>
                </a:cubicBezTo>
                <a:cubicBezTo>
                  <a:pt x="687595" y="12617"/>
                  <a:pt x="687949" y="13637"/>
                  <a:pt x="687949" y="14997"/>
                </a:cubicBezTo>
                <a:cubicBezTo>
                  <a:pt x="687949" y="16546"/>
                  <a:pt x="687518" y="17613"/>
                  <a:pt x="686656" y="18199"/>
                </a:cubicBezTo>
                <a:cubicBezTo>
                  <a:pt x="685794" y="18784"/>
                  <a:pt x="683927" y="19077"/>
                  <a:pt x="681054" y="19077"/>
                </a:cubicBezTo>
                <a:lnTo>
                  <a:pt x="668068" y="19077"/>
                </a:lnTo>
                <a:lnTo>
                  <a:pt x="668068" y="70906"/>
                </a:lnTo>
                <a:lnTo>
                  <a:pt x="681054" y="70906"/>
                </a:lnTo>
                <a:close/>
                <a:moveTo>
                  <a:pt x="712559" y="70906"/>
                </a:moveTo>
                <a:lnTo>
                  <a:pt x="712559" y="34121"/>
                </a:lnTo>
                <a:lnTo>
                  <a:pt x="711467" y="34121"/>
                </a:lnTo>
                <a:cubicBezTo>
                  <a:pt x="708863" y="34121"/>
                  <a:pt x="707072" y="33815"/>
                  <a:pt x="706095" y="33203"/>
                </a:cubicBezTo>
                <a:cubicBezTo>
                  <a:pt x="705118" y="32591"/>
                  <a:pt x="704630" y="31520"/>
                  <a:pt x="704630" y="29989"/>
                </a:cubicBezTo>
                <a:cubicBezTo>
                  <a:pt x="704630" y="28574"/>
                  <a:pt x="705032" y="27551"/>
                  <a:pt x="705836" y="26920"/>
                </a:cubicBezTo>
                <a:cubicBezTo>
                  <a:pt x="706641" y="26288"/>
                  <a:pt x="707943" y="25972"/>
                  <a:pt x="709744" y="25972"/>
                </a:cubicBezTo>
                <a:lnTo>
                  <a:pt x="712444" y="25972"/>
                </a:lnTo>
                <a:lnTo>
                  <a:pt x="717960" y="25972"/>
                </a:lnTo>
                <a:cubicBezTo>
                  <a:pt x="718995" y="25972"/>
                  <a:pt x="719799" y="26184"/>
                  <a:pt x="720374" y="26609"/>
                </a:cubicBezTo>
                <a:cubicBezTo>
                  <a:pt x="720948" y="27033"/>
                  <a:pt x="721236" y="27612"/>
                  <a:pt x="721236" y="28346"/>
                </a:cubicBezTo>
                <a:lnTo>
                  <a:pt x="721236" y="32284"/>
                </a:lnTo>
                <a:cubicBezTo>
                  <a:pt x="724032" y="29662"/>
                  <a:pt x="726800" y="27725"/>
                  <a:pt x="729539" y="26473"/>
                </a:cubicBezTo>
                <a:cubicBezTo>
                  <a:pt x="732278" y="25220"/>
                  <a:pt x="735122" y="24593"/>
                  <a:pt x="738071" y="24593"/>
                </a:cubicBezTo>
                <a:cubicBezTo>
                  <a:pt x="743856" y="24593"/>
                  <a:pt x="748405" y="26392"/>
                  <a:pt x="751718" y="29989"/>
                </a:cubicBezTo>
                <a:cubicBezTo>
                  <a:pt x="755032" y="33585"/>
                  <a:pt x="756689" y="38558"/>
                  <a:pt x="756689" y="44909"/>
                </a:cubicBezTo>
                <a:lnTo>
                  <a:pt x="756689" y="70906"/>
                </a:lnTo>
                <a:lnTo>
                  <a:pt x="759389" y="70906"/>
                </a:lnTo>
                <a:cubicBezTo>
                  <a:pt x="761305" y="70906"/>
                  <a:pt x="762684" y="71224"/>
                  <a:pt x="763526" y="71861"/>
                </a:cubicBezTo>
                <a:cubicBezTo>
                  <a:pt x="764369" y="72497"/>
                  <a:pt x="764790" y="73509"/>
                  <a:pt x="764790" y="74899"/>
                </a:cubicBezTo>
                <a:cubicBezTo>
                  <a:pt x="764790" y="76404"/>
                  <a:pt x="764340" y="77475"/>
                  <a:pt x="763440" y="78112"/>
                </a:cubicBezTo>
                <a:cubicBezTo>
                  <a:pt x="762540" y="78747"/>
                  <a:pt x="760941" y="79065"/>
                  <a:pt x="758642" y="79065"/>
                </a:cubicBezTo>
                <a:lnTo>
                  <a:pt x="745944" y="79065"/>
                </a:lnTo>
                <a:cubicBezTo>
                  <a:pt x="743492" y="79065"/>
                  <a:pt x="741921" y="78776"/>
                  <a:pt x="741232" y="78198"/>
                </a:cubicBezTo>
                <a:cubicBezTo>
                  <a:pt x="740542" y="77618"/>
                  <a:pt x="740197" y="76519"/>
                  <a:pt x="740197" y="74899"/>
                </a:cubicBezTo>
                <a:cubicBezTo>
                  <a:pt x="740197" y="73395"/>
                  <a:pt x="740600" y="72353"/>
                  <a:pt x="741404" y="71775"/>
                </a:cubicBezTo>
                <a:cubicBezTo>
                  <a:pt x="742209" y="71195"/>
                  <a:pt x="743722" y="70906"/>
                  <a:pt x="745944" y="70906"/>
                </a:cubicBezTo>
                <a:lnTo>
                  <a:pt x="747955" y="70906"/>
                </a:lnTo>
                <a:lnTo>
                  <a:pt x="747955" y="47076"/>
                </a:lnTo>
                <a:cubicBezTo>
                  <a:pt x="747955" y="42607"/>
                  <a:pt x="746939" y="39199"/>
                  <a:pt x="744909" y="36850"/>
                </a:cubicBezTo>
                <a:cubicBezTo>
                  <a:pt x="742879" y="34501"/>
                  <a:pt x="739929" y="33327"/>
                  <a:pt x="736060" y="33327"/>
                </a:cubicBezTo>
                <a:cubicBezTo>
                  <a:pt x="732153" y="33327"/>
                  <a:pt x="728705" y="34645"/>
                  <a:pt x="725718" y="37281"/>
                </a:cubicBezTo>
                <a:cubicBezTo>
                  <a:pt x="722730" y="39916"/>
                  <a:pt x="721236" y="43181"/>
                  <a:pt x="721236" y="47076"/>
                </a:cubicBezTo>
                <a:lnTo>
                  <a:pt x="721236" y="70906"/>
                </a:lnTo>
                <a:lnTo>
                  <a:pt x="723247" y="70906"/>
                </a:lnTo>
                <a:cubicBezTo>
                  <a:pt x="725545" y="70906"/>
                  <a:pt x="727097" y="71195"/>
                  <a:pt x="727901" y="71775"/>
                </a:cubicBezTo>
                <a:cubicBezTo>
                  <a:pt x="728705" y="72353"/>
                  <a:pt x="729108" y="73395"/>
                  <a:pt x="729108" y="74899"/>
                </a:cubicBezTo>
                <a:cubicBezTo>
                  <a:pt x="729108" y="76519"/>
                  <a:pt x="728763" y="77618"/>
                  <a:pt x="728073" y="78198"/>
                </a:cubicBezTo>
                <a:cubicBezTo>
                  <a:pt x="727384" y="78776"/>
                  <a:pt x="725698" y="79065"/>
                  <a:pt x="723017" y="79065"/>
                </a:cubicBezTo>
                <a:lnTo>
                  <a:pt x="712559" y="79065"/>
                </a:lnTo>
                <a:lnTo>
                  <a:pt x="709456" y="79065"/>
                </a:lnTo>
                <a:cubicBezTo>
                  <a:pt x="707886" y="79065"/>
                  <a:pt x="706708" y="78728"/>
                  <a:pt x="705923" y="78052"/>
                </a:cubicBezTo>
                <a:cubicBezTo>
                  <a:pt x="705137" y="77377"/>
                  <a:pt x="704745" y="76326"/>
                  <a:pt x="704745" y="74899"/>
                </a:cubicBezTo>
                <a:cubicBezTo>
                  <a:pt x="704745" y="73356"/>
                  <a:pt x="705195" y="72305"/>
                  <a:pt x="706095" y="71746"/>
                </a:cubicBezTo>
                <a:cubicBezTo>
                  <a:pt x="706995" y="71186"/>
                  <a:pt x="708748" y="70906"/>
                  <a:pt x="711353" y="70906"/>
                </a:cubicBezTo>
                <a:lnTo>
                  <a:pt x="712559" y="70906"/>
                </a:lnTo>
                <a:close/>
                <a:moveTo>
                  <a:pt x="815947" y="11438"/>
                </a:moveTo>
                <a:cubicBezTo>
                  <a:pt x="815947" y="12244"/>
                  <a:pt x="815305" y="13980"/>
                  <a:pt x="814022" y="16645"/>
                </a:cubicBezTo>
                <a:cubicBezTo>
                  <a:pt x="812738" y="19310"/>
                  <a:pt x="811771" y="21429"/>
                  <a:pt x="811120" y="23002"/>
                </a:cubicBezTo>
                <a:cubicBezTo>
                  <a:pt x="808515" y="29100"/>
                  <a:pt x="806667" y="34680"/>
                  <a:pt x="805575" y="39743"/>
                </a:cubicBezTo>
                <a:cubicBezTo>
                  <a:pt x="804483" y="44805"/>
                  <a:pt x="803938" y="50060"/>
                  <a:pt x="803938" y="55506"/>
                </a:cubicBezTo>
                <a:cubicBezTo>
                  <a:pt x="803938" y="60531"/>
                  <a:pt x="804397" y="65392"/>
                  <a:pt x="805317" y="70091"/>
                </a:cubicBezTo>
                <a:cubicBezTo>
                  <a:pt x="806236" y="74789"/>
                  <a:pt x="807634" y="79478"/>
                  <a:pt x="809511" y="84157"/>
                </a:cubicBezTo>
                <a:cubicBezTo>
                  <a:pt x="810469" y="86688"/>
                  <a:pt x="811781" y="89669"/>
                  <a:pt x="813447" y="93102"/>
                </a:cubicBezTo>
                <a:cubicBezTo>
                  <a:pt x="815114" y="96535"/>
                  <a:pt x="815947" y="98654"/>
                  <a:pt x="815947" y="99460"/>
                </a:cubicBezTo>
                <a:cubicBezTo>
                  <a:pt x="815947" y="100304"/>
                  <a:pt x="815765" y="100965"/>
                  <a:pt x="815401" y="101444"/>
                </a:cubicBezTo>
                <a:cubicBezTo>
                  <a:pt x="815037" y="101924"/>
                  <a:pt x="814548" y="102164"/>
                  <a:pt x="813936" y="102164"/>
                </a:cubicBezTo>
                <a:cubicBezTo>
                  <a:pt x="812748" y="102164"/>
                  <a:pt x="811426" y="101540"/>
                  <a:pt x="809971" y="100293"/>
                </a:cubicBezTo>
                <a:cubicBezTo>
                  <a:pt x="808515" y="99047"/>
                  <a:pt x="806830" y="97044"/>
                  <a:pt x="804914" y="94283"/>
                </a:cubicBezTo>
                <a:cubicBezTo>
                  <a:pt x="800816" y="88415"/>
                  <a:pt x="797751" y="82259"/>
                  <a:pt x="795721" y="75815"/>
                </a:cubicBezTo>
                <a:cubicBezTo>
                  <a:pt x="793690" y="69371"/>
                  <a:pt x="792675" y="62602"/>
                  <a:pt x="792675" y="55506"/>
                </a:cubicBezTo>
                <a:cubicBezTo>
                  <a:pt x="792675" y="49024"/>
                  <a:pt x="793509" y="42839"/>
                  <a:pt x="795175" y="36952"/>
                </a:cubicBezTo>
                <a:cubicBezTo>
                  <a:pt x="796841" y="31065"/>
                  <a:pt x="799379" y="25360"/>
                  <a:pt x="802788" y="19838"/>
                </a:cubicBezTo>
                <a:cubicBezTo>
                  <a:pt x="805010" y="16194"/>
                  <a:pt x="807060" y="13452"/>
                  <a:pt x="808937" y="11611"/>
                </a:cubicBezTo>
                <a:cubicBezTo>
                  <a:pt x="810814" y="9769"/>
                  <a:pt x="812480" y="8849"/>
                  <a:pt x="813936" y="8849"/>
                </a:cubicBezTo>
                <a:cubicBezTo>
                  <a:pt x="814548" y="8849"/>
                  <a:pt x="815037" y="9089"/>
                  <a:pt x="815401" y="9569"/>
                </a:cubicBezTo>
                <a:cubicBezTo>
                  <a:pt x="815765" y="10048"/>
                  <a:pt x="815947" y="10671"/>
                  <a:pt x="815947" y="11438"/>
                </a:cubicBezTo>
                <a:close/>
                <a:moveTo>
                  <a:pt x="887387" y="53725"/>
                </a:moveTo>
                <a:cubicBezTo>
                  <a:pt x="885280" y="53036"/>
                  <a:pt x="883241" y="52528"/>
                  <a:pt x="881268" y="52202"/>
                </a:cubicBezTo>
                <a:cubicBezTo>
                  <a:pt x="879295" y="51877"/>
                  <a:pt x="877332" y="51714"/>
                  <a:pt x="875378" y="51714"/>
                </a:cubicBezTo>
                <a:cubicBezTo>
                  <a:pt x="869479" y="51714"/>
                  <a:pt x="864825" y="52710"/>
                  <a:pt x="861415" y="54702"/>
                </a:cubicBezTo>
                <a:cubicBezTo>
                  <a:pt x="858006" y="56694"/>
                  <a:pt x="856301" y="59375"/>
                  <a:pt x="856301" y="62746"/>
                </a:cubicBezTo>
                <a:cubicBezTo>
                  <a:pt x="856301" y="65351"/>
                  <a:pt x="857364" y="67496"/>
                  <a:pt x="859490" y="69182"/>
                </a:cubicBezTo>
                <a:cubicBezTo>
                  <a:pt x="861616" y="70867"/>
                  <a:pt x="864327" y="71710"/>
                  <a:pt x="867621" y="71710"/>
                </a:cubicBezTo>
                <a:cubicBezTo>
                  <a:pt x="872486" y="71710"/>
                  <a:pt x="876997" y="70437"/>
                  <a:pt x="881153" y="67889"/>
                </a:cubicBezTo>
                <a:cubicBezTo>
                  <a:pt x="885309" y="65342"/>
                  <a:pt x="887387" y="62689"/>
                  <a:pt x="887387" y="59931"/>
                </a:cubicBezTo>
                <a:lnTo>
                  <a:pt x="887387" y="53725"/>
                </a:lnTo>
                <a:moveTo>
                  <a:pt x="887847" y="71825"/>
                </a:moveTo>
                <a:cubicBezTo>
                  <a:pt x="884706" y="74660"/>
                  <a:pt x="881287" y="76824"/>
                  <a:pt x="877590" y="78318"/>
                </a:cubicBezTo>
                <a:cubicBezTo>
                  <a:pt x="873894" y="79812"/>
                  <a:pt x="870092" y="80559"/>
                  <a:pt x="866184" y="80559"/>
                </a:cubicBezTo>
                <a:cubicBezTo>
                  <a:pt x="860477" y="80559"/>
                  <a:pt x="855870" y="78967"/>
                  <a:pt x="852365" y="75783"/>
                </a:cubicBezTo>
                <a:cubicBezTo>
                  <a:pt x="848860" y="72598"/>
                  <a:pt x="847108" y="68455"/>
                  <a:pt x="847108" y="63352"/>
                </a:cubicBezTo>
                <a:cubicBezTo>
                  <a:pt x="847108" y="57290"/>
                  <a:pt x="849435" y="52590"/>
                  <a:pt x="854089" y="49252"/>
                </a:cubicBezTo>
                <a:cubicBezTo>
                  <a:pt x="858743" y="45914"/>
                  <a:pt x="865284" y="44244"/>
                  <a:pt x="873712" y="44244"/>
                </a:cubicBezTo>
                <a:cubicBezTo>
                  <a:pt x="875934" y="44244"/>
                  <a:pt x="878174" y="44388"/>
                  <a:pt x="880435" y="44675"/>
                </a:cubicBezTo>
                <a:cubicBezTo>
                  <a:pt x="882695" y="44963"/>
                  <a:pt x="885012" y="45413"/>
                  <a:pt x="887387" y="46026"/>
                </a:cubicBezTo>
                <a:lnTo>
                  <a:pt x="887387" y="45623"/>
                </a:lnTo>
                <a:cubicBezTo>
                  <a:pt x="887387" y="41235"/>
                  <a:pt x="886334" y="37992"/>
                  <a:pt x="884227" y="35896"/>
                </a:cubicBezTo>
                <a:cubicBezTo>
                  <a:pt x="882120" y="33800"/>
                  <a:pt x="878845" y="32752"/>
                  <a:pt x="874401" y="32752"/>
                </a:cubicBezTo>
                <a:cubicBezTo>
                  <a:pt x="871413" y="32752"/>
                  <a:pt x="868081" y="33557"/>
                  <a:pt x="864403" y="35166"/>
                </a:cubicBezTo>
                <a:cubicBezTo>
                  <a:pt x="860726" y="36774"/>
                  <a:pt x="858293" y="37579"/>
                  <a:pt x="857106" y="37579"/>
                </a:cubicBezTo>
                <a:cubicBezTo>
                  <a:pt x="855995" y="37579"/>
                  <a:pt x="855075" y="37129"/>
                  <a:pt x="854348" y="36229"/>
                </a:cubicBezTo>
                <a:cubicBezTo>
                  <a:pt x="853620" y="35328"/>
                  <a:pt x="853256" y="34170"/>
                  <a:pt x="853256" y="32752"/>
                </a:cubicBezTo>
                <a:cubicBezTo>
                  <a:pt x="853256" y="30477"/>
                  <a:pt x="855372" y="28548"/>
                  <a:pt x="859605" y="26967"/>
                </a:cubicBezTo>
                <a:cubicBezTo>
                  <a:pt x="863838" y="25384"/>
                  <a:pt x="869249" y="24593"/>
                  <a:pt x="875838" y="24593"/>
                </a:cubicBezTo>
                <a:cubicBezTo>
                  <a:pt x="882580" y="24593"/>
                  <a:pt x="887675" y="26310"/>
                  <a:pt x="891122" y="29743"/>
                </a:cubicBezTo>
                <a:cubicBezTo>
                  <a:pt x="894570" y="33175"/>
                  <a:pt x="896294" y="38247"/>
                  <a:pt x="896294" y="44959"/>
                </a:cubicBezTo>
                <a:lnTo>
                  <a:pt x="896294" y="71021"/>
                </a:lnTo>
                <a:lnTo>
                  <a:pt x="899109" y="71021"/>
                </a:lnTo>
                <a:cubicBezTo>
                  <a:pt x="901829" y="71021"/>
                  <a:pt x="903648" y="71306"/>
                  <a:pt x="904568" y="71877"/>
                </a:cubicBezTo>
                <a:cubicBezTo>
                  <a:pt x="905487" y="72447"/>
                  <a:pt x="905947" y="73474"/>
                  <a:pt x="905947" y="74957"/>
                </a:cubicBezTo>
                <a:cubicBezTo>
                  <a:pt x="905947" y="76326"/>
                  <a:pt x="905564" y="77353"/>
                  <a:pt x="904798" y="78038"/>
                </a:cubicBezTo>
                <a:cubicBezTo>
                  <a:pt x="904031" y="78723"/>
                  <a:pt x="902882" y="79065"/>
                  <a:pt x="901350" y="79065"/>
                </a:cubicBezTo>
                <a:lnTo>
                  <a:pt x="892329" y="79065"/>
                </a:lnTo>
                <a:cubicBezTo>
                  <a:pt x="891256" y="79065"/>
                  <a:pt x="890375" y="78742"/>
                  <a:pt x="889686" y="78097"/>
                </a:cubicBezTo>
                <a:cubicBezTo>
                  <a:pt x="888996" y="77451"/>
                  <a:pt x="888536" y="76519"/>
                  <a:pt x="888307" y="75303"/>
                </a:cubicBezTo>
                <a:lnTo>
                  <a:pt x="887847" y="71825"/>
                </a:lnTo>
                <a:close/>
                <a:moveTo>
                  <a:pt x="930154" y="93890"/>
                </a:moveTo>
                <a:lnTo>
                  <a:pt x="943944" y="93890"/>
                </a:lnTo>
                <a:cubicBezTo>
                  <a:pt x="945400" y="93890"/>
                  <a:pt x="946492" y="94232"/>
                  <a:pt x="947219" y="94917"/>
                </a:cubicBezTo>
                <a:cubicBezTo>
                  <a:pt x="947947" y="95602"/>
                  <a:pt x="948311" y="96629"/>
                  <a:pt x="948311" y="97998"/>
                </a:cubicBezTo>
                <a:cubicBezTo>
                  <a:pt x="948311" y="99481"/>
                  <a:pt x="947957" y="100527"/>
                  <a:pt x="947248" y="101135"/>
                </a:cubicBezTo>
                <a:cubicBezTo>
                  <a:pt x="946539" y="101744"/>
                  <a:pt x="945285" y="102049"/>
                  <a:pt x="943484" y="102049"/>
                </a:cubicBezTo>
                <a:lnTo>
                  <a:pt x="918145" y="102049"/>
                </a:lnTo>
                <a:cubicBezTo>
                  <a:pt x="916612" y="102049"/>
                  <a:pt x="915454" y="101707"/>
                  <a:pt x="914668" y="101022"/>
                </a:cubicBezTo>
                <a:cubicBezTo>
                  <a:pt x="913883" y="100337"/>
                  <a:pt x="913490" y="99329"/>
                  <a:pt x="913490" y="97998"/>
                </a:cubicBezTo>
                <a:cubicBezTo>
                  <a:pt x="913490" y="96477"/>
                  <a:pt x="913979" y="95411"/>
                  <a:pt x="914956" y="94802"/>
                </a:cubicBezTo>
                <a:cubicBezTo>
                  <a:pt x="915932" y="94194"/>
                  <a:pt x="917742" y="93890"/>
                  <a:pt x="920386" y="93890"/>
                </a:cubicBezTo>
                <a:lnTo>
                  <a:pt x="921477" y="93890"/>
                </a:lnTo>
                <a:lnTo>
                  <a:pt x="921477" y="34131"/>
                </a:lnTo>
                <a:lnTo>
                  <a:pt x="920386" y="34131"/>
                </a:lnTo>
                <a:cubicBezTo>
                  <a:pt x="917742" y="34131"/>
                  <a:pt x="915932" y="33825"/>
                  <a:pt x="914956" y="33212"/>
                </a:cubicBezTo>
                <a:cubicBezTo>
                  <a:pt x="913979" y="32599"/>
                  <a:pt x="913490" y="31526"/>
                  <a:pt x="913490" y="29994"/>
                </a:cubicBezTo>
                <a:cubicBezTo>
                  <a:pt x="913490" y="28653"/>
                  <a:pt x="913883" y="27648"/>
                  <a:pt x="914668" y="26978"/>
                </a:cubicBezTo>
                <a:cubicBezTo>
                  <a:pt x="915454" y="26307"/>
                  <a:pt x="916612" y="25972"/>
                  <a:pt x="918145" y="25972"/>
                </a:cubicBezTo>
                <a:lnTo>
                  <a:pt x="926879" y="25972"/>
                </a:lnTo>
                <a:cubicBezTo>
                  <a:pt x="928028" y="25972"/>
                  <a:pt x="928861" y="26163"/>
                  <a:pt x="929378" y="26547"/>
                </a:cubicBezTo>
                <a:cubicBezTo>
                  <a:pt x="929895" y="26930"/>
                  <a:pt x="930154" y="27523"/>
                  <a:pt x="930154" y="28328"/>
                </a:cubicBezTo>
                <a:lnTo>
                  <a:pt x="930154" y="33901"/>
                </a:lnTo>
                <a:cubicBezTo>
                  <a:pt x="932759" y="31220"/>
                  <a:pt x="935641" y="29209"/>
                  <a:pt x="938801" y="27868"/>
                </a:cubicBezTo>
                <a:cubicBezTo>
                  <a:pt x="941962" y="26527"/>
                  <a:pt x="945362" y="25857"/>
                  <a:pt x="949001" y="25857"/>
                </a:cubicBezTo>
                <a:cubicBezTo>
                  <a:pt x="956700" y="25857"/>
                  <a:pt x="963136" y="28462"/>
                  <a:pt x="968307" y="33672"/>
                </a:cubicBezTo>
                <a:cubicBezTo>
                  <a:pt x="973479" y="38881"/>
                  <a:pt x="976064" y="45413"/>
                  <a:pt x="976064" y="53266"/>
                </a:cubicBezTo>
                <a:cubicBezTo>
                  <a:pt x="976064" y="60812"/>
                  <a:pt x="973613" y="67018"/>
                  <a:pt x="968709" y="71883"/>
                </a:cubicBezTo>
                <a:cubicBezTo>
                  <a:pt x="963806" y="76748"/>
                  <a:pt x="957543" y="79180"/>
                  <a:pt x="949920" y="79180"/>
                </a:cubicBezTo>
                <a:cubicBezTo>
                  <a:pt x="945859" y="79180"/>
                  <a:pt x="942125" y="78462"/>
                  <a:pt x="938715" y="77025"/>
                </a:cubicBezTo>
                <a:cubicBezTo>
                  <a:pt x="935306" y="75589"/>
                  <a:pt x="932452" y="73530"/>
                  <a:pt x="930154" y="70848"/>
                </a:cubicBezTo>
                <a:lnTo>
                  <a:pt x="930154" y="93890"/>
                </a:lnTo>
                <a:moveTo>
                  <a:pt x="947966" y="70676"/>
                </a:moveTo>
                <a:cubicBezTo>
                  <a:pt x="953291" y="70676"/>
                  <a:pt x="957658" y="69003"/>
                  <a:pt x="961067" y="65657"/>
                </a:cubicBezTo>
                <a:cubicBezTo>
                  <a:pt x="964477" y="62310"/>
                  <a:pt x="966181" y="57978"/>
                  <a:pt x="966181" y="52662"/>
                </a:cubicBezTo>
                <a:cubicBezTo>
                  <a:pt x="966181" y="47461"/>
                  <a:pt x="964467" y="43168"/>
                  <a:pt x="961039" y="39784"/>
                </a:cubicBezTo>
                <a:cubicBezTo>
                  <a:pt x="957610" y="36399"/>
                  <a:pt x="953253" y="34706"/>
                  <a:pt x="947966" y="34706"/>
                </a:cubicBezTo>
                <a:cubicBezTo>
                  <a:pt x="942680" y="34706"/>
                  <a:pt x="938351" y="36389"/>
                  <a:pt x="934980" y="39755"/>
                </a:cubicBezTo>
                <a:cubicBezTo>
                  <a:pt x="931609" y="43120"/>
                  <a:pt x="929924" y="47423"/>
                  <a:pt x="929924" y="52662"/>
                </a:cubicBezTo>
                <a:cubicBezTo>
                  <a:pt x="929924" y="57940"/>
                  <a:pt x="931600" y="62262"/>
                  <a:pt x="934952" y="65628"/>
                </a:cubicBezTo>
                <a:cubicBezTo>
                  <a:pt x="938303" y="68993"/>
                  <a:pt x="942642" y="70676"/>
                  <a:pt x="947966" y="70676"/>
                </a:cubicBezTo>
                <a:close/>
                <a:moveTo>
                  <a:pt x="1000502" y="93890"/>
                </a:moveTo>
                <a:lnTo>
                  <a:pt x="1014292" y="93890"/>
                </a:lnTo>
                <a:cubicBezTo>
                  <a:pt x="1015748" y="93890"/>
                  <a:pt x="1016840" y="94232"/>
                  <a:pt x="1017568" y="94917"/>
                </a:cubicBezTo>
                <a:cubicBezTo>
                  <a:pt x="1018295" y="95602"/>
                  <a:pt x="1018659" y="96629"/>
                  <a:pt x="1018659" y="97998"/>
                </a:cubicBezTo>
                <a:cubicBezTo>
                  <a:pt x="1018659" y="99481"/>
                  <a:pt x="1018305" y="100527"/>
                  <a:pt x="1017596" y="101135"/>
                </a:cubicBezTo>
                <a:cubicBezTo>
                  <a:pt x="1016888" y="101744"/>
                  <a:pt x="1015633" y="102049"/>
                  <a:pt x="1013833" y="102049"/>
                </a:cubicBezTo>
                <a:lnTo>
                  <a:pt x="988493" y="102049"/>
                </a:lnTo>
                <a:cubicBezTo>
                  <a:pt x="986961" y="102049"/>
                  <a:pt x="985802" y="101707"/>
                  <a:pt x="985016" y="101022"/>
                </a:cubicBezTo>
                <a:cubicBezTo>
                  <a:pt x="984231" y="100337"/>
                  <a:pt x="983839" y="99329"/>
                  <a:pt x="983839" y="97998"/>
                </a:cubicBezTo>
                <a:cubicBezTo>
                  <a:pt x="983839" y="96477"/>
                  <a:pt x="984327" y="95411"/>
                  <a:pt x="985304" y="94802"/>
                </a:cubicBezTo>
                <a:cubicBezTo>
                  <a:pt x="986281" y="94194"/>
                  <a:pt x="988091" y="93890"/>
                  <a:pt x="990734" y="93890"/>
                </a:cubicBezTo>
                <a:lnTo>
                  <a:pt x="991825" y="93890"/>
                </a:lnTo>
                <a:lnTo>
                  <a:pt x="991825" y="34131"/>
                </a:lnTo>
                <a:lnTo>
                  <a:pt x="990734" y="34131"/>
                </a:lnTo>
                <a:cubicBezTo>
                  <a:pt x="988091" y="34131"/>
                  <a:pt x="986281" y="33825"/>
                  <a:pt x="985304" y="33212"/>
                </a:cubicBezTo>
                <a:cubicBezTo>
                  <a:pt x="984327" y="32599"/>
                  <a:pt x="983839" y="31526"/>
                  <a:pt x="983839" y="29994"/>
                </a:cubicBezTo>
                <a:cubicBezTo>
                  <a:pt x="983839" y="28653"/>
                  <a:pt x="984231" y="27648"/>
                  <a:pt x="985016" y="26978"/>
                </a:cubicBezTo>
                <a:cubicBezTo>
                  <a:pt x="985802" y="26307"/>
                  <a:pt x="986961" y="25972"/>
                  <a:pt x="988493" y="25972"/>
                </a:cubicBezTo>
                <a:lnTo>
                  <a:pt x="997227" y="25972"/>
                </a:lnTo>
                <a:cubicBezTo>
                  <a:pt x="998376" y="25972"/>
                  <a:pt x="999209" y="26163"/>
                  <a:pt x="999726" y="26547"/>
                </a:cubicBezTo>
                <a:cubicBezTo>
                  <a:pt x="1000243" y="26930"/>
                  <a:pt x="1000502" y="27523"/>
                  <a:pt x="1000502" y="28328"/>
                </a:cubicBezTo>
                <a:lnTo>
                  <a:pt x="1000502" y="33901"/>
                </a:lnTo>
                <a:cubicBezTo>
                  <a:pt x="1003107" y="31220"/>
                  <a:pt x="1005989" y="29209"/>
                  <a:pt x="1009150" y="27868"/>
                </a:cubicBezTo>
                <a:cubicBezTo>
                  <a:pt x="1012310" y="26527"/>
                  <a:pt x="1015710" y="25857"/>
                  <a:pt x="1019349" y="25857"/>
                </a:cubicBezTo>
                <a:cubicBezTo>
                  <a:pt x="1027049" y="25857"/>
                  <a:pt x="1033484" y="28462"/>
                  <a:pt x="1038655" y="33672"/>
                </a:cubicBezTo>
                <a:cubicBezTo>
                  <a:pt x="1043827" y="38881"/>
                  <a:pt x="1046413" y="45413"/>
                  <a:pt x="1046413" y="53266"/>
                </a:cubicBezTo>
                <a:cubicBezTo>
                  <a:pt x="1046413" y="60812"/>
                  <a:pt x="1043961" y="67018"/>
                  <a:pt x="1039058" y="71883"/>
                </a:cubicBezTo>
                <a:cubicBezTo>
                  <a:pt x="1034154" y="76748"/>
                  <a:pt x="1027891" y="79180"/>
                  <a:pt x="1020268" y="79180"/>
                </a:cubicBezTo>
                <a:cubicBezTo>
                  <a:pt x="1016208" y="79180"/>
                  <a:pt x="1012473" y="78462"/>
                  <a:pt x="1009064" y="77025"/>
                </a:cubicBezTo>
                <a:cubicBezTo>
                  <a:pt x="1005654" y="75589"/>
                  <a:pt x="1002800" y="73530"/>
                  <a:pt x="1000502" y="70848"/>
                </a:cubicBezTo>
                <a:lnTo>
                  <a:pt x="1000502" y="93890"/>
                </a:lnTo>
                <a:moveTo>
                  <a:pt x="1018315" y="70676"/>
                </a:moveTo>
                <a:cubicBezTo>
                  <a:pt x="1023639" y="70676"/>
                  <a:pt x="1028006" y="69003"/>
                  <a:pt x="1031415" y="65657"/>
                </a:cubicBezTo>
                <a:cubicBezTo>
                  <a:pt x="1034825" y="62310"/>
                  <a:pt x="1036529" y="57978"/>
                  <a:pt x="1036529" y="52662"/>
                </a:cubicBezTo>
                <a:cubicBezTo>
                  <a:pt x="1036529" y="47461"/>
                  <a:pt x="1034815" y="43168"/>
                  <a:pt x="1031387" y="39784"/>
                </a:cubicBezTo>
                <a:cubicBezTo>
                  <a:pt x="1027958" y="36399"/>
                  <a:pt x="1023601" y="34706"/>
                  <a:pt x="1018315" y="34706"/>
                </a:cubicBezTo>
                <a:cubicBezTo>
                  <a:pt x="1013028" y="34706"/>
                  <a:pt x="1008700" y="36389"/>
                  <a:pt x="1005329" y="39755"/>
                </a:cubicBezTo>
                <a:cubicBezTo>
                  <a:pt x="1001958" y="43120"/>
                  <a:pt x="1000272" y="47423"/>
                  <a:pt x="1000272" y="52662"/>
                </a:cubicBezTo>
                <a:cubicBezTo>
                  <a:pt x="1000272" y="57940"/>
                  <a:pt x="1001948" y="62262"/>
                  <a:pt x="1005300" y="65628"/>
                </a:cubicBezTo>
                <a:cubicBezTo>
                  <a:pt x="1008652" y="68993"/>
                  <a:pt x="1012990" y="70676"/>
                  <a:pt x="1018315" y="70676"/>
                </a:cubicBezTo>
                <a:close/>
                <a:moveTo>
                  <a:pt x="1081825" y="12067"/>
                </a:moveTo>
                <a:lnTo>
                  <a:pt x="1072057" y="12067"/>
                </a:lnTo>
                <a:cubicBezTo>
                  <a:pt x="1068341" y="12067"/>
                  <a:pt x="1066014" y="11774"/>
                  <a:pt x="1065075" y="11189"/>
                </a:cubicBezTo>
                <a:cubicBezTo>
                  <a:pt x="1064137" y="10603"/>
                  <a:pt x="1063667" y="9536"/>
                  <a:pt x="1063667" y="7987"/>
                </a:cubicBezTo>
                <a:cubicBezTo>
                  <a:pt x="1063667" y="6627"/>
                  <a:pt x="1064060" y="5607"/>
                  <a:pt x="1064845" y="4927"/>
                </a:cubicBezTo>
                <a:cubicBezTo>
                  <a:pt x="1065631" y="4247"/>
                  <a:pt x="1066770" y="3907"/>
                  <a:pt x="1068264" y="3907"/>
                </a:cubicBezTo>
                <a:lnTo>
                  <a:pt x="1087226" y="3907"/>
                </a:lnTo>
                <a:cubicBezTo>
                  <a:pt x="1088260" y="3907"/>
                  <a:pt x="1089065" y="4118"/>
                  <a:pt x="1089639" y="4539"/>
                </a:cubicBezTo>
                <a:cubicBezTo>
                  <a:pt x="1090214" y="4960"/>
                  <a:pt x="1090501" y="5533"/>
                  <a:pt x="1090501" y="6260"/>
                </a:cubicBezTo>
                <a:lnTo>
                  <a:pt x="1090501" y="70906"/>
                </a:lnTo>
                <a:lnTo>
                  <a:pt x="1108544" y="70906"/>
                </a:lnTo>
                <a:cubicBezTo>
                  <a:pt x="1109999" y="70906"/>
                  <a:pt x="1111062" y="71224"/>
                  <a:pt x="1111733" y="71861"/>
                </a:cubicBezTo>
                <a:cubicBezTo>
                  <a:pt x="1112403" y="72497"/>
                  <a:pt x="1112738" y="73509"/>
                  <a:pt x="1112738" y="74899"/>
                </a:cubicBezTo>
                <a:cubicBezTo>
                  <a:pt x="1112738" y="76481"/>
                  <a:pt x="1112413" y="77571"/>
                  <a:pt x="1111761" y="78169"/>
                </a:cubicBezTo>
                <a:cubicBezTo>
                  <a:pt x="1111110" y="78766"/>
                  <a:pt x="1109884" y="79065"/>
                  <a:pt x="1108084" y="79065"/>
                </a:cubicBezTo>
                <a:lnTo>
                  <a:pt x="1065678" y="79065"/>
                </a:lnTo>
                <a:cubicBezTo>
                  <a:pt x="1064185" y="79065"/>
                  <a:pt x="1063045" y="78718"/>
                  <a:pt x="1062260" y="78024"/>
                </a:cubicBezTo>
                <a:cubicBezTo>
                  <a:pt x="1061474" y="77329"/>
                  <a:pt x="1061082" y="76288"/>
                  <a:pt x="1061082" y="74899"/>
                </a:cubicBezTo>
                <a:cubicBezTo>
                  <a:pt x="1061082" y="73549"/>
                  <a:pt x="1061484" y="72546"/>
                  <a:pt x="1062288" y="71890"/>
                </a:cubicBezTo>
                <a:cubicBezTo>
                  <a:pt x="1063093" y="71234"/>
                  <a:pt x="1064299" y="70906"/>
                  <a:pt x="1065908" y="70906"/>
                </a:cubicBezTo>
                <a:lnTo>
                  <a:pt x="1081825" y="70906"/>
                </a:lnTo>
                <a:lnTo>
                  <a:pt x="1081825" y="12067"/>
                </a:lnTo>
                <a:close/>
                <a:moveTo>
                  <a:pt x="1136601" y="55047"/>
                </a:moveTo>
                <a:cubicBezTo>
                  <a:pt x="1136907" y="60581"/>
                  <a:pt x="1138775" y="64857"/>
                  <a:pt x="1142203" y="67875"/>
                </a:cubicBezTo>
                <a:cubicBezTo>
                  <a:pt x="1145632" y="70891"/>
                  <a:pt x="1150315" y="72400"/>
                  <a:pt x="1156252" y="72400"/>
                </a:cubicBezTo>
                <a:cubicBezTo>
                  <a:pt x="1160734" y="72400"/>
                  <a:pt x="1165618" y="71203"/>
                  <a:pt x="1170905" y="68808"/>
                </a:cubicBezTo>
                <a:cubicBezTo>
                  <a:pt x="1176191" y="66414"/>
                  <a:pt x="1179390" y="65217"/>
                  <a:pt x="1180501" y="65217"/>
                </a:cubicBezTo>
                <a:cubicBezTo>
                  <a:pt x="1181650" y="65217"/>
                  <a:pt x="1182607" y="65581"/>
                  <a:pt x="1183374" y="66309"/>
                </a:cubicBezTo>
                <a:cubicBezTo>
                  <a:pt x="1184140" y="67037"/>
                  <a:pt x="1184523" y="67937"/>
                  <a:pt x="1184523" y="69010"/>
                </a:cubicBezTo>
                <a:cubicBezTo>
                  <a:pt x="1184523" y="70120"/>
                  <a:pt x="1184121" y="71136"/>
                  <a:pt x="1183316" y="72055"/>
                </a:cubicBezTo>
                <a:cubicBezTo>
                  <a:pt x="1182512" y="72974"/>
                  <a:pt x="1181228" y="73875"/>
                  <a:pt x="1179466" y="74756"/>
                </a:cubicBezTo>
                <a:cubicBezTo>
                  <a:pt x="1175636" y="76633"/>
                  <a:pt x="1171680" y="78069"/>
                  <a:pt x="1167601" y="79065"/>
                </a:cubicBezTo>
                <a:cubicBezTo>
                  <a:pt x="1163521" y="80061"/>
                  <a:pt x="1159470" y="80559"/>
                  <a:pt x="1155448" y="80559"/>
                </a:cubicBezTo>
                <a:cubicBezTo>
                  <a:pt x="1146714" y="80559"/>
                  <a:pt x="1139723" y="78038"/>
                  <a:pt x="1134475" y="72996"/>
                </a:cubicBezTo>
                <a:cubicBezTo>
                  <a:pt x="1129227" y="67953"/>
                  <a:pt x="1126603" y="61270"/>
                  <a:pt x="1126603" y="52949"/>
                </a:cubicBezTo>
                <a:cubicBezTo>
                  <a:pt x="1126603" y="44475"/>
                  <a:pt x="1129380" y="37612"/>
                  <a:pt x="1134935" y="32359"/>
                </a:cubicBezTo>
                <a:cubicBezTo>
                  <a:pt x="1140489" y="27105"/>
                  <a:pt x="1147729" y="24478"/>
                  <a:pt x="1156655" y="24478"/>
                </a:cubicBezTo>
                <a:cubicBezTo>
                  <a:pt x="1164737" y="24478"/>
                  <a:pt x="1171441" y="26930"/>
                  <a:pt x="1176766" y="31833"/>
                </a:cubicBezTo>
                <a:cubicBezTo>
                  <a:pt x="1182090" y="36736"/>
                  <a:pt x="1184753" y="42674"/>
                  <a:pt x="1184753" y="49646"/>
                </a:cubicBezTo>
                <a:cubicBezTo>
                  <a:pt x="1184753" y="51791"/>
                  <a:pt x="1184302" y="53227"/>
                  <a:pt x="1183402" y="53955"/>
                </a:cubicBezTo>
                <a:cubicBezTo>
                  <a:pt x="1182502" y="54683"/>
                  <a:pt x="1180060" y="55047"/>
                  <a:pt x="1176076" y="55047"/>
                </a:cubicBezTo>
                <a:lnTo>
                  <a:pt x="1175214" y="55047"/>
                </a:lnTo>
                <a:lnTo>
                  <a:pt x="1136601" y="55047"/>
                </a:lnTo>
                <a:moveTo>
                  <a:pt x="1136888" y="47462"/>
                </a:moveTo>
                <a:lnTo>
                  <a:pt x="1174295" y="47462"/>
                </a:lnTo>
                <a:cubicBezTo>
                  <a:pt x="1173720" y="42938"/>
                  <a:pt x="1171814" y="39299"/>
                  <a:pt x="1168578" y="36543"/>
                </a:cubicBezTo>
                <a:cubicBezTo>
                  <a:pt x="1165341" y="33786"/>
                  <a:pt x="1161366" y="32407"/>
                  <a:pt x="1156655" y="32407"/>
                </a:cubicBezTo>
                <a:cubicBezTo>
                  <a:pt x="1151560" y="32407"/>
                  <a:pt x="1147269" y="33738"/>
                  <a:pt x="1143784" y="36399"/>
                </a:cubicBezTo>
                <a:cubicBezTo>
                  <a:pt x="1140298" y="39060"/>
                  <a:pt x="1137999" y="42748"/>
                  <a:pt x="1136888" y="47462"/>
                </a:cubicBezTo>
                <a:close/>
                <a:moveTo>
                  <a:pt x="1219590" y="63039"/>
                </a:moveTo>
                <a:cubicBezTo>
                  <a:pt x="1219897" y="61734"/>
                  <a:pt x="1220299" y="60900"/>
                  <a:pt x="1220797" y="60536"/>
                </a:cubicBezTo>
                <a:cubicBezTo>
                  <a:pt x="1221295" y="60171"/>
                  <a:pt x="1222138" y="59988"/>
                  <a:pt x="1223325" y="59988"/>
                </a:cubicBezTo>
                <a:lnTo>
                  <a:pt x="1235909" y="59988"/>
                </a:lnTo>
                <a:cubicBezTo>
                  <a:pt x="1236484" y="59988"/>
                  <a:pt x="1236943" y="60103"/>
                  <a:pt x="1237288" y="60333"/>
                </a:cubicBezTo>
                <a:cubicBezTo>
                  <a:pt x="1237633" y="60563"/>
                  <a:pt x="1237805" y="60850"/>
                  <a:pt x="1237805" y="61195"/>
                </a:cubicBezTo>
                <a:cubicBezTo>
                  <a:pt x="1237805" y="61387"/>
                  <a:pt x="1237767" y="61636"/>
                  <a:pt x="1237690" y="61942"/>
                </a:cubicBezTo>
                <a:cubicBezTo>
                  <a:pt x="1237614" y="62248"/>
                  <a:pt x="1237499" y="62536"/>
                  <a:pt x="1237346" y="62804"/>
                </a:cubicBezTo>
                <a:lnTo>
                  <a:pt x="1221544" y="95671"/>
                </a:lnTo>
                <a:cubicBezTo>
                  <a:pt x="1221276" y="96246"/>
                  <a:pt x="1220912" y="96705"/>
                  <a:pt x="1220452" y="97050"/>
                </a:cubicBezTo>
                <a:cubicBezTo>
                  <a:pt x="1219993" y="97395"/>
                  <a:pt x="1219495" y="97567"/>
                  <a:pt x="1218958" y="97567"/>
                </a:cubicBezTo>
                <a:cubicBezTo>
                  <a:pt x="1218843" y="97567"/>
                  <a:pt x="1218719" y="97552"/>
                  <a:pt x="1218585" y="97521"/>
                </a:cubicBezTo>
                <a:cubicBezTo>
                  <a:pt x="1218451" y="97491"/>
                  <a:pt x="1218231" y="97430"/>
                  <a:pt x="1217924" y="97337"/>
                </a:cubicBezTo>
                <a:lnTo>
                  <a:pt x="1213902" y="95842"/>
                </a:lnTo>
                <a:cubicBezTo>
                  <a:pt x="1213289" y="95572"/>
                  <a:pt x="1212829" y="95265"/>
                  <a:pt x="1212523" y="94919"/>
                </a:cubicBezTo>
                <a:cubicBezTo>
                  <a:pt x="1212216" y="94574"/>
                  <a:pt x="1212063" y="94172"/>
                  <a:pt x="1212063" y="93712"/>
                </a:cubicBezTo>
                <a:cubicBezTo>
                  <a:pt x="1212063" y="93289"/>
                  <a:pt x="1212063" y="92992"/>
                  <a:pt x="1212063" y="92820"/>
                </a:cubicBezTo>
                <a:cubicBezTo>
                  <a:pt x="1212063" y="92647"/>
                  <a:pt x="1212101" y="92465"/>
                  <a:pt x="1212178" y="92274"/>
                </a:cubicBezTo>
                <a:lnTo>
                  <a:pt x="1219590" y="63039"/>
                </a:lnTo>
                <a:close/>
                <a:moveTo>
                  <a:pt x="1384764" y="70906"/>
                </a:moveTo>
                <a:cubicBezTo>
                  <a:pt x="1386335" y="70906"/>
                  <a:pt x="1387532" y="71248"/>
                  <a:pt x="1388356" y="71933"/>
                </a:cubicBezTo>
                <a:cubicBezTo>
                  <a:pt x="1389179" y="72618"/>
                  <a:pt x="1389591" y="73626"/>
                  <a:pt x="1389591" y="74957"/>
                </a:cubicBezTo>
                <a:cubicBezTo>
                  <a:pt x="1389591" y="76326"/>
                  <a:pt x="1389198" y="77353"/>
                  <a:pt x="1388413" y="78038"/>
                </a:cubicBezTo>
                <a:cubicBezTo>
                  <a:pt x="1387628" y="78723"/>
                  <a:pt x="1386488" y="79065"/>
                  <a:pt x="1384994" y="79065"/>
                </a:cubicBezTo>
                <a:lnTo>
                  <a:pt x="1347415" y="79065"/>
                </a:lnTo>
                <a:cubicBezTo>
                  <a:pt x="1345845" y="79065"/>
                  <a:pt x="1344648" y="78723"/>
                  <a:pt x="1343824" y="78038"/>
                </a:cubicBezTo>
                <a:cubicBezTo>
                  <a:pt x="1343000" y="77353"/>
                  <a:pt x="1342589" y="76326"/>
                  <a:pt x="1342589" y="74957"/>
                </a:cubicBezTo>
                <a:cubicBezTo>
                  <a:pt x="1342589" y="73626"/>
                  <a:pt x="1342981" y="72618"/>
                  <a:pt x="1343767" y="71933"/>
                </a:cubicBezTo>
                <a:cubicBezTo>
                  <a:pt x="1344552" y="71248"/>
                  <a:pt x="1345691" y="70906"/>
                  <a:pt x="1347185" y="70906"/>
                </a:cubicBezTo>
                <a:lnTo>
                  <a:pt x="1356954" y="70906"/>
                </a:lnTo>
                <a:lnTo>
                  <a:pt x="1356954" y="35740"/>
                </a:lnTo>
                <a:lnTo>
                  <a:pt x="1347530" y="35740"/>
                </a:lnTo>
                <a:cubicBezTo>
                  <a:pt x="1345960" y="35740"/>
                  <a:pt x="1344743" y="35374"/>
                  <a:pt x="1343881" y="34641"/>
                </a:cubicBezTo>
                <a:cubicBezTo>
                  <a:pt x="1343020" y="33909"/>
                  <a:pt x="1342589" y="32867"/>
                  <a:pt x="1342589" y="31517"/>
                </a:cubicBezTo>
                <a:cubicBezTo>
                  <a:pt x="1342589" y="30128"/>
                  <a:pt x="1342991" y="29087"/>
                  <a:pt x="1343795" y="28392"/>
                </a:cubicBezTo>
                <a:cubicBezTo>
                  <a:pt x="1344600" y="27698"/>
                  <a:pt x="1345768" y="27351"/>
                  <a:pt x="1347300" y="27351"/>
                </a:cubicBezTo>
                <a:lnTo>
                  <a:pt x="1356379" y="27351"/>
                </a:lnTo>
                <a:lnTo>
                  <a:pt x="1356379" y="23444"/>
                </a:lnTo>
                <a:cubicBezTo>
                  <a:pt x="1356379" y="16510"/>
                  <a:pt x="1358352" y="11482"/>
                  <a:pt x="1362297" y="8360"/>
                </a:cubicBezTo>
                <a:cubicBezTo>
                  <a:pt x="1366243" y="5238"/>
                  <a:pt x="1372621" y="3677"/>
                  <a:pt x="1381432" y="3677"/>
                </a:cubicBezTo>
                <a:cubicBezTo>
                  <a:pt x="1385722" y="3677"/>
                  <a:pt x="1388892" y="4156"/>
                  <a:pt x="1390941" y="5114"/>
                </a:cubicBezTo>
                <a:cubicBezTo>
                  <a:pt x="1392991" y="6072"/>
                  <a:pt x="1394015" y="7566"/>
                  <a:pt x="1394015" y="9596"/>
                </a:cubicBezTo>
                <a:cubicBezTo>
                  <a:pt x="1394015" y="10783"/>
                  <a:pt x="1393575" y="11760"/>
                  <a:pt x="1392694" y="12526"/>
                </a:cubicBezTo>
                <a:cubicBezTo>
                  <a:pt x="1391813" y="13292"/>
                  <a:pt x="1390683" y="13675"/>
                  <a:pt x="1389304" y="13675"/>
                </a:cubicBezTo>
                <a:cubicBezTo>
                  <a:pt x="1388614" y="13675"/>
                  <a:pt x="1386957" y="13446"/>
                  <a:pt x="1384333" y="12986"/>
                </a:cubicBezTo>
                <a:cubicBezTo>
                  <a:pt x="1381709" y="12526"/>
                  <a:pt x="1379459" y="12296"/>
                  <a:pt x="1377582" y="12296"/>
                </a:cubicBezTo>
                <a:cubicBezTo>
                  <a:pt x="1373253" y="12296"/>
                  <a:pt x="1370150" y="13206"/>
                  <a:pt x="1368273" y="15026"/>
                </a:cubicBezTo>
                <a:cubicBezTo>
                  <a:pt x="1366396" y="16845"/>
                  <a:pt x="1365458" y="19862"/>
                  <a:pt x="1365458" y="24076"/>
                </a:cubicBezTo>
                <a:lnTo>
                  <a:pt x="1365458" y="27351"/>
                </a:lnTo>
                <a:lnTo>
                  <a:pt x="1385799" y="27351"/>
                </a:lnTo>
                <a:cubicBezTo>
                  <a:pt x="1387369" y="27351"/>
                  <a:pt x="1388566" y="27698"/>
                  <a:pt x="1389390" y="28392"/>
                </a:cubicBezTo>
                <a:cubicBezTo>
                  <a:pt x="1390213" y="29087"/>
                  <a:pt x="1390625" y="30128"/>
                  <a:pt x="1390625" y="31517"/>
                </a:cubicBezTo>
                <a:cubicBezTo>
                  <a:pt x="1390625" y="32828"/>
                  <a:pt x="1390204" y="33860"/>
                  <a:pt x="1389361" y="34613"/>
                </a:cubicBezTo>
                <a:cubicBezTo>
                  <a:pt x="1388518" y="35364"/>
                  <a:pt x="1387369" y="35740"/>
                  <a:pt x="1385914" y="35740"/>
                </a:cubicBezTo>
                <a:lnTo>
                  <a:pt x="1366032" y="35740"/>
                </a:lnTo>
                <a:lnTo>
                  <a:pt x="1366032" y="70906"/>
                </a:lnTo>
                <a:lnTo>
                  <a:pt x="1384764" y="70906"/>
                </a:lnTo>
                <a:close/>
                <a:moveTo>
                  <a:pt x="1431784" y="70906"/>
                </a:moveTo>
                <a:lnTo>
                  <a:pt x="1450861" y="70906"/>
                </a:lnTo>
                <a:cubicBezTo>
                  <a:pt x="1452354" y="70906"/>
                  <a:pt x="1453456" y="71224"/>
                  <a:pt x="1454164" y="71861"/>
                </a:cubicBezTo>
                <a:cubicBezTo>
                  <a:pt x="1454873" y="72497"/>
                  <a:pt x="1455227" y="73509"/>
                  <a:pt x="1455227" y="74899"/>
                </a:cubicBezTo>
                <a:cubicBezTo>
                  <a:pt x="1455227" y="76481"/>
                  <a:pt x="1454892" y="77571"/>
                  <a:pt x="1454222" y="78169"/>
                </a:cubicBezTo>
                <a:cubicBezTo>
                  <a:pt x="1453552" y="78766"/>
                  <a:pt x="1452316" y="79065"/>
                  <a:pt x="1450516" y="79065"/>
                </a:cubicBezTo>
                <a:lnTo>
                  <a:pt x="1412937" y="79065"/>
                </a:lnTo>
                <a:cubicBezTo>
                  <a:pt x="1411443" y="79065"/>
                  <a:pt x="1410313" y="78718"/>
                  <a:pt x="1409547" y="78024"/>
                </a:cubicBezTo>
                <a:cubicBezTo>
                  <a:pt x="1408781" y="77329"/>
                  <a:pt x="1408397" y="76288"/>
                  <a:pt x="1408397" y="74899"/>
                </a:cubicBezTo>
                <a:cubicBezTo>
                  <a:pt x="1408397" y="73549"/>
                  <a:pt x="1408790" y="72546"/>
                  <a:pt x="1409575" y="71890"/>
                </a:cubicBezTo>
                <a:cubicBezTo>
                  <a:pt x="1410361" y="71234"/>
                  <a:pt x="1411577" y="70906"/>
                  <a:pt x="1413224" y="70906"/>
                </a:cubicBezTo>
                <a:lnTo>
                  <a:pt x="1423222" y="70906"/>
                </a:lnTo>
                <a:lnTo>
                  <a:pt x="1423222" y="34131"/>
                </a:lnTo>
                <a:lnTo>
                  <a:pt x="1419315" y="34131"/>
                </a:lnTo>
                <a:cubicBezTo>
                  <a:pt x="1415599" y="34131"/>
                  <a:pt x="1413282" y="33834"/>
                  <a:pt x="1412362" y="33241"/>
                </a:cubicBezTo>
                <a:cubicBezTo>
                  <a:pt x="1411443" y="32647"/>
                  <a:pt x="1410983" y="31565"/>
                  <a:pt x="1410983" y="29994"/>
                </a:cubicBezTo>
                <a:cubicBezTo>
                  <a:pt x="1410983" y="28653"/>
                  <a:pt x="1411357" y="27648"/>
                  <a:pt x="1412104" y="26978"/>
                </a:cubicBezTo>
                <a:cubicBezTo>
                  <a:pt x="1412851" y="26307"/>
                  <a:pt x="1413990" y="25972"/>
                  <a:pt x="1415523" y="25972"/>
                </a:cubicBezTo>
                <a:lnTo>
                  <a:pt x="1428623" y="25972"/>
                </a:lnTo>
                <a:cubicBezTo>
                  <a:pt x="1429658" y="25972"/>
                  <a:pt x="1430443" y="26173"/>
                  <a:pt x="1430979" y="26575"/>
                </a:cubicBezTo>
                <a:cubicBezTo>
                  <a:pt x="1431516" y="26978"/>
                  <a:pt x="1431784" y="27562"/>
                  <a:pt x="1431784" y="28328"/>
                </a:cubicBezTo>
                <a:lnTo>
                  <a:pt x="1431784" y="38096"/>
                </a:lnTo>
                <a:cubicBezTo>
                  <a:pt x="1435423" y="33538"/>
                  <a:pt x="1439215" y="30147"/>
                  <a:pt x="1443161" y="27926"/>
                </a:cubicBezTo>
                <a:cubicBezTo>
                  <a:pt x="1447106" y="25704"/>
                  <a:pt x="1451358" y="24593"/>
                  <a:pt x="1455917" y="24593"/>
                </a:cubicBezTo>
                <a:cubicBezTo>
                  <a:pt x="1459326" y="24593"/>
                  <a:pt x="1462084" y="25282"/>
                  <a:pt x="1464191" y="26661"/>
                </a:cubicBezTo>
                <a:cubicBezTo>
                  <a:pt x="1466298" y="28041"/>
                  <a:pt x="1467352" y="29822"/>
                  <a:pt x="1467352" y="32005"/>
                </a:cubicBezTo>
                <a:cubicBezTo>
                  <a:pt x="1467352" y="33423"/>
                  <a:pt x="1466825" y="34677"/>
                  <a:pt x="1465771" y="35769"/>
                </a:cubicBezTo>
                <a:cubicBezTo>
                  <a:pt x="1464718" y="36861"/>
                  <a:pt x="1463559" y="37407"/>
                  <a:pt x="1462295" y="37407"/>
                </a:cubicBezTo>
                <a:cubicBezTo>
                  <a:pt x="1461414" y="37407"/>
                  <a:pt x="1459930" y="36822"/>
                  <a:pt x="1457842" y="35654"/>
                </a:cubicBezTo>
                <a:cubicBezTo>
                  <a:pt x="1455754" y="34486"/>
                  <a:pt x="1453887" y="33901"/>
                  <a:pt x="1452240" y="33901"/>
                </a:cubicBezTo>
                <a:cubicBezTo>
                  <a:pt x="1449252" y="33901"/>
                  <a:pt x="1446101" y="34963"/>
                  <a:pt x="1442787" y="37085"/>
                </a:cubicBezTo>
                <a:cubicBezTo>
                  <a:pt x="1439474" y="39208"/>
                  <a:pt x="1435806" y="42564"/>
                  <a:pt x="1431784" y="47155"/>
                </a:cubicBezTo>
                <a:lnTo>
                  <a:pt x="1431784" y="70906"/>
                </a:lnTo>
                <a:close/>
                <a:moveTo>
                  <a:pt x="1502477" y="9423"/>
                </a:moveTo>
                <a:cubicBezTo>
                  <a:pt x="1502477" y="5286"/>
                  <a:pt x="1502851" y="2681"/>
                  <a:pt x="1503597" y="1609"/>
                </a:cubicBezTo>
                <a:cubicBezTo>
                  <a:pt x="1504344" y="536"/>
                  <a:pt x="1505944" y="0"/>
                  <a:pt x="1508395" y="0"/>
                </a:cubicBezTo>
                <a:cubicBezTo>
                  <a:pt x="1510770" y="0"/>
                  <a:pt x="1512341" y="450"/>
                  <a:pt x="1513107" y="1350"/>
                </a:cubicBezTo>
                <a:cubicBezTo>
                  <a:pt x="1513873" y="2251"/>
                  <a:pt x="1514256" y="4386"/>
                  <a:pt x="1514256" y="7757"/>
                </a:cubicBezTo>
                <a:cubicBezTo>
                  <a:pt x="1514256" y="11051"/>
                  <a:pt x="1513902" y="13091"/>
                  <a:pt x="1513193" y="13877"/>
                </a:cubicBezTo>
                <a:cubicBezTo>
                  <a:pt x="1512485" y="14662"/>
                  <a:pt x="1510885" y="15055"/>
                  <a:pt x="1508395" y="15055"/>
                </a:cubicBezTo>
                <a:cubicBezTo>
                  <a:pt x="1505944" y="15055"/>
                  <a:pt x="1504344" y="14691"/>
                  <a:pt x="1503597" y="13963"/>
                </a:cubicBezTo>
                <a:cubicBezTo>
                  <a:pt x="1502851" y="13235"/>
                  <a:pt x="1502477" y="11722"/>
                  <a:pt x="1502477" y="9423"/>
                </a:cubicBezTo>
                <a:moveTo>
                  <a:pt x="1513107" y="70906"/>
                </a:moveTo>
                <a:lnTo>
                  <a:pt x="1531552" y="70906"/>
                </a:lnTo>
                <a:cubicBezTo>
                  <a:pt x="1533046" y="70906"/>
                  <a:pt x="1534147" y="71224"/>
                  <a:pt x="1534856" y="71861"/>
                </a:cubicBezTo>
                <a:cubicBezTo>
                  <a:pt x="1535564" y="72497"/>
                  <a:pt x="1535919" y="73509"/>
                  <a:pt x="1535919" y="74899"/>
                </a:cubicBezTo>
                <a:cubicBezTo>
                  <a:pt x="1535919" y="76481"/>
                  <a:pt x="1535584" y="77571"/>
                  <a:pt x="1534913" y="78169"/>
                </a:cubicBezTo>
                <a:cubicBezTo>
                  <a:pt x="1534243" y="78766"/>
                  <a:pt x="1533007" y="79065"/>
                  <a:pt x="1531207" y="79065"/>
                </a:cubicBezTo>
                <a:lnTo>
                  <a:pt x="1486618" y="79065"/>
                </a:lnTo>
                <a:cubicBezTo>
                  <a:pt x="1485086" y="79065"/>
                  <a:pt x="1483937" y="78718"/>
                  <a:pt x="1483170" y="78024"/>
                </a:cubicBezTo>
                <a:cubicBezTo>
                  <a:pt x="1482404" y="77329"/>
                  <a:pt x="1482021" y="76288"/>
                  <a:pt x="1482021" y="74899"/>
                </a:cubicBezTo>
                <a:cubicBezTo>
                  <a:pt x="1482021" y="73549"/>
                  <a:pt x="1482423" y="72546"/>
                  <a:pt x="1483228" y="71890"/>
                </a:cubicBezTo>
                <a:cubicBezTo>
                  <a:pt x="1484032" y="71234"/>
                  <a:pt x="1485239" y="70906"/>
                  <a:pt x="1486848" y="70906"/>
                </a:cubicBezTo>
                <a:lnTo>
                  <a:pt x="1504373" y="70906"/>
                </a:lnTo>
                <a:lnTo>
                  <a:pt x="1504373" y="34131"/>
                </a:lnTo>
                <a:lnTo>
                  <a:pt x="1493168" y="34131"/>
                </a:lnTo>
                <a:cubicBezTo>
                  <a:pt x="1491598" y="34131"/>
                  <a:pt x="1490401" y="33777"/>
                  <a:pt x="1489577" y="33068"/>
                </a:cubicBezTo>
                <a:cubicBezTo>
                  <a:pt x="1488754" y="32360"/>
                  <a:pt x="1488342" y="31335"/>
                  <a:pt x="1488342" y="29994"/>
                </a:cubicBezTo>
                <a:cubicBezTo>
                  <a:pt x="1488342" y="28653"/>
                  <a:pt x="1488725" y="27648"/>
                  <a:pt x="1489491" y="26978"/>
                </a:cubicBezTo>
                <a:cubicBezTo>
                  <a:pt x="1490257" y="26307"/>
                  <a:pt x="1491406" y="25972"/>
                  <a:pt x="1492939" y="25972"/>
                </a:cubicBezTo>
                <a:lnTo>
                  <a:pt x="1509774" y="25972"/>
                </a:lnTo>
                <a:cubicBezTo>
                  <a:pt x="1510809" y="25972"/>
                  <a:pt x="1511623" y="26183"/>
                  <a:pt x="1512217" y="26604"/>
                </a:cubicBezTo>
                <a:cubicBezTo>
                  <a:pt x="1512810" y="27024"/>
                  <a:pt x="1513107" y="27598"/>
                  <a:pt x="1513107" y="28324"/>
                </a:cubicBezTo>
                <a:lnTo>
                  <a:pt x="1513107" y="70906"/>
                </a:lnTo>
                <a:close/>
                <a:moveTo>
                  <a:pt x="1595406" y="79065"/>
                </a:moveTo>
                <a:cubicBezTo>
                  <a:pt x="1594601" y="79065"/>
                  <a:pt x="1594036" y="78866"/>
                  <a:pt x="1593711" y="78467"/>
                </a:cubicBezTo>
                <a:cubicBezTo>
                  <a:pt x="1593385" y="78067"/>
                  <a:pt x="1593222" y="77297"/>
                  <a:pt x="1593222" y="76156"/>
                </a:cubicBezTo>
                <a:lnTo>
                  <a:pt x="1593222" y="71480"/>
                </a:lnTo>
                <a:cubicBezTo>
                  <a:pt x="1590924" y="74353"/>
                  <a:pt x="1588051" y="76585"/>
                  <a:pt x="1584603" y="78174"/>
                </a:cubicBezTo>
                <a:cubicBezTo>
                  <a:pt x="1581156" y="79764"/>
                  <a:pt x="1577421" y="80559"/>
                  <a:pt x="1573399" y="80559"/>
                </a:cubicBezTo>
                <a:cubicBezTo>
                  <a:pt x="1566159" y="80559"/>
                  <a:pt x="1560097" y="77981"/>
                  <a:pt x="1555213" y="72823"/>
                </a:cubicBezTo>
                <a:cubicBezTo>
                  <a:pt x="1550328" y="67665"/>
                  <a:pt x="1547886" y="61251"/>
                  <a:pt x="1547886" y="53582"/>
                </a:cubicBezTo>
                <a:cubicBezTo>
                  <a:pt x="1547886" y="45644"/>
                  <a:pt x="1550491" y="39039"/>
                  <a:pt x="1555701" y="33767"/>
                </a:cubicBezTo>
                <a:cubicBezTo>
                  <a:pt x="1560911" y="28494"/>
                  <a:pt x="1567404" y="25857"/>
                  <a:pt x="1575180" y="25857"/>
                </a:cubicBezTo>
                <a:cubicBezTo>
                  <a:pt x="1579126" y="25857"/>
                  <a:pt x="1582669" y="26556"/>
                  <a:pt x="1585810" y="27954"/>
                </a:cubicBezTo>
                <a:cubicBezTo>
                  <a:pt x="1588951" y="29353"/>
                  <a:pt x="1591652" y="31412"/>
                  <a:pt x="1593912" y="34131"/>
                </a:cubicBezTo>
                <a:lnTo>
                  <a:pt x="1593912" y="12067"/>
                </a:lnTo>
                <a:lnTo>
                  <a:pt x="1590867" y="12067"/>
                </a:lnTo>
                <a:cubicBezTo>
                  <a:pt x="1587534" y="12067"/>
                  <a:pt x="1585379" y="11774"/>
                  <a:pt x="1584402" y="11189"/>
                </a:cubicBezTo>
                <a:cubicBezTo>
                  <a:pt x="1583425" y="10603"/>
                  <a:pt x="1582937" y="9536"/>
                  <a:pt x="1582937" y="7987"/>
                </a:cubicBezTo>
                <a:cubicBezTo>
                  <a:pt x="1582937" y="6627"/>
                  <a:pt x="1583330" y="5607"/>
                  <a:pt x="1584115" y="4927"/>
                </a:cubicBezTo>
                <a:cubicBezTo>
                  <a:pt x="1584900" y="4247"/>
                  <a:pt x="1586040" y="3907"/>
                  <a:pt x="1587534" y="3907"/>
                </a:cubicBezTo>
                <a:lnTo>
                  <a:pt x="1599313" y="3907"/>
                </a:lnTo>
                <a:cubicBezTo>
                  <a:pt x="1600462" y="3907"/>
                  <a:pt x="1601296" y="4099"/>
                  <a:pt x="1601813" y="4482"/>
                </a:cubicBezTo>
                <a:cubicBezTo>
                  <a:pt x="1602330" y="4865"/>
                  <a:pt x="1602588" y="5459"/>
                  <a:pt x="1602588" y="6263"/>
                </a:cubicBezTo>
                <a:lnTo>
                  <a:pt x="1602588" y="71021"/>
                </a:lnTo>
                <a:lnTo>
                  <a:pt x="1605174" y="71021"/>
                </a:lnTo>
                <a:cubicBezTo>
                  <a:pt x="1607051" y="71021"/>
                  <a:pt x="1608411" y="71335"/>
                  <a:pt x="1609254" y="71963"/>
                </a:cubicBezTo>
                <a:cubicBezTo>
                  <a:pt x="1610097" y="72591"/>
                  <a:pt x="1610518" y="73588"/>
                  <a:pt x="1610518" y="74957"/>
                </a:cubicBezTo>
                <a:cubicBezTo>
                  <a:pt x="1610518" y="76251"/>
                  <a:pt x="1610154" y="77259"/>
                  <a:pt x="1609426" y="77982"/>
                </a:cubicBezTo>
                <a:cubicBezTo>
                  <a:pt x="1608698" y="78704"/>
                  <a:pt x="1607722" y="79065"/>
                  <a:pt x="1606496" y="79065"/>
                </a:cubicBezTo>
                <a:lnTo>
                  <a:pt x="1595406" y="79065"/>
                </a:lnTo>
                <a:moveTo>
                  <a:pt x="1557770" y="53294"/>
                </a:moveTo>
                <a:cubicBezTo>
                  <a:pt x="1557770" y="58589"/>
                  <a:pt x="1559474" y="62925"/>
                  <a:pt x="1562884" y="66302"/>
                </a:cubicBezTo>
                <a:cubicBezTo>
                  <a:pt x="1566293" y="69678"/>
                  <a:pt x="1570621" y="71365"/>
                  <a:pt x="1575869" y="71365"/>
                </a:cubicBezTo>
                <a:cubicBezTo>
                  <a:pt x="1581156" y="71365"/>
                  <a:pt x="1585504" y="69611"/>
                  <a:pt x="1588913" y="66101"/>
                </a:cubicBezTo>
                <a:cubicBezTo>
                  <a:pt x="1592322" y="62590"/>
                  <a:pt x="1594027" y="58129"/>
                  <a:pt x="1594027" y="52720"/>
                </a:cubicBezTo>
                <a:cubicBezTo>
                  <a:pt x="1594027" y="47387"/>
                  <a:pt x="1592332" y="42994"/>
                  <a:pt x="1588942" y="39542"/>
                </a:cubicBezTo>
                <a:cubicBezTo>
                  <a:pt x="1585552" y="36088"/>
                  <a:pt x="1581194" y="34361"/>
                  <a:pt x="1575869" y="34361"/>
                </a:cubicBezTo>
                <a:cubicBezTo>
                  <a:pt x="1570468" y="34361"/>
                  <a:pt x="1566101" y="36107"/>
                  <a:pt x="1562769" y="39599"/>
                </a:cubicBezTo>
                <a:cubicBezTo>
                  <a:pt x="1559436" y="43090"/>
                  <a:pt x="1557770" y="47655"/>
                  <a:pt x="1557770" y="53294"/>
                </a:cubicBezTo>
                <a:close/>
                <a:moveTo>
                  <a:pt x="1646850" y="34476"/>
                </a:moveTo>
                <a:cubicBezTo>
                  <a:pt x="1641832" y="34476"/>
                  <a:pt x="1637733" y="36025"/>
                  <a:pt x="1634554" y="39123"/>
                </a:cubicBezTo>
                <a:cubicBezTo>
                  <a:pt x="1631374" y="42220"/>
                  <a:pt x="1629784" y="46235"/>
                  <a:pt x="1629784" y="51168"/>
                </a:cubicBezTo>
                <a:cubicBezTo>
                  <a:pt x="1629784" y="56025"/>
                  <a:pt x="1631374" y="60012"/>
                  <a:pt x="1634554" y="63129"/>
                </a:cubicBezTo>
                <a:cubicBezTo>
                  <a:pt x="1637733" y="66245"/>
                  <a:pt x="1641832" y="67803"/>
                  <a:pt x="1646850" y="67803"/>
                </a:cubicBezTo>
                <a:cubicBezTo>
                  <a:pt x="1651830" y="67803"/>
                  <a:pt x="1655919" y="66245"/>
                  <a:pt x="1659118" y="63129"/>
                </a:cubicBezTo>
                <a:cubicBezTo>
                  <a:pt x="1662316" y="60012"/>
                  <a:pt x="1663916" y="56025"/>
                  <a:pt x="1663916" y="51168"/>
                </a:cubicBezTo>
                <a:cubicBezTo>
                  <a:pt x="1663916" y="46312"/>
                  <a:pt x="1662316" y="42316"/>
                  <a:pt x="1659118" y="39181"/>
                </a:cubicBezTo>
                <a:cubicBezTo>
                  <a:pt x="1655919" y="36044"/>
                  <a:pt x="1651830" y="34476"/>
                  <a:pt x="1646850" y="34476"/>
                </a:cubicBezTo>
                <a:moveTo>
                  <a:pt x="1671788" y="76056"/>
                </a:moveTo>
                <a:cubicBezTo>
                  <a:pt x="1671788" y="81423"/>
                  <a:pt x="1671520" y="85228"/>
                  <a:pt x="1670983" y="87470"/>
                </a:cubicBezTo>
                <a:cubicBezTo>
                  <a:pt x="1670447" y="89714"/>
                  <a:pt x="1669528" y="91679"/>
                  <a:pt x="1668225" y="93365"/>
                </a:cubicBezTo>
                <a:cubicBezTo>
                  <a:pt x="1666080" y="96203"/>
                  <a:pt x="1663073" y="98359"/>
                  <a:pt x="1659204" y="99835"/>
                </a:cubicBezTo>
                <a:cubicBezTo>
                  <a:pt x="1655335" y="101311"/>
                  <a:pt x="1650776" y="102049"/>
                  <a:pt x="1645528" y="102049"/>
                </a:cubicBezTo>
                <a:cubicBezTo>
                  <a:pt x="1641162" y="102049"/>
                  <a:pt x="1637972" y="101625"/>
                  <a:pt x="1635961" y="100776"/>
                </a:cubicBezTo>
                <a:cubicBezTo>
                  <a:pt x="1633950" y="99928"/>
                  <a:pt x="1632945" y="98579"/>
                  <a:pt x="1632945" y="96729"/>
                </a:cubicBezTo>
                <a:cubicBezTo>
                  <a:pt x="1632945" y="95534"/>
                  <a:pt x="1633433" y="94484"/>
                  <a:pt x="1634410" y="93579"/>
                </a:cubicBezTo>
                <a:cubicBezTo>
                  <a:pt x="1635387" y="92675"/>
                  <a:pt x="1636546" y="92223"/>
                  <a:pt x="1637886" y="92223"/>
                </a:cubicBezTo>
                <a:cubicBezTo>
                  <a:pt x="1638921" y="92223"/>
                  <a:pt x="1640510" y="92367"/>
                  <a:pt x="1642655" y="92654"/>
                </a:cubicBezTo>
                <a:cubicBezTo>
                  <a:pt x="1644801" y="92942"/>
                  <a:pt x="1646429" y="93085"/>
                  <a:pt x="1647540" y="93085"/>
                </a:cubicBezTo>
                <a:cubicBezTo>
                  <a:pt x="1653209" y="93085"/>
                  <a:pt x="1657231" y="91780"/>
                  <a:pt x="1659606" y="89169"/>
                </a:cubicBezTo>
                <a:cubicBezTo>
                  <a:pt x="1661981" y="86558"/>
                  <a:pt x="1663169" y="82085"/>
                  <a:pt x="1663169" y="75749"/>
                </a:cubicBezTo>
                <a:lnTo>
                  <a:pt x="1663169" y="68780"/>
                </a:lnTo>
                <a:cubicBezTo>
                  <a:pt x="1660832" y="71500"/>
                  <a:pt x="1658246" y="73491"/>
                  <a:pt x="1655412" y="74756"/>
                </a:cubicBezTo>
                <a:cubicBezTo>
                  <a:pt x="1652577" y="76020"/>
                  <a:pt x="1649321" y="76652"/>
                  <a:pt x="1645643" y="76652"/>
                </a:cubicBezTo>
                <a:cubicBezTo>
                  <a:pt x="1638480" y="76652"/>
                  <a:pt x="1632552" y="74270"/>
                  <a:pt x="1627859" y="69507"/>
                </a:cubicBezTo>
                <a:cubicBezTo>
                  <a:pt x="1623167" y="64743"/>
                  <a:pt x="1620821" y="58706"/>
                  <a:pt x="1620821" y="51398"/>
                </a:cubicBezTo>
                <a:cubicBezTo>
                  <a:pt x="1620821" y="44052"/>
                  <a:pt x="1623234" y="37958"/>
                  <a:pt x="1628061" y="33119"/>
                </a:cubicBezTo>
                <a:cubicBezTo>
                  <a:pt x="1632887" y="28278"/>
                  <a:pt x="1638863" y="25857"/>
                  <a:pt x="1645988" y="25857"/>
                </a:cubicBezTo>
                <a:cubicBezTo>
                  <a:pt x="1648938" y="25857"/>
                  <a:pt x="1651820" y="26403"/>
                  <a:pt x="1654636" y="27495"/>
                </a:cubicBezTo>
                <a:cubicBezTo>
                  <a:pt x="1657451" y="28586"/>
                  <a:pt x="1660296" y="30243"/>
                  <a:pt x="1663169" y="32465"/>
                </a:cubicBezTo>
                <a:lnTo>
                  <a:pt x="1663169" y="28328"/>
                </a:lnTo>
                <a:cubicBezTo>
                  <a:pt x="1663169" y="27523"/>
                  <a:pt x="1663427" y="26930"/>
                  <a:pt x="1663944" y="26547"/>
                </a:cubicBezTo>
                <a:cubicBezTo>
                  <a:pt x="1664462" y="26163"/>
                  <a:pt x="1665276" y="25972"/>
                  <a:pt x="1666386" y="25972"/>
                </a:cubicBezTo>
                <a:lnTo>
                  <a:pt x="1675063" y="25972"/>
                </a:lnTo>
                <a:cubicBezTo>
                  <a:pt x="1676595" y="25972"/>
                  <a:pt x="1677744" y="26307"/>
                  <a:pt x="1678511" y="26978"/>
                </a:cubicBezTo>
                <a:cubicBezTo>
                  <a:pt x="1679277" y="27648"/>
                  <a:pt x="1679660" y="28653"/>
                  <a:pt x="1679660" y="29994"/>
                </a:cubicBezTo>
                <a:cubicBezTo>
                  <a:pt x="1679660" y="31526"/>
                  <a:pt x="1679181" y="32599"/>
                  <a:pt x="1678223" y="33212"/>
                </a:cubicBezTo>
                <a:cubicBezTo>
                  <a:pt x="1677266" y="33825"/>
                  <a:pt x="1675465" y="34131"/>
                  <a:pt x="1672822" y="34131"/>
                </a:cubicBezTo>
                <a:lnTo>
                  <a:pt x="1671788" y="34131"/>
                </a:lnTo>
                <a:lnTo>
                  <a:pt x="1671788" y="76056"/>
                </a:lnTo>
                <a:close/>
                <a:moveTo>
                  <a:pt x="1699386" y="55047"/>
                </a:moveTo>
                <a:cubicBezTo>
                  <a:pt x="1699692" y="60581"/>
                  <a:pt x="1701560" y="64857"/>
                  <a:pt x="1704988" y="67875"/>
                </a:cubicBezTo>
                <a:cubicBezTo>
                  <a:pt x="1708417" y="70891"/>
                  <a:pt x="1713100" y="72400"/>
                  <a:pt x="1719037" y="72400"/>
                </a:cubicBezTo>
                <a:cubicBezTo>
                  <a:pt x="1723519" y="72400"/>
                  <a:pt x="1728403" y="71203"/>
                  <a:pt x="1733690" y="68808"/>
                </a:cubicBezTo>
                <a:cubicBezTo>
                  <a:pt x="1738976" y="66414"/>
                  <a:pt x="1742175" y="65217"/>
                  <a:pt x="1743285" y="65217"/>
                </a:cubicBezTo>
                <a:cubicBezTo>
                  <a:pt x="1744435" y="65217"/>
                  <a:pt x="1745392" y="65581"/>
                  <a:pt x="1746158" y="66309"/>
                </a:cubicBezTo>
                <a:cubicBezTo>
                  <a:pt x="1746925" y="67037"/>
                  <a:pt x="1747308" y="67937"/>
                  <a:pt x="1747308" y="69010"/>
                </a:cubicBezTo>
                <a:cubicBezTo>
                  <a:pt x="1747308" y="70120"/>
                  <a:pt x="1746905" y="71136"/>
                  <a:pt x="1746101" y="72055"/>
                </a:cubicBezTo>
                <a:cubicBezTo>
                  <a:pt x="1745297" y="72974"/>
                  <a:pt x="1744013" y="73875"/>
                  <a:pt x="1742251" y="74756"/>
                </a:cubicBezTo>
                <a:cubicBezTo>
                  <a:pt x="1738420" y="76633"/>
                  <a:pt x="1734465" y="78069"/>
                  <a:pt x="1730386" y="79065"/>
                </a:cubicBezTo>
                <a:cubicBezTo>
                  <a:pt x="1726306" y="80061"/>
                  <a:pt x="1722255" y="80559"/>
                  <a:pt x="1718233" y="80559"/>
                </a:cubicBezTo>
                <a:cubicBezTo>
                  <a:pt x="1709499" y="80559"/>
                  <a:pt x="1702508" y="78038"/>
                  <a:pt x="1697260" y="72996"/>
                </a:cubicBezTo>
                <a:cubicBezTo>
                  <a:pt x="1692012" y="67953"/>
                  <a:pt x="1689388" y="61270"/>
                  <a:pt x="1689388" y="52949"/>
                </a:cubicBezTo>
                <a:cubicBezTo>
                  <a:pt x="1689388" y="44475"/>
                  <a:pt x="1692165" y="37612"/>
                  <a:pt x="1697720" y="32359"/>
                </a:cubicBezTo>
                <a:cubicBezTo>
                  <a:pt x="1703274" y="27105"/>
                  <a:pt x="1710514" y="24478"/>
                  <a:pt x="1719440" y="24478"/>
                </a:cubicBezTo>
                <a:cubicBezTo>
                  <a:pt x="1727522" y="24478"/>
                  <a:pt x="1734226" y="26930"/>
                  <a:pt x="1739551" y="31833"/>
                </a:cubicBezTo>
                <a:cubicBezTo>
                  <a:pt x="1744875" y="36736"/>
                  <a:pt x="1747537" y="42674"/>
                  <a:pt x="1747537" y="49646"/>
                </a:cubicBezTo>
                <a:cubicBezTo>
                  <a:pt x="1747537" y="51791"/>
                  <a:pt x="1747087" y="53227"/>
                  <a:pt x="1746187" y="53955"/>
                </a:cubicBezTo>
                <a:cubicBezTo>
                  <a:pt x="1745287" y="54683"/>
                  <a:pt x="1742845" y="55047"/>
                  <a:pt x="1738861" y="55047"/>
                </a:cubicBezTo>
                <a:lnTo>
                  <a:pt x="1737999" y="55047"/>
                </a:lnTo>
                <a:lnTo>
                  <a:pt x="1699386" y="55047"/>
                </a:lnTo>
                <a:moveTo>
                  <a:pt x="1699673" y="47462"/>
                </a:moveTo>
                <a:lnTo>
                  <a:pt x="1737080" y="47462"/>
                </a:lnTo>
                <a:cubicBezTo>
                  <a:pt x="1736505" y="42938"/>
                  <a:pt x="1734599" y="39299"/>
                  <a:pt x="1731362" y="36543"/>
                </a:cubicBezTo>
                <a:cubicBezTo>
                  <a:pt x="1728126" y="33786"/>
                  <a:pt x="1724151" y="32407"/>
                  <a:pt x="1719440" y="32407"/>
                </a:cubicBezTo>
                <a:cubicBezTo>
                  <a:pt x="1714345" y="32407"/>
                  <a:pt x="1710054" y="33738"/>
                  <a:pt x="1706568" y="36399"/>
                </a:cubicBezTo>
                <a:cubicBezTo>
                  <a:pt x="1703083" y="39060"/>
                  <a:pt x="1700784" y="42748"/>
                  <a:pt x="1699673" y="47462"/>
                </a:cubicBezTo>
                <a:close/>
                <a:moveTo>
                  <a:pt x="1777433" y="99460"/>
                </a:moveTo>
                <a:cubicBezTo>
                  <a:pt x="1777433" y="98693"/>
                  <a:pt x="1778084" y="96995"/>
                  <a:pt x="1779387" y="94367"/>
                </a:cubicBezTo>
                <a:cubicBezTo>
                  <a:pt x="1780689" y="91741"/>
                  <a:pt x="1781685" y="89641"/>
                  <a:pt x="1782375" y="88068"/>
                </a:cubicBezTo>
                <a:cubicBezTo>
                  <a:pt x="1784941" y="81932"/>
                  <a:pt x="1786780" y="76323"/>
                  <a:pt x="1787891" y="71242"/>
                </a:cubicBezTo>
                <a:cubicBezTo>
                  <a:pt x="1789002" y="66160"/>
                  <a:pt x="1789557" y="60915"/>
                  <a:pt x="1789557" y="55506"/>
                </a:cubicBezTo>
                <a:cubicBezTo>
                  <a:pt x="1789557" y="50597"/>
                  <a:pt x="1789088" y="45774"/>
                  <a:pt x="1788149" y="41037"/>
                </a:cubicBezTo>
                <a:cubicBezTo>
                  <a:pt x="1787211" y="36300"/>
                  <a:pt x="1785784" y="31554"/>
                  <a:pt x="1783868" y="26798"/>
                </a:cubicBezTo>
                <a:cubicBezTo>
                  <a:pt x="1782873" y="24267"/>
                  <a:pt x="1781551" y="21286"/>
                  <a:pt x="1779904" y="17854"/>
                </a:cubicBezTo>
                <a:cubicBezTo>
                  <a:pt x="1778257" y="14421"/>
                  <a:pt x="1777433" y="12282"/>
                  <a:pt x="1777433" y="11438"/>
                </a:cubicBezTo>
                <a:cubicBezTo>
                  <a:pt x="1777433" y="10671"/>
                  <a:pt x="1777624" y="10048"/>
                  <a:pt x="1778008" y="9569"/>
                </a:cubicBezTo>
                <a:cubicBezTo>
                  <a:pt x="1778391" y="9089"/>
                  <a:pt x="1778889" y="8849"/>
                  <a:pt x="1779502" y="8849"/>
                </a:cubicBezTo>
                <a:cubicBezTo>
                  <a:pt x="1780766" y="8849"/>
                  <a:pt x="1782116" y="9473"/>
                  <a:pt x="1783552" y="10720"/>
                </a:cubicBezTo>
                <a:cubicBezTo>
                  <a:pt x="1784989" y="11966"/>
                  <a:pt x="1786665" y="13950"/>
                  <a:pt x="1788580" y="16672"/>
                </a:cubicBezTo>
                <a:cubicBezTo>
                  <a:pt x="1792679" y="22502"/>
                  <a:pt x="1795744" y="28658"/>
                  <a:pt x="1797774" y="35140"/>
                </a:cubicBezTo>
                <a:cubicBezTo>
                  <a:pt x="1799804" y="41623"/>
                  <a:pt x="1800819" y="48411"/>
                  <a:pt x="1800819" y="55506"/>
                </a:cubicBezTo>
                <a:cubicBezTo>
                  <a:pt x="1800819" y="61989"/>
                  <a:pt x="1799967" y="68183"/>
                  <a:pt x="1798262" y="74089"/>
                </a:cubicBezTo>
                <a:cubicBezTo>
                  <a:pt x="1796558" y="79996"/>
                  <a:pt x="1794001" y="85711"/>
                  <a:pt x="1790591" y="91234"/>
                </a:cubicBezTo>
                <a:cubicBezTo>
                  <a:pt x="1788216" y="94992"/>
                  <a:pt x="1786138" y="97753"/>
                  <a:pt x="1784357" y="99517"/>
                </a:cubicBezTo>
                <a:cubicBezTo>
                  <a:pt x="1782576" y="101282"/>
                  <a:pt x="1780957" y="102164"/>
                  <a:pt x="1779502" y="102164"/>
                </a:cubicBezTo>
                <a:cubicBezTo>
                  <a:pt x="1778889" y="102164"/>
                  <a:pt x="1778391" y="101914"/>
                  <a:pt x="1778008" y="101415"/>
                </a:cubicBezTo>
                <a:cubicBezTo>
                  <a:pt x="1777624" y="100917"/>
                  <a:pt x="1777433" y="100265"/>
                  <a:pt x="1777433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56771-8901-4812-98C1-967707B2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319" y="3681209"/>
            <a:ext cx="2157436" cy="393967"/>
          </a:xfrm>
          <a:custGeom xmlns:a="http://schemas.openxmlformats.org/drawingml/2006/main">
            <a:pathLst>
              <a:path w="2157436" h="393967" fill="none">
                <a:moveTo>
                  <a:pt x="0" y="0"/>
                </a:moveTo>
                <a:lnTo>
                  <a:pt x="2157436" y="0"/>
                </a:lnTo>
                <a:lnTo>
                  <a:pt x="2157436" y="393967"/>
                </a:lnTo>
                <a:lnTo>
                  <a:pt x="0" y="3939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88" cap="flat">
            <a:solidFill>
              <a:srgbClr val="000000"/>
            </a:solidFill>
            <a:miter/>
          </a:ln>
        </p:spPr>
      </p:sp>
      <p:sp>
        <p:nvSpPr>
          <p:cNvPr id="149" name="Text Goal:apple">
            <a:extLst xmlns:a="http://schemas.openxmlformats.org/drawingml/2006/main">
              <a:ext uri="{FF2B5EF4-FFF2-40B4-BE49-F238E27FC236}">
                <a16:creationId xmlns:a16="http://schemas.microsoft.com/office/drawing/2014/main" id="{70667491-B2DC-4C3E-B2F4-8505D572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813" y="3137898"/>
            <a:ext cx="763584" cy="98142"/>
          </a:xfrm>
          <a:custGeom xmlns:a="http://schemas.openxmlformats.org/drawingml/2006/main">
            <a:pathLst>
              <a:path w="763584" h="98142">
                <a:moveTo>
                  <a:pt x="49646" y="65230"/>
                </a:moveTo>
                <a:lnTo>
                  <a:pt x="49646" y="51599"/>
                </a:lnTo>
                <a:lnTo>
                  <a:pt x="35395" y="51599"/>
                </a:lnTo>
                <a:cubicBezTo>
                  <a:pt x="34246" y="51599"/>
                  <a:pt x="33394" y="51290"/>
                  <a:pt x="32838" y="50673"/>
                </a:cubicBezTo>
                <a:cubicBezTo>
                  <a:pt x="32283" y="50055"/>
                  <a:pt x="32005" y="49109"/>
                  <a:pt x="32005" y="47836"/>
                </a:cubicBezTo>
                <a:cubicBezTo>
                  <a:pt x="32005" y="46369"/>
                  <a:pt x="32254" y="45366"/>
                  <a:pt x="32752" y="44826"/>
                </a:cubicBezTo>
                <a:cubicBezTo>
                  <a:pt x="33250" y="44285"/>
                  <a:pt x="34208" y="44014"/>
                  <a:pt x="35625" y="44014"/>
                </a:cubicBezTo>
                <a:lnTo>
                  <a:pt x="60448" y="44014"/>
                </a:lnTo>
                <a:cubicBezTo>
                  <a:pt x="61444" y="44014"/>
                  <a:pt x="62181" y="44333"/>
                  <a:pt x="62660" y="44970"/>
                </a:cubicBezTo>
                <a:cubicBezTo>
                  <a:pt x="63139" y="45607"/>
                  <a:pt x="63378" y="46562"/>
                  <a:pt x="63378" y="47836"/>
                </a:cubicBezTo>
                <a:cubicBezTo>
                  <a:pt x="63378" y="49264"/>
                  <a:pt x="63062" y="50248"/>
                  <a:pt x="62430" y="50789"/>
                </a:cubicBezTo>
                <a:cubicBezTo>
                  <a:pt x="61798" y="51329"/>
                  <a:pt x="60678" y="51599"/>
                  <a:pt x="59069" y="51599"/>
                </a:cubicBezTo>
                <a:lnTo>
                  <a:pt x="58322" y="51599"/>
                </a:lnTo>
                <a:lnTo>
                  <a:pt x="58322" y="67552"/>
                </a:lnTo>
                <a:lnTo>
                  <a:pt x="58322" y="68934"/>
                </a:lnTo>
                <a:cubicBezTo>
                  <a:pt x="58322" y="69971"/>
                  <a:pt x="58207" y="70691"/>
                  <a:pt x="57977" y="71094"/>
                </a:cubicBezTo>
                <a:cubicBezTo>
                  <a:pt x="57747" y="71497"/>
                  <a:pt x="57288" y="71890"/>
                  <a:pt x="56598" y="72274"/>
                </a:cubicBezTo>
                <a:cubicBezTo>
                  <a:pt x="54415" y="73580"/>
                  <a:pt x="51235" y="74693"/>
                  <a:pt x="47060" y="75614"/>
                </a:cubicBezTo>
                <a:cubicBezTo>
                  <a:pt x="42884" y="76536"/>
                  <a:pt x="38651" y="76997"/>
                  <a:pt x="34361" y="76997"/>
                </a:cubicBezTo>
                <a:cubicBezTo>
                  <a:pt x="24095" y="76997"/>
                  <a:pt x="15802" y="73716"/>
                  <a:pt x="9481" y="67155"/>
                </a:cubicBezTo>
                <a:cubicBezTo>
                  <a:pt x="3160" y="60593"/>
                  <a:pt x="0" y="52037"/>
                  <a:pt x="0" y="41486"/>
                </a:cubicBezTo>
                <a:cubicBezTo>
                  <a:pt x="0" y="30935"/>
                  <a:pt x="3093" y="22226"/>
                  <a:pt x="9280" y="15358"/>
                </a:cubicBezTo>
                <a:cubicBezTo>
                  <a:pt x="15466" y="8490"/>
                  <a:pt x="23348" y="5056"/>
                  <a:pt x="32925" y="5056"/>
                </a:cubicBezTo>
                <a:cubicBezTo>
                  <a:pt x="35529" y="5056"/>
                  <a:pt x="38144" y="5363"/>
                  <a:pt x="40768" y="5976"/>
                </a:cubicBezTo>
                <a:cubicBezTo>
                  <a:pt x="43392" y="6589"/>
                  <a:pt x="46121" y="7489"/>
                  <a:pt x="48956" y="8676"/>
                </a:cubicBezTo>
                <a:cubicBezTo>
                  <a:pt x="49339" y="7680"/>
                  <a:pt x="49866" y="6962"/>
                  <a:pt x="50536" y="6522"/>
                </a:cubicBezTo>
                <a:cubicBezTo>
                  <a:pt x="51207" y="6081"/>
                  <a:pt x="52078" y="5861"/>
                  <a:pt x="53151" y="5861"/>
                </a:cubicBezTo>
                <a:cubicBezTo>
                  <a:pt x="54951" y="5861"/>
                  <a:pt x="56148" y="6399"/>
                  <a:pt x="56742" y="7475"/>
                </a:cubicBezTo>
                <a:cubicBezTo>
                  <a:pt x="57336" y="8550"/>
                  <a:pt x="57632" y="11027"/>
                  <a:pt x="57632" y="14906"/>
                </a:cubicBezTo>
                <a:lnTo>
                  <a:pt x="57632" y="22742"/>
                </a:lnTo>
                <a:cubicBezTo>
                  <a:pt x="57632" y="24623"/>
                  <a:pt x="57307" y="25939"/>
                  <a:pt x="56656" y="26688"/>
                </a:cubicBezTo>
                <a:cubicBezTo>
                  <a:pt x="56004" y="27437"/>
                  <a:pt x="54874" y="27811"/>
                  <a:pt x="53266" y="27811"/>
                </a:cubicBezTo>
                <a:cubicBezTo>
                  <a:pt x="51274" y="27811"/>
                  <a:pt x="49837" y="26575"/>
                  <a:pt x="48956" y="24105"/>
                </a:cubicBezTo>
                <a:cubicBezTo>
                  <a:pt x="48650" y="23371"/>
                  <a:pt x="48401" y="22811"/>
                  <a:pt x="48209" y="22426"/>
                </a:cubicBezTo>
                <a:cubicBezTo>
                  <a:pt x="46792" y="19375"/>
                  <a:pt x="44761" y="17021"/>
                  <a:pt x="42118" y="15362"/>
                </a:cubicBezTo>
                <a:cubicBezTo>
                  <a:pt x="39475" y="13701"/>
                  <a:pt x="36449" y="12871"/>
                  <a:pt x="33040" y="12871"/>
                </a:cubicBezTo>
                <a:cubicBezTo>
                  <a:pt x="26183" y="12871"/>
                  <a:pt x="20705" y="15351"/>
                  <a:pt x="16606" y="20312"/>
                </a:cubicBezTo>
                <a:cubicBezTo>
                  <a:pt x="12507" y="25273"/>
                  <a:pt x="10458" y="31967"/>
                  <a:pt x="10458" y="40394"/>
                </a:cubicBezTo>
                <a:cubicBezTo>
                  <a:pt x="10458" y="49090"/>
                  <a:pt x="12718" y="56004"/>
                  <a:pt x="17238" y="61138"/>
                </a:cubicBezTo>
                <a:cubicBezTo>
                  <a:pt x="21758" y="66271"/>
                  <a:pt x="27772" y="68837"/>
                  <a:pt x="35280" y="68837"/>
                </a:cubicBezTo>
                <a:cubicBezTo>
                  <a:pt x="37464" y="68837"/>
                  <a:pt x="39715" y="68551"/>
                  <a:pt x="42032" y="67979"/>
                </a:cubicBezTo>
                <a:cubicBezTo>
                  <a:pt x="44350" y="67405"/>
                  <a:pt x="46887" y="66489"/>
                  <a:pt x="49646" y="65230"/>
                </a:cubicBezTo>
                <a:close/>
                <a:moveTo>
                  <a:pt x="101721" y="68492"/>
                </a:moveTo>
                <a:cubicBezTo>
                  <a:pt x="107621" y="68492"/>
                  <a:pt x="112457" y="66630"/>
                  <a:pt x="116230" y="62906"/>
                </a:cubicBezTo>
                <a:cubicBezTo>
                  <a:pt x="120003" y="59182"/>
                  <a:pt x="121890" y="54436"/>
                  <a:pt x="121890" y="48669"/>
                </a:cubicBezTo>
                <a:cubicBezTo>
                  <a:pt x="121890" y="42901"/>
                  <a:pt x="119994" y="38136"/>
                  <a:pt x="116201" y="34374"/>
                </a:cubicBezTo>
                <a:cubicBezTo>
                  <a:pt x="112409" y="30611"/>
                  <a:pt x="107582" y="28730"/>
                  <a:pt x="101721" y="28730"/>
                </a:cubicBezTo>
                <a:cubicBezTo>
                  <a:pt x="95861" y="28730"/>
                  <a:pt x="91043" y="30611"/>
                  <a:pt x="87270" y="34374"/>
                </a:cubicBezTo>
                <a:cubicBezTo>
                  <a:pt x="83497" y="38136"/>
                  <a:pt x="81610" y="42901"/>
                  <a:pt x="81610" y="48669"/>
                </a:cubicBezTo>
                <a:cubicBezTo>
                  <a:pt x="81610" y="54475"/>
                  <a:pt x="83487" y="59230"/>
                  <a:pt x="87241" y="62935"/>
                </a:cubicBezTo>
                <a:cubicBezTo>
                  <a:pt x="90996" y="66640"/>
                  <a:pt x="95822" y="68492"/>
                  <a:pt x="101721" y="68492"/>
                </a:cubicBezTo>
                <a:moveTo>
                  <a:pt x="131888" y="48697"/>
                </a:moveTo>
                <a:cubicBezTo>
                  <a:pt x="131888" y="56903"/>
                  <a:pt x="129092" y="63614"/>
                  <a:pt x="123499" y="68830"/>
                </a:cubicBezTo>
                <a:cubicBezTo>
                  <a:pt x="117906" y="74045"/>
                  <a:pt x="110647" y="76652"/>
                  <a:pt x="101721" y="76652"/>
                </a:cubicBezTo>
                <a:cubicBezTo>
                  <a:pt x="92834" y="76652"/>
                  <a:pt x="85594" y="74045"/>
                  <a:pt x="80002" y="68830"/>
                </a:cubicBezTo>
                <a:cubicBezTo>
                  <a:pt x="74409" y="63614"/>
                  <a:pt x="71612" y="56903"/>
                  <a:pt x="71612" y="48697"/>
                </a:cubicBezTo>
                <a:cubicBezTo>
                  <a:pt x="71612" y="40491"/>
                  <a:pt x="74409" y="33791"/>
                  <a:pt x="80002" y="28595"/>
                </a:cubicBezTo>
                <a:cubicBezTo>
                  <a:pt x="85594" y="23399"/>
                  <a:pt x="92834" y="20801"/>
                  <a:pt x="101721" y="20801"/>
                </a:cubicBezTo>
                <a:cubicBezTo>
                  <a:pt x="110609" y="20801"/>
                  <a:pt x="117858" y="23408"/>
                  <a:pt x="123470" y="28624"/>
                </a:cubicBezTo>
                <a:cubicBezTo>
                  <a:pt x="129082" y="33839"/>
                  <a:pt x="131888" y="40530"/>
                  <a:pt x="131888" y="48697"/>
                </a:cubicBezTo>
                <a:close/>
                <a:moveTo>
                  <a:pt x="184824" y="49818"/>
                </a:moveTo>
                <a:cubicBezTo>
                  <a:pt x="182717" y="49128"/>
                  <a:pt x="180678" y="48621"/>
                  <a:pt x="178705" y="48295"/>
                </a:cubicBezTo>
                <a:cubicBezTo>
                  <a:pt x="176732" y="47970"/>
                  <a:pt x="174769" y="47807"/>
                  <a:pt x="172815" y="47807"/>
                </a:cubicBezTo>
                <a:cubicBezTo>
                  <a:pt x="166916" y="47807"/>
                  <a:pt x="162262" y="48803"/>
                  <a:pt x="158852" y="50795"/>
                </a:cubicBezTo>
                <a:cubicBezTo>
                  <a:pt x="155443" y="52787"/>
                  <a:pt x="153738" y="55468"/>
                  <a:pt x="153738" y="58839"/>
                </a:cubicBezTo>
                <a:cubicBezTo>
                  <a:pt x="153738" y="61444"/>
                  <a:pt x="154801" y="63589"/>
                  <a:pt x="156927" y="65275"/>
                </a:cubicBezTo>
                <a:cubicBezTo>
                  <a:pt x="159054" y="66960"/>
                  <a:pt x="161764" y="67803"/>
                  <a:pt x="165058" y="67803"/>
                </a:cubicBezTo>
                <a:cubicBezTo>
                  <a:pt x="169923" y="67803"/>
                  <a:pt x="174434" y="66529"/>
                  <a:pt x="178590" y="63982"/>
                </a:cubicBezTo>
                <a:cubicBezTo>
                  <a:pt x="182746" y="61434"/>
                  <a:pt x="184824" y="58782"/>
                  <a:pt x="184824" y="56024"/>
                </a:cubicBezTo>
                <a:lnTo>
                  <a:pt x="184824" y="49818"/>
                </a:lnTo>
                <a:moveTo>
                  <a:pt x="185284" y="67918"/>
                </a:moveTo>
                <a:cubicBezTo>
                  <a:pt x="182143" y="70753"/>
                  <a:pt x="178724" y="72917"/>
                  <a:pt x="175027" y="74411"/>
                </a:cubicBezTo>
                <a:cubicBezTo>
                  <a:pt x="171331" y="75905"/>
                  <a:pt x="167529" y="76652"/>
                  <a:pt x="163622" y="76652"/>
                </a:cubicBezTo>
                <a:cubicBezTo>
                  <a:pt x="157914" y="76652"/>
                  <a:pt x="153308" y="75060"/>
                  <a:pt x="149802" y="71875"/>
                </a:cubicBezTo>
                <a:cubicBezTo>
                  <a:pt x="146297" y="68691"/>
                  <a:pt x="144545" y="64547"/>
                  <a:pt x="144545" y="59444"/>
                </a:cubicBezTo>
                <a:cubicBezTo>
                  <a:pt x="144545" y="53382"/>
                  <a:pt x="146872" y="48682"/>
                  <a:pt x="151526" y="45345"/>
                </a:cubicBezTo>
                <a:cubicBezTo>
                  <a:pt x="156181" y="42006"/>
                  <a:pt x="162721" y="40337"/>
                  <a:pt x="171149" y="40337"/>
                </a:cubicBezTo>
                <a:cubicBezTo>
                  <a:pt x="173371" y="40337"/>
                  <a:pt x="175612" y="40481"/>
                  <a:pt x="177872" y="40768"/>
                </a:cubicBezTo>
                <a:cubicBezTo>
                  <a:pt x="180132" y="41055"/>
                  <a:pt x="182449" y="41505"/>
                  <a:pt x="184824" y="42118"/>
                </a:cubicBezTo>
                <a:lnTo>
                  <a:pt x="184824" y="41716"/>
                </a:lnTo>
                <a:cubicBezTo>
                  <a:pt x="184824" y="37328"/>
                  <a:pt x="183771" y="34085"/>
                  <a:pt x="181664" y="31989"/>
                </a:cubicBezTo>
                <a:cubicBezTo>
                  <a:pt x="179557" y="29893"/>
                  <a:pt x="176282" y="28845"/>
                  <a:pt x="171838" y="28845"/>
                </a:cubicBezTo>
                <a:cubicBezTo>
                  <a:pt x="168850" y="28845"/>
                  <a:pt x="165518" y="29649"/>
                  <a:pt x="161840" y="31258"/>
                </a:cubicBezTo>
                <a:cubicBezTo>
                  <a:pt x="158163" y="32867"/>
                  <a:pt x="155730" y="33672"/>
                  <a:pt x="154543" y="33672"/>
                </a:cubicBezTo>
                <a:cubicBezTo>
                  <a:pt x="153432" y="33672"/>
                  <a:pt x="152513" y="33222"/>
                  <a:pt x="151785" y="32321"/>
                </a:cubicBezTo>
                <a:cubicBezTo>
                  <a:pt x="151057" y="31421"/>
                  <a:pt x="150693" y="30262"/>
                  <a:pt x="150693" y="28845"/>
                </a:cubicBezTo>
                <a:cubicBezTo>
                  <a:pt x="150693" y="26569"/>
                  <a:pt x="152810" y="24641"/>
                  <a:pt x="157042" y="23059"/>
                </a:cubicBezTo>
                <a:cubicBezTo>
                  <a:pt x="161275" y="21477"/>
                  <a:pt x="166686" y="20686"/>
                  <a:pt x="173275" y="20686"/>
                </a:cubicBezTo>
                <a:cubicBezTo>
                  <a:pt x="180017" y="20686"/>
                  <a:pt x="185112" y="22402"/>
                  <a:pt x="188559" y="25835"/>
                </a:cubicBezTo>
                <a:cubicBezTo>
                  <a:pt x="192007" y="29268"/>
                  <a:pt x="193731" y="34340"/>
                  <a:pt x="193731" y="41052"/>
                </a:cubicBezTo>
                <a:lnTo>
                  <a:pt x="193731" y="67113"/>
                </a:lnTo>
                <a:lnTo>
                  <a:pt x="196546" y="67113"/>
                </a:lnTo>
                <a:cubicBezTo>
                  <a:pt x="199266" y="67113"/>
                  <a:pt x="201086" y="67399"/>
                  <a:pt x="202005" y="67970"/>
                </a:cubicBezTo>
                <a:cubicBezTo>
                  <a:pt x="202924" y="68540"/>
                  <a:pt x="203384" y="69566"/>
                  <a:pt x="203384" y="71049"/>
                </a:cubicBezTo>
                <a:cubicBezTo>
                  <a:pt x="203384" y="72419"/>
                  <a:pt x="203001" y="73446"/>
                  <a:pt x="202235" y="74131"/>
                </a:cubicBezTo>
                <a:cubicBezTo>
                  <a:pt x="201469" y="74815"/>
                  <a:pt x="200319" y="75158"/>
                  <a:pt x="198787" y="75158"/>
                </a:cubicBezTo>
                <a:lnTo>
                  <a:pt x="189766" y="75158"/>
                </a:lnTo>
                <a:cubicBezTo>
                  <a:pt x="188693" y="75158"/>
                  <a:pt x="187812" y="74835"/>
                  <a:pt x="187123" y="74190"/>
                </a:cubicBezTo>
                <a:cubicBezTo>
                  <a:pt x="186433" y="73544"/>
                  <a:pt x="185974" y="72612"/>
                  <a:pt x="185744" y="71396"/>
                </a:cubicBezTo>
                <a:lnTo>
                  <a:pt x="185284" y="67918"/>
                </a:lnTo>
                <a:close/>
                <a:moveTo>
                  <a:pt x="238567" y="8159"/>
                </a:moveTo>
                <a:lnTo>
                  <a:pt x="228799" y="8159"/>
                </a:lnTo>
                <a:cubicBezTo>
                  <a:pt x="225083" y="8159"/>
                  <a:pt x="222756" y="7867"/>
                  <a:pt x="221818" y="7281"/>
                </a:cubicBezTo>
                <a:cubicBezTo>
                  <a:pt x="220879" y="6696"/>
                  <a:pt x="220410" y="5629"/>
                  <a:pt x="220410" y="4080"/>
                </a:cubicBezTo>
                <a:cubicBezTo>
                  <a:pt x="220410" y="2720"/>
                  <a:pt x="220802" y="1700"/>
                  <a:pt x="221588" y="1020"/>
                </a:cubicBezTo>
                <a:cubicBezTo>
                  <a:pt x="222373" y="340"/>
                  <a:pt x="223513" y="0"/>
                  <a:pt x="225007" y="0"/>
                </a:cubicBezTo>
                <a:lnTo>
                  <a:pt x="243968" y="0"/>
                </a:lnTo>
                <a:cubicBezTo>
                  <a:pt x="245003" y="0"/>
                  <a:pt x="245807" y="211"/>
                  <a:pt x="246382" y="632"/>
                </a:cubicBezTo>
                <a:cubicBezTo>
                  <a:pt x="246956" y="1052"/>
                  <a:pt x="247244" y="1626"/>
                  <a:pt x="247244" y="2352"/>
                </a:cubicBezTo>
                <a:lnTo>
                  <a:pt x="247244" y="66998"/>
                </a:lnTo>
                <a:lnTo>
                  <a:pt x="265286" y="66998"/>
                </a:lnTo>
                <a:cubicBezTo>
                  <a:pt x="266742" y="66998"/>
                  <a:pt x="267805" y="67317"/>
                  <a:pt x="268475" y="67954"/>
                </a:cubicBezTo>
                <a:cubicBezTo>
                  <a:pt x="269146" y="68589"/>
                  <a:pt x="269481" y="69602"/>
                  <a:pt x="269481" y="70992"/>
                </a:cubicBezTo>
                <a:cubicBezTo>
                  <a:pt x="269481" y="72573"/>
                  <a:pt x="269155" y="73663"/>
                  <a:pt x="268504" y="74262"/>
                </a:cubicBezTo>
                <a:cubicBezTo>
                  <a:pt x="267853" y="74859"/>
                  <a:pt x="266627" y="75158"/>
                  <a:pt x="264826" y="75158"/>
                </a:cubicBezTo>
                <a:lnTo>
                  <a:pt x="222421" y="75158"/>
                </a:lnTo>
                <a:cubicBezTo>
                  <a:pt x="220927" y="75158"/>
                  <a:pt x="219787" y="74811"/>
                  <a:pt x="219002" y="74116"/>
                </a:cubicBezTo>
                <a:cubicBezTo>
                  <a:pt x="218217" y="73422"/>
                  <a:pt x="217824" y="72381"/>
                  <a:pt x="217824" y="70992"/>
                </a:cubicBezTo>
                <a:cubicBezTo>
                  <a:pt x="217824" y="69642"/>
                  <a:pt x="218226" y="68638"/>
                  <a:pt x="219031" y="67982"/>
                </a:cubicBezTo>
                <a:cubicBezTo>
                  <a:pt x="219835" y="67326"/>
                  <a:pt x="221042" y="66998"/>
                  <a:pt x="222651" y="66998"/>
                </a:cubicBezTo>
                <a:lnTo>
                  <a:pt x="238567" y="66998"/>
                </a:lnTo>
                <a:lnTo>
                  <a:pt x="238567" y="8159"/>
                </a:lnTo>
                <a:close/>
                <a:moveTo>
                  <a:pt x="301503" y="33901"/>
                </a:moveTo>
                <a:cubicBezTo>
                  <a:pt x="301503" y="30914"/>
                  <a:pt x="302547" y="28462"/>
                  <a:pt x="304635" y="26547"/>
                </a:cubicBezTo>
                <a:cubicBezTo>
                  <a:pt x="306723" y="24631"/>
                  <a:pt x="309433" y="23674"/>
                  <a:pt x="312766" y="23674"/>
                </a:cubicBezTo>
                <a:cubicBezTo>
                  <a:pt x="316175" y="23674"/>
                  <a:pt x="318914" y="24612"/>
                  <a:pt x="320982" y="26489"/>
                </a:cubicBezTo>
                <a:cubicBezTo>
                  <a:pt x="323051" y="28366"/>
                  <a:pt x="324085" y="30837"/>
                  <a:pt x="324085" y="33901"/>
                </a:cubicBezTo>
                <a:cubicBezTo>
                  <a:pt x="324085" y="36966"/>
                  <a:pt x="323041" y="39437"/>
                  <a:pt x="320954" y="41314"/>
                </a:cubicBezTo>
                <a:cubicBezTo>
                  <a:pt x="318866" y="43191"/>
                  <a:pt x="316137" y="44129"/>
                  <a:pt x="312766" y="44129"/>
                </a:cubicBezTo>
                <a:cubicBezTo>
                  <a:pt x="309395" y="44129"/>
                  <a:pt x="306675" y="43191"/>
                  <a:pt x="304606" y="41314"/>
                </a:cubicBezTo>
                <a:cubicBezTo>
                  <a:pt x="302538" y="39437"/>
                  <a:pt x="301503" y="36966"/>
                  <a:pt x="301503" y="33901"/>
                </a:cubicBezTo>
                <a:moveTo>
                  <a:pt x="301503" y="65734"/>
                </a:moveTo>
                <a:cubicBezTo>
                  <a:pt x="301503" y="62746"/>
                  <a:pt x="302547" y="60295"/>
                  <a:pt x="304635" y="58379"/>
                </a:cubicBezTo>
                <a:cubicBezTo>
                  <a:pt x="306723" y="56464"/>
                  <a:pt x="309433" y="55506"/>
                  <a:pt x="312766" y="55506"/>
                </a:cubicBezTo>
                <a:cubicBezTo>
                  <a:pt x="316175" y="55506"/>
                  <a:pt x="318914" y="56445"/>
                  <a:pt x="320982" y="58322"/>
                </a:cubicBezTo>
                <a:cubicBezTo>
                  <a:pt x="323051" y="60199"/>
                  <a:pt x="324085" y="62670"/>
                  <a:pt x="324085" y="65734"/>
                </a:cubicBezTo>
                <a:cubicBezTo>
                  <a:pt x="324085" y="68799"/>
                  <a:pt x="323041" y="71270"/>
                  <a:pt x="320954" y="73147"/>
                </a:cubicBezTo>
                <a:cubicBezTo>
                  <a:pt x="318866" y="75024"/>
                  <a:pt x="316137" y="75962"/>
                  <a:pt x="312766" y="75962"/>
                </a:cubicBezTo>
                <a:cubicBezTo>
                  <a:pt x="309395" y="75962"/>
                  <a:pt x="306675" y="75024"/>
                  <a:pt x="304606" y="73147"/>
                </a:cubicBezTo>
                <a:cubicBezTo>
                  <a:pt x="302538" y="71270"/>
                  <a:pt x="301503" y="68799"/>
                  <a:pt x="301503" y="65734"/>
                </a:cubicBezTo>
                <a:close/>
                <a:moveTo>
                  <a:pt x="466218" y="49818"/>
                </a:moveTo>
                <a:cubicBezTo>
                  <a:pt x="464111" y="49128"/>
                  <a:pt x="462071" y="48621"/>
                  <a:pt x="460098" y="48295"/>
                </a:cubicBezTo>
                <a:cubicBezTo>
                  <a:pt x="458125" y="47970"/>
                  <a:pt x="456162" y="47807"/>
                  <a:pt x="454208" y="47807"/>
                </a:cubicBezTo>
                <a:cubicBezTo>
                  <a:pt x="448309" y="47807"/>
                  <a:pt x="443655" y="48803"/>
                  <a:pt x="440246" y="50795"/>
                </a:cubicBezTo>
                <a:cubicBezTo>
                  <a:pt x="436836" y="52787"/>
                  <a:pt x="435132" y="55468"/>
                  <a:pt x="435132" y="58839"/>
                </a:cubicBezTo>
                <a:cubicBezTo>
                  <a:pt x="435132" y="61444"/>
                  <a:pt x="436195" y="63589"/>
                  <a:pt x="438321" y="65275"/>
                </a:cubicBezTo>
                <a:cubicBezTo>
                  <a:pt x="440447" y="66960"/>
                  <a:pt x="443157" y="67803"/>
                  <a:pt x="446451" y="67803"/>
                </a:cubicBezTo>
                <a:cubicBezTo>
                  <a:pt x="451316" y="67803"/>
                  <a:pt x="455827" y="66529"/>
                  <a:pt x="459983" y="63982"/>
                </a:cubicBezTo>
                <a:cubicBezTo>
                  <a:pt x="464139" y="61434"/>
                  <a:pt x="466218" y="58782"/>
                  <a:pt x="466218" y="56024"/>
                </a:cubicBezTo>
                <a:lnTo>
                  <a:pt x="466218" y="49818"/>
                </a:lnTo>
                <a:moveTo>
                  <a:pt x="466677" y="67918"/>
                </a:moveTo>
                <a:cubicBezTo>
                  <a:pt x="463536" y="70753"/>
                  <a:pt x="460117" y="72917"/>
                  <a:pt x="456421" y="74411"/>
                </a:cubicBezTo>
                <a:cubicBezTo>
                  <a:pt x="452724" y="75905"/>
                  <a:pt x="448922" y="76652"/>
                  <a:pt x="445015" y="76652"/>
                </a:cubicBezTo>
                <a:cubicBezTo>
                  <a:pt x="439307" y="76652"/>
                  <a:pt x="434701" y="75060"/>
                  <a:pt x="431196" y="71875"/>
                </a:cubicBezTo>
                <a:cubicBezTo>
                  <a:pt x="427691" y="68691"/>
                  <a:pt x="425938" y="64547"/>
                  <a:pt x="425938" y="59444"/>
                </a:cubicBezTo>
                <a:cubicBezTo>
                  <a:pt x="425938" y="53382"/>
                  <a:pt x="428265" y="48682"/>
                  <a:pt x="432919" y="45345"/>
                </a:cubicBezTo>
                <a:cubicBezTo>
                  <a:pt x="437574" y="42006"/>
                  <a:pt x="444115" y="40337"/>
                  <a:pt x="452542" y="40337"/>
                </a:cubicBezTo>
                <a:cubicBezTo>
                  <a:pt x="454764" y="40337"/>
                  <a:pt x="457005" y="40481"/>
                  <a:pt x="459265" y="40768"/>
                </a:cubicBezTo>
                <a:cubicBezTo>
                  <a:pt x="461525" y="41055"/>
                  <a:pt x="463843" y="41505"/>
                  <a:pt x="466218" y="42118"/>
                </a:cubicBezTo>
                <a:lnTo>
                  <a:pt x="466218" y="41716"/>
                </a:lnTo>
                <a:cubicBezTo>
                  <a:pt x="466218" y="37328"/>
                  <a:pt x="465164" y="34085"/>
                  <a:pt x="463057" y="31989"/>
                </a:cubicBezTo>
                <a:cubicBezTo>
                  <a:pt x="460950" y="29893"/>
                  <a:pt x="457675" y="28845"/>
                  <a:pt x="453232" y="28845"/>
                </a:cubicBezTo>
                <a:cubicBezTo>
                  <a:pt x="450244" y="28845"/>
                  <a:pt x="446911" y="29649"/>
                  <a:pt x="443233" y="31258"/>
                </a:cubicBezTo>
                <a:cubicBezTo>
                  <a:pt x="439556" y="32867"/>
                  <a:pt x="437124" y="33672"/>
                  <a:pt x="435936" y="33672"/>
                </a:cubicBezTo>
                <a:cubicBezTo>
                  <a:pt x="434825" y="33672"/>
                  <a:pt x="433906" y="33222"/>
                  <a:pt x="433178" y="32321"/>
                </a:cubicBezTo>
                <a:cubicBezTo>
                  <a:pt x="432450" y="31421"/>
                  <a:pt x="432086" y="30262"/>
                  <a:pt x="432086" y="28845"/>
                </a:cubicBezTo>
                <a:cubicBezTo>
                  <a:pt x="432086" y="26569"/>
                  <a:pt x="434203" y="24641"/>
                  <a:pt x="438436" y="23059"/>
                </a:cubicBezTo>
                <a:cubicBezTo>
                  <a:pt x="442668" y="21477"/>
                  <a:pt x="448079" y="20686"/>
                  <a:pt x="454668" y="20686"/>
                </a:cubicBezTo>
                <a:cubicBezTo>
                  <a:pt x="461410" y="20686"/>
                  <a:pt x="466505" y="22402"/>
                  <a:pt x="469952" y="25835"/>
                </a:cubicBezTo>
                <a:cubicBezTo>
                  <a:pt x="473400" y="29268"/>
                  <a:pt x="475124" y="34340"/>
                  <a:pt x="475124" y="41052"/>
                </a:cubicBezTo>
                <a:lnTo>
                  <a:pt x="475124" y="67113"/>
                </a:lnTo>
                <a:lnTo>
                  <a:pt x="477939" y="67113"/>
                </a:lnTo>
                <a:cubicBezTo>
                  <a:pt x="480659" y="67113"/>
                  <a:pt x="482479" y="67399"/>
                  <a:pt x="483398" y="67970"/>
                </a:cubicBezTo>
                <a:cubicBezTo>
                  <a:pt x="484317" y="68540"/>
                  <a:pt x="484777" y="69566"/>
                  <a:pt x="484777" y="71049"/>
                </a:cubicBezTo>
                <a:cubicBezTo>
                  <a:pt x="484777" y="72419"/>
                  <a:pt x="484394" y="73446"/>
                  <a:pt x="483628" y="74131"/>
                </a:cubicBezTo>
                <a:cubicBezTo>
                  <a:pt x="482862" y="74815"/>
                  <a:pt x="481713" y="75158"/>
                  <a:pt x="480180" y="75158"/>
                </a:cubicBezTo>
                <a:lnTo>
                  <a:pt x="471159" y="75158"/>
                </a:lnTo>
                <a:cubicBezTo>
                  <a:pt x="470087" y="75158"/>
                  <a:pt x="469205" y="74835"/>
                  <a:pt x="468516" y="74190"/>
                </a:cubicBezTo>
                <a:cubicBezTo>
                  <a:pt x="467826" y="73544"/>
                  <a:pt x="467367" y="72612"/>
                  <a:pt x="467137" y="71396"/>
                </a:cubicBezTo>
                <a:lnTo>
                  <a:pt x="466677" y="67918"/>
                </a:lnTo>
                <a:close/>
                <a:moveTo>
                  <a:pt x="508985" y="89983"/>
                </a:moveTo>
                <a:lnTo>
                  <a:pt x="522775" y="89983"/>
                </a:lnTo>
                <a:cubicBezTo>
                  <a:pt x="524231" y="89983"/>
                  <a:pt x="525322" y="90325"/>
                  <a:pt x="526050" y="91010"/>
                </a:cubicBezTo>
                <a:cubicBezTo>
                  <a:pt x="526778" y="91694"/>
                  <a:pt x="527142" y="92721"/>
                  <a:pt x="527142" y="94091"/>
                </a:cubicBezTo>
                <a:cubicBezTo>
                  <a:pt x="527142" y="95574"/>
                  <a:pt x="526788" y="96620"/>
                  <a:pt x="526079" y="97228"/>
                </a:cubicBezTo>
                <a:cubicBezTo>
                  <a:pt x="525370" y="97837"/>
                  <a:pt x="524116" y="98142"/>
                  <a:pt x="522315" y="98142"/>
                </a:cubicBezTo>
                <a:lnTo>
                  <a:pt x="496975" y="98142"/>
                </a:lnTo>
                <a:cubicBezTo>
                  <a:pt x="495443" y="98142"/>
                  <a:pt x="494284" y="97799"/>
                  <a:pt x="493499" y="97115"/>
                </a:cubicBezTo>
                <a:cubicBezTo>
                  <a:pt x="492714" y="96430"/>
                  <a:pt x="492321" y="95422"/>
                  <a:pt x="492321" y="94091"/>
                </a:cubicBezTo>
                <a:cubicBezTo>
                  <a:pt x="492321" y="92569"/>
                  <a:pt x="492810" y="91504"/>
                  <a:pt x="493786" y="90895"/>
                </a:cubicBezTo>
                <a:cubicBezTo>
                  <a:pt x="494763" y="90287"/>
                  <a:pt x="496573" y="89983"/>
                  <a:pt x="499216" y="89983"/>
                </a:cubicBezTo>
                <a:lnTo>
                  <a:pt x="500308" y="89983"/>
                </a:lnTo>
                <a:lnTo>
                  <a:pt x="500308" y="30224"/>
                </a:lnTo>
                <a:lnTo>
                  <a:pt x="499216" y="30224"/>
                </a:lnTo>
                <a:cubicBezTo>
                  <a:pt x="496573" y="30224"/>
                  <a:pt x="494763" y="29918"/>
                  <a:pt x="493786" y="29305"/>
                </a:cubicBezTo>
                <a:cubicBezTo>
                  <a:pt x="492810" y="28692"/>
                  <a:pt x="492321" y="27619"/>
                  <a:pt x="492321" y="26087"/>
                </a:cubicBezTo>
                <a:cubicBezTo>
                  <a:pt x="492321" y="24746"/>
                  <a:pt x="492714" y="23741"/>
                  <a:pt x="493499" y="23070"/>
                </a:cubicBezTo>
                <a:cubicBezTo>
                  <a:pt x="494284" y="22400"/>
                  <a:pt x="495443" y="22065"/>
                  <a:pt x="496975" y="22065"/>
                </a:cubicBezTo>
                <a:lnTo>
                  <a:pt x="505709" y="22065"/>
                </a:lnTo>
                <a:cubicBezTo>
                  <a:pt x="506859" y="22065"/>
                  <a:pt x="507692" y="22256"/>
                  <a:pt x="508209" y="22639"/>
                </a:cubicBezTo>
                <a:cubicBezTo>
                  <a:pt x="508726" y="23022"/>
                  <a:pt x="508985" y="23616"/>
                  <a:pt x="508985" y="24421"/>
                </a:cubicBezTo>
                <a:lnTo>
                  <a:pt x="508985" y="29994"/>
                </a:lnTo>
                <a:cubicBezTo>
                  <a:pt x="511589" y="27313"/>
                  <a:pt x="514472" y="25302"/>
                  <a:pt x="517632" y="23961"/>
                </a:cubicBezTo>
                <a:cubicBezTo>
                  <a:pt x="520793" y="22620"/>
                  <a:pt x="524192" y="21950"/>
                  <a:pt x="527832" y="21950"/>
                </a:cubicBezTo>
                <a:cubicBezTo>
                  <a:pt x="535531" y="21950"/>
                  <a:pt x="541967" y="24555"/>
                  <a:pt x="547138" y="29764"/>
                </a:cubicBezTo>
                <a:cubicBezTo>
                  <a:pt x="552310" y="34974"/>
                  <a:pt x="554895" y="41505"/>
                  <a:pt x="554895" y="49358"/>
                </a:cubicBezTo>
                <a:cubicBezTo>
                  <a:pt x="554895" y="56905"/>
                  <a:pt x="552444" y="63110"/>
                  <a:pt x="547540" y="67975"/>
                </a:cubicBezTo>
                <a:cubicBezTo>
                  <a:pt x="542637" y="72840"/>
                  <a:pt x="536374" y="75273"/>
                  <a:pt x="528751" y="75273"/>
                </a:cubicBezTo>
                <a:cubicBezTo>
                  <a:pt x="524690" y="75273"/>
                  <a:pt x="520955" y="74554"/>
                  <a:pt x="517546" y="73118"/>
                </a:cubicBezTo>
                <a:cubicBezTo>
                  <a:pt x="514137" y="71681"/>
                  <a:pt x="511283" y="69622"/>
                  <a:pt x="508985" y="66941"/>
                </a:cubicBezTo>
                <a:lnTo>
                  <a:pt x="508985" y="89983"/>
                </a:lnTo>
                <a:moveTo>
                  <a:pt x="526797" y="66769"/>
                </a:moveTo>
                <a:cubicBezTo>
                  <a:pt x="532122" y="66769"/>
                  <a:pt x="536489" y="65096"/>
                  <a:pt x="539898" y="61750"/>
                </a:cubicBezTo>
                <a:cubicBezTo>
                  <a:pt x="543307" y="58403"/>
                  <a:pt x="545012" y="54071"/>
                  <a:pt x="545012" y="48755"/>
                </a:cubicBezTo>
                <a:cubicBezTo>
                  <a:pt x="545012" y="43554"/>
                  <a:pt x="543298" y="39261"/>
                  <a:pt x="539869" y="35877"/>
                </a:cubicBezTo>
                <a:cubicBezTo>
                  <a:pt x="536441" y="32491"/>
                  <a:pt x="532084" y="30799"/>
                  <a:pt x="526797" y="30799"/>
                </a:cubicBezTo>
                <a:cubicBezTo>
                  <a:pt x="521511" y="30799"/>
                  <a:pt x="517182" y="32482"/>
                  <a:pt x="513811" y="35848"/>
                </a:cubicBezTo>
                <a:cubicBezTo>
                  <a:pt x="510440" y="39213"/>
                  <a:pt x="508755" y="43515"/>
                  <a:pt x="508755" y="48755"/>
                </a:cubicBezTo>
                <a:cubicBezTo>
                  <a:pt x="508755" y="54033"/>
                  <a:pt x="510431" y="58355"/>
                  <a:pt x="513783" y="61721"/>
                </a:cubicBezTo>
                <a:cubicBezTo>
                  <a:pt x="517134" y="65086"/>
                  <a:pt x="521473" y="66769"/>
                  <a:pt x="526797" y="66769"/>
                </a:cubicBezTo>
                <a:close/>
                <a:moveTo>
                  <a:pt x="579333" y="89983"/>
                </a:moveTo>
                <a:lnTo>
                  <a:pt x="593124" y="89983"/>
                </a:lnTo>
                <a:cubicBezTo>
                  <a:pt x="594579" y="89983"/>
                  <a:pt x="595671" y="90325"/>
                  <a:pt x="596399" y="91010"/>
                </a:cubicBezTo>
                <a:cubicBezTo>
                  <a:pt x="597127" y="91694"/>
                  <a:pt x="597491" y="92721"/>
                  <a:pt x="597491" y="94091"/>
                </a:cubicBezTo>
                <a:cubicBezTo>
                  <a:pt x="597491" y="95574"/>
                  <a:pt x="597136" y="96620"/>
                  <a:pt x="596428" y="97228"/>
                </a:cubicBezTo>
                <a:cubicBezTo>
                  <a:pt x="595719" y="97837"/>
                  <a:pt x="594464" y="98142"/>
                  <a:pt x="592664" y="98142"/>
                </a:cubicBezTo>
                <a:lnTo>
                  <a:pt x="567324" y="98142"/>
                </a:lnTo>
                <a:cubicBezTo>
                  <a:pt x="565792" y="98142"/>
                  <a:pt x="564633" y="97799"/>
                  <a:pt x="563848" y="97115"/>
                </a:cubicBezTo>
                <a:cubicBezTo>
                  <a:pt x="563062" y="96430"/>
                  <a:pt x="562670" y="95422"/>
                  <a:pt x="562670" y="94091"/>
                </a:cubicBezTo>
                <a:cubicBezTo>
                  <a:pt x="562670" y="92569"/>
                  <a:pt x="563158" y="91504"/>
                  <a:pt x="564135" y="90895"/>
                </a:cubicBezTo>
                <a:cubicBezTo>
                  <a:pt x="565112" y="90287"/>
                  <a:pt x="566922" y="89983"/>
                  <a:pt x="569565" y="89983"/>
                </a:cubicBezTo>
                <a:lnTo>
                  <a:pt x="570657" y="89983"/>
                </a:lnTo>
                <a:lnTo>
                  <a:pt x="570657" y="30224"/>
                </a:lnTo>
                <a:lnTo>
                  <a:pt x="569565" y="30224"/>
                </a:lnTo>
                <a:cubicBezTo>
                  <a:pt x="566922" y="30224"/>
                  <a:pt x="565112" y="29918"/>
                  <a:pt x="564135" y="29305"/>
                </a:cubicBezTo>
                <a:cubicBezTo>
                  <a:pt x="563158" y="28692"/>
                  <a:pt x="562670" y="27619"/>
                  <a:pt x="562670" y="26087"/>
                </a:cubicBezTo>
                <a:cubicBezTo>
                  <a:pt x="562670" y="24746"/>
                  <a:pt x="563062" y="23741"/>
                  <a:pt x="563848" y="23070"/>
                </a:cubicBezTo>
                <a:cubicBezTo>
                  <a:pt x="564633" y="22400"/>
                  <a:pt x="565792" y="22065"/>
                  <a:pt x="567324" y="22065"/>
                </a:cubicBezTo>
                <a:lnTo>
                  <a:pt x="576058" y="22065"/>
                </a:lnTo>
                <a:cubicBezTo>
                  <a:pt x="577207" y="22065"/>
                  <a:pt x="578040" y="22256"/>
                  <a:pt x="578557" y="22639"/>
                </a:cubicBezTo>
                <a:cubicBezTo>
                  <a:pt x="579075" y="23022"/>
                  <a:pt x="579333" y="23616"/>
                  <a:pt x="579333" y="24421"/>
                </a:cubicBezTo>
                <a:lnTo>
                  <a:pt x="579333" y="29994"/>
                </a:lnTo>
                <a:cubicBezTo>
                  <a:pt x="581938" y="27313"/>
                  <a:pt x="584821" y="25302"/>
                  <a:pt x="587981" y="23961"/>
                </a:cubicBezTo>
                <a:cubicBezTo>
                  <a:pt x="591141" y="22620"/>
                  <a:pt x="594541" y="21950"/>
                  <a:pt x="598180" y="21950"/>
                </a:cubicBezTo>
                <a:cubicBezTo>
                  <a:pt x="605880" y="21950"/>
                  <a:pt x="612315" y="24555"/>
                  <a:pt x="617487" y="29764"/>
                </a:cubicBezTo>
                <a:cubicBezTo>
                  <a:pt x="622658" y="34974"/>
                  <a:pt x="625244" y="41505"/>
                  <a:pt x="625244" y="49358"/>
                </a:cubicBezTo>
                <a:cubicBezTo>
                  <a:pt x="625244" y="56905"/>
                  <a:pt x="622792" y="63110"/>
                  <a:pt x="617889" y="67975"/>
                </a:cubicBezTo>
                <a:cubicBezTo>
                  <a:pt x="612986" y="72840"/>
                  <a:pt x="606722" y="75273"/>
                  <a:pt x="599099" y="75273"/>
                </a:cubicBezTo>
                <a:cubicBezTo>
                  <a:pt x="595039" y="75273"/>
                  <a:pt x="591304" y="74554"/>
                  <a:pt x="587895" y="73118"/>
                </a:cubicBezTo>
                <a:cubicBezTo>
                  <a:pt x="584485" y="71681"/>
                  <a:pt x="581632" y="69622"/>
                  <a:pt x="579333" y="66941"/>
                </a:cubicBezTo>
                <a:lnTo>
                  <a:pt x="579333" y="89983"/>
                </a:lnTo>
                <a:moveTo>
                  <a:pt x="597146" y="66769"/>
                </a:moveTo>
                <a:cubicBezTo>
                  <a:pt x="602470" y="66769"/>
                  <a:pt x="606837" y="65096"/>
                  <a:pt x="610247" y="61750"/>
                </a:cubicBezTo>
                <a:cubicBezTo>
                  <a:pt x="613656" y="58403"/>
                  <a:pt x="615361" y="54071"/>
                  <a:pt x="615361" y="48755"/>
                </a:cubicBezTo>
                <a:cubicBezTo>
                  <a:pt x="615361" y="43554"/>
                  <a:pt x="613646" y="39261"/>
                  <a:pt x="610218" y="35877"/>
                </a:cubicBezTo>
                <a:cubicBezTo>
                  <a:pt x="606789" y="32491"/>
                  <a:pt x="602432" y="30799"/>
                  <a:pt x="597146" y="30799"/>
                </a:cubicBezTo>
                <a:cubicBezTo>
                  <a:pt x="591859" y="30799"/>
                  <a:pt x="587531" y="32482"/>
                  <a:pt x="584160" y="35848"/>
                </a:cubicBezTo>
                <a:cubicBezTo>
                  <a:pt x="580789" y="39213"/>
                  <a:pt x="579103" y="43515"/>
                  <a:pt x="579103" y="48755"/>
                </a:cubicBezTo>
                <a:cubicBezTo>
                  <a:pt x="579103" y="54033"/>
                  <a:pt x="580779" y="58355"/>
                  <a:pt x="584131" y="61721"/>
                </a:cubicBezTo>
                <a:cubicBezTo>
                  <a:pt x="587483" y="65086"/>
                  <a:pt x="591821" y="66769"/>
                  <a:pt x="597146" y="66769"/>
                </a:cubicBezTo>
                <a:close/>
                <a:moveTo>
                  <a:pt x="660656" y="8159"/>
                </a:moveTo>
                <a:lnTo>
                  <a:pt x="650887" y="8159"/>
                </a:lnTo>
                <a:cubicBezTo>
                  <a:pt x="647172" y="8159"/>
                  <a:pt x="644845" y="7867"/>
                  <a:pt x="643906" y="7281"/>
                </a:cubicBezTo>
                <a:cubicBezTo>
                  <a:pt x="642968" y="6696"/>
                  <a:pt x="642498" y="5629"/>
                  <a:pt x="642498" y="4080"/>
                </a:cubicBezTo>
                <a:cubicBezTo>
                  <a:pt x="642498" y="2720"/>
                  <a:pt x="642891" y="1700"/>
                  <a:pt x="643676" y="1020"/>
                </a:cubicBezTo>
                <a:cubicBezTo>
                  <a:pt x="644461" y="340"/>
                  <a:pt x="645601" y="0"/>
                  <a:pt x="647095" y="0"/>
                </a:cubicBezTo>
                <a:lnTo>
                  <a:pt x="666057" y="0"/>
                </a:lnTo>
                <a:cubicBezTo>
                  <a:pt x="667091" y="0"/>
                  <a:pt x="667896" y="211"/>
                  <a:pt x="668470" y="632"/>
                </a:cubicBezTo>
                <a:cubicBezTo>
                  <a:pt x="669045" y="1052"/>
                  <a:pt x="669332" y="1626"/>
                  <a:pt x="669332" y="2352"/>
                </a:cubicBezTo>
                <a:lnTo>
                  <a:pt x="669332" y="66998"/>
                </a:lnTo>
                <a:lnTo>
                  <a:pt x="687375" y="66998"/>
                </a:lnTo>
                <a:cubicBezTo>
                  <a:pt x="688830" y="66998"/>
                  <a:pt x="689893" y="67317"/>
                  <a:pt x="690564" y="67954"/>
                </a:cubicBezTo>
                <a:cubicBezTo>
                  <a:pt x="691234" y="68589"/>
                  <a:pt x="691569" y="69602"/>
                  <a:pt x="691569" y="70992"/>
                </a:cubicBezTo>
                <a:cubicBezTo>
                  <a:pt x="691569" y="72573"/>
                  <a:pt x="691244" y="73663"/>
                  <a:pt x="690592" y="74262"/>
                </a:cubicBezTo>
                <a:cubicBezTo>
                  <a:pt x="689941" y="74859"/>
                  <a:pt x="688715" y="75158"/>
                  <a:pt x="686915" y="75158"/>
                </a:cubicBezTo>
                <a:lnTo>
                  <a:pt x="644509" y="75158"/>
                </a:lnTo>
                <a:cubicBezTo>
                  <a:pt x="643015" y="75158"/>
                  <a:pt x="641876" y="74811"/>
                  <a:pt x="641090" y="74116"/>
                </a:cubicBezTo>
                <a:cubicBezTo>
                  <a:pt x="640305" y="73422"/>
                  <a:pt x="639913" y="72381"/>
                  <a:pt x="639913" y="70992"/>
                </a:cubicBezTo>
                <a:cubicBezTo>
                  <a:pt x="639913" y="69642"/>
                  <a:pt x="640315" y="68638"/>
                  <a:pt x="641119" y="67982"/>
                </a:cubicBezTo>
                <a:cubicBezTo>
                  <a:pt x="641924" y="67326"/>
                  <a:pt x="643130" y="66998"/>
                  <a:pt x="644739" y="66998"/>
                </a:cubicBezTo>
                <a:lnTo>
                  <a:pt x="660656" y="66998"/>
                </a:lnTo>
                <a:lnTo>
                  <a:pt x="660656" y="8159"/>
                </a:lnTo>
                <a:close/>
                <a:moveTo>
                  <a:pt x="715432" y="51139"/>
                </a:moveTo>
                <a:cubicBezTo>
                  <a:pt x="715739" y="56674"/>
                  <a:pt x="717606" y="60950"/>
                  <a:pt x="721035" y="63967"/>
                </a:cubicBezTo>
                <a:cubicBezTo>
                  <a:pt x="724463" y="66984"/>
                  <a:pt x="729146" y="68492"/>
                  <a:pt x="735084" y="68492"/>
                </a:cubicBezTo>
                <a:cubicBezTo>
                  <a:pt x="739565" y="68492"/>
                  <a:pt x="744450" y="67295"/>
                  <a:pt x="749736" y="64901"/>
                </a:cubicBezTo>
                <a:cubicBezTo>
                  <a:pt x="755022" y="62507"/>
                  <a:pt x="758221" y="61310"/>
                  <a:pt x="759332" y="61310"/>
                </a:cubicBezTo>
                <a:cubicBezTo>
                  <a:pt x="760481" y="61310"/>
                  <a:pt x="761439" y="61674"/>
                  <a:pt x="762205" y="62402"/>
                </a:cubicBezTo>
                <a:cubicBezTo>
                  <a:pt x="762971" y="63129"/>
                  <a:pt x="763354" y="64030"/>
                  <a:pt x="763354" y="65102"/>
                </a:cubicBezTo>
                <a:cubicBezTo>
                  <a:pt x="763354" y="66213"/>
                  <a:pt x="762952" y="67228"/>
                  <a:pt x="762147" y="68148"/>
                </a:cubicBezTo>
                <a:cubicBezTo>
                  <a:pt x="761343" y="69067"/>
                  <a:pt x="760060" y="69967"/>
                  <a:pt x="758297" y="70848"/>
                </a:cubicBezTo>
                <a:cubicBezTo>
                  <a:pt x="754467" y="72725"/>
                  <a:pt x="750512" y="74162"/>
                  <a:pt x="746432" y="75158"/>
                </a:cubicBezTo>
                <a:cubicBezTo>
                  <a:pt x="742352" y="76154"/>
                  <a:pt x="738301" y="76652"/>
                  <a:pt x="734279" y="76652"/>
                </a:cubicBezTo>
                <a:cubicBezTo>
                  <a:pt x="725545" y="76652"/>
                  <a:pt x="718554" y="74131"/>
                  <a:pt x="713306" y="69089"/>
                </a:cubicBezTo>
                <a:cubicBezTo>
                  <a:pt x="708058" y="64045"/>
                  <a:pt x="705434" y="57363"/>
                  <a:pt x="705434" y="49042"/>
                </a:cubicBezTo>
                <a:cubicBezTo>
                  <a:pt x="705434" y="40568"/>
                  <a:pt x="708211" y="33705"/>
                  <a:pt x="713766" y="28452"/>
                </a:cubicBezTo>
                <a:cubicBezTo>
                  <a:pt x="719320" y="23198"/>
                  <a:pt x="726560" y="20571"/>
                  <a:pt x="735486" y="20571"/>
                </a:cubicBezTo>
                <a:cubicBezTo>
                  <a:pt x="743568" y="20571"/>
                  <a:pt x="750272" y="23022"/>
                  <a:pt x="755597" y="27926"/>
                </a:cubicBezTo>
                <a:cubicBezTo>
                  <a:pt x="760921" y="32829"/>
                  <a:pt x="763584" y="38766"/>
                  <a:pt x="763584" y="45738"/>
                </a:cubicBezTo>
                <a:cubicBezTo>
                  <a:pt x="763584" y="47883"/>
                  <a:pt x="763134" y="49320"/>
                  <a:pt x="762233" y="50048"/>
                </a:cubicBezTo>
                <a:cubicBezTo>
                  <a:pt x="761333" y="50776"/>
                  <a:pt x="758891" y="51139"/>
                  <a:pt x="754907" y="51139"/>
                </a:cubicBezTo>
                <a:lnTo>
                  <a:pt x="754045" y="51139"/>
                </a:lnTo>
                <a:lnTo>
                  <a:pt x="715432" y="51139"/>
                </a:lnTo>
                <a:moveTo>
                  <a:pt x="715719" y="43555"/>
                </a:moveTo>
                <a:lnTo>
                  <a:pt x="753126" y="43555"/>
                </a:lnTo>
                <a:cubicBezTo>
                  <a:pt x="752551" y="39031"/>
                  <a:pt x="750646" y="35391"/>
                  <a:pt x="747409" y="32636"/>
                </a:cubicBezTo>
                <a:cubicBezTo>
                  <a:pt x="744172" y="29879"/>
                  <a:pt x="740197" y="28500"/>
                  <a:pt x="735486" y="28500"/>
                </a:cubicBezTo>
                <a:cubicBezTo>
                  <a:pt x="730391" y="28500"/>
                  <a:pt x="726101" y="29831"/>
                  <a:pt x="722615" y="32492"/>
                </a:cubicBezTo>
                <a:cubicBezTo>
                  <a:pt x="719129" y="35153"/>
                  <a:pt x="716830" y="38841"/>
                  <a:pt x="715719" y="435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Belief:In(apple,fridge)">
            <a:extLst xmlns:a="http://schemas.openxmlformats.org/drawingml/2006/main">
              <a:ext uri="{FF2B5EF4-FFF2-40B4-BE49-F238E27FC236}">
                <a16:creationId xmlns:a16="http://schemas.microsoft.com/office/drawing/2014/main" id="{FD6E83F7-CBF0-4FB9-A1E5-FEB43FBE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733" y="3275544"/>
            <a:ext cx="1730472" cy="102164"/>
          </a:xfrm>
          <a:custGeom xmlns:a="http://schemas.openxmlformats.org/drawingml/2006/main">
            <a:pathLst>
              <a:path w="1730472" h="102164">
                <a:moveTo>
                  <a:pt x="18215" y="70906"/>
                </a:moveTo>
                <a:lnTo>
                  <a:pt x="30971" y="70906"/>
                </a:lnTo>
                <a:cubicBezTo>
                  <a:pt x="38173" y="70906"/>
                  <a:pt x="43248" y="70001"/>
                  <a:pt x="46198" y="68191"/>
                </a:cubicBezTo>
                <a:cubicBezTo>
                  <a:pt x="49148" y="66380"/>
                  <a:pt x="50622" y="63377"/>
                  <a:pt x="50622" y="59184"/>
                </a:cubicBezTo>
                <a:cubicBezTo>
                  <a:pt x="50622" y="54952"/>
                  <a:pt x="49215" y="51941"/>
                  <a:pt x="46399" y="50150"/>
                </a:cubicBezTo>
                <a:cubicBezTo>
                  <a:pt x="43583" y="48358"/>
                  <a:pt x="38632" y="47462"/>
                  <a:pt x="31546" y="47462"/>
                </a:cubicBezTo>
                <a:lnTo>
                  <a:pt x="18215" y="47462"/>
                </a:lnTo>
                <a:lnTo>
                  <a:pt x="18215" y="70906"/>
                </a:lnTo>
                <a:moveTo>
                  <a:pt x="18215" y="40337"/>
                </a:moveTo>
                <a:lnTo>
                  <a:pt x="30224" y="40337"/>
                </a:lnTo>
                <a:cubicBezTo>
                  <a:pt x="35664" y="40337"/>
                  <a:pt x="39695" y="39470"/>
                  <a:pt x="42319" y="37737"/>
                </a:cubicBezTo>
                <a:cubicBezTo>
                  <a:pt x="44943" y="36004"/>
                  <a:pt x="46255" y="33327"/>
                  <a:pt x="46255" y="29707"/>
                </a:cubicBezTo>
                <a:cubicBezTo>
                  <a:pt x="46255" y="26280"/>
                  <a:pt x="45068" y="23651"/>
                  <a:pt x="42693" y="21822"/>
                </a:cubicBezTo>
                <a:cubicBezTo>
                  <a:pt x="40318" y="19992"/>
                  <a:pt x="36909" y="19077"/>
                  <a:pt x="32465" y="19077"/>
                </a:cubicBezTo>
                <a:lnTo>
                  <a:pt x="18215" y="19077"/>
                </a:lnTo>
                <a:lnTo>
                  <a:pt x="18215" y="40337"/>
                </a:lnTo>
                <a:moveTo>
                  <a:pt x="29764" y="79065"/>
                </a:moveTo>
                <a:lnTo>
                  <a:pt x="4022" y="79065"/>
                </a:lnTo>
                <a:cubicBezTo>
                  <a:pt x="2681" y="79065"/>
                  <a:pt x="1676" y="78718"/>
                  <a:pt x="1006" y="78024"/>
                </a:cubicBezTo>
                <a:cubicBezTo>
                  <a:pt x="335" y="77329"/>
                  <a:pt x="0" y="76288"/>
                  <a:pt x="0" y="74899"/>
                </a:cubicBezTo>
                <a:cubicBezTo>
                  <a:pt x="0" y="73356"/>
                  <a:pt x="421" y="72305"/>
                  <a:pt x="1264" y="71746"/>
                </a:cubicBezTo>
                <a:cubicBezTo>
                  <a:pt x="2107" y="71186"/>
                  <a:pt x="4118" y="70906"/>
                  <a:pt x="7297" y="70906"/>
                </a:cubicBezTo>
                <a:lnTo>
                  <a:pt x="9194" y="70906"/>
                </a:lnTo>
                <a:lnTo>
                  <a:pt x="9194" y="19077"/>
                </a:lnTo>
                <a:lnTo>
                  <a:pt x="7297" y="19077"/>
                </a:lnTo>
                <a:cubicBezTo>
                  <a:pt x="4348" y="19077"/>
                  <a:pt x="2452" y="18784"/>
                  <a:pt x="1609" y="18199"/>
                </a:cubicBezTo>
                <a:cubicBezTo>
                  <a:pt x="766" y="17613"/>
                  <a:pt x="345" y="16546"/>
                  <a:pt x="345" y="14997"/>
                </a:cubicBezTo>
                <a:cubicBezTo>
                  <a:pt x="345" y="13675"/>
                  <a:pt x="690" y="12665"/>
                  <a:pt x="1379" y="11966"/>
                </a:cubicBezTo>
                <a:cubicBezTo>
                  <a:pt x="2069" y="11267"/>
                  <a:pt x="3065" y="10917"/>
                  <a:pt x="4367" y="10917"/>
                </a:cubicBezTo>
                <a:lnTo>
                  <a:pt x="31201" y="10917"/>
                </a:lnTo>
                <a:cubicBezTo>
                  <a:pt x="39322" y="10917"/>
                  <a:pt x="45508" y="12499"/>
                  <a:pt x="49760" y="15661"/>
                </a:cubicBezTo>
                <a:cubicBezTo>
                  <a:pt x="54012" y="18824"/>
                  <a:pt x="56139" y="23414"/>
                  <a:pt x="56139" y="29432"/>
                </a:cubicBezTo>
                <a:cubicBezTo>
                  <a:pt x="56139" y="32461"/>
                  <a:pt x="55487" y="35106"/>
                  <a:pt x="54185" y="37367"/>
                </a:cubicBezTo>
                <a:cubicBezTo>
                  <a:pt x="52882" y="39628"/>
                  <a:pt x="50948" y="41487"/>
                  <a:pt x="48381" y="42944"/>
                </a:cubicBezTo>
                <a:cubicBezTo>
                  <a:pt x="52519" y="44437"/>
                  <a:pt x="55593" y="46524"/>
                  <a:pt x="57604" y="49204"/>
                </a:cubicBezTo>
                <a:cubicBezTo>
                  <a:pt x="59615" y="51884"/>
                  <a:pt x="60620" y="55292"/>
                  <a:pt x="60620" y="59426"/>
                </a:cubicBezTo>
                <a:cubicBezTo>
                  <a:pt x="60620" y="62910"/>
                  <a:pt x="59758" y="66087"/>
                  <a:pt x="58035" y="68959"/>
                </a:cubicBezTo>
                <a:cubicBezTo>
                  <a:pt x="56311" y="71830"/>
                  <a:pt x="53878" y="74184"/>
                  <a:pt x="50737" y="76022"/>
                </a:cubicBezTo>
                <a:cubicBezTo>
                  <a:pt x="48860" y="77093"/>
                  <a:pt x="46773" y="77868"/>
                  <a:pt x="44474" y="78347"/>
                </a:cubicBezTo>
                <a:cubicBezTo>
                  <a:pt x="42176" y="78826"/>
                  <a:pt x="38920" y="79065"/>
                  <a:pt x="34706" y="79065"/>
                </a:cubicBezTo>
                <a:lnTo>
                  <a:pt x="29764" y="79065"/>
                </a:lnTo>
                <a:close/>
                <a:moveTo>
                  <a:pt x="81381" y="55047"/>
                </a:moveTo>
                <a:cubicBezTo>
                  <a:pt x="81687" y="60581"/>
                  <a:pt x="83554" y="64857"/>
                  <a:pt x="86983" y="67875"/>
                </a:cubicBezTo>
                <a:cubicBezTo>
                  <a:pt x="90411" y="70891"/>
                  <a:pt x="95094" y="72400"/>
                  <a:pt x="101032" y="72400"/>
                </a:cubicBezTo>
                <a:cubicBezTo>
                  <a:pt x="105514" y="72400"/>
                  <a:pt x="110398" y="71203"/>
                  <a:pt x="115684" y="68808"/>
                </a:cubicBezTo>
                <a:cubicBezTo>
                  <a:pt x="120971" y="66414"/>
                  <a:pt x="124169" y="65217"/>
                  <a:pt x="125280" y="65217"/>
                </a:cubicBezTo>
                <a:cubicBezTo>
                  <a:pt x="126429" y="65217"/>
                  <a:pt x="127387" y="65581"/>
                  <a:pt x="128153" y="66309"/>
                </a:cubicBezTo>
                <a:cubicBezTo>
                  <a:pt x="128919" y="67037"/>
                  <a:pt x="129302" y="67937"/>
                  <a:pt x="129302" y="69010"/>
                </a:cubicBezTo>
                <a:cubicBezTo>
                  <a:pt x="129302" y="70120"/>
                  <a:pt x="128900" y="71136"/>
                  <a:pt x="128096" y="72055"/>
                </a:cubicBezTo>
                <a:cubicBezTo>
                  <a:pt x="127291" y="72974"/>
                  <a:pt x="126008" y="73875"/>
                  <a:pt x="124246" y="74756"/>
                </a:cubicBezTo>
                <a:cubicBezTo>
                  <a:pt x="120415" y="76633"/>
                  <a:pt x="116460" y="78069"/>
                  <a:pt x="112380" y="79065"/>
                </a:cubicBezTo>
                <a:cubicBezTo>
                  <a:pt x="108301" y="80061"/>
                  <a:pt x="104250" y="80559"/>
                  <a:pt x="100227" y="80559"/>
                </a:cubicBezTo>
                <a:cubicBezTo>
                  <a:pt x="91494" y="80559"/>
                  <a:pt x="84503" y="78038"/>
                  <a:pt x="79255" y="72996"/>
                </a:cubicBezTo>
                <a:cubicBezTo>
                  <a:pt x="74007" y="67953"/>
                  <a:pt x="71383" y="61270"/>
                  <a:pt x="71383" y="52949"/>
                </a:cubicBezTo>
                <a:cubicBezTo>
                  <a:pt x="71383" y="44475"/>
                  <a:pt x="74160" y="37612"/>
                  <a:pt x="79714" y="32359"/>
                </a:cubicBezTo>
                <a:cubicBezTo>
                  <a:pt x="85269" y="27105"/>
                  <a:pt x="92509" y="24478"/>
                  <a:pt x="101434" y="24478"/>
                </a:cubicBezTo>
                <a:cubicBezTo>
                  <a:pt x="109517" y="24478"/>
                  <a:pt x="116221" y="26930"/>
                  <a:pt x="121545" y="31833"/>
                </a:cubicBezTo>
                <a:cubicBezTo>
                  <a:pt x="126870" y="36736"/>
                  <a:pt x="129532" y="42674"/>
                  <a:pt x="129532" y="49646"/>
                </a:cubicBezTo>
                <a:cubicBezTo>
                  <a:pt x="129532" y="51791"/>
                  <a:pt x="129082" y="53227"/>
                  <a:pt x="128182" y="53955"/>
                </a:cubicBezTo>
                <a:cubicBezTo>
                  <a:pt x="127282" y="54683"/>
                  <a:pt x="124840" y="55047"/>
                  <a:pt x="120856" y="55047"/>
                </a:cubicBezTo>
                <a:lnTo>
                  <a:pt x="119994" y="55047"/>
                </a:lnTo>
                <a:lnTo>
                  <a:pt x="81381" y="55047"/>
                </a:lnTo>
                <a:moveTo>
                  <a:pt x="81668" y="47462"/>
                </a:moveTo>
                <a:lnTo>
                  <a:pt x="119074" y="47462"/>
                </a:lnTo>
                <a:cubicBezTo>
                  <a:pt x="118500" y="42938"/>
                  <a:pt x="116594" y="39299"/>
                  <a:pt x="113357" y="36543"/>
                </a:cubicBezTo>
                <a:cubicBezTo>
                  <a:pt x="110120" y="33786"/>
                  <a:pt x="106146" y="32407"/>
                  <a:pt x="101434" y="32407"/>
                </a:cubicBezTo>
                <a:cubicBezTo>
                  <a:pt x="96339" y="32407"/>
                  <a:pt x="92049" y="33738"/>
                  <a:pt x="88563" y="36399"/>
                </a:cubicBezTo>
                <a:cubicBezTo>
                  <a:pt x="85077" y="39060"/>
                  <a:pt x="82779" y="42748"/>
                  <a:pt x="81668" y="47462"/>
                </a:cubicBezTo>
                <a:close/>
                <a:moveTo>
                  <a:pt x="167299" y="12067"/>
                </a:moveTo>
                <a:lnTo>
                  <a:pt x="157531" y="12067"/>
                </a:lnTo>
                <a:cubicBezTo>
                  <a:pt x="153815" y="12067"/>
                  <a:pt x="151488" y="11774"/>
                  <a:pt x="150549" y="11189"/>
                </a:cubicBezTo>
                <a:cubicBezTo>
                  <a:pt x="149611" y="10603"/>
                  <a:pt x="149142" y="9536"/>
                  <a:pt x="149142" y="7987"/>
                </a:cubicBezTo>
                <a:cubicBezTo>
                  <a:pt x="149142" y="6627"/>
                  <a:pt x="149534" y="5607"/>
                  <a:pt x="150320" y="4927"/>
                </a:cubicBezTo>
                <a:cubicBezTo>
                  <a:pt x="151105" y="4247"/>
                  <a:pt x="152244" y="3907"/>
                  <a:pt x="153738" y="3907"/>
                </a:cubicBezTo>
                <a:lnTo>
                  <a:pt x="172700" y="3907"/>
                </a:lnTo>
                <a:cubicBezTo>
                  <a:pt x="173735" y="3907"/>
                  <a:pt x="174539" y="4118"/>
                  <a:pt x="175114" y="4539"/>
                </a:cubicBezTo>
                <a:cubicBezTo>
                  <a:pt x="175688" y="4960"/>
                  <a:pt x="175976" y="5533"/>
                  <a:pt x="175976" y="6260"/>
                </a:cubicBezTo>
                <a:lnTo>
                  <a:pt x="175976" y="70906"/>
                </a:lnTo>
                <a:lnTo>
                  <a:pt x="194018" y="70906"/>
                </a:lnTo>
                <a:cubicBezTo>
                  <a:pt x="195474" y="70906"/>
                  <a:pt x="196537" y="71224"/>
                  <a:pt x="197207" y="71861"/>
                </a:cubicBezTo>
                <a:cubicBezTo>
                  <a:pt x="197877" y="72497"/>
                  <a:pt x="198213" y="73509"/>
                  <a:pt x="198213" y="74899"/>
                </a:cubicBezTo>
                <a:cubicBezTo>
                  <a:pt x="198213" y="76481"/>
                  <a:pt x="197887" y="77571"/>
                  <a:pt x="197236" y="78169"/>
                </a:cubicBezTo>
                <a:cubicBezTo>
                  <a:pt x="196585" y="78766"/>
                  <a:pt x="195359" y="79065"/>
                  <a:pt x="193558" y="79065"/>
                </a:cubicBezTo>
                <a:lnTo>
                  <a:pt x="151153" y="79065"/>
                </a:lnTo>
                <a:cubicBezTo>
                  <a:pt x="149659" y="79065"/>
                  <a:pt x="148519" y="78718"/>
                  <a:pt x="147734" y="78024"/>
                </a:cubicBezTo>
                <a:cubicBezTo>
                  <a:pt x="146949" y="77329"/>
                  <a:pt x="146556" y="76288"/>
                  <a:pt x="146556" y="74899"/>
                </a:cubicBezTo>
                <a:cubicBezTo>
                  <a:pt x="146556" y="73549"/>
                  <a:pt x="146958" y="72546"/>
                  <a:pt x="147763" y="71890"/>
                </a:cubicBezTo>
                <a:cubicBezTo>
                  <a:pt x="148567" y="71234"/>
                  <a:pt x="149774" y="70906"/>
                  <a:pt x="151383" y="70906"/>
                </a:cubicBezTo>
                <a:lnTo>
                  <a:pt x="167299" y="70906"/>
                </a:lnTo>
                <a:lnTo>
                  <a:pt x="167299" y="12067"/>
                </a:lnTo>
                <a:close/>
                <a:moveTo>
                  <a:pt x="236211" y="9423"/>
                </a:moveTo>
                <a:cubicBezTo>
                  <a:pt x="236211" y="5286"/>
                  <a:pt x="236585" y="2681"/>
                  <a:pt x="237332" y="1609"/>
                </a:cubicBezTo>
                <a:cubicBezTo>
                  <a:pt x="238079" y="536"/>
                  <a:pt x="239678" y="0"/>
                  <a:pt x="242130" y="0"/>
                </a:cubicBezTo>
                <a:cubicBezTo>
                  <a:pt x="244505" y="0"/>
                  <a:pt x="246075" y="450"/>
                  <a:pt x="246841" y="1350"/>
                </a:cubicBezTo>
                <a:cubicBezTo>
                  <a:pt x="247608" y="2251"/>
                  <a:pt x="247991" y="4386"/>
                  <a:pt x="247991" y="7757"/>
                </a:cubicBezTo>
                <a:cubicBezTo>
                  <a:pt x="247991" y="11051"/>
                  <a:pt x="247636" y="13091"/>
                  <a:pt x="246928" y="13877"/>
                </a:cubicBezTo>
                <a:cubicBezTo>
                  <a:pt x="246219" y="14662"/>
                  <a:pt x="244620" y="15055"/>
                  <a:pt x="242130" y="15055"/>
                </a:cubicBezTo>
                <a:cubicBezTo>
                  <a:pt x="239678" y="15055"/>
                  <a:pt x="238079" y="14691"/>
                  <a:pt x="237332" y="13963"/>
                </a:cubicBezTo>
                <a:cubicBezTo>
                  <a:pt x="236585" y="13235"/>
                  <a:pt x="236211" y="11722"/>
                  <a:pt x="236211" y="9423"/>
                </a:cubicBezTo>
                <a:moveTo>
                  <a:pt x="246841" y="70906"/>
                </a:moveTo>
                <a:lnTo>
                  <a:pt x="265286" y="70906"/>
                </a:lnTo>
                <a:cubicBezTo>
                  <a:pt x="266780" y="70906"/>
                  <a:pt x="267881" y="71224"/>
                  <a:pt x="268590" y="71861"/>
                </a:cubicBezTo>
                <a:cubicBezTo>
                  <a:pt x="269299" y="72497"/>
                  <a:pt x="269653" y="73509"/>
                  <a:pt x="269653" y="74899"/>
                </a:cubicBezTo>
                <a:cubicBezTo>
                  <a:pt x="269653" y="76481"/>
                  <a:pt x="269318" y="77571"/>
                  <a:pt x="268648" y="78169"/>
                </a:cubicBezTo>
                <a:cubicBezTo>
                  <a:pt x="267977" y="78766"/>
                  <a:pt x="266742" y="79065"/>
                  <a:pt x="264941" y="79065"/>
                </a:cubicBezTo>
                <a:lnTo>
                  <a:pt x="220352" y="79065"/>
                </a:lnTo>
                <a:cubicBezTo>
                  <a:pt x="218820" y="79065"/>
                  <a:pt x="217671" y="78718"/>
                  <a:pt x="216905" y="78024"/>
                </a:cubicBezTo>
                <a:cubicBezTo>
                  <a:pt x="216139" y="77329"/>
                  <a:pt x="215756" y="76288"/>
                  <a:pt x="215756" y="74899"/>
                </a:cubicBezTo>
                <a:cubicBezTo>
                  <a:pt x="215756" y="73549"/>
                  <a:pt x="216158" y="72546"/>
                  <a:pt x="216962" y="71890"/>
                </a:cubicBezTo>
                <a:cubicBezTo>
                  <a:pt x="217767" y="71234"/>
                  <a:pt x="218973" y="70906"/>
                  <a:pt x="220582" y="70906"/>
                </a:cubicBezTo>
                <a:lnTo>
                  <a:pt x="238108" y="70906"/>
                </a:lnTo>
                <a:lnTo>
                  <a:pt x="238108" y="34131"/>
                </a:lnTo>
                <a:lnTo>
                  <a:pt x="226903" y="34131"/>
                </a:lnTo>
                <a:cubicBezTo>
                  <a:pt x="225332" y="34131"/>
                  <a:pt x="224135" y="33777"/>
                  <a:pt x="223312" y="33068"/>
                </a:cubicBezTo>
                <a:cubicBezTo>
                  <a:pt x="222488" y="32360"/>
                  <a:pt x="222076" y="31335"/>
                  <a:pt x="222076" y="29994"/>
                </a:cubicBezTo>
                <a:cubicBezTo>
                  <a:pt x="222076" y="28653"/>
                  <a:pt x="222459" y="27648"/>
                  <a:pt x="223225" y="26978"/>
                </a:cubicBezTo>
                <a:cubicBezTo>
                  <a:pt x="223991" y="26307"/>
                  <a:pt x="225141" y="25972"/>
                  <a:pt x="226673" y="25972"/>
                </a:cubicBezTo>
                <a:lnTo>
                  <a:pt x="243509" y="25972"/>
                </a:lnTo>
                <a:cubicBezTo>
                  <a:pt x="244543" y="25972"/>
                  <a:pt x="245357" y="26183"/>
                  <a:pt x="245951" y="26604"/>
                </a:cubicBezTo>
                <a:cubicBezTo>
                  <a:pt x="246545" y="27024"/>
                  <a:pt x="246841" y="27598"/>
                  <a:pt x="246841" y="28324"/>
                </a:cubicBezTo>
                <a:lnTo>
                  <a:pt x="246841" y="70906"/>
                </a:lnTo>
                <a:close/>
                <a:moveTo>
                  <a:pt x="292425" y="55047"/>
                </a:moveTo>
                <a:cubicBezTo>
                  <a:pt x="292731" y="60581"/>
                  <a:pt x="294599" y="64857"/>
                  <a:pt x="298027" y="67875"/>
                </a:cubicBezTo>
                <a:cubicBezTo>
                  <a:pt x="301455" y="70891"/>
                  <a:pt x="306138" y="72400"/>
                  <a:pt x="312076" y="72400"/>
                </a:cubicBezTo>
                <a:cubicBezTo>
                  <a:pt x="316558" y="72400"/>
                  <a:pt x="321442" y="71203"/>
                  <a:pt x="326728" y="68808"/>
                </a:cubicBezTo>
                <a:cubicBezTo>
                  <a:pt x="332015" y="66414"/>
                  <a:pt x="335213" y="65217"/>
                  <a:pt x="336324" y="65217"/>
                </a:cubicBezTo>
                <a:cubicBezTo>
                  <a:pt x="337473" y="65217"/>
                  <a:pt x="338431" y="65581"/>
                  <a:pt x="339197" y="66309"/>
                </a:cubicBezTo>
                <a:cubicBezTo>
                  <a:pt x="339963" y="67037"/>
                  <a:pt x="340346" y="67937"/>
                  <a:pt x="340346" y="69010"/>
                </a:cubicBezTo>
                <a:cubicBezTo>
                  <a:pt x="340346" y="70120"/>
                  <a:pt x="339944" y="71136"/>
                  <a:pt x="339140" y="72055"/>
                </a:cubicBezTo>
                <a:cubicBezTo>
                  <a:pt x="338335" y="72974"/>
                  <a:pt x="337052" y="73875"/>
                  <a:pt x="335290" y="74756"/>
                </a:cubicBezTo>
                <a:cubicBezTo>
                  <a:pt x="331459" y="76633"/>
                  <a:pt x="327504" y="78069"/>
                  <a:pt x="323424" y="79065"/>
                </a:cubicBezTo>
                <a:cubicBezTo>
                  <a:pt x="319345" y="80061"/>
                  <a:pt x="315294" y="80559"/>
                  <a:pt x="311272" y="80559"/>
                </a:cubicBezTo>
                <a:cubicBezTo>
                  <a:pt x="302538" y="80559"/>
                  <a:pt x="295547" y="78038"/>
                  <a:pt x="290299" y="72996"/>
                </a:cubicBezTo>
                <a:cubicBezTo>
                  <a:pt x="285051" y="67953"/>
                  <a:pt x="282427" y="61270"/>
                  <a:pt x="282427" y="52949"/>
                </a:cubicBezTo>
                <a:cubicBezTo>
                  <a:pt x="282427" y="44475"/>
                  <a:pt x="285204" y="37612"/>
                  <a:pt x="290758" y="32359"/>
                </a:cubicBezTo>
                <a:cubicBezTo>
                  <a:pt x="296313" y="27105"/>
                  <a:pt x="303553" y="24478"/>
                  <a:pt x="312478" y="24478"/>
                </a:cubicBezTo>
                <a:cubicBezTo>
                  <a:pt x="320561" y="24478"/>
                  <a:pt x="327265" y="26930"/>
                  <a:pt x="332589" y="31833"/>
                </a:cubicBezTo>
                <a:cubicBezTo>
                  <a:pt x="337914" y="36736"/>
                  <a:pt x="340576" y="42674"/>
                  <a:pt x="340576" y="49646"/>
                </a:cubicBezTo>
                <a:cubicBezTo>
                  <a:pt x="340576" y="51791"/>
                  <a:pt x="340126" y="53227"/>
                  <a:pt x="339226" y="53955"/>
                </a:cubicBezTo>
                <a:cubicBezTo>
                  <a:pt x="338326" y="54683"/>
                  <a:pt x="335884" y="55047"/>
                  <a:pt x="331900" y="55047"/>
                </a:cubicBezTo>
                <a:lnTo>
                  <a:pt x="331038" y="55047"/>
                </a:lnTo>
                <a:lnTo>
                  <a:pt x="292425" y="55047"/>
                </a:lnTo>
                <a:moveTo>
                  <a:pt x="292712" y="47462"/>
                </a:moveTo>
                <a:lnTo>
                  <a:pt x="330118" y="47462"/>
                </a:lnTo>
                <a:cubicBezTo>
                  <a:pt x="329544" y="42938"/>
                  <a:pt x="327638" y="39299"/>
                  <a:pt x="324401" y="36543"/>
                </a:cubicBezTo>
                <a:cubicBezTo>
                  <a:pt x="321164" y="33786"/>
                  <a:pt x="317190" y="32407"/>
                  <a:pt x="312478" y="32407"/>
                </a:cubicBezTo>
                <a:cubicBezTo>
                  <a:pt x="307383" y="32407"/>
                  <a:pt x="303093" y="33738"/>
                  <a:pt x="299607" y="36399"/>
                </a:cubicBezTo>
                <a:cubicBezTo>
                  <a:pt x="296121" y="39060"/>
                  <a:pt x="293823" y="42748"/>
                  <a:pt x="292712" y="47462"/>
                </a:cubicBezTo>
                <a:close/>
                <a:moveTo>
                  <a:pt x="399892" y="70906"/>
                </a:moveTo>
                <a:cubicBezTo>
                  <a:pt x="401463" y="70906"/>
                  <a:pt x="402660" y="71248"/>
                  <a:pt x="403483" y="71933"/>
                </a:cubicBezTo>
                <a:cubicBezTo>
                  <a:pt x="404307" y="72618"/>
                  <a:pt x="404719" y="73626"/>
                  <a:pt x="404719" y="74957"/>
                </a:cubicBezTo>
                <a:cubicBezTo>
                  <a:pt x="404719" y="76326"/>
                  <a:pt x="404326" y="77353"/>
                  <a:pt x="403541" y="78038"/>
                </a:cubicBezTo>
                <a:cubicBezTo>
                  <a:pt x="402756" y="78723"/>
                  <a:pt x="401616" y="79065"/>
                  <a:pt x="400122" y="79065"/>
                </a:cubicBezTo>
                <a:lnTo>
                  <a:pt x="362543" y="79065"/>
                </a:lnTo>
                <a:cubicBezTo>
                  <a:pt x="360972" y="79065"/>
                  <a:pt x="359775" y="78723"/>
                  <a:pt x="358952" y="78038"/>
                </a:cubicBezTo>
                <a:cubicBezTo>
                  <a:pt x="358128" y="77353"/>
                  <a:pt x="357716" y="76326"/>
                  <a:pt x="357716" y="74957"/>
                </a:cubicBezTo>
                <a:cubicBezTo>
                  <a:pt x="357716" y="73626"/>
                  <a:pt x="358109" y="72618"/>
                  <a:pt x="358894" y="71933"/>
                </a:cubicBezTo>
                <a:cubicBezTo>
                  <a:pt x="359680" y="71248"/>
                  <a:pt x="360819" y="70906"/>
                  <a:pt x="362313" y="70906"/>
                </a:cubicBezTo>
                <a:lnTo>
                  <a:pt x="372081" y="70906"/>
                </a:lnTo>
                <a:lnTo>
                  <a:pt x="372081" y="35740"/>
                </a:lnTo>
                <a:lnTo>
                  <a:pt x="362658" y="35740"/>
                </a:lnTo>
                <a:cubicBezTo>
                  <a:pt x="361087" y="35740"/>
                  <a:pt x="359871" y="35374"/>
                  <a:pt x="359009" y="34641"/>
                </a:cubicBezTo>
                <a:cubicBezTo>
                  <a:pt x="358147" y="33909"/>
                  <a:pt x="357716" y="32867"/>
                  <a:pt x="357716" y="31517"/>
                </a:cubicBezTo>
                <a:cubicBezTo>
                  <a:pt x="357716" y="30128"/>
                  <a:pt x="358119" y="29087"/>
                  <a:pt x="358923" y="28392"/>
                </a:cubicBezTo>
                <a:cubicBezTo>
                  <a:pt x="359727" y="27698"/>
                  <a:pt x="360896" y="27351"/>
                  <a:pt x="362428" y="27351"/>
                </a:cubicBezTo>
                <a:lnTo>
                  <a:pt x="371507" y="27351"/>
                </a:lnTo>
                <a:lnTo>
                  <a:pt x="371507" y="23444"/>
                </a:lnTo>
                <a:cubicBezTo>
                  <a:pt x="371507" y="16510"/>
                  <a:pt x="373480" y="11482"/>
                  <a:pt x="377425" y="8360"/>
                </a:cubicBezTo>
                <a:cubicBezTo>
                  <a:pt x="381371" y="5238"/>
                  <a:pt x="387749" y="3677"/>
                  <a:pt x="396559" y="3677"/>
                </a:cubicBezTo>
                <a:cubicBezTo>
                  <a:pt x="400850" y="3677"/>
                  <a:pt x="404020" y="4156"/>
                  <a:pt x="406069" y="5114"/>
                </a:cubicBezTo>
                <a:cubicBezTo>
                  <a:pt x="408118" y="6072"/>
                  <a:pt x="409143" y="7566"/>
                  <a:pt x="409143" y="9596"/>
                </a:cubicBezTo>
                <a:cubicBezTo>
                  <a:pt x="409143" y="10783"/>
                  <a:pt x="408703" y="11760"/>
                  <a:pt x="407822" y="12526"/>
                </a:cubicBezTo>
                <a:cubicBezTo>
                  <a:pt x="406941" y="13292"/>
                  <a:pt x="405810" y="13675"/>
                  <a:pt x="404431" y="13675"/>
                </a:cubicBezTo>
                <a:cubicBezTo>
                  <a:pt x="403742" y="13675"/>
                  <a:pt x="402085" y="13446"/>
                  <a:pt x="399461" y="12986"/>
                </a:cubicBezTo>
                <a:cubicBezTo>
                  <a:pt x="396837" y="12526"/>
                  <a:pt x="394587" y="12296"/>
                  <a:pt x="392710" y="12296"/>
                </a:cubicBezTo>
                <a:cubicBezTo>
                  <a:pt x="388381" y="12296"/>
                  <a:pt x="385278" y="13206"/>
                  <a:pt x="383401" y="15026"/>
                </a:cubicBezTo>
                <a:cubicBezTo>
                  <a:pt x="381524" y="16845"/>
                  <a:pt x="380586" y="19862"/>
                  <a:pt x="380586" y="24076"/>
                </a:cubicBezTo>
                <a:lnTo>
                  <a:pt x="380586" y="27351"/>
                </a:lnTo>
                <a:lnTo>
                  <a:pt x="400926" y="27351"/>
                </a:lnTo>
                <a:cubicBezTo>
                  <a:pt x="402497" y="27351"/>
                  <a:pt x="403694" y="27698"/>
                  <a:pt x="404518" y="28392"/>
                </a:cubicBezTo>
                <a:cubicBezTo>
                  <a:pt x="405341" y="29087"/>
                  <a:pt x="405753" y="30128"/>
                  <a:pt x="405753" y="31517"/>
                </a:cubicBezTo>
                <a:cubicBezTo>
                  <a:pt x="405753" y="32828"/>
                  <a:pt x="405332" y="33860"/>
                  <a:pt x="404489" y="34613"/>
                </a:cubicBezTo>
                <a:cubicBezTo>
                  <a:pt x="403646" y="35364"/>
                  <a:pt x="402497" y="35740"/>
                  <a:pt x="401041" y="35740"/>
                </a:cubicBezTo>
                <a:lnTo>
                  <a:pt x="381160" y="35740"/>
                </a:lnTo>
                <a:lnTo>
                  <a:pt x="381160" y="70906"/>
                </a:lnTo>
                <a:lnTo>
                  <a:pt x="399892" y="70906"/>
                </a:lnTo>
                <a:close/>
                <a:moveTo>
                  <a:pt x="441280" y="37809"/>
                </a:moveTo>
                <a:cubicBezTo>
                  <a:pt x="441280" y="34821"/>
                  <a:pt x="442324" y="32369"/>
                  <a:pt x="444411" y="30454"/>
                </a:cubicBezTo>
                <a:cubicBezTo>
                  <a:pt x="446499" y="28539"/>
                  <a:pt x="449209" y="27581"/>
                  <a:pt x="452542" y="27581"/>
                </a:cubicBezTo>
                <a:cubicBezTo>
                  <a:pt x="455951" y="27581"/>
                  <a:pt x="458690" y="28519"/>
                  <a:pt x="460759" y="30396"/>
                </a:cubicBezTo>
                <a:cubicBezTo>
                  <a:pt x="462827" y="32273"/>
                  <a:pt x="463862" y="34744"/>
                  <a:pt x="463862" y="37809"/>
                </a:cubicBezTo>
                <a:cubicBezTo>
                  <a:pt x="463862" y="40873"/>
                  <a:pt x="462818" y="43344"/>
                  <a:pt x="460730" y="45221"/>
                </a:cubicBezTo>
                <a:cubicBezTo>
                  <a:pt x="458642" y="47098"/>
                  <a:pt x="455913" y="48037"/>
                  <a:pt x="452542" y="48037"/>
                </a:cubicBezTo>
                <a:cubicBezTo>
                  <a:pt x="449171" y="48037"/>
                  <a:pt x="446451" y="47098"/>
                  <a:pt x="444383" y="45221"/>
                </a:cubicBezTo>
                <a:cubicBezTo>
                  <a:pt x="442314" y="43344"/>
                  <a:pt x="441280" y="40873"/>
                  <a:pt x="441280" y="37809"/>
                </a:cubicBezTo>
                <a:moveTo>
                  <a:pt x="441280" y="69642"/>
                </a:moveTo>
                <a:cubicBezTo>
                  <a:pt x="441280" y="66654"/>
                  <a:pt x="442324" y="64202"/>
                  <a:pt x="444411" y="62287"/>
                </a:cubicBezTo>
                <a:cubicBezTo>
                  <a:pt x="446499" y="60371"/>
                  <a:pt x="449209" y="59414"/>
                  <a:pt x="452542" y="59414"/>
                </a:cubicBezTo>
                <a:cubicBezTo>
                  <a:pt x="455951" y="59414"/>
                  <a:pt x="458690" y="60352"/>
                  <a:pt x="460759" y="62229"/>
                </a:cubicBezTo>
                <a:cubicBezTo>
                  <a:pt x="462827" y="64106"/>
                  <a:pt x="463862" y="66577"/>
                  <a:pt x="463862" y="69642"/>
                </a:cubicBezTo>
                <a:cubicBezTo>
                  <a:pt x="463862" y="72706"/>
                  <a:pt x="462818" y="75177"/>
                  <a:pt x="460730" y="77054"/>
                </a:cubicBezTo>
                <a:cubicBezTo>
                  <a:pt x="458642" y="78931"/>
                  <a:pt x="455913" y="79870"/>
                  <a:pt x="452542" y="79870"/>
                </a:cubicBezTo>
                <a:cubicBezTo>
                  <a:pt x="449171" y="79870"/>
                  <a:pt x="446451" y="78931"/>
                  <a:pt x="444383" y="77054"/>
                </a:cubicBezTo>
                <a:cubicBezTo>
                  <a:pt x="442314" y="75177"/>
                  <a:pt x="441280" y="72706"/>
                  <a:pt x="441280" y="69642"/>
                </a:cubicBezTo>
                <a:close/>
                <a:moveTo>
                  <a:pt x="610706" y="70906"/>
                </a:moveTo>
                <a:cubicBezTo>
                  <a:pt x="613656" y="70906"/>
                  <a:pt x="615543" y="71186"/>
                  <a:pt x="616366" y="71746"/>
                </a:cubicBezTo>
                <a:cubicBezTo>
                  <a:pt x="617190" y="72305"/>
                  <a:pt x="617602" y="73356"/>
                  <a:pt x="617602" y="74899"/>
                </a:cubicBezTo>
                <a:cubicBezTo>
                  <a:pt x="617602" y="76481"/>
                  <a:pt x="617190" y="77571"/>
                  <a:pt x="616366" y="78169"/>
                </a:cubicBezTo>
                <a:cubicBezTo>
                  <a:pt x="615543" y="78766"/>
                  <a:pt x="613656" y="79065"/>
                  <a:pt x="610706" y="79065"/>
                </a:cubicBezTo>
                <a:lnTo>
                  <a:pt x="575828" y="79065"/>
                </a:lnTo>
                <a:lnTo>
                  <a:pt x="573127" y="79065"/>
                </a:lnTo>
                <a:cubicBezTo>
                  <a:pt x="571748" y="79065"/>
                  <a:pt x="570695" y="78718"/>
                  <a:pt x="569967" y="78024"/>
                </a:cubicBezTo>
                <a:cubicBezTo>
                  <a:pt x="569239" y="77329"/>
                  <a:pt x="568875" y="76288"/>
                  <a:pt x="568875" y="74899"/>
                </a:cubicBezTo>
                <a:cubicBezTo>
                  <a:pt x="568875" y="73356"/>
                  <a:pt x="569297" y="72305"/>
                  <a:pt x="570140" y="71746"/>
                </a:cubicBezTo>
                <a:cubicBezTo>
                  <a:pt x="570982" y="71186"/>
                  <a:pt x="572878" y="70906"/>
                  <a:pt x="575828" y="70906"/>
                </a:cubicBezTo>
                <a:lnTo>
                  <a:pt x="588814" y="70906"/>
                </a:lnTo>
                <a:lnTo>
                  <a:pt x="588814" y="19077"/>
                </a:lnTo>
                <a:lnTo>
                  <a:pt x="575828" y="19077"/>
                </a:lnTo>
                <a:cubicBezTo>
                  <a:pt x="572955" y="19077"/>
                  <a:pt x="571078" y="18784"/>
                  <a:pt x="570197" y="18199"/>
                </a:cubicBezTo>
                <a:cubicBezTo>
                  <a:pt x="569316" y="17613"/>
                  <a:pt x="568875" y="16546"/>
                  <a:pt x="568875" y="14997"/>
                </a:cubicBezTo>
                <a:cubicBezTo>
                  <a:pt x="568875" y="13599"/>
                  <a:pt x="569239" y="12569"/>
                  <a:pt x="569967" y="11909"/>
                </a:cubicBezTo>
                <a:cubicBezTo>
                  <a:pt x="570695" y="11248"/>
                  <a:pt x="571787" y="10917"/>
                  <a:pt x="573242" y="10917"/>
                </a:cubicBezTo>
                <a:lnTo>
                  <a:pt x="575828" y="10917"/>
                </a:lnTo>
                <a:lnTo>
                  <a:pt x="610706" y="10917"/>
                </a:lnTo>
                <a:lnTo>
                  <a:pt x="613407" y="10917"/>
                </a:lnTo>
                <a:cubicBezTo>
                  <a:pt x="614786" y="10917"/>
                  <a:pt x="615830" y="11257"/>
                  <a:pt x="616539" y="11937"/>
                </a:cubicBezTo>
                <a:cubicBezTo>
                  <a:pt x="617247" y="12617"/>
                  <a:pt x="617602" y="13637"/>
                  <a:pt x="617602" y="14997"/>
                </a:cubicBezTo>
                <a:cubicBezTo>
                  <a:pt x="617602" y="16546"/>
                  <a:pt x="617171" y="17613"/>
                  <a:pt x="616309" y="18199"/>
                </a:cubicBezTo>
                <a:cubicBezTo>
                  <a:pt x="615447" y="18784"/>
                  <a:pt x="613579" y="19077"/>
                  <a:pt x="610706" y="19077"/>
                </a:cubicBezTo>
                <a:lnTo>
                  <a:pt x="597720" y="19077"/>
                </a:lnTo>
                <a:lnTo>
                  <a:pt x="597720" y="70906"/>
                </a:lnTo>
                <a:lnTo>
                  <a:pt x="610706" y="70906"/>
                </a:lnTo>
                <a:close/>
                <a:moveTo>
                  <a:pt x="642211" y="70906"/>
                </a:moveTo>
                <a:lnTo>
                  <a:pt x="642211" y="34121"/>
                </a:lnTo>
                <a:lnTo>
                  <a:pt x="641119" y="34121"/>
                </a:lnTo>
                <a:cubicBezTo>
                  <a:pt x="638514" y="34121"/>
                  <a:pt x="636724" y="33815"/>
                  <a:pt x="635747" y="33203"/>
                </a:cubicBezTo>
                <a:cubicBezTo>
                  <a:pt x="634770" y="32591"/>
                  <a:pt x="634281" y="31520"/>
                  <a:pt x="634281" y="29989"/>
                </a:cubicBezTo>
                <a:cubicBezTo>
                  <a:pt x="634281" y="28574"/>
                  <a:pt x="634684" y="27551"/>
                  <a:pt x="635488" y="26920"/>
                </a:cubicBezTo>
                <a:cubicBezTo>
                  <a:pt x="636293" y="26288"/>
                  <a:pt x="637595" y="25972"/>
                  <a:pt x="639395" y="25972"/>
                </a:cubicBezTo>
                <a:lnTo>
                  <a:pt x="642096" y="25972"/>
                </a:lnTo>
                <a:lnTo>
                  <a:pt x="647612" y="25972"/>
                </a:lnTo>
                <a:cubicBezTo>
                  <a:pt x="648647" y="25972"/>
                  <a:pt x="649451" y="26184"/>
                  <a:pt x="650026" y="26609"/>
                </a:cubicBezTo>
                <a:cubicBezTo>
                  <a:pt x="650600" y="27033"/>
                  <a:pt x="650887" y="27612"/>
                  <a:pt x="650887" y="28346"/>
                </a:cubicBezTo>
                <a:lnTo>
                  <a:pt x="650887" y="32284"/>
                </a:lnTo>
                <a:cubicBezTo>
                  <a:pt x="653684" y="29662"/>
                  <a:pt x="656451" y="27725"/>
                  <a:pt x="659190" y="26473"/>
                </a:cubicBezTo>
                <a:cubicBezTo>
                  <a:pt x="661929" y="25220"/>
                  <a:pt x="664774" y="24593"/>
                  <a:pt x="667723" y="24593"/>
                </a:cubicBezTo>
                <a:cubicBezTo>
                  <a:pt x="673508" y="24593"/>
                  <a:pt x="678056" y="26392"/>
                  <a:pt x="681370" y="29989"/>
                </a:cubicBezTo>
                <a:cubicBezTo>
                  <a:pt x="684684" y="33585"/>
                  <a:pt x="686340" y="38558"/>
                  <a:pt x="686340" y="44909"/>
                </a:cubicBezTo>
                <a:lnTo>
                  <a:pt x="686340" y="70906"/>
                </a:lnTo>
                <a:lnTo>
                  <a:pt x="689041" y="70906"/>
                </a:lnTo>
                <a:cubicBezTo>
                  <a:pt x="690956" y="70906"/>
                  <a:pt x="692335" y="71224"/>
                  <a:pt x="693178" y="71861"/>
                </a:cubicBezTo>
                <a:cubicBezTo>
                  <a:pt x="694021" y="72497"/>
                  <a:pt x="694442" y="73509"/>
                  <a:pt x="694442" y="74899"/>
                </a:cubicBezTo>
                <a:cubicBezTo>
                  <a:pt x="694442" y="76404"/>
                  <a:pt x="693992" y="77475"/>
                  <a:pt x="693092" y="78112"/>
                </a:cubicBezTo>
                <a:cubicBezTo>
                  <a:pt x="692192" y="78747"/>
                  <a:pt x="690592" y="79065"/>
                  <a:pt x="688294" y="79065"/>
                </a:cubicBezTo>
                <a:lnTo>
                  <a:pt x="675595" y="79065"/>
                </a:lnTo>
                <a:cubicBezTo>
                  <a:pt x="673144" y="79065"/>
                  <a:pt x="671573" y="78776"/>
                  <a:pt x="670884" y="78198"/>
                </a:cubicBezTo>
                <a:cubicBezTo>
                  <a:pt x="670194" y="77618"/>
                  <a:pt x="669849" y="76519"/>
                  <a:pt x="669849" y="74899"/>
                </a:cubicBezTo>
                <a:cubicBezTo>
                  <a:pt x="669849" y="73395"/>
                  <a:pt x="670251" y="72353"/>
                  <a:pt x="671056" y="71775"/>
                </a:cubicBezTo>
                <a:cubicBezTo>
                  <a:pt x="671860" y="71195"/>
                  <a:pt x="673373" y="70906"/>
                  <a:pt x="675595" y="70906"/>
                </a:cubicBezTo>
                <a:lnTo>
                  <a:pt x="677606" y="70906"/>
                </a:lnTo>
                <a:lnTo>
                  <a:pt x="677606" y="47076"/>
                </a:lnTo>
                <a:cubicBezTo>
                  <a:pt x="677606" y="42607"/>
                  <a:pt x="676591" y="39199"/>
                  <a:pt x="674561" y="36850"/>
                </a:cubicBezTo>
                <a:cubicBezTo>
                  <a:pt x="672531" y="34501"/>
                  <a:pt x="669581" y="33327"/>
                  <a:pt x="665712" y="33327"/>
                </a:cubicBezTo>
                <a:cubicBezTo>
                  <a:pt x="661805" y="33327"/>
                  <a:pt x="658357" y="34645"/>
                  <a:pt x="655369" y="37281"/>
                </a:cubicBezTo>
                <a:cubicBezTo>
                  <a:pt x="652381" y="39916"/>
                  <a:pt x="650887" y="43181"/>
                  <a:pt x="650887" y="47076"/>
                </a:cubicBezTo>
                <a:lnTo>
                  <a:pt x="650887" y="70906"/>
                </a:lnTo>
                <a:lnTo>
                  <a:pt x="652899" y="70906"/>
                </a:lnTo>
                <a:cubicBezTo>
                  <a:pt x="655197" y="70906"/>
                  <a:pt x="656748" y="71195"/>
                  <a:pt x="657553" y="71775"/>
                </a:cubicBezTo>
                <a:cubicBezTo>
                  <a:pt x="658357" y="72353"/>
                  <a:pt x="658759" y="73395"/>
                  <a:pt x="658759" y="74899"/>
                </a:cubicBezTo>
                <a:cubicBezTo>
                  <a:pt x="658759" y="76519"/>
                  <a:pt x="658415" y="77618"/>
                  <a:pt x="657725" y="78198"/>
                </a:cubicBezTo>
                <a:cubicBezTo>
                  <a:pt x="657036" y="78776"/>
                  <a:pt x="655350" y="79065"/>
                  <a:pt x="652669" y="79065"/>
                </a:cubicBezTo>
                <a:lnTo>
                  <a:pt x="642211" y="79065"/>
                </a:lnTo>
                <a:lnTo>
                  <a:pt x="639108" y="79065"/>
                </a:lnTo>
                <a:cubicBezTo>
                  <a:pt x="637538" y="79065"/>
                  <a:pt x="636360" y="78728"/>
                  <a:pt x="635574" y="78052"/>
                </a:cubicBezTo>
                <a:cubicBezTo>
                  <a:pt x="634789" y="77377"/>
                  <a:pt x="634396" y="76326"/>
                  <a:pt x="634396" y="74899"/>
                </a:cubicBezTo>
                <a:cubicBezTo>
                  <a:pt x="634396" y="73356"/>
                  <a:pt x="634847" y="72305"/>
                  <a:pt x="635747" y="71746"/>
                </a:cubicBezTo>
                <a:cubicBezTo>
                  <a:pt x="636647" y="71186"/>
                  <a:pt x="638399" y="70906"/>
                  <a:pt x="641004" y="70906"/>
                </a:cubicBezTo>
                <a:lnTo>
                  <a:pt x="642211" y="70906"/>
                </a:lnTo>
                <a:close/>
                <a:moveTo>
                  <a:pt x="745599" y="11438"/>
                </a:moveTo>
                <a:cubicBezTo>
                  <a:pt x="745599" y="12244"/>
                  <a:pt x="744957" y="13980"/>
                  <a:pt x="743674" y="16645"/>
                </a:cubicBezTo>
                <a:cubicBezTo>
                  <a:pt x="742391" y="19310"/>
                  <a:pt x="741423" y="21429"/>
                  <a:pt x="740772" y="23002"/>
                </a:cubicBezTo>
                <a:cubicBezTo>
                  <a:pt x="738167" y="29100"/>
                  <a:pt x="736319" y="34680"/>
                  <a:pt x="735227" y="39743"/>
                </a:cubicBezTo>
                <a:cubicBezTo>
                  <a:pt x="734135" y="44805"/>
                  <a:pt x="733590" y="50060"/>
                  <a:pt x="733590" y="55506"/>
                </a:cubicBezTo>
                <a:cubicBezTo>
                  <a:pt x="733590" y="60531"/>
                  <a:pt x="734049" y="65392"/>
                  <a:pt x="734969" y="70091"/>
                </a:cubicBezTo>
                <a:cubicBezTo>
                  <a:pt x="735888" y="74789"/>
                  <a:pt x="737286" y="79478"/>
                  <a:pt x="739163" y="84157"/>
                </a:cubicBezTo>
                <a:cubicBezTo>
                  <a:pt x="740121" y="86688"/>
                  <a:pt x="741433" y="89669"/>
                  <a:pt x="743099" y="93102"/>
                </a:cubicBezTo>
                <a:cubicBezTo>
                  <a:pt x="744766" y="96535"/>
                  <a:pt x="745599" y="98654"/>
                  <a:pt x="745599" y="99460"/>
                </a:cubicBezTo>
                <a:cubicBezTo>
                  <a:pt x="745599" y="100304"/>
                  <a:pt x="745417" y="100965"/>
                  <a:pt x="745053" y="101444"/>
                </a:cubicBezTo>
                <a:cubicBezTo>
                  <a:pt x="744689" y="101924"/>
                  <a:pt x="744201" y="102164"/>
                  <a:pt x="743588" y="102164"/>
                </a:cubicBezTo>
                <a:cubicBezTo>
                  <a:pt x="742400" y="102164"/>
                  <a:pt x="741079" y="101540"/>
                  <a:pt x="739623" y="100293"/>
                </a:cubicBezTo>
                <a:cubicBezTo>
                  <a:pt x="738167" y="99047"/>
                  <a:pt x="736482" y="97044"/>
                  <a:pt x="734566" y="94283"/>
                </a:cubicBezTo>
                <a:cubicBezTo>
                  <a:pt x="730468" y="88415"/>
                  <a:pt x="727403" y="82259"/>
                  <a:pt x="725373" y="75815"/>
                </a:cubicBezTo>
                <a:cubicBezTo>
                  <a:pt x="723343" y="69371"/>
                  <a:pt x="722327" y="62602"/>
                  <a:pt x="722327" y="55506"/>
                </a:cubicBezTo>
                <a:cubicBezTo>
                  <a:pt x="722327" y="49024"/>
                  <a:pt x="723161" y="42839"/>
                  <a:pt x="724827" y="36952"/>
                </a:cubicBezTo>
                <a:cubicBezTo>
                  <a:pt x="726493" y="31065"/>
                  <a:pt x="729031" y="25360"/>
                  <a:pt x="732440" y="19838"/>
                </a:cubicBezTo>
                <a:cubicBezTo>
                  <a:pt x="734662" y="16194"/>
                  <a:pt x="736712" y="13452"/>
                  <a:pt x="738589" y="11611"/>
                </a:cubicBezTo>
                <a:cubicBezTo>
                  <a:pt x="740466" y="9769"/>
                  <a:pt x="742132" y="8849"/>
                  <a:pt x="743588" y="8849"/>
                </a:cubicBezTo>
                <a:cubicBezTo>
                  <a:pt x="744201" y="8849"/>
                  <a:pt x="744689" y="9089"/>
                  <a:pt x="745053" y="9569"/>
                </a:cubicBezTo>
                <a:cubicBezTo>
                  <a:pt x="745417" y="10048"/>
                  <a:pt x="745599" y="10671"/>
                  <a:pt x="745599" y="11438"/>
                </a:cubicBezTo>
                <a:close/>
                <a:moveTo>
                  <a:pt x="817038" y="53725"/>
                </a:moveTo>
                <a:cubicBezTo>
                  <a:pt x="814932" y="53036"/>
                  <a:pt x="812892" y="52528"/>
                  <a:pt x="810919" y="52202"/>
                </a:cubicBezTo>
                <a:cubicBezTo>
                  <a:pt x="808946" y="51877"/>
                  <a:pt x="806983" y="51714"/>
                  <a:pt x="805029" y="51714"/>
                </a:cubicBezTo>
                <a:cubicBezTo>
                  <a:pt x="799130" y="51714"/>
                  <a:pt x="794476" y="52710"/>
                  <a:pt x="791066" y="54702"/>
                </a:cubicBezTo>
                <a:cubicBezTo>
                  <a:pt x="787657" y="56694"/>
                  <a:pt x="785953" y="59375"/>
                  <a:pt x="785953" y="62746"/>
                </a:cubicBezTo>
                <a:cubicBezTo>
                  <a:pt x="785953" y="65351"/>
                  <a:pt x="787016" y="67496"/>
                  <a:pt x="789142" y="69182"/>
                </a:cubicBezTo>
                <a:cubicBezTo>
                  <a:pt x="791268" y="70867"/>
                  <a:pt x="793978" y="71710"/>
                  <a:pt x="797272" y="71710"/>
                </a:cubicBezTo>
                <a:cubicBezTo>
                  <a:pt x="802137" y="71710"/>
                  <a:pt x="806648" y="70437"/>
                  <a:pt x="810804" y="67889"/>
                </a:cubicBezTo>
                <a:cubicBezTo>
                  <a:pt x="814960" y="65342"/>
                  <a:pt x="817038" y="62689"/>
                  <a:pt x="817038" y="59931"/>
                </a:cubicBezTo>
                <a:lnTo>
                  <a:pt x="817038" y="53725"/>
                </a:lnTo>
                <a:moveTo>
                  <a:pt x="817498" y="71825"/>
                </a:moveTo>
                <a:cubicBezTo>
                  <a:pt x="814357" y="74660"/>
                  <a:pt x="810938" y="76824"/>
                  <a:pt x="807241" y="78318"/>
                </a:cubicBezTo>
                <a:cubicBezTo>
                  <a:pt x="803545" y="79812"/>
                  <a:pt x="799743" y="80559"/>
                  <a:pt x="795836" y="80559"/>
                </a:cubicBezTo>
                <a:cubicBezTo>
                  <a:pt x="790128" y="80559"/>
                  <a:pt x="785522" y="78967"/>
                  <a:pt x="782016" y="75783"/>
                </a:cubicBezTo>
                <a:cubicBezTo>
                  <a:pt x="778511" y="72598"/>
                  <a:pt x="776759" y="68455"/>
                  <a:pt x="776759" y="63352"/>
                </a:cubicBezTo>
                <a:cubicBezTo>
                  <a:pt x="776759" y="57290"/>
                  <a:pt x="779086" y="52590"/>
                  <a:pt x="783740" y="49252"/>
                </a:cubicBezTo>
                <a:cubicBezTo>
                  <a:pt x="788395" y="45914"/>
                  <a:pt x="794935" y="44244"/>
                  <a:pt x="803363" y="44244"/>
                </a:cubicBezTo>
                <a:cubicBezTo>
                  <a:pt x="805585" y="44244"/>
                  <a:pt x="807826" y="44388"/>
                  <a:pt x="810086" y="44675"/>
                </a:cubicBezTo>
                <a:cubicBezTo>
                  <a:pt x="812346" y="44963"/>
                  <a:pt x="814663" y="45413"/>
                  <a:pt x="817038" y="46026"/>
                </a:cubicBezTo>
                <a:lnTo>
                  <a:pt x="817038" y="45623"/>
                </a:lnTo>
                <a:cubicBezTo>
                  <a:pt x="817038" y="41235"/>
                  <a:pt x="815985" y="37992"/>
                  <a:pt x="813878" y="35896"/>
                </a:cubicBezTo>
                <a:cubicBezTo>
                  <a:pt x="811771" y="33800"/>
                  <a:pt x="808496" y="32752"/>
                  <a:pt x="804052" y="32752"/>
                </a:cubicBezTo>
                <a:cubicBezTo>
                  <a:pt x="801065" y="32752"/>
                  <a:pt x="797732" y="33557"/>
                  <a:pt x="794054" y="35166"/>
                </a:cubicBezTo>
                <a:cubicBezTo>
                  <a:pt x="790377" y="36774"/>
                  <a:pt x="787944" y="37579"/>
                  <a:pt x="786757" y="37579"/>
                </a:cubicBezTo>
                <a:cubicBezTo>
                  <a:pt x="785646" y="37579"/>
                  <a:pt x="784727" y="37129"/>
                  <a:pt x="783999" y="36229"/>
                </a:cubicBezTo>
                <a:cubicBezTo>
                  <a:pt x="783271" y="35328"/>
                  <a:pt x="782907" y="34170"/>
                  <a:pt x="782907" y="32752"/>
                </a:cubicBezTo>
                <a:cubicBezTo>
                  <a:pt x="782907" y="30477"/>
                  <a:pt x="785024" y="28548"/>
                  <a:pt x="789256" y="26967"/>
                </a:cubicBezTo>
                <a:cubicBezTo>
                  <a:pt x="793489" y="25384"/>
                  <a:pt x="798900" y="24593"/>
                  <a:pt x="805489" y="24593"/>
                </a:cubicBezTo>
                <a:cubicBezTo>
                  <a:pt x="812231" y="24593"/>
                  <a:pt x="817326" y="26310"/>
                  <a:pt x="820773" y="29743"/>
                </a:cubicBezTo>
                <a:cubicBezTo>
                  <a:pt x="824221" y="33175"/>
                  <a:pt x="825945" y="38247"/>
                  <a:pt x="825945" y="44959"/>
                </a:cubicBezTo>
                <a:lnTo>
                  <a:pt x="825945" y="71021"/>
                </a:lnTo>
                <a:lnTo>
                  <a:pt x="828760" y="71021"/>
                </a:lnTo>
                <a:cubicBezTo>
                  <a:pt x="831480" y="71021"/>
                  <a:pt x="833300" y="71306"/>
                  <a:pt x="834219" y="71877"/>
                </a:cubicBezTo>
                <a:cubicBezTo>
                  <a:pt x="835138" y="72447"/>
                  <a:pt x="835598" y="73474"/>
                  <a:pt x="835598" y="74957"/>
                </a:cubicBezTo>
                <a:cubicBezTo>
                  <a:pt x="835598" y="76326"/>
                  <a:pt x="835215" y="77353"/>
                  <a:pt x="834449" y="78038"/>
                </a:cubicBezTo>
                <a:cubicBezTo>
                  <a:pt x="833683" y="78723"/>
                  <a:pt x="832533" y="79065"/>
                  <a:pt x="831001" y="79065"/>
                </a:cubicBezTo>
                <a:lnTo>
                  <a:pt x="821980" y="79065"/>
                </a:lnTo>
                <a:cubicBezTo>
                  <a:pt x="820907" y="79065"/>
                  <a:pt x="820026" y="78742"/>
                  <a:pt x="819337" y="78097"/>
                </a:cubicBezTo>
                <a:cubicBezTo>
                  <a:pt x="818647" y="77451"/>
                  <a:pt x="818188" y="76519"/>
                  <a:pt x="817958" y="75303"/>
                </a:cubicBezTo>
                <a:lnTo>
                  <a:pt x="817498" y="71825"/>
                </a:lnTo>
                <a:close/>
                <a:moveTo>
                  <a:pt x="859806" y="93890"/>
                </a:moveTo>
                <a:lnTo>
                  <a:pt x="873597" y="93890"/>
                </a:lnTo>
                <a:cubicBezTo>
                  <a:pt x="875052" y="93890"/>
                  <a:pt x="876144" y="94232"/>
                  <a:pt x="876872" y="94917"/>
                </a:cubicBezTo>
                <a:cubicBezTo>
                  <a:pt x="877600" y="95602"/>
                  <a:pt x="877964" y="96629"/>
                  <a:pt x="877964" y="97998"/>
                </a:cubicBezTo>
                <a:cubicBezTo>
                  <a:pt x="877964" y="99481"/>
                  <a:pt x="877609" y="100527"/>
                  <a:pt x="876901" y="101135"/>
                </a:cubicBezTo>
                <a:cubicBezTo>
                  <a:pt x="876192" y="101744"/>
                  <a:pt x="874938" y="102049"/>
                  <a:pt x="873137" y="102049"/>
                </a:cubicBezTo>
                <a:lnTo>
                  <a:pt x="847797" y="102049"/>
                </a:lnTo>
                <a:cubicBezTo>
                  <a:pt x="846265" y="102049"/>
                  <a:pt x="845106" y="101707"/>
                  <a:pt x="844321" y="101022"/>
                </a:cubicBezTo>
                <a:cubicBezTo>
                  <a:pt x="843536" y="100337"/>
                  <a:pt x="843143" y="99329"/>
                  <a:pt x="843143" y="97998"/>
                </a:cubicBezTo>
                <a:cubicBezTo>
                  <a:pt x="843143" y="96477"/>
                  <a:pt x="843631" y="95411"/>
                  <a:pt x="844608" y="94802"/>
                </a:cubicBezTo>
                <a:cubicBezTo>
                  <a:pt x="845585" y="94194"/>
                  <a:pt x="847395" y="93890"/>
                  <a:pt x="850038" y="93890"/>
                </a:cubicBezTo>
                <a:lnTo>
                  <a:pt x="851130" y="93890"/>
                </a:lnTo>
                <a:lnTo>
                  <a:pt x="851130" y="34131"/>
                </a:lnTo>
                <a:lnTo>
                  <a:pt x="850038" y="34131"/>
                </a:lnTo>
                <a:cubicBezTo>
                  <a:pt x="847395" y="34131"/>
                  <a:pt x="845585" y="33825"/>
                  <a:pt x="844608" y="33212"/>
                </a:cubicBezTo>
                <a:cubicBezTo>
                  <a:pt x="843631" y="32599"/>
                  <a:pt x="843143" y="31526"/>
                  <a:pt x="843143" y="29994"/>
                </a:cubicBezTo>
                <a:cubicBezTo>
                  <a:pt x="843143" y="28653"/>
                  <a:pt x="843536" y="27648"/>
                  <a:pt x="844321" y="26978"/>
                </a:cubicBezTo>
                <a:cubicBezTo>
                  <a:pt x="845106" y="26307"/>
                  <a:pt x="846265" y="25972"/>
                  <a:pt x="847797" y="25972"/>
                </a:cubicBezTo>
                <a:lnTo>
                  <a:pt x="856531" y="25972"/>
                </a:lnTo>
                <a:cubicBezTo>
                  <a:pt x="857680" y="25972"/>
                  <a:pt x="858514" y="26163"/>
                  <a:pt x="859031" y="26547"/>
                </a:cubicBezTo>
                <a:cubicBezTo>
                  <a:pt x="859548" y="26930"/>
                  <a:pt x="859806" y="27523"/>
                  <a:pt x="859806" y="28328"/>
                </a:cubicBezTo>
                <a:lnTo>
                  <a:pt x="859806" y="33901"/>
                </a:lnTo>
                <a:cubicBezTo>
                  <a:pt x="862411" y="31220"/>
                  <a:pt x="865294" y="29209"/>
                  <a:pt x="868454" y="27868"/>
                </a:cubicBezTo>
                <a:cubicBezTo>
                  <a:pt x="871614" y="26527"/>
                  <a:pt x="875014" y="25857"/>
                  <a:pt x="878653" y="25857"/>
                </a:cubicBezTo>
                <a:cubicBezTo>
                  <a:pt x="886353" y="25857"/>
                  <a:pt x="892788" y="28462"/>
                  <a:pt x="897960" y="33672"/>
                </a:cubicBezTo>
                <a:cubicBezTo>
                  <a:pt x="903131" y="38881"/>
                  <a:pt x="905717" y="45413"/>
                  <a:pt x="905717" y="53266"/>
                </a:cubicBezTo>
                <a:cubicBezTo>
                  <a:pt x="905717" y="60812"/>
                  <a:pt x="903265" y="67018"/>
                  <a:pt x="898362" y="71883"/>
                </a:cubicBezTo>
                <a:cubicBezTo>
                  <a:pt x="893459" y="76748"/>
                  <a:pt x="887196" y="79180"/>
                  <a:pt x="879573" y="79180"/>
                </a:cubicBezTo>
                <a:cubicBezTo>
                  <a:pt x="875512" y="79180"/>
                  <a:pt x="871777" y="78462"/>
                  <a:pt x="868368" y="77025"/>
                </a:cubicBezTo>
                <a:cubicBezTo>
                  <a:pt x="864959" y="75589"/>
                  <a:pt x="862105" y="73530"/>
                  <a:pt x="859806" y="70848"/>
                </a:cubicBezTo>
                <a:lnTo>
                  <a:pt x="859806" y="93890"/>
                </a:lnTo>
                <a:moveTo>
                  <a:pt x="877619" y="70676"/>
                </a:moveTo>
                <a:cubicBezTo>
                  <a:pt x="882944" y="70676"/>
                  <a:pt x="887311" y="69003"/>
                  <a:pt x="890720" y="65657"/>
                </a:cubicBezTo>
                <a:cubicBezTo>
                  <a:pt x="894129" y="62310"/>
                  <a:pt x="895834" y="57978"/>
                  <a:pt x="895834" y="52662"/>
                </a:cubicBezTo>
                <a:cubicBezTo>
                  <a:pt x="895834" y="47461"/>
                  <a:pt x="894120" y="43168"/>
                  <a:pt x="890691" y="39784"/>
                </a:cubicBezTo>
                <a:cubicBezTo>
                  <a:pt x="887263" y="36399"/>
                  <a:pt x="882905" y="34706"/>
                  <a:pt x="877619" y="34706"/>
                </a:cubicBezTo>
                <a:cubicBezTo>
                  <a:pt x="872333" y="34706"/>
                  <a:pt x="868004" y="36389"/>
                  <a:pt x="864633" y="39755"/>
                </a:cubicBezTo>
                <a:cubicBezTo>
                  <a:pt x="861262" y="43120"/>
                  <a:pt x="859577" y="47423"/>
                  <a:pt x="859577" y="52662"/>
                </a:cubicBezTo>
                <a:cubicBezTo>
                  <a:pt x="859577" y="57940"/>
                  <a:pt x="861252" y="62262"/>
                  <a:pt x="864604" y="65628"/>
                </a:cubicBezTo>
                <a:cubicBezTo>
                  <a:pt x="867956" y="68993"/>
                  <a:pt x="872294" y="70676"/>
                  <a:pt x="877619" y="70676"/>
                </a:cubicBezTo>
                <a:close/>
                <a:moveTo>
                  <a:pt x="930154" y="93890"/>
                </a:moveTo>
                <a:lnTo>
                  <a:pt x="943944" y="93890"/>
                </a:lnTo>
                <a:cubicBezTo>
                  <a:pt x="945400" y="93890"/>
                  <a:pt x="946492" y="94232"/>
                  <a:pt x="947219" y="94917"/>
                </a:cubicBezTo>
                <a:cubicBezTo>
                  <a:pt x="947947" y="95602"/>
                  <a:pt x="948311" y="96629"/>
                  <a:pt x="948311" y="97998"/>
                </a:cubicBezTo>
                <a:cubicBezTo>
                  <a:pt x="948311" y="99481"/>
                  <a:pt x="947957" y="100527"/>
                  <a:pt x="947248" y="101135"/>
                </a:cubicBezTo>
                <a:cubicBezTo>
                  <a:pt x="946539" y="101744"/>
                  <a:pt x="945285" y="102049"/>
                  <a:pt x="943484" y="102049"/>
                </a:cubicBezTo>
                <a:lnTo>
                  <a:pt x="918145" y="102049"/>
                </a:lnTo>
                <a:cubicBezTo>
                  <a:pt x="916612" y="102049"/>
                  <a:pt x="915454" y="101707"/>
                  <a:pt x="914668" y="101022"/>
                </a:cubicBezTo>
                <a:cubicBezTo>
                  <a:pt x="913883" y="100337"/>
                  <a:pt x="913490" y="99329"/>
                  <a:pt x="913490" y="97998"/>
                </a:cubicBezTo>
                <a:cubicBezTo>
                  <a:pt x="913490" y="96477"/>
                  <a:pt x="913979" y="95411"/>
                  <a:pt x="914956" y="94802"/>
                </a:cubicBezTo>
                <a:cubicBezTo>
                  <a:pt x="915932" y="94194"/>
                  <a:pt x="917742" y="93890"/>
                  <a:pt x="920386" y="93890"/>
                </a:cubicBezTo>
                <a:lnTo>
                  <a:pt x="921477" y="93890"/>
                </a:lnTo>
                <a:lnTo>
                  <a:pt x="921477" y="34131"/>
                </a:lnTo>
                <a:lnTo>
                  <a:pt x="920386" y="34131"/>
                </a:lnTo>
                <a:cubicBezTo>
                  <a:pt x="917742" y="34131"/>
                  <a:pt x="915932" y="33825"/>
                  <a:pt x="914956" y="33212"/>
                </a:cubicBezTo>
                <a:cubicBezTo>
                  <a:pt x="913979" y="32599"/>
                  <a:pt x="913490" y="31526"/>
                  <a:pt x="913490" y="29994"/>
                </a:cubicBezTo>
                <a:cubicBezTo>
                  <a:pt x="913490" y="28653"/>
                  <a:pt x="913883" y="27648"/>
                  <a:pt x="914668" y="26978"/>
                </a:cubicBezTo>
                <a:cubicBezTo>
                  <a:pt x="915454" y="26307"/>
                  <a:pt x="916612" y="25972"/>
                  <a:pt x="918145" y="25972"/>
                </a:cubicBezTo>
                <a:lnTo>
                  <a:pt x="926879" y="25972"/>
                </a:lnTo>
                <a:cubicBezTo>
                  <a:pt x="928028" y="25972"/>
                  <a:pt x="928861" y="26163"/>
                  <a:pt x="929378" y="26547"/>
                </a:cubicBezTo>
                <a:cubicBezTo>
                  <a:pt x="929895" y="26930"/>
                  <a:pt x="930154" y="27523"/>
                  <a:pt x="930154" y="28328"/>
                </a:cubicBezTo>
                <a:lnTo>
                  <a:pt x="930154" y="33901"/>
                </a:lnTo>
                <a:cubicBezTo>
                  <a:pt x="932759" y="31220"/>
                  <a:pt x="935641" y="29209"/>
                  <a:pt x="938801" y="27868"/>
                </a:cubicBezTo>
                <a:cubicBezTo>
                  <a:pt x="941962" y="26527"/>
                  <a:pt x="945362" y="25857"/>
                  <a:pt x="949001" y="25857"/>
                </a:cubicBezTo>
                <a:cubicBezTo>
                  <a:pt x="956700" y="25857"/>
                  <a:pt x="963136" y="28462"/>
                  <a:pt x="968307" y="33672"/>
                </a:cubicBezTo>
                <a:cubicBezTo>
                  <a:pt x="973479" y="38881"/>
                  <a:pt x="976064" y="45413"/>
                  <a:pt x="976064" y="53266"/>
                </a:cubicBezTo>
                <a:cubicBezTo>
                  <a:pt x="976064" y="60812"/>
                  <a:pt x="973613" y="67018"/>
                  <a:pt x="968709" y="71883"/>
                </a:cubicBezTo>
                <a:cubicBezTo>
                  <a:pt x="963806" y="76748"/>
                  <a:pt x="957543" y="79180"/>
                  <a:pt x="949920" y="79180"/>
                </a:cubicBezTo>
                <a:cubicBezTo>
                  <a:pt x="945859" y="79180"/>
                  <a:pt x="942125" y="78462"/>
                  <a:pt x="938715" y="77025"/>
                </a:cubicBezTo>
                <a:cubicBezTo>
                  <a:pt x="935306" y="75589"/>
                  <a:pt x="932452" y="73530"/>
                  <a:pt x="930154" y="70848"/>
                </a:cubicBezTo>
                <a:lnTo>
                  <a:pt x="930154" y="93890"/>
                </a:lnTo>
                <a:moveTo>
                  <a:pt x="947966" y="70676"/>
                </a:moveTo>
                <a:cubicBezTo>
                  <a:pt x="953291" y="70676"/>
                  <a:pt x="957658" y="69003"/>
                  <a:pt x="961067" y="65657"/>
                </a:cubicBezTo>
                <a:cubicBezTo>
                  <a:pt x="964477" y="62310"/>
                  <a:pt x="966181" y="57978"/>
                  <a:pt x="966181" y="52662"/>
                </a:cubicBezTo>
                <a:cubicBezTo>
                  <a:pt x="966181" y="47461"/>
                  <a:pt x="964467" y="43168"/>
                  <a:pt x="961039" y="39784"/>
                </a:cubicBezTo>
                <a:cubicBezTo>
                  <a:pt x="957610" y="36399"/>
                  <a:pt x="953253" y="34706"/>
                  <a:pt x="947966" y="34706"/>
                </a:cubicBezTo>
                <a:cubicBezTo>
                  <a:pt x="942680" y="34706"/>
                  <a:pt x="938351" y="36389"/>
                  <a:pt x="934980" y="39755"/>
                </a:cubicBezTo>
                <a:cubicBezTo>
                  <a:pt x="931609" y="43120"/>
                  <a:pt x="929924" y="47423"/>
                  <a:pt x="929924" y="52662"/>
                </a:cubicBezTo>
                <a:cubicBezTo>
                  <a:pt x="929924" y="57940"/>
                  <a:pt x="931600" y="62262"/>
                  <a:pt x="934952" y="65628"/>
                </a:cubicBezTo>
                <a:cubicBezTo>
                  <a:pt x="938303" y="68993"/>
                  <a:pt x="942642" y="70676"/>
                  <a:pt x="947966" y="70676"/>
                </a:cubicBezTo>
                <a:close/>
                <a:moveTo>
                  <a:pt x="1011477" y="12067"/>
                </a:moveTo>
                <a:lnTo>
                  <a:pt x="1001709" y="12067"/>
                </a:lnTo>
                <a:cubicBezTo>
                  <a:pt x="997993" y="12067"/>
                  <a:pt x="995666" y="11774"/>
                  <a:pt x="994727" y="11189"/>
                </a:cubicBezTo>
                <a:cubicBezTo>
                  <a:pt x="993789" y="10603"/>
                  <a:pt x="993319" y="9536"/>
                  <a:pt x="993319" y="7987"/>
                </a:cubicBezTo>
                <a:cubicBezTo>
                  <a:pt x="993319" y="6627"/>
                  <a:pt x="993712" y="5607"/>
                  <a:pt x="994497" y="4927"/>
                </a:cubicBezTo>
                <a:cubicBezTo>
                  <a:pt x="995283" y="4247"/>
                  <a:pt x="996422" y="3907"/>
                  <a:pt x="997916" y="3907"/>
                </a:cubicBezTo>
                <a:lnTo>
                  <a:pt x="1016878" y="3907"/>
                </a:lnTo>
                <a:cubicBezTo>
                  <a:pt x="1017912" y="3907"/>
                  <a:pt x="1018717" y="4118"/>
                  <a:pt x="1019291" y="4539"/>
                </a:cubicBezTo>
                <a:cubicBezTo>
                  <a:pt x="1019866" y="4960"/>
                  <a:pt x="1020153" y="5533"/>
                  <a:pt x="1020153" y="6260"/>
                </a:cubicBezTo>
                <a:lnTo>
                  <a:pt x="1020153" y="70906"/>
                </a:lnTo>
                <a:lnTo>
                  <a:pt x="1038196" y="70906"/>
                </a:lnTo>
                <a:cubicBezTo>
                  <a:pt x="1039651" y="70906"/>
                  <a:pt x="1040714" y="71224"/>
                  <a:pt x="1041385" y="71861"/>
                </a:cubicBezTo>
                <a:cubicBezTo>
                  <a:pt x="1042055" y="72497"/>
                  <a:pt x="1042390" y="73509"/>
                  <a:pt x="1042390" y="74899"/>
                </a:cubicBezTo>
                <a:cubicBezTo>
                  <a:pt x="1042390" y="76481"/>
                  <a:pt x="1042065" y="77571"/>
                  <a:pt x="1041414" y="78169"/>
                </a:cubicBezTo>
                <a:cubicBezTo>
                  <a:pt x="1040762" y="78766"/>
                  <a:pt x="1039537" y="79065"/>
                  <a:pt x="1037736" y="79065"/>
                </a:cubicBezTo>
                <a:lnTo>
                  <a:pt x="995331" y="79065"/>
                </a:lnTo>
                <a:cubicBezTo>
                  <a:pt x="993837" y="79065"/>
                  <a:pt x="992697" y="78718"/>
                  <a:pt x="991912" y="78024"/>
                </a:cubicBezTo>
                <a:cubicBezTo>
                  <a:pt x="991126" y="77329"/>
                  <a:pt x="990734" y="76288"/>
                  <a:pt x="990734" y="74899"/>
                </a:cubicBezTo>
                <a:cubicBezTo>
                  <a:pt x="990734" y="73549"/>
                  <a:pt x="991136" y="72546"/>
                  <a:pt x="991940" y="71890"/>
                </a:cubicBezTo>
                <a:cubicBezTo>
                  <a:pt x="992745" y="71234"/>
                  <a:pt x="993952" y="70906"/>
                  <a:pt x="995560" y="70906"/>
                </a:cubicBezTo>
                <a:lnTo>
                  <a:pt x="1011477" y="70906"/>
                </a:lnTo>
                <a:lnTo>
                  <a:pt x="1011477" y="12067"/>
                </a:lnTo>
                <a:close/>
                <a:moveTo>
                  <a:pt x="1066253" y="55047"/>
                </a:moveTo>
                <a:cubicBezTo>
                  <a:pt x="1066560" y="60581"/>
                  <a:pt x="1068427" y="64857"/>
                  <a:pt x="1071855" y="67875"/>
                </a:cubicBezTo>
                <a:cubicBezTo>
                  <a:pt x="1075284" y="70891"/>
                  <a:pt x="1079967" y="72400"/>
                  <a:pt x="1085904" y="72400"/>
                </a:cubicBezTo>
                <a:cubicBezTo>
                  <a:pt x="1090386" y="72400"/>
                  <a:pt x="1095270" y="71203"/>
                  <a:pt x="1100557" y="68808"/>
                </a:cubicBezTo>
                <a:cubicBezTo>
                  <a:pt x="1105843" y="66414"/>
                  <a:pt x="1109042" y="65217"/>
                  <a:pt x="1110153" y="65217"/>
                </a:cubicBezTo>
                <a:cubicBezTo>
                  <a:pt x="1111302" y="65217"/>
                  <a:pt x="1112259" y="65581"/>
                  <a:pt x="1113026" y="66309"/>
                </a:cubicBezTo>
                <a:cubicBezTo>
                  <a:pt x="1113792" y="67037"/>
                  <a:pt x="1114175" y="67937"/>
                  <a:pt x="1114175" y="69010"/>
                </a:cubicBezTo>
                <a:cubicBezTo>
                  <a:pt x="1114175" y="70120"/>
                  <a:pt x="1113773" y="71136"/>
                  <a:pt x="1112968" y="72055"/>
                </a:cubicBezTo>
                <a:cubicBezTo>
                  <a:pt x="1112164" y="72974"/>
                  <a:pt x="1110880" y="73875"/>
                  <a:pt x="1109118" y="74756"/>
                </a:cubicBezTo>
                <a:cubicBezTo>
                  <a:pt x="1105288" y="76633"/>
                  <a:pt x="1101332" y="78069"/>
                  <a:pt x="1097253" y="79065"/>
                </a:cubicBezTo>
                <a:cubicBezTo>
                  <a:pt x="1093173" y="80061"/>
                  <a:pt x="1089122" y="80559"/>
                  <a:pt x="1085100" y="80559"/>
                </a:cubicBezTo>
                <a:cubicBezTo>
                  <a:pt x="1076366" y="80559"/>
                  <a:pt x="1069375" y="78038"/>
                  <a:pt x="1064127" y="72996"/>
                </a:cubicBezTo>
                <a:cubicBezTo>
                  <a:pt x="1058879" y="67953"/>
                  <a:pt x="1056255" y="61270"/>
                  <a:pt x="1056255" y="52949"/>
                </a:cubicBezTo>
                <a:cubicBezTo>
                  <a:pt x="1056255" y="44475"/>
                  <a:pt x="1059032" y="37612"/>
                  <a:pt x="1064587" y="32359"/>
                </a:cubicBezTo>
                <a:cubicBezTo>
                  <a:pt x="1070141" y="27105"/>
                  <a:pt x="1077381" y="24478"/>
                  <a:pt x="1086307" y="24478"/>
                </a:cubicBezTo>
                <a:cubicBezTo>
                  <a:pt x="1094389" y="24478"/>
                  <a:pt x="1101093" y="26930"/>
                  <a:pt x="1106418" y="31833"/>
                </a:cubicBezTo>
                <a:cubicBezTo>
                  <a:pt x="1111742" y="36736"/>
                  <a:pt x="1114405" y="42674"/>
                  <a:pt x="1114405" y="49646"/>
                </a:cubicBezTo>
                <a:cubicBezTo>
                  <a:pt x="1114405" y="51791"/>
                  <a:pt x="1113955" y="53227"/>
                  <a:pt x="1113054" y="53955"/>
                </a:cubicBezTo>
                <a:cubicBezTo>
                  <a:pt x="1112154" y="54683"/>
                  <a:pt x="1109712" y="55047"/>
                  <a:pt x="1105728" y="55047"/>
                </a:cubicBezTo>
                <a:lnTo>
                  <a:pt x="1104866" y="55047"/>
                </a:lnTo>
                <a:lnTo>
                  <a:pt x="1066253" y="55047"/>
                </a:lnTo>
                <a:moveTo>
                  <a:pt x="1066540" y="47462"/>
                </a:moveTo>
                <a:lnTo>
                  <a:pt x="1103947" y="47462"/>
                </a:lnTo>
                <a:cubicBezTo>
                  <a:pt x="1103372" y="42938"/>
                  <a:pt x="1101467" y="39299"/>
                  <a:pt x="1098230" y="36543"/>
                </a:cubicBezTo>
                <a:cubicBezTo>
                  <a:pt x="1094993" y="33786"/>
                  <a:pt x="1091018" y="32407"/>
                  <a:pt x="1086307" y="32407"/>
                </a:cubicBezTo>
                <a:cubicBezTo>
                  <a:pt x="1081212" y="32407"/>
                  <a:pt x="1076922" y="33738"/>
                  <a:pt x="1073436" y="36399"/>
                </a:cubicBezTo>
                <a:cubicBezTo>
                  <a:pt x="1069950" y="39060"/>
                  <a:pt x="1067651" y="42748"/>
                  <a:pt x="1066540" y="47462"/>
                </a:cubicBezTo>
                <a:close/>
                <a:moveTo>
                  <a:pt x="1149242" y="63039"/>
                </a:moveTo>
                <a:cubicBezTo>
                  <a:pt x="1149549" y="61734"/>
                  <a:pt x="1149951" y="60900"/>
                  <a:pt x="1150449" y="60536"/>
                </a:cubicBezTo>
                <a:cubicBezTo>
                  <a:pt x="1150947" y="60171"/>
                  <a:pt x="1151790" y="59988"/>
                  <a:pt x="1152977" y="59988"/>
                </a:cubicBezTo>
                <a:lnTo>
                  <a:pt x="1165561" y="59988"/>
                </a:lnTo>
                <a:cubicBezTo>
                  <a:pt x="1166136" y="59988"/>
                  <a:pt x="1166595" y="60103"/>
                  <a:pt x="1166940" y="60333"/>
                </a:cubicBezTo>
                <a:cubicBezTo>
                  <a:pt x="1167285" y="60563"/>
                  <a:pt x="1167457" y="60850"/>
                  <a:pt x="1167457" y="61195"/>
                </a:cubicBezTo>
                <a:cubicBezTo>
                  <a:pt x="1167457" y="61387"/>
                  <a:pt x="1167419" y="61636"/>
                  <a:pt x="1167342" y="61942"/>
                </a:cubicBezTo>
                <a:cubicBezTo>
                  <a:pt x="1167266" y="62248"/>
                  <a:pt x="1167151" y="62536"/>
                  <a:pt x="1166997" y="62804"/>
                </a:cubicBezTo>
                <a:lnTo>
                  <a:pt x="1151196" y="95671"/>
                </a:lnTo>
                <a:cubicBezTo>
                  <a:pt x="1150928" y="96246"/>
                  <a:pt x="1150564" y="96705"/>
                  <a:pt x="1150104" y="97050"/>
                </a:cubicBezTo>
                <a:cubicBezTo>
                  <a:pt x="1149644" y="97395"/>
                  <a:pt x="1149146" y="97567"/>
                  <a:pt x="1148610" y="97567"/>
                </a:cubicBezTo>
                <a:cubicBezTo>
                  <a:pt x="1148495" y="97567"/>
                  <a:pt x="1148371" y="97552"/>
                  <a:pt x="1148237" y="97521"/>
                </a:cubicBezTo>
                <a:cubicBezTo>
                  <a:pt x="1148103" y="97491"/>
                  <a:pt x="1147882" y="97430"/>
                  <a:pt x="1147576" y="97337"/>
                </a:cubicBezTo>
                <a:lnTo>
                  <a:pt x="1143554" y="95842"/>
                </a:lnTo>
                <a:cubicBezTo>
                  <a:pt x="1142941" y="95572"/>
                  <a:pt x="1142481" y="95265"/>
                  <a:pt x="1142175" y="94919"/>
                </a:cubicBezTo>
                <a:cubicBezTo>
                  <a:pt x="1141868" y="94574"/>
                  <a:pt x="1141715" y="94172"/>
                  <a:pt x="1141715" y="93712"/>
                </a:cubicBezTo>
                <a:cubicBezTo>
                  <a:pt x="1141715" y="93289"/>
                  <a:pt x="1141715" y="92992"/>
                  <a:pt x="1141715" y="92820"/>
                </a:cubicBezTo>
                <a:cubicBezTo>
                  <a:pt x="1141715" y="92647"/>
                  <a:pt x="1141753" y="92465"/>
                  <a:pt x="1141830" y="92274"/>
                </a:cubicBezTo>
                <a:lnTo>
                  <a:pt x="1149242" y="63039"/>
                </a:lnTo>
                <a:close/>
                <a:moveTo>
                  <a:pt x="1314417" y="70906"/>
                </a:moveTo>
                <a:cubicBezTo>
                  <a:pt x="1315988" y="70906"/>
                  <a:pt x="1317185" y="71248"/>
                  <a:pt x="1318008" y="71933"/>
                </a:cubicBezTo>
                <a:cubicBezTo>
                  <a:pt x="1318832" y="72618"/>
                  <a:pt x="1319244" y="73626"/>
                  <a:pt x="1319244" y="74957"/>
                </a:cubicBezTo>
                <a:cubicBezTo>
                  <a:pt x="1319244" y="76326"/>
                  <a:pt x="1318851" y="77353"/>
                  <a:pt x="1318066" y="78038"/>
                </a:cubicBezTo>
                <a:cubicBezTo>
                  <a:pt x="1317280" y="78723"/>
                  <a:pt x="1316141" y="79065"/>
                  <a:pt x="1314647" y="79065"/>
                </a:cubicBezTo>
                <a:lnTo>
                  <a:pt x="1277068" y="79065"/>
                </a:lnTo>
                <a:cubicBezTo>
                  <a:pt x="1275497" y="79065"/>
                  <a:pt x="1274300" y="78723"/>
                  <a:pt x="1273477" y="78038"/>
                </a:cubicBezTo>
                <a:cubicBezTo>
                  <a:pt x="1272653" y="77353"/>
                  <a:pt x="1272241" y="76326"/>
                  <a:pt x="1272241" y="74957"/>
                </a:cubicBezTo>
                <a:cubicBezTo>
                  <a:pt x="1272241" y="73626"/>
                  <a:pt x="1272634" y="72618"/>
                  <a:pt x="1273419" y="71933"/>
                </a:cubicBezTo>
                <a:cubicBezTo>
                  <a:pt x="1274204" y="71248"/>
                  <a:pt x="1275344" y="70906"/>
                  <a:pt x="1276838" y="70906"/>
                </a:cubicBezTo>
                <a:lnTo>
                  <a:pt x="1286606" y="70906"/>
                </a:lnTo>
                <a:lnTo>
                  <a:pt x="1286606" y="35740"/>
                </a:lnTo>
                <a:lnTo>
                  <a:pt x="1277183" y="35740"/>
                </a:lnTo>
                <a:cubicBezTo>
                  <a:pt x="1275612" y="35740"/>
                  <a:pt x="1274396" y="35374"/>
                  <a:pt x="1273534" y="34641"/>
                </a:cubicBezTo>
                <a:cubicBezTo>
                  <a:pt x="1272672" y="33909"/>
                  <a:pt x="1272241" y="32867"/>
                  <a:pt x="1272241" y="31517"/>
                </a:cubicBezTo>
                <a:cubicBezTo>
                  <a:pt x="1272241" y="30128"/>
                  <a:pt x="1272643" y="29087"/>
                  <a:pt x="1273448" y="28392"/>
                </a:cubicBezTo>
                <a:cubicBezTo>
                  <a:pt x="1274252" y="27698"/>
                  <a:pt x="1275421" y="27351"/>
                  <a:pt x="1276953" y="27351"/>
                </a:cubicBezTo>
                <a:lnTo>
                  <a:pt x="1286032" y="27351"/>
                </a:lnTo>
                <a:lnTo>
                  <a:pt x="1286032" y="23444"/>
                </a:lnTo>
                <a:cubicBezTo>
                  <a:pt x="1286032" y="16510"/>
                  <a:pt x="1288004" y="11482"/>
                  <a:pt x="1291950" y="8360"/>
                </a:cubicBezTo>
                <a:cubicBezTo>
                  <a:pt x="1295896" y="5238"/>
                  <a:pt x="1302274" y="3677"/>
                  <a:pt x="1311084" y="3677"/>
                </a:cubicBezTo>
                <a:cubicBezTo>
                  <a:pt x="1315375" y="3677"/>
                  <a:pt x="1318545" y="4156"/>
                  <a:pt x="1320594" y="5114"/>
                </a:cubicBezTo>
                <a:cubicBezTo>
                  <a:pt x="1322643" y="6072"/>
                  <a:pt x="1323668" y="7566"/>
                  <a:pt x="1323668" y="9596"/>
                </a:cubicBezTo>
                <a:cubicBezTo>
                  <a:pt x="1323668" y="10783"/>
                  <a:pt x="1323228" y="11760"/>
                  <a:pt x="1322346" y="12526"/>
                </a:cubicBezTo>
                <a:cubicBezTo>
                  <a:pt x="1321465" y="13292"/>
                  <a:pt x="1320335" y="13675"/>
                  <a:pt x="1318956" y="13675"/>
                </a:cubicBezTo>
                <a:cubicBezTo>
                  <a:pt x="1318267" y="13675"/>
                  <a:pt x="1316610" y="13446"/>
                  <a:pt x="1313986" y="12986"/>
                </a:cubicBezTo>
                <a:cubicBezTo>
                  <a:pt x="1311362" y="12526"/>
                  <a:pt x="1309111" y="12296"/>
                  <a:pt x="1307234" y="12296"/>
                </a:cubicBezTo>
                <a:cubicBezTo>
                  <a:pt x="1302906" y="12296"/>
                  <a:pt x="1299803" y="13206"/>
                  <a:pt x="1297926" y="15026"/>
                </a:cubicBezTo>
                <a:cubicBezTo>
                  <a:pt x="1296049" y="16845"/>
                  <a:pt x="1295110" y="19862"/>
                  <a:pt x="1295110" y="24076"/>
                </a:cubicBezTo>
                <a:lnTo>
                  <a:pt x="1295110" y="27351"/>
                </a:lnTo>
                <a:lnTo>
                  <a:pt x="1315451" y="27351"/>
                </a:lnTo>
                <a:cubicBezTo>
                  <a:pt x="1317022" y="27351"/>
                  <a:pt x="1318219" y="27698"/>
                  <a:pt x="1319043" y="28392"/>
                </a:cubicBezTo>
                <a:cubicBezTo>
                  <a:pt x="1319866" y="29087"/>
                  <a:pt x="1320278" y="30128"/>
                  <a:pt x="1320278" y="31517"/>
                </a:cubicBezTo>
                <a:cubicBezTo>
                  <a:pt x="1320278" y="32828"/>
                  <a:pt x="1319857" y="33860"/>
                  <a:pt x="1319014" y="34613"/>
                </a:cubicBezTo>
                <a:cubicBezTo>
                  <a:pt x="1318171" y="35364"/>
                  <a:pt x="1317022" y="35740"/>
                  <a:pt x="1315566" y="35740"/>
                </a:cubicBezTo>
                <a:lnTo>
                  <a:pt x="1295685" y="35740"/>
                </a:lnTo>
                <a:lnTo>
                  <a:pt x="1295685" y="70906"/>
                </a:lnTo>
                <a:lnTo>
                  <a:pt x="1314417" y="70906"/>
                </a:lnTo>
                <a:close/>
                <a:moveTo>
                  <a:pt x="1361436" y="70906"/>
                </a:moveTo>
                <a:lnTo>
                  <a:pt x="1380512" y="70906"/>
                </a:lnTo>
                <a:cubicBezTo>
                  <a:pt x="1382006" y="70906"/>
                  <a:pt x="1383108" y="71224"/>
                  <a:pt x="1383816" y="71861"/>
                </a:cubicBezTo>
                <a:cubicBezTo>
                  <a:pt x="1384525" y="72497"/>
                  <a:pt x="1384879" y="73509"/>
                  <a:pt x="1384879" y="74899"/>
                </a:cubicBezTo>
                <a:cubicBezTo>
                  <a:pt x="1384879" y="76481"/>
                  <a:pt x="1384544" y="77571"/>
                  <a:pt x="1383874" y="78169"/>
                </a:cubicBezTo>
                <a:cubicBezTo>
                  <a:pt x="1383203" y="78766"/>
                  <a:pt x="1381968" y="79065"/>
                  <a:pt x="1380168" y="79065"/>
                </a:cubicBezTo>
                <a:lnTo>
                  <a:pt x="1342589" y="79065"/>
                </a:lnTo>
                <a:cubicBezTo>
                  <a:pt x="1341095" y="79065"/>
                  <a:pt x="1339965" y="78718"/>
                  <a:pt x="1339198" y="78024"/>
                </a:cubicBezTo>
                <a:cubicBezTo>
                  <a:pt x="1338432" y="77329"/>
                  <a:pt x="1338049" y="76288"/>
                  <a:pt x="1338049" y="74899"/>
                </a:cubicBezTo>
                <a:cubicBezTo>
                  <a:pt x="1338049" y="73549"/>
                  <a:pt x="1338442" y="72546"/>
                  <a:pt x="1339227" y="71890"/>
                </a:cubicBezTo>
                <a:cubicBezTo>
                  <a:pt x="1340012" y="71234"/>
                  <a:pt x="1341229" y="70906"/>
                  <a:pt x="1342876" y="70906"/>
                </a:cubicBezTo>
                <a:lnTo>
                  <a:pt x="1352874" y="70906"/>
                </a:lnTo>
                <a:lnTo>
                  <a:pt x="1352874" y="34131"/>
                </a:lnTo>
                <a:lnTo>
                  <a:pt x="1348967" y="34131"/>
                </a:lnTo>
                <a:cubicBezTo>
                  <a:pt x="1345251" y="34131"/>
                  <a:pt x="1342933" y="33834"/>
                  <a:pt x="1342014" y="33241"/>
                </a:cubicBezTo>
                <a:cubicBezTo>
                  <a:pt x="1341095" y="32647"/>
                  <a:pt x="1340635" y="31565"/>
                  <a:pt x="1340635" y="29994"/>
                </a:cubicBezTo>
                <a:cubicBezTo>
                  <a:pt x="1340635" y="28653"/>
                  <a:pt x="1341008" y="27648"/>
                  <a:pt x="1341755" y="26978"/>
                </a:cubicBezTo>
                <a:cubicBezTo>
                  <a:pt x="1342502" y="26307"/>
                  <a:pt x="1343642" y="25972"/>
                  <a:pt x="1345174" y="25972"/>
                </a:cubicBezTo>
                <a:lnTo>
                  <a:pt x="1358275" y="25972"/>
                </a:lnTo>
                <a:cubicBezTo>
                  <a:pt x="1359310" y="25972"/>
                  <a:pt x="1360095" y="26173"/>
                  <a:pt x="1360631" y="26575"/>
                </a:cubicBezTo>
                <a:cubicBezTo>
                  <a:pt x="1361167" y="26978"/>
                  <a:pt x="1361436" y="27562"/>
                  <a:pt x="1361436" y="28328"/>
                </a:cubicBezTo>
                <a:lnTo>
                  <a:pt x="1361436" y="38096"/>
                </a:lnTo>
                <a:cubicBezTo>
                  <a:pt x="1365075" y="33538"/>
                  <a:pt x="1368867" y="30147"/>
                  <a:pt x="1372813" y="27926"/>
                </a:cubicBezTo>
                <a:cubicBezTo>
                  <a:pt x="1376758" y="25704"/>
                  <a:pt x="1381010" y="24593"/>
                  <a:pt x="1385569" y="24593"/>
                </a:cubicBezTo>
                <a:cubicBezTo>
                  <a:pt x="1388978" y="24593"/>
                  <a:pt x="1391736" y="25282"/>
                  <a:pt x="1393843" y="26661"/>
                </a:cubicBezTo>
                <a:cubicBezTo>
                  <a:pt x="1395950" y="28041"/>
                  <a:pt x="1397003" y="29822"/>
                  <a:pt x="1397003" y="32005"/>
                </a:cubicBezTo>
                <a:cubicBezTo>
                  <a:pt x="1397003" y="33423"/>
                  <a:pt x="1396477" y="34677"/>
                  <a:pt x="1395423" y="35769"/>
                </a:cubicBezTo>
                <a:cubicBezTo>
                  <a:pt x="1394370" y="36861"/>
                  <a:pt x="1393211" y="37407"/>
                  <a:pt x="1391947" y="37407"/>
                </a:cubicBezTo>
                <a:cubicBezTo>
                  <a:pt x="1391066" y="37407"/>
                  <a:pt x="1389581" y="36822"/>
                  <a:pt x="1387494" y="35654"/>
                </a:cubicBezTo>
                <a:cubicBezTo>
                  <a:pt x="1385406" y="34486"/>
                  <a:pt x="1383539" y="33901"/>
                  <a:pt x="1381891" y="33901"/>
                </a:cubicBezTo>
                <a:cubicBezTo>
                  <a:pt x="1378903" y="33901"/>
                  <a:pt x="1375753" y="34963"/>
                  <a:pt x="1372439" y="37085"/>
                </a:cubicBezTo>
                <a:cubicBezTo>
                  <a:pt x="1369126" y="39208"/>
                  <a:pt x="1365458" y="42564"/>
                  <a:pt x="1361436" y="47155"/>
                </a:cubicBezTo>
                <a:lnTo>
                  <a:pt x="1361436" y="70906"/>
                </a:lnTo>
                <a:close/>
                <a:moveTo>
                  <a:pt x="1432129" y="9423"/>
                </a:moveTo>
                <a:cubicBezTo>
                  <a:pt x="1432129" y="5286"/>
                  <a:pt x="1432502" y="2681"/>
                  <a:pt x="1433249" y="1609"/>
                </a:cubicBezTo>
                <a:cubicBezTo>
                  <a:pt x="1433996" y="536"/>
                  <a:pt x="1435595" y="0"/>
                  <a:pt x="1438047" y="0"/>
                </a:cubicBezTo>
                <a:cubicBezTo>
                  <a:pt x="1440422" y="0"/>
                  <a:pt x="1441992" y="450"/>
                  <a:pt x="1442759" y="1350"/>
                </a:cubicBezTo>
                <a:cubicBezTo>
                  <a:pt x="1443525" y="2251"/>
                  <a:pt x="1443908" y="4386"/>
                  <a:pt x="1443908" y="7757"/>
                </a:cubicBezTo>
                <a:cubicBezTo>
                  <a:pt x="1443908" y="11051"/>
                  <a:pt x="1443553" y="13091"/>
                  <a:pt x="1442845" y="13877"/>
                </a:cubicBezTo>
                <a:cubicBezTo>
                  <a:pt x="1442136" y="14662"/>
                  <a:pt x="1440537" y="15055"/>
                  <a:pt x="1438047" y="15055"/>
                </a:cubicBezTo>
                <a:cubicBezTo>
                  <a:pt x="1435595" y="15055"/>
                  <a:pt x="1433996" y="14691"/>
                  <a:pt x="1433249" y="13963"/>
                </a:cubicBezTo>
                <a:cubicBezTo>
                  <a:pt x="1432502" y="13235"/>
                  <a:pt x="1432129" y="11722"/>
                  <a:pt x="1432129" y="9423"/>
                </a:cubicBezTo>
                <a:moveTo>
                  <a:pt x="1442759" y="70906"/>
                </a:moveTo>
                <a:lnTo>
                  <a:pt x="1461203" y="70906"/>
                </a:lnTo>
                <a:cubicBezTo>
                  <a:pt x="1462697" y="70906"/>
                  <a:pt x="1463799" y="71224"/>
                  <a:pt x="1464507" y="71861"/>
                </a:cubicBezTo>
                <a:cubicBezTo>
                  <a:pt x="1465216" y="72497"/>
                  <a:pt x="1465570" y="73509"/>
                  <a:pt x="1465570" y="74899"/>
                </a:cubicBezTo>
                <a:cubicBezTo>
                  <a:pt x="1465570" y="76481"/>
                  <a:pt x="1465235" y="77571"/>
                  <a:pt x="1464565" y="78169"/>
                </a:cubicBezTo>
                <a:cubicBezTo>
                  <a:pt x="1463894" y="78766"/>
                  <a:pt x="1462659" y="79065"/>
                  <a:pt x="1460859" y="79065"/>
                </a:cubicBezTo>
                <a:lnTo>
                  <a:pt x="1416270" y="79065"/>
                </a:lnTo>
                <a:cubicBezTo>
                  <a:pt x="1414737" y="79065"/>
                  <a:pt x="1413588" y="78718"/>
                  <a:pt x="1412822" y="78024"/>
                </a:cubicBezTo>
                <a:cubicBezTo>
                  <a:pt x="1412056" y="77329"/>
                  <a:pt x="1411673" y="76288"/>
                  <a:pt x="1411673" y="74899"/>
                </a:cubicBezTo>
                <a:cubicBezTo>
                  <a:pt x="1411673" y="73549"/>
                  <a:pt x="1412075" y="72546"/>
                  <a:pt x="1412879" y="71890"/>
                </a:cubicBezTo>
                <a:cubicBezTo>
                  <a:pt x="1413684" y="71234"/>
                  <a:pt x="1414890" y="70906"/>
                  <a:pt x="1416499" y="70906"/>
                </a:cubicBezTo>
                <a:lnTo>
                  <a:pt x="1434025" y="70906"/>
                </a:lnTo>
                <a:lnTo>
                  <a:pt x="1434025" y="34131"/>
                </a:lnTo>
                <a:lnTo>
                  <a:pt x="1422820" y="34131"/>
                </a:lnTo>
                <a:cubicBezTo>
                  <a:pt x="1421249" y="34131"/>
                  <a:pt x="1420052" y="33777"/>
                  <a:pt x="1419229" y="33068"/>
                </a:cubicBezTo>
                <a:cubicBezTo>
                  <a:pt x="1418405" y="32360"/>
                  <a:pt x="1417993" y="31335"/>
                  <a:pt x="1417993" y="29994"/>
                </a:cubicBezTo>
                <a:cubicBezTo>
                  <a:pt x="1417993" y="28653"/>
                  <a:pt x="1418376" y="27648"/>
                  <a:pt x="1419143" y="26978"/>
                </a:cubicBezTo>
                <a:cubicBezTo>
                  <a:pt x="1419909" y="26307"/>
                  <a:pt x="1421058" y="25972"/>
                  <a:pt x="1422590" y="25972"/>
                </a:cubicBezTo>
                <a:lnTo>
                  <a:pt x="1439426" y="25972"/>
                </a:lnTo>
                <a:cubicBezTo>
                  <a:pt x="1440460" y="25972"/>
                  <a:pt x="1441274" y="26183"/>
                  <a:pt x="1441868" y="26604"/>
                </a:cubicBezTo>
                <a:cubicBezTo>
                  <a:pt x="1442462" y="27024"/>
                  <a:pt x="1442759" y="27598"/>
                  <a:pt x="1442759" y="28324"/>
                </a:cubicBezTo>
                <a:lnTo>
                  <a:pt x="1442759" y="70906"/>
                </a:lnTo>
                <a:close/>
                <a:moveTo>
                  <a:pt x="1525059" y="79065"/>
                </a:moveTo>
                <a:cubicBezTo>
                  <a:pt x="1524254" y="79065"/>
                  <a:pt x="1523689" y="78866"/>
                  <a:pt x="1523364" y="78467"/>
                </a:cubicBezTo>
                <a:cubicBezTo>
                  <a:pt x="1523038" y="78067"/>
                  <a:pt x="1522875" y="77297"/>
                  <a:pt x="1522875" y="76156"/>
                </a:cubicBezTo>
                <a:lnTo>
                  <a:pt x="1522875" y="71480"/>
                </a:lnTo>
                <a:cubicBezTo>
                  <a:pt x="1520577" y="74353"/>
                  <a:pt x="1517704" y="76585"/>
                  <a:pt x="1514256" y="78174"/>
                </a:cubicBezTo>
                <a:cubicBezTo>
                  <a:pt x="1510809" y="79764"/>
                  <a:pt x="1507074" y="80559"/>
                  <a:pt x="1503052" y="80559"/>
                </a:cubicBezTo>
                <a:cubicBezTo>
                  <a:pt x="1495812" y="80559"/>
                  <a:pt x="1489750" y="77981"/>
                  <a:pt x="1484866" y="72823"/>
                </a:cubicBezTo>
                <a:cubicBezTo>
                  <a:pt x="1479981" y="67665"/>
                  <a:pt x="1477539" y="61251"/>
                  <a:pt x="1477539" y="53582"/>
                </a:cubicBezTo>
                <a:cubicBezTo>
                  <a:pt x="1477539" y="45644"/>
                  <a:pt x="1480144" y="39039"/>
                  <a:pt x="1485354" y="33767"/>
                </a:cubicBezTo>
                <a:cubicBezTo>
                  <a:pt x="1490564" y="28494"/>
                  <a:pt x="1497057" y="25857"/>
                  <a:pt x="1504833" y="25857"/>
                </a:cubicBezTo>
                <a:cubicBezTo>
                  <a:pt x="1508778" y="25857"/>
                  <a:pt x="1512322" y="26556"/>
                  <a:pt x="1515463" y="27954"/>
                </a:cubicBezTo>
                <a:cubicBezTo>
                  <a:pt x="1518604" y="29353"/>
                  <a:pt x="1521305" y="31412"/>
                  <a:pt x="1523565" y="34131"/>
                </a:cubicBezTo>
                <a:lnTo>
                  <a:pt x="1523565" y="12067"/>
                </a:lnTo>
                <a:lnTo>
                  <a:pt x="1520519" y="12067"/>
                </a:lnTo>
                <a:cubicBezTo>
                  <a:pt x="1517187" y="12067"/>
                  <a:pt x="1515032" y="11774"/>
                  <a:pt x="1514055" y="11189"/>
                </a:cubicBezTo>
                <a:cubicBezTo>
                  <a:pt x="1513078" y="10603"/>
                  <a:pt x="1512590" y="9536"/>
                  <a:pt x="1512590" y="7987"/>
                </a:cubicBezTo>
                <a:cubicBezTo>
                  <a:pt x="1512590" y="6627"/>
                  <a:pt x="1512983" y="5607"/>
                  <a:pt x="1513768" y="4927"/>
                </a:cubicBezTo>
                <a:cubicBezTo>
                  <a:pt x="1514553" y="4247"/>
                  <a:pt x="1515693" y="3907"/>
                  <a:pt x="1517187" y="3907"/>
                </a:cubicBezTo>
                <a:lnTo>
                  <a:pt x="1528966" y="3907"/>
                </a:lnTo>
                <a:cubicBezTo>
                  <a:pt x="1530115" y="3907"/>
                  <a:pt x="1530948" y="4099"/>
                  <a:pt x="1531466" y="4482"/>
                </a:cubicBezTo>
                <a:cubicBezTo>
                  <a:pt x="1531983" y="4865"/>
                  <a:pt x="1532241" y="5459"/>
                  <a:pt x="1532241" y="6263"/>
                </a:cubicBezTo>
                <a:lnTo>
                  <a:pt x="1532241" y="71021"/>
                </a:lnTo>
                <a:lnTo>
                  <a:pt x="1534827" y="71021"/>
                </a:lnTo>
                <a:cubicBezTo>
                  <a:pt x="1536704" y="71021"/>
                  <a:pt x="1538064" y="71335"/>
                  <a:pt x="1538907" y="71963"/>
                </a:cubicBezTo>
                <a:cubicBezTo>
                  <a:pt x="1539749" y="72591"/>
                  <a:pt x="1540171" y="73588"/>
                  <a:pt x="1540171" y="74957"/>
                </a:cubicBezTo>
                <a:cubicBezTo>
                  <a:pt x="1540171" y="76251"/>
                  <a:pt x="1539807" y="77259"/>
                  <a:pt x="1539079" y="77982"/>
                </a:cubicBezTo>
                <a:cubicBezTo>
                  <a:pt x="1538351" y="78704"/>
                  <a:pt x="1537374" y="79065"/>
                  <a:pt x="1536149" y="79065"/>
                </a:cubicBezTo>
                <a:lnTo>
                  <a:pt x="1525059" y="79065"/>
                </a:lnTo>
                <a:moveTo>
                  <a:pt x="1487422" y="53294"/>
                </a:moveTo>
                <a:cubicBezTo>
                  <a:pt x="1487422" y="58589"/>
                  <a:pt x="1489127" y="62925"/>
                  <a:pt x="1492536" y="66302"/>
                </a:cubicBezTo>
                <a:cubicBezTo>
                  <a:pt x="1495946" y="69678"/>
                  <a:pt x="1500274" y="71365"/>
                  <a:pt x="1505522" y="71365"/>
                </a:cubicBezTo>
                <a:cubicBezTo>
                  <a:pt x="1510809" y="71365"/>
                  <a:pt x="1515157" y="69611"/>
                  <a:pt x="1518566" y="66101"/>
                </a:cubicBezTo>
                <a:cubicBezTo>
                  <a:pt x="1521975" y="62590"/>
                  <a:pt x="1523680" y="58129"/>
                  <a:pt x="1523680" y="52720"/>
                </a:cubicBezTo>
                <a:cubicBezTo>
                  <a:pt x="1523680" y="47387"/>
                  <a:pt x="1521985" y="42994"/>
                  <a:pt x="1518595" y="39542"/>
                </a:cubicBezTo>
                <a:cubicBezTo>
                  <a:pt x="1515204" y="36088"/>
                  <a:pt x="1510847" y="34361"/>
                  <a:pt x="1505522" y="34361"/>
                </a:cubicBezTo>
                <a:cubicBezTo>
                  <a:pt x="1500121" y="34361"/>
                  <a:pt x="1495754" y="36107"/>
                  <a:pt x="1492422" y="39599"/>
                </a:cubicBezTo>
                <a:cubicBezTo>
                  <a:pt x="1489089" y="43090"/>
                  <a:pt x="1487422" y="47655"/>
                  <a:pt x="1487422" y="53294"/>
                </a:cubicBezTo>
                <a:close/>
                <a:moveTo>
                  <a:pt x="1576502" y="34476"/>
                </a:moveTo>
                <a:cubicBezTo>
                  <a:pt x="1571483" y="34476"/>
                  <a:pt x="1567385" y="36025"/>
                  <a:pt x="1564205" y="39123"/>
                </a:cubicBezTo>
                <a:cubicBezTo>
                  <a:pt x="1561026" y="42220"/>
                  <a:pt x="1559436" y="46235"/>
                  <a:pt x="1559436" y="51168"/>
                </a:cubicBezTo>
                <a:cubicBezTo>
                  <a:pt x="1559436" y="56025"/>
                  <a:pt x="1561026" y="60012"/>
                  <a:pt x="1564205" y="63129"/>
                </a:cubicBezTo>
                <a:cubicBezTo>
                  <a:pt x="1567385" y="66245"/>
                  <a:pt x="1571483" y="67803"/>
                  <a:pt x="1576502" y="67803"/>
                </a:cubicBezTo>
                <a:cubicBezTo>
                  <a:pt x="1581481" y="67803"/>
                  <a:pt x="1585571" y="66245"/>
                  <a:pt x="1588769" y="63129"/>
                </a:cubicBezTo>
                <a:cubicBezTo>
                  <a:pt x="1591968" y="60012"/>
                  <a:pt x="1593567" y="56025"/>
                  <a:pt x="1593567" y="51168"/>
                </a:cubicBezTo>
                <a:cubicBezTo>
                  <a:pt x="1593567" y="46312"/>
                  <a:pt x="1591968" y="42316"/>
                  <a:pt x="1588769" y="39181"/>
                </a:cubicBezTo>
                <a:cubicBezTo>
                  <a:pt x="1585571" y="36044"/>
                  <a:pt x="1581481" y="34476"/>
                  <a:pt x="1576502" y="34476"/>
                </a:cubicBezTo>
                <a:moveTo>
                  <a:pt x="1601439" y="76056"/>
                </a:moveTo>
                <a:cubicBezTo>
                  <a:pt x="1601439" y="81423"/>
                  <a:pt x="1601171" y="85228"/>
                  <a:pt x="1600635" y="87470"/>
                </a:cubicBezTo>
                <a:cubicBezTo>
                  <a:pt x="1600098" y="89714"/>
                  <a:pt x="1599179" y="91679"/>
                  <a:pt x="1597877" y="93365"/>
                </a:cubicBezTo>
                <a:cubicBezTo>
                  <a:pt x="1595732" y="96203"/>
                  <a:pt x="1592724" y="98359"/>
                  <a:pt x="1588855" y="99835"/>
                </a:cubicBezTo>
                <a:cubicBezTo>
                  <a:pt x="1584986" y="101311"/>
                  <a:pt x="1580428" y="102049"/>
                  <a:pt x="1575180" y="102049"/>
                </a:cubicBezTo>
                <a:cubicBezTo>
                  <a:pt x="1570813" y="102049"/>
                  <a:pt x="1567624" y="101625"/>
                  <a:pt x="1565613" y="100776"/>
                </a:cubicBezTo>
                <a:cubicBezTo>
                  <a:pt x="1563602" y="99928"/>
                  <a:pt x="1562596" y="98579"/>
                  <a:pt x="1562596" y="96729"/>
                </a:cubicBezTo>
                <a:cubicBezTo>
                  <a:pt x="1562596" y="95534"/>
                  <a:pt x="1563085" y="94484"/>
                  <a:pt x="1564061" y="93579"/>
                </a:cubicBezTo>
                <a:cubicBezTo>
                  <a:pt x="1565038" y="92675"/>
                  <a:pt x="1566197" y="92223"/>
                  <a:pt x="1567538" y="92223"/>
                </a:cubicBezTo>
                <a:cubicBezTo>
                  <a:pt x="1568572" y="92223"/>
                  <a:pt x="1570162" y="92367"/>
                  <a:pt x="1572307" y="92654"/>
                </a:cubicBezTo>
                <a:cubicBezTo>
                  <a:pt x="1574452" y="92942"/>
                  <a:pt x="1576080" y="93085"/>
                  <a:pt x="1577191" y="93085"/>
                </a:cubicBezTo>
                <a:cubicBezTo>
                  <a:pt x="1582860" y="93085"/>
                  <a:pt x="1586883" y="91780"/>
                  <a:pt x="1589258" y="89169"/>
                </a:cubicBezTo>
                <a:cubicBezTo>
                  <a:pt x="1591633" y="86558"/>
                  <a:pt x="1592820" y="82085"/>
                  <a:pt x="1592820" y="75749"/>
                </a:cubicBezTo>
                <a:lnTo>
                  <a:pt x="1592820" y="68780"/>
                </a:lnTo>
                <a:cubicBezTo>
                  <a:pt x="1590483" y="71500"/>
                  <a:pt x="1587898" y="73491"/>
                  <a:pt x="1585063" y="74756"/>
                </a:cubicBezTo>
                <a:cubicBezTo>
                  <a:pt x="1582228" y="76020"/>
                  <a:pt x="1578972" y="76652"/>
                  <a:pt x="1575295" y="76652"/>
                </a:cubicBezTo>
                <a:cubicBezTo>
                  <a:pt x="1568132" y="76652"/>
                  <a:pt x="1562204" y="74270"/>
                  <a:pt x="1557511" y="69507"/>
                </a:cubicBezTo>
                <a:cubicBezTo>
                  <a:pt x="1552818" y="64743"/>
                  <a:pt x="1550472" y="58706"/>
                  <a:pt x="1550472" y="51398"/>
                </a:cubicBezTo>
                <a:cubicBezTo>
                  <a:pt x="1550472" y="44052"/>
                  <a:pt x="1552885" y="37958"/>
                  <a:pt x="1557712" y="33119"/>
                </a:cubicBezTo>
                <a:cubicBezTo>
                  <a:pt x="1562539" y="28278"/>
                  <a:pt x="1568515" y="25857"/>
                  <a:pt x="1575640" y="25857"/>
                </a:cubicBezTo>
                <a:cubicBezTo>
                  <a:pt x="1578589" y="25857"/>
                  <a:pt x="1581472" y="26403"/>
                  <a:pt x="1584287" y="27495"/>
                </a:cubicBezTo>
                <a:cubicBezTo>
                  <a:pt x="1587103" y="28586"/>
                  <a:pt x="1589947" y="30243"/>
                  <a:pt x="1592820" y="32465"/>
                </a:cubicBezTo>
                <a:lnTo>
                  <a:pt x="1592820" y="28328"/>
                </a:lnTo>
                <a:cubicBezTo>
                  <a:pt x="1592820" y="27523"/>
                  <a:pt x="1593079" y="26930"/>
                  <a:pt x="1593596" y="26547"/>
                </a:cubicBezTo>
                <a:cubicBezTo>
                  <a:pt x="1594113" y="26163"/>
                  <a:pt x="1594927" y="25972"/>
                  <a:pt x="1596038" y="25972"/>
                </a:cubicBezTo>
                <a:lnTo>
                  <a:pt x="1604714" y="25972"/>
                </a:lnTo>
                <a:cubicBezTo>
                  <a:pt x="1606247" y="25972"/>
                  <a:pt x="1607396" y="26307"/>
                  <a:pt x="1608162" y="26978"/>
                </a:cubicBezTo>
                <a:cubicBezTo>
                  <a:pt x="1608928" y="27648"/>
                  <a:pt x="1609311" y="28653"/>
                  <a:pt x="1609311" y="29994"/>
                </a:cubicBezTo>
                <a:cubicBezTo>
                  <a:pt x="1609311" y="31526"/>
                  <a:pt x="1608832" y="32599"/>
                  <a:pt x="1607875" y="33212"/>
                </a:cubicBezTo>
                <a:cubicBezTo>
                  <a:pt x="1606917" y="33825"/>
                  <a:pt x="1605117" y="34131"/>
                  <a:pt x="1602474" y="34131"/>
                </a:cubicBezTo>
                <a:lnTo>
                  <a:pt x="1601439" y="34131"/>
                </a:lnTo>
                <a:lnTo>
                  <a:pt x="1601439" y="76056"/>
                </a:lnTo>
                <a:close/>
                <a:moveTo>
                  <a:pt x="1629037" y="55047"/>
                </a:moveTo>
                <a:cubicBezTo>
                  <a:pt x="1629344" y="60581"/>
                  <a:pt x="1631211" y="64857"/>
                  <a:pt x="1634640" y="67875"/>
                </a:cubicBezTo>
                <a:cubicBezTo>
                  <a:pt x="1638068" y="70891"/>
                  <a:pt x="1642751" y="72400"/>
                  <a:pt x="1648689" y="72400"/>
                </a:cubicBezTo>
                <a:cubicBezTo>
                  <a:pt x="1653171" y="72400"/>
                  <a:pt x="1658055" y="71203"/>
                  <a:pt x="1663341" y="68808"/>
                </a:cubicBezTo>
                <a:cubicBezTo>
                  <a:pt x="1668627" y="66414"/>
                  <a:pt x="1671826" y="65217"/>
                  <a:pt x="1672937" y="65217"/>
                </a:cubicBezTo>
                <a:cubicBezTo>
                  <a:pt x="1674086" y="65217"/>
                  <a:pt x="1675044" y="65581"/>
                  <a:pt x="1675810" y="66309"/>
                </a:cubicBezTo>
                <a:cubicBezTo>
                  <a:pt x="1676576" y="67037"/>
                  <a:pt x="1676959" y="67937"/>
                  <a:pt x="1676959" y="69010"/>
                </a:cubicBezTo>
                <a:cubicBezTo>
                  <a:pt x="1676959" y="70120"/>
                  <a:pt x="1676557" y="71136"/>
                  <a:pt x="1675752" y="72055"/>
                </a:cubicBezTo>
                <a:cubicBezTo>
                  <a:pt x="1674948" y="72974"/>
                  <a:pt x="1673665" y="73875"/>
                  <a:pt x="1671903" y="74756"/>
                </a:cubicBezTo>
                <a:cubicBezTo>
                  <a:pt x="1668072" y="76633"/>
                  <a:pt x="1664117" y="78069"/>
                  <a:pt x="1660037" y="79065"/>
                </a:cubicBezTo>
                <a:cubicBezTo>
                  <a:pt x="1655957" y="80061"/>
                  <a:pt x="1651907" y="80559"/>
                  <a:pt x="1647884" y="80559"/>
                </a:cubicBezTo>
                <a:cubicBezTo>
                  <a:pt x="1639150" y="80559"/>
                  <a:pt x="1632159" y="78038"/>
                  <a:pt x="1626911" y="72996"/>
                </a:cubicBezTo>
                <a:cubicBezTo>
                  <a:pt x="1621663" y="67953"/>
                  <a:pt x="1619039" y="61270"/>
                  <a:pt x="1619039" y="52949"/>
                </a:cubicBezTo>
                <a:cubicBezTo>
                  <a:pt x="1619039" y="44475"/>
                  <a:pt x="1621817" y="37612"/>
                  <a:pt x="1627371" y="32359"/>
                </a:cubicBezTo>
                <a:cubicBezTo>
                  <a:pt x="1632926" y="27105"/>
                  <a:pt x="1640166" y="24478"/>
                  <a:pt x="1649091" y="24478"/>
                </a:cubicBezTo>
                <a:cubicBezTo>
                  <a:pt x="1657174" y="24478"/>
                  <a:pt x="1663877" y="26930"/>
                  <a:pt x="1669202" y="31833"/>
                </a:cubicBezTo>
                <a:cubicBezTo>
                  <a:pt x="1674527" y="36736"/>
                  <a:pt x="1677189" y="42674"/>
                  <a:pt x="1677189" y="49646"/>
                </a:cubicBezTo>
                <a:cubicBezTo>
                  <a:pt x="1677189" y="51791"/>
                  <a:pt x="1676739" y="53227"/>
                  <a:pt x="1675839" y="53955"/>
                </a:cubicBezTo>
                <a:cubicBezTo>
                  <a:pt x="1674938" y="54683"/>
                  <a:pt x="1672496" y="55047"/>
                  <a:pt x="1668513" y="55047"/>
                </a:cubicBezTo>
                <a:lnTo>
                  <a:pt x="1667651" y="55047"/>
                </a:lnTo>
                <a:lnTo>
                  <a:pt x="1629037" y="55047"/>
                </a:lnTo>
                <a:moveTo>
                  <a:pt x="1629325" y="47462"/>
                </a:moveTo>
                <a:lnTo>
                  <a:pt x="1666731" y="47462"/>
                </a:lnTo>
                <a:cubicBezTo>
                  <a:pt x="1666157" y="42938"/>
                  <a:pt x="1664251" y="39299"/>
                  <a:pt x="1661014" y="36543"/>
                </a:cubicBezTo>
                <a:cubicBezTo>
                  <a:pt x="1657777" y="33786"/>
                  <a:pt x="1653803" y="32407"/>
                  <a:pt x="1649091" y="32407"/>
                </a:cubicBezTo>
                <a:cubicBezTo>
                  <a:pt x="1643996" y="32407"/>
                  <a:pt x="1639706" y="33738"/>
                  <a:pt x="1636220" y="36399"/>
                </a:cubicBezTo>
                <a:cubicBezTo>
                  <a:pt x="1632734" y="39060"/>
                  <a:pt x="1630436" y="42748"/>
                  <a:pt x="1629325" y="47462"/>
                </a:cubicBezTo>
                <a:close/>
                <a:moveTo>
                  <a:pt x="1707086" y="99460"/>
                </a:moveTo>
                <a:cubicBezTo>
                  <a:pt x="1707086" y="98693"/>
                  <a:pt x="1707737" y="96995"/>
                  <a:pt x="1709039" y="94367"/>
                </a:cubicBezTo>
                <a:cubicBezTo>
                  <a:pt x="1710342" y="91741"/>
                  <a:pt x="1711338" y="89641"/>
                  <a:pt x="1712027" y="88068"/>
                </a:cubicBezTo>
                <a:cubicBezTo>
                  <a:pt x="1714594" y="81932"/>
                  <a:pt x="1716432" y="76323"/>
                  <a:pt x="1717543" y="71242"/>
                </a:cubicBezTo>
                <a:cubicBezTo>
                  <a:pt x="1718654" y="66160"/>
                  <a:pt x="1719210" y="60915"/>
                  <a:pt x="1719210" y="55506"/>
                </a:cubicBezTo>
                <a:cubicBezTo>
                  <a:pt x="1719210" y="50597"/>
                  <a:pt x="1718740" y="45774"/>
                  <a:pt x="1717802" y="41037"/>
                </a:cubicBezTo>
                <a:cubicBezTo>
                  <a:pt x="1716863" y="36300"/>
                  <a:pt x="1715436" y="31554"/>
                  <a:pt x="1713521" y="26798"/>
                </a:cubicBezTo>
                <a:cubicBezTo>
                  <a:pt x="1712525" y="24267"/>
                  <a:pt x="1711204" y="21286"/>
                  <a:pt x="1709556" y="17854"/>
                </a:cubicBezTo>
                <a:cubicBezTo>
                  <a:pt x="1707909" y="14421"/>
                  <a:pt x="1707086" y="12282"/>
                  <a:pt x="1707086" y="11438"/>
                </a:cubicBezTo>
                <a:cubicBezTo>
                  <a:pt x="1707086" y="10671"/>
                  <a:pt x="1707277" y="10048"/>
                  <a:pt x="1707660" y="9569"/>
                </a:cubicBezTo>
                <a:cubicBezTo>
                  <a:pt x="1708043" y="9089"/>
                  <a:pt x="1708541" y="8849"/>
                  <a:pt x="1709154" y="8849"/>
                </a:cubicBezTo>
                <a:cubicBezTo>
                  <a:pt x="1710418" y="8849"/>
                  <a:pt x="1711769" y="9473"/>
                  <a:pt x="1713205" y="10720"/>
                </a:cubicBezTo>
                <a:cubicBezTo>
                  <a:pt x="1714642" y="11966"/>
                  <a:pt x="1716318" y="13950"/>
                  <a:pt x="1718233" y="16672"/>
                </a:cubicBezTo>
                <a:cubicBezTo>
                  <a:pt x="1722332" y="22502"/>
                  <a:pt x="1725396" y="28658"/>
                  <a:pt x="1727426" y="35140"/>
                </a:cubicBezTo>
                <a:cubicBezTo>
                  <a:pt x="1729457" y="41623"/>
                  <a:pt x="1730472" y="48411"/>
                  <a:pt x="1730472" y="55506"/>
                </a:cubicBezTo>
                <a:cubicBezTo>
                  <a:pt x="1730472" y="61989"/>
                  <a:pt x="1729620" y="68183"/>
                  <a:pt x="1727915" y="74089"/>
                </a:cubicBezTo>
                <a:cubicBezTo>
                  <a:pt x="1726210" y="79996"/>
                  <a:pt x="1723653" y="85711"/>
                  <a:pt x="1720244" y="91234"/>
                </a:cubicBezTo>
                <a:cubicBezTo>
                  <a:pt x="1717869" y="94992"/>
                  <a:pt x="1715791" y="97753"/>
                  <a:pt x="1714010" y="99517"/>
                </a:cubicBezTo>
                <a:cubicBezTo>
                  <a:pt x="1712228" y="101282"/>
                  <a:pt x="1710610" y="102164"/>
                  <a:pt x="1709154" y="102164"/>
                </a:cubicBezTo>
                <a:cubicBezTo>
                  <a:pt x="1708541" y="102164"/>
                  <a:pt x="1708043" y="101914"/>
                  <a:pt x="1707660" y="101415"/>
                </a:cubicBezTo>
                <a:cubicBezTo>
                  <a:pt x="1707277" y="100917"/>
                  <a:pt x="1707086" y="100265"/>
                  <a:pt x="1707086" y="99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2B4F6-1EA2-49ED-88B1-FA133872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03" y="3053592"/>
            <a:ext cx="2165963" cy="392261"/>
          </a:xfrm>
          <a:custGeom xmlns:a="http://schemas.openxmlformats.org/drawingml/2006/main">
            <a:pathLst>
              <a:path w="2165963" h="392261" fill="none">
                <a:moveTo>
                  <a:pt x="0" y="0"/>
                </a:moveTo>
                <a:lnTo>
                  <a:pt x="2165963" y="0"/>
                </a:lnTo>
                <a:lnTo>
                  <a:pt x="2165963" y="392261"/>
                </a:lnTo>
                <a:lnTo>
                  <a:pt x="0" y="3922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88" cap="flat">
            <a:solidFill>
              <a:srgbClr val="000000"/>
            </a:solidFill>
            <a:miter/>
          </a:ln>
        </p:spPr>
      </p:sp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3182b32444921"/>
          <a:stretch xmlns:a="http://schemas.openxmlformats.org/drawingml/2006/main"/>
        </p:blipFill>
        <p:spPr>
          <a:xfrm xmlns:a="http://schemas.openxmlformats.org/drawingml/2006/main">
            <a:off x="772701" y="352107"/>
            <a:ext cx="1333797" cy="1069338"/>
          </a:xfrm>
          <a:prstGeom xmlns:a="http://schemas.openxmlformats.org/drawingml/2006/main" prst="rect">
            <a:avLst/>
          </a:prstGeom>
        </p:spPr>
      </p:pic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05bca409c4524"/>
          <a:stretch xmlns:a="http://schemas.openxmlformats.org/drawingml/2006/main"/>
        </p:blipFill>
        <p:spPr>
          <a:xfrm xmlns:a="http://schemas.openxmlformats.org/drawingml/2006/main">
            <a:off x="661561" y="408388"/>
            <a:ext cx="1324132" cy="1077865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4c7eda9da4158"/>
          <a:stretch xmlns:a="http://schemas.openxmlformats.org/drawingml/2006/main"/>
        </p:blipFill>
        <p:spPr>
          <a:xfrm xmlns:a="http://schemas.openxmlformats.org/drawingml/2006/main">
            <a:off x="357664" y="520951"/>
            <a:ext cx="1336712" cy="1062515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051b491f14b9e"/>
          <a:stretch xmlns:a="http://schemas.openxmlformats.org/drawingml/2006/main"/>
        </p:blipFill>
        <p:spPr>
          <a:xfrm xmlns:a="http://schemas.openxmlformats.org/drawingml/2006/main">
            <a:off x="251731" y="601139"/>
            <a:ext cx="1331982" cy="1064157"/>
          </a:xfrm>
          <a:prstGeom xmlns:a="http://schemas.openxmlformats.org/drawingml/2006/main" prst="rect">
            <a:avLst/>
          </a:prstGeom>
        </p:spPr>
      </p:pic>
      <p:sp>
        <p:nvSpPr>
          <p:cNvPr id="156" name="Text s">
            <a:extLst xmlns:a="http://schemas.openxmlformats.org/drawingml/2006/main">
              <a:ext uri="{FF2B5EF4-FFF2-40B4-BE49-F238E27FC236}">
                <a16:creationId xmlns:a16="http://schemas.microsoft.com/office/drawing/2014/main" id="{269A7BBB-E803-4867-9263-9895E221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454" y="1314380"/>
            <a:ext cx="98885" cy="121785"/>
          </a:xfrm>
          <a:custGeom xmlns:a="http://schemas.openxmlformats.org/drawingml/2006/main">
            <a:pathLst>
              <a:path w="98885" h="121785">
                <a:moveTo>
                  <a:pt x="91091" y="18365"/>
                </a:moveTo>
                <a:cubicBezTo>
                  <a:pt x="83567" y="18635"/>
                  <a:pt x="78192" y="24549"/>
                  <a:pt x="78192" y="30463"/>
                </a:cubicBezTo>
                <a:cubicBezTo>
                  <a:pt x="78192" y="34227"/>
                  <a:pt x="80611" y="38259"/>
                  <a:pt x="86523" y="38259"/>
                </a:cubicBezTo>
                <a:cubicBezTo>
                  <a:pt x="92435" y="38259"/>
                  <a:pt x="98885" y="33690"/>
                  <a:pt x="98885" y="23208"/>
                </a:cubicBezTo>
                <a:cubicBezTo>
                  <a:pt x="98885" y="11056"/>
                  <a:pt x="87331" y="0"/>
                  <a:pt x="66909" y="0"/>
                </a:cubicBezTo>
                <a:cubicBezTo>
                  <a:pt x="31439" y="0"/>
                  <a:pt x="21497" y="27506"/>
                  <a:pt x="21497" y="39329"/>
                </a:cubicBezTo>
                <a:cubicBezTo>
                  <a:pt x="21497" y="60253"/>
                  <a:pt x="41382" y="64276"/>
                  <a:pt x="49172" y="65883"/>
                </a:cubicBezTo>
                <a:cubicBezTo>
                  <a:pt x="63145" y="68566"/>
                  <a:pt x="77118" y="71518"/>
                  <a:pt x="77118" y="86286"/>
                </a:cubicBezTo>
                <a:cubicBezTo>
                  <a:pt x="77118" y="93274"/>
                  <a:pt x="70939" y="115875"/>
                  <a:pt x="38696" y="115875"/>
                </a:cubicBezTo>
                <a:cubicBezTo>
                  <a:pt x="34932" y="115875"/>
                  <a:pt x="14244" y="115875"/>
                  <a:pt x="8061" y="101608"/>
                </a:cubicBezTo>
                <a:cubicBezTo>
                  <a:pt x="18274" y="102953"/>
                  <a:pt x="24990" y="94886"/>
                  <a:pt x="24990" y="87361"/>
                </a:cubicBezTo>
                <a:cubicBezTo>
                  <a:pt x="24990" y="81180"/>
                  <a:pt x="20693" y="77953"/>
                  <a:pt x="15047" y="77953"/>
                </a:cubicBezTo>
                <a:cubicBezTo>
                  <a:pt x="8061" y="77953"/>
                  <a:pt x="0" y="83600"/>
                  <a:pt x="0" y="95694"/>
                </a:cubicBezTo>
                <a:cubicBezTo>
                  <a:pt x="0" y="111028"/>
                  <a:pt x="15318" y="121785"/>
                  <a:pt x="38426" y="121785"/>
                </a:cubicBezTo>
                <a:cubicBezTo>
                  <a:pt x="81956" y="121785"/>
                  <a:pt x="92435" y="89243"/>
                  <a:pt x="92435" y="77149"/>
                </a:cubicBezTo>
                <a:cubicBezTo>
                  <a:pt x="92435" y="67495"/>
                  <a:pt x="87331" y="60790"/>
                  <a:pt x="84104" y="57571"/>
                </a:cubicBezTo>
                <a:cubicBezTo>
                  <a:pt x="76851" y="50057"/>
                  <a:pt x="69057" y="48716"/>
                  <a:pt x="57237" y="46305"/>
                </a:cubicBezTo>
                <a:cubicBezTo>
                  <a:pt x="47561" y="44160"/>
                  <a:pt x="36814" y="42282"/>
                  <a:pt x="36814" y="30196"/>
                </a:cubicBezTo>
                <a:cubicBezTo>
                  <a:pt x="36814" y="22400"/>
                  <a:pt x="43264" y="5914"/>
                  <a:pt x="66909" y="5914"/>
                </a:cubicBezTo>
                <a:cubicBezTo>
                  <a:pt x="73624" y="5914"/>
                  <a:pt x="87060" y="7808"/>
                  <a:pt x="91091" y="183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a">
            <a:extLst xmlns:a="http://schemas.openxmlformats.org/drawingml/2006/main">
              <a:ext uri="{FF2B5EF4-FFF2-40B4-BE49-F238E27FC236}">
                <a16:creationId xmlns:a16="http://schemas.microsoft.com/office/drawing/2014/main" id="{E58A3159-B853-4D79-B098-737AE49A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942" y="2544914"/>
            <a:ext cx="122902" cy="120945"/>
          </a:xfrm>
          <a:custGeom xmlns:a="http://schemas.openxmlformats.org/drawingml/2006/main">
            <a:pathLst>
              <a:path w="122902" h="120945">
                <a:moveTo>
                  <a:pt x="89358" y="17089"/>
                </a:moveTo>
                <a:cubicBezTo>
                  <a:pt x="84531" y="7209"/>
                  <a:pt x="76747" y="0"/>
                  <a:pt x="64671" y="0"/>
                </a:cubicBezTo>
                <a:cubicBezTo>
                  <a:pt x="33273" y="0"/>
                  <a:pt x="0" y="39249"/>
                  <a:pt x="0" y="78230"/>
                </a:cubicBezTo>
                <a:cubicBezTo>
                  <a:pt x="0" y="103326"/>
                  <a:pt x="14757" y="120945"/>
                  <a:pt x="35689" y="120945"/>
                </a:cubicBezTo>
                <a:cubicBezTo>
                  <a:pt x="41057" y="120945"/>
                  <a:pt x="54476" y="119878"/>
                  <a:pt x="70576" y="100924"/>
                </a:cubicBezTo>
                <a:cubicBezTo>
                  <a:pt x="72722" y="112140"/>
                  <a:pt x="82115" y="120945"/>
                  <a:pt x="94997" y="120945"/>
                </a:cubicBezTo>
                <a:cubicBezTo>
                  <a:pt x="104390" y="120945"/>
                  <a:pt x="110561" y="114808"/>
                  <a:pt x="114852" y="106263"/>
                </a:cubicBezTo>
                <a:cubicBezTo>
                  <a:pt x="119417" y="96651"/>
                  <a:pt x="122902" y="80364"/>
                  <a:pt x="122902" y="79831"/>
                </a:cubicBezTo>
                <a:cubicBezTo>
                  <a:pt x="122902" y="77163"/>
                  <a:pt x="120490" y="77163"/>
                  <a:pt x="119683" y="77163"/>
                </a:cubicBezTo>
                <a:cubicBezTo>
                  <a:pt x="117001" y="77163"/>
                  <a:pt x="116731" y="78230"/>
                  <a:pt x="115929" y="81969"/>
                </a:cubicBezTo>
                <a:cubicBezTo>
                  <a:pt x="111363" y="99323"/>
                  <a:pt x="106535" y="115076"/>
                  <a:pt x="95533" y="115076"/>
                </a:cubicBezTo>
                <a:cubicBezTo>
                  <a:pt x="88285" y="115076"/>
                  <a:pt x="87483" y="108132"/>
                  <a:pt x="87483" y="102793"/>
                </a:cubicBezTo>
                <a:cubicBezTo>
                  <a:pt x="87483" y="96920"/>
                  <a:pt x="88019" y="94782"/>
                  <a:pt x="90972" y="83036"/>
                </a:cubicBezTo>
                <a:cubicBezTo>
                  <a:pt x="93924" y="71824"/>
                  <a:pt x="94460" y="69152"/>
                  <a:pt x="96872" y="59006"/>
                </a:cubicBezTo>
                <a:lnTo>
                  <a:pt x="106535" y="21626"/>
                </a:lnTo>
                <a:cubicBezTo>
                  <a:pt x="108415" y="14153"/>
                  <a:pt x="108415" y="13619"/>
                  <a:pt x="108415" y="12548"/>
                </a:cubicBezTo>
                <a:cubicBezTo>
                  <a:pt x="108415" y="8011"/>
                  <a:pt x="105192" y="5339"/>
                  <a:pt x="100631" y="5339"/>
                </a:cubicBezTo>
                <a:cubicBezTo>
                  <a:pt x="94190" y="5339"/>
                  <a:pt x="90165" y="11216"/>
                  <a:pt x="89358" y="17089"/>
                </a:cubicBezTo>
                <a:moveTo>
                  <a:pt x="71919" y="86241"/>
                </a:moveTo>
                <a:cubicBezTo>
                  <a:pt x="70576" y="91047"/>
                  <a:pt x="70576" y="91581"/>
                  <a:pt x="66551" y="96118"/>
                </a:cubicBezTo>
                <a:cubicBezTo>
                  <a:pt x="54742" y="110804"/>
                  <a:pt x="43739" y="115076"/>
                  <a:pt x="36226" y="115076"/>
                </a:cubicBezTo>
                <a:cubicBezTo>
                  <a:pt x="22811" y="115076"/>
                  <a:pt x="19053" y="100390"/>
                  <a:pt x="19053" y="89976"/>
                </a:cubicBezTo>
                <a:cubicBezTo>
                  <a:pt x="19053" y="76629"/>
                  <a:pt x="27639" y="43786"/>
                  <a:pt x="33810" y="31507"/>
                </a:cubicBezTo>
                <a:cubicBezTo>
                  <a:pt x="42130" y="15754"/>
                  <a:pt x="54205" y="5873"/>
                  <a:pt x="64942" y="5873"/>
                </a:cubicBezTo>
                <a:cubicBezTo>
                  <a:pt x="82385" y="5873"/>
                  <a:pt x="86140" y="27768"/>
                  <a:pt x="86140" y="29369"/>
                </a:cubicBezTo>
                <a:cubicBezTo>
                  <a:pt x="86140" y="30974"/>
                  <a:pt x="85603" y="32574"/>
                  <a:pt x="85333" y="33910"/>
                </a:cubicBezTo>
                <a:lnTo>
                  <a:pt x="71919" y="862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s">
            <a:extLst xmlns:a="http://schemas.openxmlformats.org/drawingml/2006/main">
              <a:ext uri="{FF2B5EF4-FFF2-40B4-BE49-F238E27FC236}">
                <a16:creationId xmlns:a16="http://schemas.microsoft.com/office/drawing/2014/main" id="{1BAA2BEF-413A-419A-893D-7FCF4990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458" y="1812220"/>
            <a:ext cx="103173" cy="126825"/>
          </a:xfrm>
          <a:custGeom xmlns:a="http://schemas.openxmlformats.org/drawingml/2006/main">
            <a:pathLst>
              <a:path w="103173" h="126825">
                <a:moveTo>
                  <a:pt x="95041" y="19125"/>
                </a:moveTo>
                <a:cubicBezTo>
                  <a:pt x="87191" y="19406"/>
                  <a:pt x="81583" y="25565"/>
                  <a:pt x="81583" y="31723"/>
                </a:cubicBezTo>
                <a:cubicBezTo>
                  <a:pt x="81583" y="35644"/>
                  <a:pt x="84107" y="39842"/>
                  <a:pt x="90275" y="39842"/>
                </a:cubicBezTo>
                <a:cubicBezTo>
                  <a:pt x="96444" y="39842"/>
                  <a:pt x="103173" y="35084"/>
                  <a:pt x="103173" y="24168"/>
                </a:cubicBezTo>
                <a:cubicBezTo>
                  <a:pt x="103173" y="11514"/>
                  <a:pt x="91118" y="0"/>
                  <a:pt x="69810" y="0"/>
                </a:cubicBezTo>
                <a:cubicBezTo>
                  <a:pt x="32802" y="0"/>
                  <a:pt x="22429" y="28644"/>
                  <a:pt x="22429" y="40957"/>
                </a:cubicBezTo>
                <a:cubicBezTo>
                  <a:pt x="22429" y="62746"/>
                  <a:pt x="43176" y="66936"/>
                  <a:pt x="51304" y="68610"/>
                </a:cubicBezTo>
                <a:cubicBezTo>
                  <a:pt x="65883" y="71403"/>
                  <a:pt x="80462" y="74478"/>
                  <a:pt x="80462" y="89857"/>
                </a:cubicBezTo>
                <a:cubicBezTo>
                  <a:pt x="80462" y="97134"/>
                  <a:pt x="74015" y="120671"/>
                  <a:pt x="40374" y="120671"/>
                </a:cubicBezTo>
                <a:cubicBezTo>
                  <a:pt x="36447" y="120671"/>
                  <a:pt x="14861" y="120671"/>
                  <a:pt x="8410" y="105813"/>
                </a:cubicBezTo>
                <a:cubicBezTo>
                  <a:pt x="19066" y="107213"/>
                  <a:pt x="26073" y="98813"/>
                  <a:pt x="26073" y="90976"/>
                </a:cubicBezTo>
                <a:cubicBezTo>
                  <a:pt x="26073" y="84540"/>
                  <a:pt x="21590" y="81179"/>
                  <a:pt x="15700" y="81179"/>
                </a:cubicBezTo>
                <a:cubicBezTo>
                  <a:pt x="8410" y="81179"/>
                  <a:pt x="0" y="87060"/>
                  <a:pt x="0" y="99654"/>
                </a:cubicBezTo>
                <a:cubicBezTo>
                  <a:pt x="0" y="115623"/>
                  <a:pt x="15982" y="126825"/>
                  <a:pt x="40092" y="126825"/>
                </a:cubicBezTo>
                <a:cubicBezTo>
                  <a:pt x="85510" y="126825"/>
                  <a:pt x="96444" y="92936"/>
                  <a:pt x="96444" y="80342"/>
                </a:cubicBezTo>
                <a:cubicBezTo>
                  <a:pt x="96444" y="70288"/>
                  <a:pt x="91118" y="63306"/>
                  <a:pt x="87751" y="59953"/>
                </a:cubicBezTo>
                <a:cubicBezTo>
                  <a:pt x="80184" y="52129"/>
                  <a:pt x="72052" y="50732"/>
                  <a:pt x="59719" y="48221"/>
                </a:cubicBezTo>
                <a:cubicBezTo>
                  <a:pt x="49623" y="45988"/>
                  <a:pt x="38411" y="44032"/>
                  <a:pt x="38411" y="31446"/>
                </a:cubicBezTo>
                <a:cubicBezTo>
                  <a:pt x="38411" y="23327"/>
                  <a:pt x="45140" y="6158"/>
                  <a:pt x="69810" y="6158"/>
                </a:cubicBezTo>
                <a:cubicBezTo>
                  <a:pt x="76817" y="6158"/>
                  <a:pt x="90836" y="8132"/>
                  <a:pt x="95041" y="191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:t">
            <a:extLst xmlns:a="http://schemas.openxmlformats.org/drawingml/2006/main">
              <a:ext uri="{FF2B5EF4-FFF2-40B4-BE49-F238E27FC236}">
                <a16:creationId xmlns:a16="http://schemas.microsoft.com/office/drawing/2014/main" id="{31833D6C-EC71-4E54-B886-30126F8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0470" y="1698136"/>
            <a:ext cx="117604" cy="124263"/>
          </a:xfrm>
          <a:custGeom xmlns:a="http://schemas.openxmlformats.org/drawingml/2006/main">
            <a:pathLst>
              <a:path w="117604" h="124263">
                <a:moveTo>
                  <a:pt x="22569" y="49339"/>
                </a:moveTo>
                <a:cubicBezTo>
                  <a:pt x="22569" y="42481"/>
                  <a:pt x="17075" y="37973"/>
                  <a:pt x="11382" y="37973"/>
                </a:cubicBezTo>
                <a:cubicBezTo>
                  <a:pt x="4516" y="37973"/>
                  <a:pt x="0" y="43462"/>
                  <a:pt x="0" y="49142"/>
                </a:cubicBezTo>
                <a:cubicBezTo>
                  <a:pt x="0" y="56000"/>
                  <a:pt x="5495" y="60505"/>
                  <a:pt x="11187" y="60505"/>
                </a:cubicBezTo>
                <a:cubicBezTo>
                  <a:pt x="18057" y="60505"/>
                  <a:pt x="22569" y="55019"/>
                  <a:pt x="22569" y="49339"/>
                </a:cubicBezTo>
                <a:moveTo>
                  <a:pt x="22569" y="111184"/>
                </a:moveTo>
                <a:cubicBezTo>
                  <a:pt x="22569" y="104326"/>
                  <a:pt x="17075" y="99820"/>
                  <a:pt x="11382" y="99820"/>
                </a:cubicBezTo>
                <a:cubicBezTo>
                  <a:pt x="4516" y="99820"/>
                  <a:pt x="0" y="105306"/>
                  <a:pt x="0" y="110986"/>
                </a:cubicBezTo>
                <a:cubicBezTo>
                  <a:pt x="0" y="117844"/>
                  <a:pt x="5495" y="122350"/>
                  <a:pt x="11187" y="122350"/>
                </a:cubicBezTo>
                <a:cubicBezTo>
                  <a:pt x="18057" y="122350"/>
                  <a:pt x="22569" y="116864"/>
                  <a:pt x="22569" y="111184"/>
                </a:cubicBezTo>
                <a:close/>
                <a:moveTo>
                  <a:pt x="91307" y="45028"/>
                </a:moveTo>
                <a:lnTo>
                  <a:pt x="111325" y="45028"/>
                </a:lnTo>
                <a:cubicBezTo>
                  <a:pt x="115053" y="45028"/>
                  <a:pt x="117604" y="45028"/>
                  <a:pt x="117604" y="40717"/>
                </a:cubicBezTo>
                <a:cubicBezTo>
                  <a:pt x="117604" y="37973"/>
                  <a:pt x="115053" y="37973"/>
                  <a:pt x="111717" y="37973"/>
                </a:cubicBezTo>
                <a:lnTo>
                  <a:pt x="93073" y="37973"/>
                </a:lnTo>
                <a:lnTo>
                  <a:pt x="100335" y="9007"/>
                </a:lnTo>
                <a:cubicBezTo>
                  <a:pt x="100533" y="8027"/>
                  <a:pt x="100925" y="7049"/>
                  <a:pt x="100925" y="6266"/>
                </a:cubicBezTo>
                <a:cubicBezTo>
                  <a:pt x="100925" y="2741"/>
                  <a:pt x="98176" y="0"/>
                  <a:pt x="94250" y="0"/>
                </a:cubicBezTo>
                <a:cubicBezTo>
                  <a:pt x="89345" y="0"/>
                  <a:pt x="86402" y="3330"/>
                  <a:pt x="85027" y="8419"/>
                </a:cubicBezTo>
                <a:cubicBezTo>
                  <a:pt x="83653" y="13312"/>
                  <a:pt x="86204" y="3916"/>
                  <a:pt x="77571" y="37973"/>
                </a:cubicBezTo>
                <a:lnTo>
                  <a:pt x="57553" y="37973"/>
                </a:lnTo>
                <a:cubicBezTo>
                  <a:pt x="53825" y="37973"/>
                  <a:pt x="51273" y="37973"/>
                  <a:pt x="51273" y="42284"/>
                </a:cubicBezTo>
                <a:cubicBezTo>
                  <a:pt x="51273" y="45028"/>
                  <a:pt x="53627" y="45028"/>
                  <a:pt x="57161" y="45028"/>
                </a:cubicBezTo>
                <a:lnTo>
                  <a:pt x="75804" y="45028"/>
                </a:lnTo>
                <a:lnTo>
                  <a:pt x="64224" y="91196"/>
                </a:lnTo>
                <a:cubicBezTo>
                  <a:pt x="63048" y="96087"/>
                  <a:pt x="61281" y="103130"/>
                  <a:pt x="61281" y="105671"/>
                </a:cubicBezTo>
                <a:cubicBezTo>
                  <a:pt x="61281" y="117214"/>
                  <a:pt x="71094" y="124263"/>
                  <a:pt x="82281" y="124263"/>
                </a:cubicBezTo>
                <a:cubicBezTo>
                  <a:pt x="104063" y="124263"/>
                  <a:pt x="116427" y="96870"/>
                  <a:pt x="116427" y="94326"/>
                </a:cubicBezTo>
                <a:cubicBezTo>
                  <a:pt x="116427" y="91782"/>
                  <a:pt x="113876" y="91782"/>
                  <a:pt x="113286" y="91782"/>
                </a:cubicBezTo>
                <a:cubicBezTo>
                  <a:pt x="110932" y="91782"/>
                  <a:pt x="110735" y="92173"/>
                  <a:pt x="109166" y="95501"/>
                </a:cubicBezTo>
                <a:cubicBezTo>
                  <a:pt x="103671" y="107823"/>
                  <a:pt x="93663" y="118777"/>
                  <a:pt x="82868" y="118777"/>
                </a:cubicBezTo>
                <a:cubicBezTo>
                  <a:pt x="78748" y="118777"/>
                  <a:pt x="76002" y="116236"/>
                  <a:pt x="76002" y="109193"/>
                </a:cubicBezTo>
                <a:cubicBezTo>
                  <a:pt x="76002" y="107237"/>
                  <a:pt x="76786" y="103130"/>
                  <a:pt x="77179" y="101172"/>
                </a:cubicBezTo>
                <a:lnTo>
                  <a:pt x="91307" y="45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a">
            <a:extLst xmlns:a="http://schemas.openxmlformats.org/drawingml/2006/main">
              <a:ext uri="{FF2B5EF4-FFF2-40B4-BE49-F238E27FC236}">
                <a16:creationId xmlns:a16="http://schemas.microsoft.com/office/drawing/2014/main" id="{9F7A77AF-364E-4E49-B599-E1C42F8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932" y="2687136"/>
            <a:ext cx="128536" cy="126825"/>
          </a:xfrm>
          <a:custGeom xmlns:a="http://schemas.openxmlformats.org/drawingml/2006/main">
            <a:pathLst>
              <a:path w="128536" h="126825">
                <a:moveTo>
                  <a:pt x="93455" y="17920"/>
                </a:moveTo>
                <a:cubicBezTo>
                  <a:pt x="88406" y="7559"/>
                  <a:pt x="80265" y="0"/>
                  <a:pt x="67636" y="0"/>
                </a:cubicBezTo>
                <a:cubicBezTo>
                  <a:pt x="34799" y="0"/>
                  <a:pt x="0" y="41157"/>
                  <a:pt x="0" y="82033"/>
                </a:cubicBezTo>
                <a:cubicBezTo>
                  <a:pt x="0" y="108349"/>
                  <a:pt x="15434" y="126825"/>
                  <a:pt x="37325" y="126825"/>
                </a:cubicBezTo>
                <a:cubicBezTo>
                  <a:pt x="42940" y="126825"/>
                  <a:pt x="56973" y="125706"/>
                  <a:pt x="73812" y="105829"/>
                </a:cubicBezTo>
                <a:cubicBezTo>
                  <a:pt x="76056" y="117591"/>
                  <a:pt x="85879" y="126825"/>
                  <a:pt x="99352" y="126825"/>
                </a:cubicBezTo>
                <a:cubicBezTo>
                  <a:pt x="109176" y="126825"/>
                  <a:pt x="115629" y="120388"/>
                  <a:pt x="120117" y="111428"/>
                </a:cubicBezTo>
                <a:cubicBezTo>
                  <a:pt x="124892" y="101349"/>
                  <a:pt x="128536" y="84271"/>
                  <a:pt x="128536" y="83711"/>
                </a:cubicBezTo>
                <a:cubicBezTo>
                  <a:pt x="128536" y="80914"/>
                  <a:pt x="126014" y="80914"/>
                  <a:pt x="125170" y="80914"/>
                </a:cubicBezTo>
                <a:cubicBezTo>
                  <a:pt x="122365" y="80914"/>
                  <a:pt x="122083" y="82033"/>
                  <a:pt x="121243" y="85953"/>
                </a:cubicBezTo>
                <a:cubicBezTo>
                  <a:pt x="116469" y="104151"/>
                  <a:pt x="111420" y="120670"/>
                  <a:pt x="99913" y="120670"/>
                </a:cubicBezTo>
                <a:cubicBezTo>
                  <a:pt x="92333" y="120670"/>
                  <a:pt x="91494" y="113389"/>
                  <a:pt x="91494" y="107790"/>
                </a:cubicBezTo>
                <a:cubicBezTo>
                  <a:pt x="91494" y="101631"/>
                  <a:pt x="92055" y="99389"/>
                  <a:pt x="95142" y="87072"/>
                </a:cubicBezTo>
                <a:cubicBezTo>
                  <a:pt x="98230" y="75315"/>
                  <a:pt x="98791" y="72513"/>
                  <a:pt x="101313" y="61875"/>
                </a:cubicBezTo>
                <a:lnTo>
                  <a:pt x="111420" y="22678"/>
                </a:lnTo>
                <a:cubicBezTo>
                  <a:pt x="113385" y="14841"/>
                  <a:pt x="113385" y="14281"/>
                  <a:pt x="113385" y="13158"/>
                </a:cubicBezTo>
                <a:cubicBezTo>
                  <a:pt x="113385" y="8401"/>
                  <a:pt x="110015" y="5599"/>
                  <a:pt x="105244" y="5599"/>
                </a:cubicBezTo>
                <a:cubicBezTo>
                  <a:pt x="98508" y="5599"/>
                  <a:pt x="94299" y="11762"/>
                  <a:pt x="93455" y="17920"/>
                </a:cubicBezTo>
                <a:moveTo>
                  <a:pt x="75216" y="90433"/>
                </a:moveTo>
                <a:cubicBezTo>
                  <a:pt x="73812" y="95473"/>
                  <a:pt x="73812" y="96032"/>
                  <a:pt x="69602" y="100790"/>
                </a:cubicBezTo>
                <a:cubicBezTo>
                  <a:pt x="57251" y="116190"/>
                  <a:pt x="45745" y="120670"/>
                  <a:pt x="37886" y="120670"/>
                </a:cubicBezTo>
                <a:cubicBezTo>
                  <a:pt x="23857" y="120670"/>
                  <a:pt x="19926" y="105270"/>
                  <a:pt x="19926" y="94350"/>
                </a:cubicBezTo>
                <a:cubicBezTo>
                  <a:pt x="19926" y="80354"/>
                  <a:pt x="28906" y="45915"/>
                  <a:pt x="35360" y="33039"/>
                </a:cubicBezTo>
                <a:cubicBezTo>
                  <a:pt x="44062" y="16519"/>
                  <a:pt x="56690" y="6158"/>
                  <a:pt x="67919" y="6158"/>
                </a:cubicBezTo>
                <a:cubicBezTo>
                  <a:pt x="86162" y="6158"/>
                  <a:pt x="90089" y="29118"/>
                  <a:pt x="90089" y="30796"/>
                </a:cubicBezTo>
                <a:cubicBezTo>
                  <a:pt x="90089" y="32479"/>
                  <a:pt x="89528" y="34158"/>
                  <a:pt x="89245" y="35558"/>
                </a:cubicBezTo>
                <a:lnTo>
                  <a:pt x="75216" y="90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:t">
            <a:extLst xmlns:a="http://schemas.openxmlformats.org/drawingml/2006/main">
              <a:ext uri="{FF2B5EF4-FFF2-40B4-BE49-F238E27FC236}">
                <a16:creationId xmlns:a16="http://schemas.microsoft.com/office/drawing/2014/main" id="{7A58CBDA-C0FD-4572-9CB3-193CAA24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65" y="2573052"/>
            <a:ext cx="117730" cy="124263"/>
          </a:xfrm>
          <a:custGeom xmlns:a="http://schemas.openxmlformats.org/drawingml/2006/main">
            <a:pathLst>
              <a:path w="117730" h="124263">
                <a:moveTo>
                  <a:pt x="22593" y="49339"/>
                </a:moveTo>
                <a:cubicBezTo>
                  <a:pt x="22593" y="42481"/>
                  <a:pt x="17093" y="37973"/>
                  <a:pt x="11394" y="37973"/>
                </a:cubicBezTo>
                <a:cubicBezTo>
                  <a:pt x="4520" y="37973"/>
                  <a:pt x="0" y="43462"/>
                  <a:pt x="0" y="49142"/>
                </a:cubicBezTo>
                <a:cubicBezTo>
                  <a:pt x="0" y="56000"/>
                  <a:pt x="5501" y="60505"/>
                  <a:pt x="11199" y="60505"/>
                </a:cubicBezTo>
                <a:cubicBezTo>
                  <a:pt x="18076" y="60505"/>
                  <a:pt x="22593" y="55019"/>
                  <a:pt x="22593" y="49339"/>
                </a:cubicBezTo>
                <a:moveTo>
                  <a:pt x="22593" y="111183"/>
                </a:moveTo>
                <a:cubicBezTo>
                  <a:pt x="22593" y="104325"/>
                  <a:pt x="17093" y="99820"/>
                  <a:pt x="11394" y="99820"/>
                </a:cubicBezTo>
                <a:cubicBezTo>
                  <a:pt x="4520" y="99820"/>
                  <a:pt x="0" y="105306"/>
                  <a:pt x="0" y="110986"/>
                </a:cubicBezTo>
                <a:cubicBezTo>
                  <a:pt x="0" y="117844"/>
                  <a:pt x="5501" y="122349"/>
                  <a:pt x="11199" y="122349"/>
                </a:cubicBezTo>
                <a:cubicBezTo>
                  <a:pt x="18076" y="122349"/>
                  <a:pt x="22593" y="116863"/>
                  <a:pt x="22593" y="111183"/>
                </a:cubicBezTo>
                <a:close/>
                <a:moveTo>
                  <a:pt x="91404" y="45028"/>
                </a:moveTo>
                <a:lnTo>
                  <a:pt x="111444" y="45028"/>
                </a:lnTo>
                <a:cubicBezTo>
                  <a:pt x="115176" y="45028"/>
                  <a:pt x="117730" y="45028"/>
                  <a:pt x="117730" y="40717"/>
                </a:cubicBezTo>
                <a:cubicBezTo>
                  <a:pt x="117730" y="37973"/>
                  <a:pt x="115176" y="37973"/>
                  <a:pt x="111836" y="37973"/>
                </a:cubicBezTo>
                <a:lnTo>
                  <a:pt x="93173" y="37973"/>
                </a:lnTo>
                <a:lnTo>
                  <a:pt x="100442" y="9007"/>
                </a:lnTo>
                <a:cubicBezTo>
                  <a:pt x="100640" y="8027"/>
                  <a:pt x="101033" y="7049"/>
                  <a:pt x="101033" y="6266"/>
                </a:cubicBezTo>
                <a:cubicBezTo>
                  <a:pt x="101033" y="2741"/>
                  <a:pt x="98281" y="0"/>
                  <a:pt x="94351" y="0"/>
                </a:cubicBezTo>
                <a:cubicBezTo>
                  <a:pt x="89441" y="0"/>
                  <a:pt x="86494" y="3330"/>
                  <a:pt x="85118" y="8418"/>
                </a:cubicBezTo>
                <a:cubicBezTo>
                  <a:pt x="83742" y="13312"/>
                  <a:pt x="86296" y="3916"/>
                  <a:pt x="77654" y="37973"/>
                </a:cubicBezTo>
                <a:lnTo>
                  <a:pt x="57615" y="37973"/>
                </a:lnTo>
                <a:cubicBezTo>
                  <a:pt x="53882" y="37973"/>
                  <a:pt x="51328" y="37973"/>
                  <a:pt x="51328" y="42284"/>
                </a:cubicBezTo>
                <a:cubicBezTo>
                  <a:pt x="51328" y="45028"/>
                  <a:pt x="53685" y="45028"/>
                  <a:pt x="57222" y="45028"/>
                </a:cubicBezTo>
                <a:lnTo>
                  <a:pt x="75885" y="45028"/>
                </a:lnTo>
                <a:lnTo>
                  <a:pt x="64293" y="91195"/>
                </a:lnTo>
                <a:cubicBezTo>
                  <a:pt x="63115" y="96086"/>
                  <a:pt x="61347" y="103130"/>
                  <a:pt x="61347" y="105671"/>
                </a:cubicBezTo>
                <a:cubicBezTo>
                  <a:pt x="61347" y="117213"/>
                  <a:pt x="71170" y="124263"/>
                  <a:pt x="82369" y="124263"/>
                </a:cubicBezTo>
                <a:cubicBezTo>
                  <a:pt x="104174" y="124263"/>
                  <a:pt x="116552" y="96870"/>
                  <a:pt x="116552" y="94325"/>
                </a:cubicBezTo>
                <a:cubicBezTo>
                  <a:pt x="116552" y="91781"/>
                  <a:pt x="113998" y="91781"/>
                  <a:pt x="113407" y="91781"/>
                </a:cubicBezTo>
                <a:cubicBezTo>
                  <a:pt x="111051" y="91781"/>
                  <a:pt x="110853" y="92173"/>
                  <a:pt x="109282" y="95500"/>
                </a:cubicBezTo>
                <a:cubicBezTo>
                  <a:pt x="103782" y="107823"/>
                  <a:pt x="93763" y="118777"/>
                  <a:pt x="82957" y="118777"/>
                </a:cubicBezTo>
                <a:cubicBezTo>
                  <a:pt x="78832" y="118777"/>
                  <a:pt x="76083" y="116236"/>
                  <a:pt x="76083" y="109192"/>
                </a:cubicBezTo>
                <a:cubicBezTo>
                  <a:pt x="76083" y="107237"/>
                  <a:pt x="76869" y="103130"/>
                  <a:pt x="77261" y="101171"/>
                </a:cubicBezTo>
                <a:lnTo>
                  <a:pt x="91404" y="45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9659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2026-09-05T17:18:16.6730000Z</dcterms:created>
  <dcterms:modified xsi:type="dcterms:W3CDTF">2026-09-05T17:18:16.6730000Z</dcterms:modified>
</coreProperties>
</file>